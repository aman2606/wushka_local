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gz4eKkoqkEY0BTPPDd0oOVyWJO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913010-F5DB-4FF2-9DE1-9D274BCF2895}">
  <a:tblStyle styleId="{09913010-F5DB-4FF2-9DE1-9D274BCF289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3" name="Google Shape;76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4" name="Google Shape;76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2" name="Google Shape;82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dab4f7826f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dab4f7826f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dab4f7826f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3882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718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6" name="Google Shape;46;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7" name="Google Shape;47;p15"/>
          <p:cNvGrpSpPr/>
          <p:nvPr/>
        </p:nvGrpSpPr>
        <p:grpSpPr>
          <a:xfrm>
            <a:off x="357775" y="5983875"/>
            <a:ext cx="586800" cy="571500"/>
            <a:chOff x="662575" y="6212475"/>
            <a:chExt cx="586800" cy="571500"/>
          </a:xfrm>
        </p:grpSpPr>
        <p:sp>
          <p:nvSpPr>
            <p:cNvPr id="48" name="Google Shape;48;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 name="Google Shape;49;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 name="Google Shape;51;p15"/>
          <p:cNvGrpSpPr/>
          <p:nvPr/>
        </p:nvGrpSpPr>
        <p:grpSpPr>
          <a:xfrm>
            <a:off x="8199150" y="5983875"/>
            <a:ext cx="586800" cy="571500"/>
            <a:chOff x="7894350" y="6212475"/>
            <a:chExt cx="586800" cy="571500"/>
          </a:xfrm>
        </p:grpSpPr>
        <p:sp>
          <p:nvSpPr>
            <p:cNvPr id="52" name="Google Shape;52;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 name="Google Shape;55;p15"/>
          <p:cNvSpPr txBox="1"/>
          <p:nvPr/>
        </p:nvSpPr>
        <p:spPr>
          <a:xfrm>
            <a:off x="856314" y="23530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6" name="Google Shape;56;p15"/>
          <p:cNvCxnSpPr/>
          <p:nvPr/>
        </p:nvCxnSpPr>
        <p:spPr>
          <a:xfrm>
            <a:off x="865586" y="3687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7" name="Google Shape;57;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600"/>
            <a:chOff x="-36800" y="-52000"/>
            <a:chExt cx="9236100" cy="54360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4570840" y="8810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3" name="Google Shape;63;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0" name="Google Shape;70;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600"/>
            <a:chOff x="-36800" y="-52000"/>
            <a:chExt cx="9236100" cy="54360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4570840" y="8810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1" name="Google Shape;91;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8" name="Google Shape;98;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ew au ey</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4 - Friday</a:t>
            </a:r>
            <a:endParaRPr sz="1800" b="0" i="0" u="none" strike="noStrike" cap="none">
              <a:solidFill>
                <a:srgbClr val="92278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20</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5"/>
        <p:cNvGrpSpPr/>
        <p:nvPr/>
      </p:nvGrpSpPr>
      <p:grpSpPr>
        <a:xfrm>
          <a:off x="0" y="0"/>
          <a:ext cx="0" cy="0"/>
          <a:chOff x="0" y="0"/>
          <a:chExt cx="0" cy="0"/>
        </a:xfrm>
      </p:grpSpPr>
      <p:sp>
        <p:nvSpPr>
          <p:cNvPr id="126" name="Google Shape;126;g2d076fa4460_0_8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8" name="Google Shape;128;g2d076fa4460_0_82"/>
          <p:cNvGrpSpPr/>
          <p:nvPr/>
        </p:nvGrpSpPr>
        <p:grpSpPr>
          <a:xfrm>
            <a:off x="8199150" y="5983875"/>
            <a:ext cx="586800" cy="571500"/>
            <a:chOff x="7894350" y="6212475"/>
            <a:chExt cx="586800" cy="571500"/>
          </a:xfrm>
        </p:grpSpPr>
        <p:sp>
          <p:nvSpPr>
            <p:cNvPr id="129" name="Google Shape;129;g2d076fa4460_0_8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076fa4460_0_8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d076fa4460_0_8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2" name="Google Shape;132;g2d076fa4460_0_82"/>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93FA2"/>
                </a:solidFill>
                <a:latin typeface="Poppins Medium"/>
                <a:ea typeface="Poppins Medium"/>
                <a:cs typeface="Poppins Medium"/>
                <a:sym typeface="Poppins Medium"/>
              </a:rPr>
              <a:t>Independent Reading</a:t>
            </a:r>
            <a:endParaRPr sz="3200" b="0" i="0" u="none" strike="noStrike" cap="none">
              <a:solidFill>
                <a:srgbClr val="993FA2"/>
              </a:solidFill>
              <a:latin typeface="Poppins Medium"/>
              <a:ea typeface="Poppins Medium"/>
              <a:cs typeface="Poppins Medium"/>
              <a:sym typeface="Poppins Medium"/>
            </a:endParaRPr>
          </a:p>
        </p:txBody>
      </p:sp>
      <p:cxnSp>
        <p:nvCxnSpPr>
          <p:cNvPr id="133" name="Google Shape;133;g2d076fa4460_0_82"/>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d076fa4460_0_82"/>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5" name="Google Shape;135;g2d076fa4460_0_82"/>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Decodable Readers &amp; Teacher Book Activities</a:t>
            </a:r>
            <a:endParaRPr sz="1100" b="0" i="0" u="none" strike="noStrike" cap="none">
              <a:solidFill>
                <a:srgbClr val="993FA2"/>
              </a:solidFill>
              <a:latin typeface="Poppins Medium"/>
              <a:ea typeface="Poppins Medium"/>
              <a:cs typeface="Poppins Medium"/>
              <a:sym typeface="Poppins Medium"/>
            </a:endParaRPr>
          </a:p>
        </p:txBody>
      </p:sp>
      <p:sp>
        <p:nvSpPr>
          <p:cNvPr id="136" name="Google Shape;136;g2d076fa4460_0_82"/>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Workbooks</a:t>
            </a:r>
            <a:endParaRPr sz="1100" b="0" i="0" u="none" strike="noStrike" cap="none">
              <a:solidFill>
                <a:srgbClr val="993FA2"/>
              </a:solidFill>
              <a:latin typeface="Poppins Medium"/>
              <a:ea typeface="Poppins Medium"/>
              <a:cs typeface="Poppins Medium"/>
              <a:sym typeface="Poppins Medium"/>
            </a:endParaRPr>
          </a:p>
        </p:txBody>
      </p:sp>
      <p:grpSp>
        <p:nvGrpSpPr>
          <p:cNvPr id="137" name="Google Shape;137;g2d076fa4460_0_82"/>
          <p:cNvGrpSpPr/>
          <p:nvPr/>
        </p:nvGrpSpPr>
        <p:grpSpPr>
          <a:xfrm>
            <a:off x="-36800" y="-52000"/>
            <a:ext cx="9236100" cy="543600"/>
            <a:chOff x="-36800" y="-52000"/>
            <a:chExt cx="9236100" cy="543600"/>
          </a:xfrm>
        </p:grpSpPr>
        <p:sp>
          <p:nvSpPr>
            <p:cNvPr id="138" name="Google Shape;138;g2d076fa4460_0_8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d076fa4460_0_82"/>
            <p:cNvGrpSpPr/>
            <p:nvPr/>
          </p:nvGrpSpPr>
          <p:grpSpPr>
            <a:xfrm>
              <a:off x="4570840" y="88100"/>
              <a:ext cx="1337400" cy="403500"/>
              <a:chOff x="565600" y="88250"/>
              <a:chExt cx="1337400" cy="403500"/>
            </a:xfrm>
          </p:grpSpPr>
          <p:sp>
            <p:nvSpPr>
              <p:cNvPr id="140" name="Google Shape;140;g2d076fa4460_0_8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1" name="Google Shape;141;g2d076fa4460_0_8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2" name="Google Shape;142;g2d076fa4460_0_8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d076fa4460_0_8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4" name="Google Shape;144;g2d076fa4460_0_8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5" name="Google Shape;145;g2d076fa4460_0_8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d076fa4460_0_8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7" name="Google Shape;147;g2d076fa4460_0_8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d076fa4460_0_8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49" name="Google Shape;149;g2d076fa4460_0_8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d076fa4460_0_8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d076fa4460_0_8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d076fa4460_0_8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6"/>
        <p:cNvGrpSpPr/>
        <p:nvPr/>
      </p:nvGrpSpPr>
      <p:grpSpPr>
        <a:xfrm>
          <a:off x="0" y="0"/>
          <a:ext cx="0" cy="0"/>
          <a:chOff x="0" y="0"/>
          <a:chExt cx="0" cy="0"/>
        </a:xfrm>
      </p:grpSpPr>
      <p:sp>
        <p:nvSpPr>
          <p:cNvPr id="187" name="Google Shape;18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8" name="Google Shape;18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89" name="Google Shape;18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0" name="Google Shape;19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7" name="Google Shape;197;g26b641b03cd_0_260"/>
          <p:cNvGrpSpPr/>
          <p:nvPr/>
        </p:nvGrpSpPr>
        <p:grpSpPr>
          <a:xfrm>
            <a:off x="-36800" y="-52000"/>
            <a:ext cx="9236100" cy="543600"/>
            <a:chOff x="-36800" y="-52000"/>
            <a:chExt cx="9236100" cy="543600"/>
          </a:xfrm>
        </p:grpSpPr>
        <p:sp>
          <p:nvSpPr>
            <p:cNvPr id="198" name="Google Shape;19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9" name="Google Shape;199;g26b641b03cd_0_260"/>
            <p:cNvGrpSpPr/>
            <p:nvPr/>
          </p:nvGrpSpPr>
          <p:grpSpPr>
            <a:xfrm>
              <a:off x="4570840" y="88100"/>
              <a:ext cx="1337400" cy="403500"/>
              <a:chOff x="565600" y="88250"/>
              <a:chExt cx="1337400" cy="403500"/>
            </a:xfrm>
          </p:grpSpPr>
          <p:sp>
            <p:nvSpPr>
              <p:cNvPr id="200" name="Google Shape;200;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1" name="Google Shape;201;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2" name="Google Shape;202;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3" name="Google Shape;20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09" name="Google Shape;209;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3"/>
        <p:cNvGrpSpPr/>
        <p:nvPr/>
      </p:nvGrpSpPr>
      <p:grpSpPr>
        <a:xfrm>
          <a:off x="0" y="0"/>
          <a:ext cx="0" cy="0"/>
          <a:chOff x="0" y="0"/>
          <a:chExt cx="0" cy="0"/>
        </a:xfrm>
      </p:grpSpPr>
      <p:sp>
        <p:nvSpPr>
          <p:cNvPr id="214" name="Google Shape;214;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6" name="Google Shape;21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7" name="Google Shape;217;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2" name="Google Shape;222;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5" name="Google Shape;225;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6" name="Google Shape;226;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27" name="Google Shape;227;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8" name="Google Shape;228;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9" name="Google Shape;229;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0" name="Google Shape;230;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1" name="Google Shape;231;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3" name="Google Shape;233;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4" name="Google Shape;234;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5" name="Google Shape;235;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6" name="Google Shape;236;g2c235dd0dad_1_87"/>
          <p:cNvGrpSpPr/>
          <p:nvPr/>
        </p:nvGrpSpPr>
        <p:grpSpPr>
          <a:xfrm>
            <a:off x="662575" y="6212475"/>
            <a:ext cx="586800" cy="571500"/>
            <a:chOff x="662575" y="6212475"/>
            <a:chExt cx="586800" cy="571500"/>
          </a:xfrm>
        </p:grpSpPr>
        <p:sp>
          <p:nvSpPr>
            <p:cNvPr id="237" name="Google Shape;23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0" name="Google Shape;240;g2c235dd0dad_1_87"/>
          <p:cNvGrpSpPr/>
          <p:nvPr/>
        </p:nvGrpSpPr>
        <p:grpSpPr>
          <a:xfrm>
            <a:off x="7894350" y="6212475"/>
            <a:ext cx="586800" cy="571500"/>
            <a:chOff x="7894350" y="6212475"/>
            <a:chExt cx="586800" cy="571500"/>
          </a:xfrm>
        </p:grpSpPr>
        <p:sp>
          <p:nvSpPr>
            <p:cNvPr id="241" name="Google Shape;24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4"/>
        <p:cNvGrpSpPr/>
        <p:nvPr/>
      </p:nvGrpSpPr>
      <p:grpSpPr>
        <a:xfrm>
          <a:off x="0" y="0"/>
          <a:ext cx="0" cy="0"/>
          <a:chOff x="0" y="0"/>
          <a:chExt cx="0" cy="0"/>
        </a:xfrm>
      </p:grpSpPr>
      <p:sp>
        <p:nvSpPr>
          <p:cNvPr id="245" name="Google Shape;245;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7" name="Google Shape;24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8" name="Google Shape;248;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3" name="Google Shape;253;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4" name="Google Shape;254;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6" name="Google Shape;256;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57" name="Google Shape;257;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9" name="Google Shape;259;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0" name="Google Shape;260;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2" name="Google Shape;262;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3" name="Google Shape;263;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4" name="Google Shape;264;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5" name="Google Shape;265;g1f3daf8a844_0_32"/>
          <p:cNvGrpSpPr/>
          <p:nvPr/>
        </p:nvGrpSpPr>
        <p:grpSpPr>
          <a:xfrm>
            <a:off x="662575" y="6212475"/>
            <a:ext cx="586800" cy="571500"/>
            <a:chOff x="662575" y="6212475"/>
            <a:chExt cx="586800" cy="571500"/>
          </a:xfrm>
        </p:grpSpPr>
        <p:sp>
          <p:nvSpPr>
            <p:cNvPr id="266" name="Google Shape;266;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9" name="Google Shape;269;g1f3daf8a844_0_32"/>
          <p:cNvGrpSpPr/>
          <p:nvPr/>
        </p:nvGrpSpPr>
        <p:grpSpPr>
          <a:xfrm>
            <a:off x="7894350" y="6212475"/>
            <a:ext cx="586800" cy="571500"/>
            <a:chOff x="7894350" y="6212475"/>
            <a:chExt cx="586800" cy="571500"/>
          </a:xfrm>
        </p:grpSpPr>
        <p:sp>
          <p:nvSpPr>
            <p:cNvPr id="270" name="Google Shape;270;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3"/>
        <p:cNvGrpSpPr/>
        <p:nvPr/>
      </p:nvGrpSpPr>
      <p:grpSpPr>
        <a:xfrm>
          <a:off x="0" y="0"/>
          <a:ext cx="0" cy="0"/>
          <a:chOff x="0" y="0"/>
          <a:chExt cx="0" cy="0"/>
        </a:xfrm>
      </p:grpSpPr>
      <p:sp>
        <p:nvSpPr>
          <p:cNvPr id="274" name="Google Shape;274;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6" name="Google Shape;27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7" name="Google Shape;277;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0" name="Google Shape;280;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81" name="Google Shape;28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2" name="Google Shape;28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83" name="Google Shape;283;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4" name="Google Shape;284;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5" name="Google Shape;285;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7" name="Google Shape;287;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0" name="Google Shape;29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 name="Google Shape;29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4" name="Google Shape;294;g2c157a2fb06_0_53"/>
          <p:cNvGrpSpPr/>
          <p:nvPr/>
        </p:nvGrpSpPr>
        <p:grpSpPr>
          <a:xfrm>
            <a:off x="1403031" y="6958923"/>
            <a:ext cx="6774848" cy="1291477"/>
            <a:chOff x="717231" y="7263723"/>
            <a:chExt cx="6774848" cy="1291477"/>
          </a:xfrm>
        </p:grpSpPr>
        <p:sp>
          <p:nvSpPr>
            <p:cNvPr id="295" name="Google Shape;29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6" name="Google Shape;29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97" name="Google Shape;29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98" name="Google Shape;29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3" name="Google Shape;30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6" name="Google Shape;30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07" name="Google Shape;30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08" name="Google Shape;308;g2c157a2fb06_0_53"/>
          <p:cNvGrpSpPr/>
          <p:nvPr/>
        </p:nvGrpSpPr>
        <p:grpSpPr>
          <a:xfrm>
            <a:off x="662575" y="6212475"/>
            <a:ext cx="586800" cy="571500"/>
            <a:chOff x="662575" y="6212475"/>
            <a:chExt cx="586800" cy="571500"/>
          </a:xfrm>
        </p:grpSpPr>
        <p:sp>
          <p:nvSpPr>
            <p:cNvPr id="309" name="Google Shape;30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2" name="Google Shape;312;g2c157a2fb06_0_53"/>
          <p:cNvGrpSpPr/>
          <p:nvPr/>
        </p:nvGrpSpPr>
        <p:grpSpPr>
          <a:xfrm>
            <a:off x="7894350" y="6212475"/>
            <a:ext cx="586800" cy="571500"/>
            <a:chOff x="7894350" y="6212475"/>
            <a:chExt cx="586800" cy="571500"/>
          </a:xfrm>
        </p:grpSpPr>
        <p:sp>
          <p:nvSpPr>
            <p:cNvPr id="313" name="Google Shape;31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6" name="Google Shape;316;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7"/>
        <p:cNvGrpSpPr/>
        <p:nvPr/>
      </p:nvGrpSpPr>
      <p:grpSpPr>
        <a:xfrm>
          <a:off x="0" y="0"/>
          <a:ext cx="0" cy="0"/>
          <a:chOff x="0" y="0"/>
          <a:chExt cx="0" cy="0"/>
        </a:xfrm>
      </p:grpSpPr>
      <p:sp>
        <p:nvSpPr>
          <p:cNvPr id="318" name="Google Shape;318;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0" name="Google Shape;32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4" name="Google Shape;324;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325" name="Google Shape;32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6" name="Google Shape;32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0" name="Google Shape;33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6" name="Google Shape;33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7" name="Google Shape;337;g2c157a2fb06_0_158"/>
          <p:cNvGrpSpPr/>
          <p:nvPr/>
        </p:nvGrpSpPr>
        <p:grpSpPr>
          <a:xfrm>
            <a:off x="662575" y="6212475"/>
            <a:ext cx="586800" cy="571500"/>
            <a:chOff x="662575" y="6212475"/>
            <a:chExt cx="586800" cy="571500"/>
          </a:xfrm>
        </p:grpSpPr>
        <p:sp>
          <p:nvSpPr>
            <p:cNvPr id="338" name="Google Shape;33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1" name="Google Shape;341;g2c157a2fb06_0_158"/>
          <p:cNvGrpSpPr/>
          <p:nvPr/>
        </p:nvGrpSpPr>
        <p:grpSpPr>
          <a:xfrm>
            <a:off x="7894350" y="6212475"/>
            <a:ext cx="586800" cy="571500"/>
            <a:chOff x="7894350" y="6212475"/>
            <a:chExt cx="586800" cy="571500"/>
          </a:xfrm>
        </p:grpSpPr>
        <p:sp>
          <p:nvSpPr>
            <p:cNvPr id="342" name="Google Shape;34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5"/>
        <p:cNvGrpSpPr/>
        <p:nvPr/>
      </p:nvGrpSpPr>
      <p:grpSpPr>
        <a:xfrm>
          <a:off x="0" y="0"/>
          <a:ext cx="0" cy="0"/>
          <a:chOff x="0" y="0"/>
          <a:chExt cx="0" cy="0"/>
        </a:xfrm>
      </p:grpSpPr>
      <p:sp>
        <p:nvSpPr>
          <p:cNvPr id="346" name="Google Shape;346;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8" name="Google Shape;34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2" name="Google Shape;352;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53" name="Google Shape;35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4" name="Google Shape;35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7" name="Google Shape;35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58" name="Google Shape;35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2" name="Google Shape;362;g2c157a2fb06_0_263"/>
          <p:cNvSpPr>
            <a:spLocks noGrp="1"/>
          </p:cNvSpPr>
          <p:nvPr>
            <p:ph type="pic" idx="8"/>
          </p:nvPr>
        </p:nvSpPr>
        <p:spPr>
          <a:xfrm>
            <a:off x="5086375" y="4412425"/>
            <a:ext cx="2668800" cy="1291500"/>
          </a:xfrm>
          <a:prstGeom prst="rect">
            <a:avLst/>
          </a:prstGeom>
          <a:noFill/>
          <a:ln>
            <a:noFill/>
          </a:ln>
        </p:spPr>
      </p:sp>
      <p:sp>
        <p:nvSpPr>
          <p:cNvPr id="363" name="Google Shape;363;g2c157a2fb06_0_263"/>
          <p:cNvSpPr>
            <a:spLocks noGrp="1"/>
          </p:cNvSpPr>
          <p:nvPr>
            <p:ph type="pic" idx="9"/>
          </p:nvPr>
        </p:nvSpPr>
        <p:spPr>
          <a:xfrm>
            <a:off x="5086375" y="797675"/>
            <a:ext cx="2668800" cy="1291500"/>
          </a:xfrm>
          <a:prstGeom prst="rect">
            <a:avLst/>
          </a:prstGeom>
          <a:noFill/>
          <a:ln>
            <a:noFill/>
          </a:ln>
        </p:spPr>
      </p:sp>
      <p:sp>
        <p:nvSpPr>
          <p:cNvPr id="364" name="Google Shape;364;g2c157a2fb06_0_263"/>
          <p:cNvSpPr>
            <a:spLocks noGrp="1"/>
          </p:cNvSpPr>
          <p:nvPr>
            <p:ph type="pic" idx="13"/>
          </p:nvPr>
        </p:nvSpPr>
        <p:spPr>
          <a:xfrm>
            <a:off x="5086375" y="2002592"/>
            <a:ext cx="2668800" cy="1291500"/>
          </a:xfrm>
          <a:prstGeom prst="rect">
            <a:avLst/>
          </a:prstGeom>
          <a:noFill/>
          <a:ln>
            <a:noFill/>
          </a:ln>
        </p:spPr>
      </p:sp>
      <p:sp>
        <p:nvSpPr>
          <p:cNvPr id="365" name="Google Shape;365;g2c157a2fb06_0_263"/>
          <p:cNvSpPr>
            <a:spLocks noGrp="1"/>
          </p:cNvSpPr>
          <p:nvPr>
            <p:ph type="pic" idx="14"/>
          </p:nvPr>
        </p:nvSpPr>
        <p:spPr>
          <a:xfrm>
            <a:off x="5086375" y="3207508"/>
            <a:ext cx="2668800" cy="1291500"/>
          </a:xfrm>
          <a:prstGeom prst="rect">
            <a:avLst/>
          </a:prstGeom>
          <a:noFill/>
          <a:ln>
            <a:noFill/>
          </a:ln>
        </p:spPr>
      </p:sp>
      <p:sp>
        <p:nvSpPr>
          <p:cNvPr id="366" name="Google Shape;36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263"/>
          <p:cNvGrpSpPr/>
          <p:nvPr/>
        </p:nvGrpSpPr>
        <p:grpSpPr>
          <a:xfrm>
            <a:off x="662575" y="6212475"/>
            <a:ext cx="586800" cy="571500"/>
            <a:chOff x="662575" y="6212475"/>
            <a:chExt cx="586800" cy="571500"/>
          </a:xfrm>
        </p:grpSpPr>
        <p:sp>
          <p:nvSpPr>
            <p:cNvPr id="369" name="Google Shape;36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263"/>
          <p:cNvGrpSpPr/>
          <p:nvPr/>
        </p:nvGrpSpPr>
        <p:grpSpPr>
          <a:xfrm>
            <a:off x="7894350" y="6212475"/>
            <a:ext cx="586800" cy="571500"/>
            <a:chOff x="7894350" y="6212475"/>
            <a:chExt cx="586800" cy="571500"/>
          </a:xfrm>
        </p:grpSpPr>
        <p:sp>
          <p:nvSpPr>
            <p:cNvPr id="373" name="Google Shape;37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6"/>
        <p:cNvGrpSpPr/>
        <p:nvPr/>
      </p:nvGrpSpPr>
      <p:grpSpPr>
        <a:xfrm>
          <a:off x="0" y="0"/>
          <a:ext cx="0" cy="0"/>
          <a:chOff x="0" y="0"/>
          <a:chExt cx="0" cy="0"/>
        </a:xfrm>
      </p:grpSpPr>
      <p:sp>
        <p:nvSpPr>
          <p:cNvPr id="377" name="Google Shape;377;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6" name="Google Shape;38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7" name="Google Shape;38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8" name="Google Shape;38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0" name="Google Shape;39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92" name="Google Shape;39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467"/>
          <p:cNvGrpSpPr/>
          <p:nvPr/>
        </p:nvGrpSpPr>
        <p:grpSpPr>
          <a:xfrm>
            <a:off x="662575" y="6212475"/>
            <a:ext cx="586800" cy="571500"/>
            <a:chOff x="662575" y="6212475"/>
            <a:chExt cx="586800" cy="571500"/>
          </a:xfrm>
        </p:grpSpPr>
        <p:sp>
          <p:nvSpPr>
            <p:cNvPr id="395" name="Google Shape;39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467"/>
          <p:cNvGrpSpPr/>
          <p:nvPr/>
        </p:nvGrpSpPr>
        <p:grpSpPr>
          <a:xfrm>
            <a:off x="7894350" y="6212475"/>
            <a:ext cx="586800" cy="571500"/>
            <a:chOff x="7894350" y="6212475"/>
            <a:chExt cx="586800" cy="571500"/>
          </a:xfrm>
        </p:grpSpPr>
        <p:sp>
          <p:nvSpPr>
            <p:cNvPr id="399" name="Google Shape;39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2"/>
        <p:cNvGrpSpPr/>
        <p:nvPr/>
      </p:nvGrpSpPr>
      <p:grpSpPr>
        <a:xfrm>
          <a:off x="0" y="0"/>
          <a:ext cx="0" cy="0"/>
          <a:chOff x="0" y="0"/>
          <a:chExt cx="0" cy="0"/>
        </a:xfrm>
      </p:grpSpPr>
      <p:sp>
        <p:nvSpPr>
          <p:cNvPr id="403" name="Google Shape;403;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2" name="Google Shape;41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3" name="Google Shape;41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4" name="Google Shape;41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6" name="Google Shape;41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417" name="Google Shape;41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629"/>
          <p:cNvGrpSpPr/>
          <p:nvPr/>
        </p:nvGrpSpPr>
        <p:grpSpPr>
          <a:xfrm>
            <a:off x="662575" y="6212475"/>
            <a:ext cx="586800" cy="571500"/>
            <a:chOff x="662575" y="6212475"/>
            <a:chExt cx="586800" cy="571500"/>
          </a:xfrm>
        </p:grpSpPr>
        <p:sp>
          <p:nvSpPr>
            <p:cNvPr id="421" name="Google Shape;42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629"/>
          <p:cNvGrpSpPr/>
          <p:nvPr/>
        </p:nvGrpSpPr>
        <p:grpSpPr>
          <a:xfrm>
            <a:off x="7894350" y="6212475"/>
            <a:ext cx="586800" cy="571500"/>
            <a:chOff x="7894350" y="6212475"/>
            <a:chExt cx="586800" cy="571500"/>
          </a:xfrm>
        </p:grpSpPr>
        <p:sp>
          <p:nvSpPr>
            <p:cNvPr id="425" name="Google Shape;42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8"/>
        <p:cNvGrpSpPr/>
        <p:nvPr/>
      </p:nvGrpSpPr>
      <p:grpSpPr>
        <a:xfrm>
          <a:off x="0" y="0"/>
          <a:ext cx="0" cy="0"/>
          <a:chOff x="0" y="0"/>
          <a:chExt cx="0" cy="0"/>
        </a:xfrm>
      </p:grpSpPr>
      <p:sp>
        <p:nvSpPr>
          <p:cNvPr id="429" name="Google Shape;429;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45" name="Google Shape;445;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798"/>
          <p:cNvGrpSpPr/>
          <p:nvPr/>
        </p:nvGrpSpPr>
        <p:grpSpPr>
          <a:xfrm>
            <a:off x="662575" y="6212475"/>
            <a:ext cx="586800" cy="571500"/>
            <a:chOff x="662575" y="6212475"/>
            <a:chExt cx="586800" cy="571500"/>
          </a:xfrm>
        </p:grpSpPr>
        <p:sp>
          <p:nvSpPr>
            <p:cNvPr id="448" name="Google Shape;448;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798"/>
          <p:cNvGrpSpPr/>
          <p:nvPr/>
        </p:nvGrpSpPr>
        <p:grpSpPr>
          <a:xfrm>
            <a:off x="7894350" y="6212475"/>
            <a:ext cx="586800" cy="571500"/>
            <a:chOff x="7894350" y="6212475"/>
            <a:chExt cx="586800" cy="571500"/>
          </a:xfrm>
        </p:grpSpPr>
        <p:sp>
          <p:nvSpPr>
            <p:cNvPr id="452" name="Google Shape;452;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5"/>
        <p:cNvGrpSpPr/>
        <p:nvPr/>
      </p:nvGrpSpPr>
      <p:grpSpPr>
        <a:xfrm>
          <a:off x="0" y="0"/>
          <a:ext cx="0" cy="0"/>
          <a:chOff x="0" y="0"/>
          <a:chExt cx="0" cy="0"/>
        </a:xfrm>
      </p:grpSpPr>
      <p:sp>
        <p:nvSpPr>
          <p:cNvPr id="456" name="Google Shape;456;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64" name="Google Shape;46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5" name="Google Shape;46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6" name="Google Shape;46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7" name="Google Shape;46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8" name="Google Shape;46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9" name="Google Shape;469;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0" name="Google Shape;470;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1" name="Google Shape;471;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73" name="Google Shape;473;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4" name="Google Shape;474;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5" name="Google Shape;475;g2c157a2fb06_0_825"/>
          <p:cNvGrpSpPr/>
          <p:nvPr/>
        </p:nvGrpSpPr>
        <p:grpSpPr>
          <a:xfrm>
            <a:off x="662575" y="6212475"/>
            <a:ext cx="586800" cy="571500"/>
            <a:chOff x="662575" y="6212475"/>
            <a:chExt cx="586800" cy="571500"/>
          </a:xfrm>
        </p:grpSpPr>
        <p:sp>
          <p:nvSpPr>
            <p:cNvPr id="476" name="Google Shape;476;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9" name="Google Shape;479;g2c157a2fb06_0_825"/>
          <p:cNvGrpSpPr/>
          <p:nvPr/>
        </p:nvGrpSpPr>
        <p:grpSpPr>
          <a:xfrm>
            <a:off x="7894350" y="6212475"/>
            <a:ext cx="586800" cy="571500"/>
            <a:chOff x="7894350" y="6212475"/>
            <a:chExt cx="586800" cy="571500"/>
          </a:xfrm>
        </p:grpSpPr>
        <p:sp>
          <p:nvSpPr>
            <p:cNvPr id="480" name="Google Shape;480;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3"/>
        <p:cNvGrpSpPr/>
        <p:nvPr/>
      </p:nvGrpSpPr>
      <p:grpSpPr>
        <a:xfrm>
          <a:off x="0" y="0"/>
          <a:ext cx="0" cy="0"/>
          <a:chOff x="0" y="0"/>
          <a:chExt cx="0" cy="0"/>
        </a:xfrm>
      </p:grpSpPr>
      <p:sp>
        <p:nvSpPr>
          <p:cNvPr id="484" name="Google Shape;484;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6" name="Google Shape;48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7" name="Google Shape;487;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0" name="Google Shape;490;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5" name="Google Shape;495;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98" name="Google Shape;498;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9" name="Google Shape;499;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0" name="Google Shape;510;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3" name="Google Shape;513;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4" name="Google Shape;514;g2c157a2fb06_0_700"/>
          <p:cNvGrpSpPr/>
          <p:nvPr/>
        </p:nvGrpSpPr>
        <p:grpSpPr>
          <a:xfrm>
            <a:off x="662575" y="6212475"/>
            <a:ext cx="586800" cy="571500"/>
            <a:chOff x="662575" y="6212475"/>
            <a:chExt cx="586800" cy="571500"/>
          </a:xfrm>
        </p:grpSpPr>
        <p:sp>
          <p:nvSpPr>
            <p:cNvPr id="515" name="Google Shape;515;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8" name="Google Shape;518;g2c157a2fb06_0_700"/>
          <p:cNvGrpSpPr/>
          <p:nvPr/>
        </p:nvGrpSpPr>
        <p:grpSpPr>
          <a:xfrm>
            <a:off x="7894350" y="6212475"/>
            <a:ext cx="586800" cy="571500"/>
            <a:chOff x="7894350" y="6212475"/>
            <a:chExt cx="586800" cy="571500"/>
          </a:xfrm>
        </p:grpSpPr>
        <p:sp>
          <p:nvSpPr>
            <p:cNvPr id="519" name="Google Shape;519;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2"/>
        <p:cNvGrpSpPr/>
        <p:nvPr/>
      </p:nvGrpSpPr>
      <p:grpSpPr>
        <a:xfrm>
          <a:off x="0" y="0"/>
          <a:ext cx="0" cy="0"/>
          <a:chOff x="0" y="0"/>
          <a:chExt cx="0" cy="0"/>
        </a:xfrm>
      </p:grpSpPr>
      <p:sp>
        <p:nvSpPr>
          <p:cNvPr id="523" name="Google Shape;523;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5" name="Google Shape;52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6" name="Google Shape;526;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9" name="Google Shape;52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30" name="Google Shape;530;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2" name="Google Shape;532;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33" name="Google Shape;533;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5" name="Google Shape;53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36" name="Google Shape;536;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2" name="Google Shape;542;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3" name="Google Shape;543;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4" name="Google Shape;544;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3" name="Google Shape;553;g2c157a2fb06_0_932"/>
          <p:cNvGrpSpPr/>
          <p:nvPr/>
        </p:nvGrpSpPr>
        <p:grpSpPr>
          <a:xfrm>
            <a:off x="662575" y="6212475"/>
            <a:ext cx="586800" cy="571500"/>
            <a:chOff x="662575" y="6212475"/>
            <a:chExt cx="586800" cy="571500"/>
          </a:xfrm>
        </p:grpSpPr>
        <p:sp>
          <p:nvSpPr>
            <p:cNvPr id="554" name="Google Shape;554;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7" name="Google Shape;557;g2c157a2fb06_0_932"/>
          <p:cNvGrpSpPr/>
          <p:nvPr/>
        </p:nvGrpSpPr>
        <p:grpSpPr>
          <a:xfrm>
            <a:off x="7894350" y="6212475"/>
            <a:ext cx="586800" cy="571500"/>
            <a:chOff x="7894350" y="6212475"/>
            <a:chExt cx="586800" cy="571500"/>
          </a:xfrm>
        </p:grpSpPr>
        <p:sp>
          <p:nvSpPr>
            <p:cNvPr id="558" name="Google Shape;558;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1"/>
        <p:cNvGrpSpPr/>
        <p:nvPr/>
      </p:nvGrpSpPr>
      <p:grpSpPr>
        <a:xfrm>
          <a:off x="0" y="0"/>
          <a:ext cx="0" cy="0"/>
          <a:chOff x="0" y="0"/>
          <a:chExt cx="0" cy="0"/>
        </a:xfrm>
      </p:grpSpPr>
      <p:sp>
        <p:nvSpPr>
          <p:cNvPr id="562" name="Google Shape;562;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8" name="Google Shape;56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69" name="Google Shape;56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0" name="Google Shape;57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1" name="Google Shape;57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4" name="Google Shape;584;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85" name="Google Shape;585;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7" name="Google Shape;587;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8" name="Google Shape;588;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89" name="Google Shape;589;g2c157a2fb06_0_1045"/>
          <p:cNvGrpSpPr/>
          <p:nvPr/>
        </p:nvGrpSpPr>
        <p:grpSpPr>
          <a:xfrm>
            <a:off x="662575" y="6212475"/>
            <a:ext cx="586800" cy="571500"/>
            <a:chOff x="662575" y="6212475"/>
            <a:chExt cx="586800" cy="571500"/>
          </a:xfrm>
        </p:grpSpPr>
        <p:sp>
          <p:nvSpPr>
            <p:cNvPr id="590" name="Google Shape;590;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3" name="Google Shape;593;g2c157a2fb06_0_1045"/>
          <p:cNvGrpSpPr/>
          <p:nvPr/>
        </p:nvGrpSpPr>
        <p:grpSpPr>
          <a:xfrm>
            <a:off x="7894350" y="6212475"/>
            <a:ext cx="586800" cy="571500"/>
            <a:chOff x="7894350" y="6212475"/>
            <a:chExt cx="586800" cy="571500"/>
          </a:xfrm>
        </p:grpSpPr>
        <p:sp>
          <p:nvSpPr>
            <p:cNvPr id="594" name="Google Shape;594;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7"/>
        <p:cNvGrpSpPr/>
        <p:nvPr/>
      </p:nvGrpSpPr>
      <p:grpSpPr>
        <a:xfrm>
          <a:off x="0" y="0"/>
          <a:ext cx="0" cy="0"/>
          <a:chOff x="0" y="0"/>
          <a:chExt cx="0" cy="0"/>
        </a:xfrm>
      </p:grpSpPr>
      <p:sp>
        <p:nvSpPr>
          <p:cNvPr id="598" name="Google Shape;598;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0" name="Google Shape;60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1" name="Google Shape;601;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4" name="Google Shape;604;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4" name="Google Shape;614;g2c157a2fb06_0_1110"/>
          <p:cNvGrpSpPr/>
          <p:nvPr/>
        </p:nvGrpSpPr>
        <p:grpSpPr>
          <a:xfrm>
            <a:off x="5806200" y="1807463"/>
            <a:ext cx="756300" cy="146700"/>
            <a:chOff x="5806200" y="1807463"/>
            <a:chExt cx="756300" cy="146700"/>
          </a:xfrm>
        </p:grpSpPr>
        <p:sp>
          <p:nvSpPr>
            <p:cNvPr id="615" name="Google Shape;615;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9" name="Google Shape;619;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0" name="Google Shape;620;g2c157a2fb06_0_1110"/>
          <p:cNvGrpSpPr/>
          <p:nvPr/>
        </p:nvGrpSpPr>
        <p:grpSpPr>
          <a:xfrm>
            <a:off x="5806200" y="2842438"/>
            <a:ext cx="756300" cy="146700"/>
            <a:chOff x="5806200" y="1807463"/>
            <a:chExt cx="756300" cy="146700"/>
          </a:xfrm>
        </p:grpSpPr>
        <p:sp>
          <p:nvSpPr>
            <p:cNvPr id="621" name="Google Shape;621;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4" name="Google Shape;624;g2c157a2fb06_0_1110"/>
          <p:cNvGrpSpPr/>
          <p:nvPr/>
        </p:nvGrpSpPr>
        <p:grpSpPr>
          <a:xfrm>
            <a:off x="5806200" y="3877413"/>
            <a:ext cx="756300" cy="146700"/>
            <a:chOff x="5806200" y="1807463"/>
            <a:chExt cx="756300" cy="146700"/>
          </a:xfrm>
        </p:grpSpPr>
        <p:sp>
          <p:nvSpPr>
            <p:cNvPr id="625" name="Google Shape;625;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8" name="Google Shape;628;g2c157a2fb06_0_1110"/>
          <p:cNvGrpSpPr/>
          <p:nvPr/>
        </p:nvGrpSpPr>
        <p:grpSpPr>
          <a:xfrm>
            <a:off x="662575" y="6212475"/>
            <a:ext cx="586800" cy="571500"/>
            <a:chOff x="662575" y="6212475"/>
            <a:chExt cx="586800" cy="571500"/>
          </a:xfrm>
        </p:grpSpPr>
        <p:sp>
          <p:nvSpPr>
            <p:cNvPr id="629" name="Google Shape;629;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2" name="Google Shape;632;g2c157a2fb06_0_1110"/>
          <p:cNvGrpSpPr/>
          <p:nvPr/>
        </p:nvGrpSpPr>
        <p:grpSpPr>
          <a:xfrm>
            <a:off x="7894350" y="6212475"/>
            <a:ext cx="586800" cy="571500"/>
            <a:chOff x="7894350" y="6212475"/>
            <a:chExt cx="586800" cy="571500"/>
          </a:xfrm>
        </p:grpSpPr>
        <p:sp>
          <p:nvSpPr>
            <p:cNvPr id="633" name="Google Shape;633;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36"/>
        <p:cNvGrpSpPr/>
        <p:nvPr/>
      </p:nvGrpSpPr>
      <p:grpSpPr>
        <a:xfrm>
          <a:off x="0" y="0"/>
          <a:ext cx="0" cy="0"/>
          <a:chOff x="0" y="0"/>
          <a:chExt cx="0" cy="0"/>
        </a:xfrm>
      </p:grpSpPr>
      <p:sp>
        <p:nvSpPr>
          <p:cNvPr id="637" name="Google Shape;63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41" name="Google Shape;64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44" name="Google Shape;64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45" name="Google Shape;64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46" name="Google Shape;64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47" name="Google Shape;64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8" name="Google Shape;64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9" name="Google Shape;64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50" name="Google Shape;650;p30"/>
          <p:cNvGrpSpPr/>
          <p:nvPr/>
        </p:nvGrpSpPr>
        <p:grpSpPr>
          <a:xfrm>
            <a:off x="6022940" y="5341706"/>
            <a:ext cx="594501" cy="305904"/>
            <a:chOff x="5672081" y="1914352"/>
            <a:chExt cx="792668" cy="305904"/>
          </a:xfrm>
        </p:grpSpPr>
        <p:sp>
          <p:nvSpPr>
            <p:cNvPr id="651" name="Google Shape;65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53" name="Google Shape;65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54" name="Google Shape;65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63" name="Google Shape;66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5" name="Google Shape;66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72" name="Google Shape;67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73" name="Google Shape;67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74" name="Google Shape;67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75" name="Google Shape;67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76" name="Google Shape;67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77" name="Google Shape;67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80" name="Google Shape;68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81" name="Google Shape;68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82"/>
        <p:cNvGrpSpPr/>
        <p:nvPr/>
      </p:nvGrpSpPr>
      <p:grpSpPr>
        <a:xfrm>
          <a:off x="0" y="0"/>
          <a:ext cx="0" cy="0"/>
          <a:chOff x="0" y="0"/>
          <a:chExt cx="0" cy="0"/>
        </a:xfrm>
      </p:grpSpPr>
      <p:sp>
        <p:nvSpPr>
          <p:cNvPr id="683" name="Google Shape;68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4" name="Google Shape;68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85" name="Google Shape;68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86"/>
        <p:cNvGrpSpPr/>
        <p:nvPr/>
      </p:nvGrpSpPr>
      <p:grpSpPr>
        <a:xfrm>
          <a:off x="0" y="0"/>
          <a:ext cx="0" cy="0"/>
          <a:chOff x="0" y="0"/>
          <a:chExt cx="0" cy="0"/>
        </a:xfrm>
      </p:grpSpPr>
      <p:sp>
        <p:nvSpPr>
          <p:cNvPr id="687" name="Google Shape;68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8" name="Google Shape;68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9" name="Google Shape;68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7.xml"/><Relationship Id="rId5" Type="http://schemas.openxmlformats.org/officeDocument/2006/relationships/image" Target="../media/image10.png"/><Relationship Id="rId10" Type="http://schemas.openxmlformats.org/officeDocument/2006/relationships/slide" Target="slide15.xml"/><Relationship Id="rId4" Type="http://schemas.openxmlformats.org/officeDocument/2006/relationships/image" Target="../media/image9.png"/><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5.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69.png"/><Relationship Id="rId5" Type="http://schemas.openxmlformats.org/officeDocument/2006/relationships/image" Target="../media/image7.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77.png"/><Relationship Id="rId7" Type="http://schemas.openxmlformats.org/officeDocument/2006/relationships/image" Target="../media/image81.png"/><Relationship Id="rId12" Type="http://schemas.openxmlformats.org/officeDocument/2006/relationships/image" Target="../media/image86.png"/><Relationship Id="rId2" Type="http://schemas.openxmlformats.org/officeDocument/2006/relationships/notesSlide" Target="../notesSlides/notesSlide6.xml"/><Relationship Id="rId16" Type="http://schemas.openxmlformats.org/officeDocument/2006/relationships/image" Target="../media/image90.png"/><Relationship Id="rId1" Type="http://schemas.openxmlformats.org/officeDocument/2006/relationships/slideLayout" Target="../slideLayouts/slideLayout3.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5" Type="http://schemas.openxmlformats.org/officeDocument/2006/relationships/image" Target="../media/image8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s>
</file>

<file path=ppt/slides/_rels/slide7.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18" Type="http://schemas.openxmlformats.org/officeDocument/2006/relationships/image" Target="../media/image106.png"/><Relationship Id="rId26" Type="http://schemas.openxmlformats.org/officeDocument/2006/relationships/image" Target="../media/image114.png"/><Relationship Id="rId3" Type="http://schemas.openxmlformats.org/officeDocument/2006/relationships/image" Target="../media/image91.png"/><Relationship Id="rId21" Type="http://schemas.openxmlformats.org/officeDocument/2006/relationships/image" Target="../media/image109.png"/><Relationship Id="rId7" Type="http://schemas.openxmlformats.org/officeDocument/2006/relationships/image" Target="../media/image95.png"/><Relationship Id="rId12" Type="http://schemas.openxmlformats.org/officeDocument/2006/relationships/image" Target="../media/image100.png"/><Relationship Id="rId17" Type="http://schemas.openxmlformats.org/officeDocument/2006/relationships/image" Target="../media/image105.png"/><Relationship Id="rId25" Type="http://schemas.openxmlformats.org/officeDocument/2006/relationships/image" Target="../media/image113.png"/><Relationship Id="rId2" Type="http://schemas.openxmlformats.org/officeDocument/2006/relationships/notesSlide" Target="../notesSlides/notesSlide7.xml"/><Relationship Id="rId16" Type="http://schemas.openxmlformats.org/officeDocument/2006/relationships/image" Target="../media/image104.png"/><Relationship Id="rId20" Type="http://schemas.openxmlformats.org/officeDocument/2006/relationships/image" Target="../media/image108.png"/><Relationship Id="rId29" Type="http://schemas.openxmlformats.org/officeDocument/2006/relationships/image" Target="../media/image117.png"/><Relationship Id="rId1" Type="http://schemas.openxmlformats.org/officeDocument/2006/relationships/slideLayout" Target="../slideLayouts/slideLayout3.xml"/><Relationship Id="rId6" Type="http://schemas.openxmlformats.org/officeDocument/2006/relationships/image" Target="../media/image94.png"/><Relationship Id="rId11" Type="http://schemas.openxmlformats.org/officeDocument/2006/relationships/image" Target="../media/image99.png"/><Relationship Id="rId24" Type="http://schemas.openxmlformats.org/officeDocument/2006/relationships/image" Target="../media/image112.png"/><Relationship Id="rId5" Type="http://schemas.openxmlformats.org/officeDocument/2006/relationships/image" Target="../media/image93.png"/><Relationship Id="rId15" Type="http://schemas.openxmlformats.org/officeDocument/2006/relationships/image" Target="../media/image103.png"/><Relationship Id="rId23" Type="http://schemas.openxmlformats.org/officeDocument/2006/relationships/image" Target="../media/image111.png"/><Relationship Id="rId28" Type="http://schemas.openxmlformats.org/officeDocument/2006/relationships/image" Target="../media/image116.png"/><Relationship Id="rId10" Type="http://schemas.openxmlformats.org/officeDocument/2006/relationships/image" Target="../media/image98.png"/><Relationship Id="rId19" Type="http://schemas.openxmlformats.org/officeDocument/2006/relationships/image" Target="../media/image107.png"/><Relationship Id="rId4" Type="http://schemas.openxmlformats.org/officeDocument/2006/relationships/image" Target="../media/image92.png"/><Relationship Id="rId9" Type="http://schemas.openxmlformats.org/officeDocument/2006/relationships/image" Target="../media/image97.png"/><Relationship Id="rId14" Type="http://schemas.openxmlformats.org/officeDocument/2006/relationships/image" Target="../media/image102.png"/><Relationship Id="rId22" Type="http://schemas.openxmlformats.org/officeDocument/2006/relationships/image" Target="../media/image110.png"/><Relationship Id="rId27" Type="http://schemas.openxmlformats.org/officeDocument/2006/relationships/image" Target="../media/image115.png"/><Relationship Id="rId30" Type="http://schemas.openxmlformats.org/officeDocument/2006/relationships/image" Target="../media/image118.png"/></Relationships>
</file>

<file path=ppt/slides/_rels/slide8.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3" Type="http://schemas.openxmlformats.org/officeDocument/2006/relationships/image" Target="../media/image119.png"/><Relationship Id="rId7" Type="http://schemas.openxmlformats.org/officeDocument/2006/relationships/image" Target="../media/image123.png"/><Relationship Id="rId12" Type="http://schemas.openxmlformats.org/officeDocument/2006/relationships/image" Target="../media/image12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2.png"/><Relationship Id="rId11" Type="http://schemas.openxmlformats.org/officeDocument/2006/relationships/image" Target="../media/image127.png"/><Relationship Id="rId5" Type="http://schemas.openxmlformats.org/officeDocument/2006/relationships/image" Target="../media/image121.png"/><Relationship Id="rId15" Type="http://schemas.openxmlformats.org/officeDocument/2006/relationships/image" Target="../media/image131.png"/><Relationship Id="rId10" Type="http://schemas.openxmlformats.org/officeDocument/2006/relationships/image" Target="../media/image126.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s>
</file>

<file path=ppt/slides/_rels/slide9.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2.png"/><Relationship Id="rId7" Type="http://schemas.openxmlformats.org/officeDocument/2006/relationships/image" Target="../media/image13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1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149.png"/></Relationships>
</file>

<file path=ppt/slides/_rels/slide1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s>
</file>

<file path=ppt/slides/_rels/slide15.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58.png"/><Relationship Id="rId4" Type="http://schemas.openxmlformats.org/officeDocument/2006/relationships/image" Target="../media/image157.png"/></Relationships>
</file>

<file path=ppt/slides/_rels/slide16.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1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67.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70.png"/><Relationship Id="rId4" Type="http://schemas.openxmlformats.org/officeDocument/2006/relationships/image" Target="../media/image169.png"/></Relationships>
</file>

<file path=ppt/slides/_rels/slide20.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173.png"/><Relationship Id="rId4" Type="http://schemas.openxmlformats.org/officeDocument/2006/relationships/image" Target="../media/image1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Review ew au ey</a:t>
            </a:r>
            <a:endParaRPr sz="3000"/>
          </a:p>
        </p:txBody>
      </p:sp>
      <p:sp>
        <p:nvSpPr>
          <p:cNvPr id="695" name="Google Shape;69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20</a:t>
            </a:r>
            <a:endParaRPr/>
          </a:p>
        </p:txBody>
      </p:sp>
      <p:graphicFrame>
        <p:nvGraphicFramePr>
          <p:cNvPr id="696" name="Google Shape;696;p1"/>
          <p:cNvGraphicFramePr/>
          <p:nvPr/>
        </p:nvGraphicFramePr>
        <p:xfrm>
          <a:off x="4844200" y="1891197"/>
          <a:ext cx="3785000" cy="1678950"/>
        </p:xfrm>
        <a:graphic>
          <a:graphicData uri="http://schemas.openxmlformats.org/drawingml/2006/table">
            <a:tbl>
              <a:tblPr firstRow="1" bandRow="1">
                <a:noFill/>
                <a:tableStyleId>{09913010-F5DB-4FF2-9DE1-9D274BCF2895}</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ew</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u</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ey</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EFEFEF"/>
                          </a:solidFill>
                          <a:latin typeface="Poppins"/>
                          <a:ea typeface="Poppins"/>
                          <a:cs typeface="Poppins"/>
                          <a:sym typeface="Poppins"/>
                        </a:rPr>
                        <a:t>a</a:t>
                      </a:r>
                      <a:r>
                        <a:rPr lang="en-US" sz="1800" u="none" strike="noStrike" cap="none">
                          <a:solidFill>
                            <a:srgbClr val="EFEFEF"/>
                          </a:solidFill>
                          <a:latin typeface="Jost"/>
                          <a:ea typeface="Jost"/>
                          <a:cs typeface="Jost"/>
                          <a:sym typeface="Jost"/>
                        </a:rPr>
                        <a:t>-e</a:t>
                      </a:r>
                      <a:endParaRPr sz="1800" u="none" strike="noStrike" cap="none">
                        <a:solidFill>
                          <a:srgbClr val="EFEFE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97" name="Google Shape;69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8" name="Google Shape;698;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9" name="Google Shape;699;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00" name="Google Shape;700;p1"/>
          <p:cNvPicPr preferRelativeResize="0"/>
          <p:nvPr/>
        </p:nvPicPr>
        <p:blipFill rotWithShape="1">
          <a:blip r:embed="rId3">
            <a:alphaModFix/>
          </a:blip>
          <a:srcRect l="79" r="7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pic>
        <p:nvPicPr>
          <p:cNvPr id="701" name="Google Shape;701;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pic>
        <p:nvPicPr>
          <p:cNvPr id="702" name="Google Shape;702;p1"/>
          <p:cNvPicPr preferRelativeResize="0"/>
          <p:nvPr/>
        </p:nvPicPr>
        <p:blipFill rotWithShape="1">
          <a:blip r:embed="rId5">
            <a:alphaModFix/>
          </a:blip>
          <a:srcRect l="19" r="19"/>
          <a:stretch/>
        </p:blipFill>
        <p:spPr>
          <a:xfrm rot="-313763">
            <a:off x="5408681" y="3900402"/>
            <a:ext cx="1208040" cy="1709822"/>
          </a:xfrm>
          <a:prstGeom prst="rect">
            <a:avLst/>
          </a:prstGeom>
          <a:noFill/>
          <a:ln>
            <a:noFill/>
          </a:ln>
          <a:effectLst>
            <a:outerShdw blurRad="71438" dist="38100" dir="5220000" algn="bl" rotWithShape="0">
              <a:srgbClr val="000000">
                <a:alpha val="20000"/>
              </a:srgbClr>
            </a:outerShdw>
          </a:effectLst>
        </p:spPr>
      </p:pic>
      <p:pic>
        <p:nvPicPr>
          <p:cNvPr id="703" name="Google Shape;703;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 and review </a:t>
            </a:r>
            <a:r>
              <a:rPr lang="en-US">
                <a:solidFill>
                  <a:srgbClr val="8DC63F"/>
                </a:solidFill>
              </a:rPr>
              <a:t>ew au ey</a:t>
            </a:r>
            <a:r>
              <a:rPr lang="en-US"/>
              <a:t>.</a:t>
            </a:r>
            <a:endParaRPr/>
          </a:p>
        </p:txBody>
      </p:sp>
      <p:sp>
        <p:nvSpPr>
          <p:cNvPr id="710" name="Google Shape;710;g2bee4f4af4b_0_204"/>
          <p:cNvSpPr txBox="1">
            <a:spLocks noGrp="1"/>
          </p:cNvSpPr>
          <p:nvPr>
            <p:ph type="body" idx="2"/>
          </p:nvPr>
        </p:nvSpPr>
        <p:spPr>
          <a:xfrm>
            <a:off x="3298550" y="1718050"/>
            <a:ext cx="5453400" cy="1945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4 &amp; Phase 5 Common Exception Words: </a:t>
            </a:r>
            <a:endParaRPr/>
          </a:p>
          <a:p>
            <a:pPr marL="457200" lvl="0" indent="-330200" algn="l" rtl="0">
              <a:lnSpc>
                <a:spcPct val="100000"/>
              </a:lnSpc>
              <a:spcBef>
                <a:spcPts val="0"/>
              </a:spcBef>
              <a:spcAft>
                <a:spcPts val="0"/>
              </a:spcAft>
              <a:buSzPts val="1600"/>
              <a:buChar char="•"/>
            </a:pPr>
            <a:r>
              <a:rPr lang="en-US">
                <a:solidFill>
                  <a:srgbClr val="2356AF"/>
                </a:solidFill>
              </a:rPr>
              <a:t>said like out have some come was what so old do little one</a:t>
            </a:r>
            <a:endParaRPr/>
          </a:p>
          <a:p>
            <a:pPr marL="457200" lvl="0" indent="-330200" algn="l" rtl="0">
              <a:lnSpc>
                <a:spcPct val="100000"/>
              </a:lnSpc>
              <a:spcBef>
                <a:spcPts val="0"/>
              </a:spcBef>
              <a:spcAft>
                <a:spcPts val="0"/>
              </a:spcAft>
              <a:buSzPts val="1600"/>
              <a:buChar char="•"/>
            </a:pPr>
            <a:r>
              <a:rPr lang="en-US">
                <a:solidFill>
                  <a:srgbClr val="2356AF"/>
                </a:solidFill>
              </a:rPr>
              <a:t>today house mouse hour because Mr Mrs Ms where should could would</a:t>
            </a:r>
            <a:endParaRPr>
              <a:solidFill>
                <a:schemeClr val="dk1"/>
              </a:solidFill>
            </a:endParaRPr>
          </a:p>
        </p:txBody>
      </p:sp>
      <p:sp>
        <p:nvSpPr>
          <p:cNvPr id="711" name="Google Shape;711;g2bee4f4af4b_0_204"/>
          <p:cNvSpPr txBox="1"/>
          <p:nvPr/>
        </p:nvSpPr>
        <p:spPr>
          <a:xfrm>
            <a:off x="2506251" y="5718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2298951" y="54089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3">
            <a:alphaModFix/>
          </a:blip>
          <a:srcRect l="79" r="79"/>
          <a:stretch/>
        </p:blipFill>
        <p:spPr>
          <a:xfrm>
            <a:off x="2519626" y="4254260"/>
            <a:ext cx="786850" cy="1113689"/>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3786506" y="5718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3579206" y="54089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4">
            <a:alphaModFix/>
          </a:blip>
          <a:srcRect/>
          <a:stretch/>
        </p:blipFill>
        <p:spPr>
          <a:xfrm>
            <a:off x="3786506" y="4322388"/>
            <a:ext cx="813600" cy="977432"/>
          </a:xfrm>
          <a:prstGeom prst="rect">
            <a:avLst/>
          </a:prstGeom>
          <a:noFill/>
          <a:ln>
            <a:noFill/>
          </a:ln>
          <a:effectLst>
            <a:outerShdw blurRad="71438" dist="19050" dir="5220000" algn="bl" rotWithShape="0">
              <a:srgbClr val="D8D8D8"/>
            </a:outerShdw>
          </a:effectLst>
        </p:spPr>
      </p:pic>
      <p:sp>
        <p:nvSpPr>
          <p:cNvPr id="717" name="Google Shape;717;g2bee4f4af4b_0_204"/>
          <p:cNvSpPr txBox="1"/>
          <p:nvPr/>
        </p:nvSpPr>
        <p:spPr>
          <a:xfrm>
            <a:off x="1226076" y="5718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18" name="Google Shape;718;g2bee4f4af4b_0_204"/>
          <p:cNvSpPr txBox="1"/>
          <p:nvPr/>
        </p:nvSpPr>
        <p:spPr>
          <a:xfrm>
            <a:off x="894576" y="54089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9" name="Google Shape;719;g2bee4f4af4b_0_204"/>
          <p:cNvPicPr preferRelativeResize="0"/>
          <p:nvPr/>
        </p:nvPicPr>
        <p:blipFill rotWithShape="1">
          <a:blip r:embed="rId5">
            <a:alphaModFix/>
          </a:blip>
          <a:srcRect/>
          <a:stretch/>
        </p:blipFill>
        <p:spPr>
          <a:xfrm>
            <a:off x="946800" y="4536554"/>
            <a:ext cx="1372151" cy="549100"/>
          </a:xfrm>
          <a:prstGeom prst="rect">
            <a:avLst/>
          </a:prstGeom>
          <a:noFill/>
          <a:ln>
            <a:noFill/>
          </a:ln>
          <a:effectLst>
            <a:outerShdw blurRad="71438" dist="19050" dir="5220000" algn="bl" rotWithShape="0">
              <a:srgbClr val="D8D8D8"/>
            </a:outerShdw>
          </a:effectLst>
        </p:spPr>
      </p:pic>
      <p:sp>
        <p:nvSpPr>
          <p:cNvPr id="720" name="Google Shape;720;g2bee4f4af4b_0_204"/>
          <p:cNvSpPr txBox="1"/>
          <p:nvPr/>
        </p:nvSpPr>
        <p:spPr>
          <a:xfrm>
            <a:off x="6161616" y="5718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1" name="Google Shape;721;g2bee4f4af4b_0_204"/>
          <p:cNvSpPr txBox="1"/>
          <p:nvPr/>
        </p:nvSpPr>
        <p:spPr>
          <a:xfrm>
            <a:off x="5845749" y="5408925"/>
            <a:ext cx="1445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22" name="Google Shape;722;g2bee4f4af4b_0_204"/>
          <p:cNvPicPr preferRelativeResize="0"/>
          <p:nvPr/>
        </p:nvPicPr>
        <p:blipFill rotWithShape="1">
          <a:blip r:embed="rId6">
            <a:alphaModFix/>
          </a:blip>
          <a:srcRect/>
          <a:stretch/>
        </p:blipFill>
        <p:spPr>
          <a:xfrm>
            <a:off x="6102429" y="4478504"/>
            <a:ext cx="931974" cy="665199"/>
          </a:xfrm>
          <a:prstGeom prst="rect">
            <a:avLst/>
          </a:prstGeom>
          <a:noFill/>
          <a:ln>
            <a:noFill/>
          </a:ln>
          <a:effectLst>
            <a:outerShdw blurRad="71438" dist="19050" dir="5220000" algn="bl" rotWithShape="0">
              <a:srgbClr val="D8D8D8"/>
            </a:outerShdw>
          </a:effectLst>
        </p:spPr>
      </p:pic>
      <p:sp>
        <p:nvSpPr>
          <p:cNvPr id="723" name="Google Shape;723;g2bee4f4af4b_0_204"/>
          <p:cNvSpPr txBox="1"/>
          <p:nvPr/>
        </p:nvSpPr>
        <p:spPr>
          <a:xfrm>
            <a:off x="4974061" y="5718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24" name="Google Shape;724;g2bee4f4af4b_0_204"/>
          <p:cNvSpPr txBox="1"/>
          <p:nvPr/>
        </p:nvSpPr>
        <p:spPr>
          <a:xfrm>
            <a:off x="4859461" y="54089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25" name="Google Shape;725;g2bee4f4af4b_0_204"/>
          <p:cNvPicPr preferRelativeResize="0"/>
          <p:nvPr/>
        </p:nvPicPr>
        <p:blipFill rotWithShape="1">
          <a:blip r:embed="rId7">
            <a:alphaModFix/>
          </a:blip>
          <a:srcRect/>
          <a:stretch/>
        </p:blipFill>
        <p:spPr>
          <a:xfrm>
            <a:off x="5073599" y="4384653"/>
            <a:ext cx="614525" cy="852902"/>
          </a:xfrm>
          <a:prstGeom prst="rect">
            <a:avLst/>
          </a:prstGeom>
          <a:noFill/>
          <a:ln>
            <a:noFill/>
          </a:ln>
          <a:effectLst>
            <a:outerShdw blurRad="71438" dist="19050" dir="5220000" algn="bl" rotWithShape="0">
              <a:srgbClr val="D8D8D8"/>
            </a:outerShdw>
          </a:effectLst>
        </p:spPr>
      </p:pic>
      <p:sp>
        <p:nvSpPr>
          <p:cNvPr id="726" name="Google Shape;726;g2bee4f4af4b_0_204">
            <a:hlinkClick r:id="rId8" action="ppaction://hlinksldjump"/>
          </p:cNvPr>
          <p:cNvSpPr/>
          <p:nvPr/>
        </p:nvSpPr>
        <p:spPr>
          <a:xfrm>
            <a:off x="895401" y="41078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g2bee4f4af4b_0_204">
            <a:hlinkClick r:id="rId9" action="ppaction://hlinksldjump"/>
          </p:cNvPr>
          <p:cNvSpPr/>
          <p:nvPr/>
        </p:nvSpPr>
        <p:spPr>
          <a:xfrm>
            <a:off x="2477038" y="39727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g2bee4f4af4b_0_204">
            <a:hlinkClick r:id="rId10" action="ppaction://hlinksldjump"/>
          </p:cNvPr>
          <p:cNvSpPr/>
          <p:nvPr/>
        </p:nvSpPr>
        <p:spPr>
          <a:xfrm>
            <a:off x="3587936" y="395783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9" name="Google Shape;729;g2bee4f4af4b_0_204">
            <a:hlinkClick r:id="rId11" action="ppaction://hlinksldjump"/>
          </p:cNvPr>
          <p:cNvSpPr/>
          <p:nvPr/>
        </p:nvSpPr>
        <p:spPr>
          <a:xfrm>
            <a:off x="4913786" y="39698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0" name="Google Shape;730;g2bee4f4af4b_0_204">
            <a:hlinkClick r:id="rId12" action="ppaction://hlinksldjump"/>
          </p:cNvPr>
          <p:cNvSpPr/>
          <p:nvPr/>
        </p:nvSpPr>
        <p:spPr>
          <a:xfrm>
            <a:off x="6054236" y="39069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7" name="Google Shape;737;g26b641b03cd_0_165"/>
          <p:cNvGrpSpPr/>
          <p:nvPr/>
        </p:nvGrpSpPr>
        <p:grpSpPr>
          <a:xfrm>
            <a:off x="930400" y="2053244"/>
            <a:ext cx="7283200" cy="3724851"/>
            <a:chOff x="930400" y="2129444"/>
            <a:chExt cx="7283200" cy="3724851"/>
          </a:xfrm>
        </p:grpSpPr>
        <p:pic>
          <p:nvPicPr>
            <p:cNvPr id="738" name="Google Shape;73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7" name="Google Shape;767;g26b7edf6e71_0_26"/>
          <p:cNvGrpSpPr/>
          <p:nvPr/>
        </p:nvGrpSpPr>
        <p:grpSpPr>
          <a:xfrm>
            <a:off x="930400" y="2053250"/>
            <a:ext cx="7283201" cy="2971674"/>
            <a:chOff x="930400" y="2129450"/>
            <a:chExt cx="7283201" cy="2971674"/>
          </a:xfrm>
        </p:grpSpPr>
        <p:pic>
          <p:nvPicPr>
            <p:cNvPr id="768" name="Google Shape;76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4" name="Google Shape;77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5" name="Google Shape;77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6" name="Google Shape;77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78" name="Google Shape;77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3" name="Google Shape;803;g2c298da1f27_0_417"/>
          <p:cNvPicPr preferRelativeResize="0"/>
          <p:nvPr/>
        </p:nvPicPr>
        <p:blipFill rotWithShape="1">
          <a:blip r:embed="rId3">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1"/>
              </a:srgbClr>
            </a:outerShdw>
          </a:effectLst>
        </p:spPr>
      </p:pic>
      <p:pic>
        <p:nvPicPr>
          <p:cNvPr id="804" name="Google Shape;804;g2c298da1f27_0_417"/>
          <p:cNvPicPr preferRelativeResize="0"/>
          <p:nvPr/>
        </p:nvPicPr>
        <p:blipFill rotWithShape="1">
          <a:blip r:embed="rId4">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5">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6">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7">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2c298da1f27_0_417"/>
          <p:cNvPicPr preferRelativeResize="0"/>
          <p:nvPr/>
        </p:nvPicPr>
        <p:blipFill rotWithShape="1">
          <a:blip r:embed="rId8">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2c298da1f27_0_417"/>
          <p:cNvPicPr preferRelativeResize="0"/>
          <p:nvPr/>
        </p:nvPicPr>
        <p:blipFill rotWithShape="1">
          <a:blip r:embed="rId9">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10">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2c298da1f27_0_417"/>
          <p:cNvPicPr preferRelativeResize="0"/>
          <p:nvPr/>
        </p:nvPicPr>
        <p:blipFill rotWithShape="1">
          <a:blip r:embed="rId11">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2c298da1f27_0_417"/>
          <p:cNvPicPr preferRelativeResize="0"/>
          <p:nvPr/>
        </p:nvPicPr>
        <p:blipFill rotWithShape="1">
          <a:blip r:embed="rId12">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13" name="Google Shape;813;g2c298da1f27_0_417"/>
          <p:cNvPicPr preferRelativeResize="0"/>
          <p:nvPr/>
        </p:nvPicPr>
        <p:blipFill rotWithShape="1">
          <a:blip r:embed="rId13">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14" name="Google Shape;814;g2c298da1f27_0_417"/>
          <p:cNvPicPr preferRelativeResize="0"/>
          <p:nvPr/>
        </p:nvPicPr>
        <p:blipFill rotWithShape="1">
          <a:blip r:embed="rId14">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15" name="Google Shape;815;g2c298da1f27_0_417"/>
          <p:cNvPicPr preferRelativeResize="0"/>
          <p:nvPr/>
        </p:nvPicPr>
        <p:blipFill rotWithShape="1">
          <a:blip r:embed="rId15">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16" name="Google Shape;816;g2c298da1f27_0_417"/>
          <p:cNvPicPr preferRelativeResize="0"/>
          <p:nvPr/>
        </p:nvPicPr>
        <p:blipFill rotWithShape="1">
          <a:blip r:embed="rId16">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2c298da1f27_0_417"/>
          <p:cNvPicPr preferRelativeResize="0"/>
          <p:nvPr/>
        </p:nvPicPr>
        <p:blipFill rotWithShape="1">
          <a:blip r:embed="rId17">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18" name="Google Shape;818;g2c298da1f27_0_417"/>
          <p:cNvPicPr preferRelativeResize="0"/>
          <p:nvPr/>
        </p:nvPicPr>
        <p:blipFill rotWithShape="1">
          <a:blip r:embed="rId18">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5" name="Google Shape;825;g26b7edf6e71_0_109"/>
          <p:cNvGrpSpPr/>
          <p:nvPr/>
        </p:nvGrpSpPr>
        <p:grpSpPr>
          <a:xfrm>
            <a:off x="865957" y="2135925"/>
            <a:ext cx="7282807" cy="2686611"/>
            <a:chOff x="867357" y="2129450"/>
            <a:chExt cx="7282807" cy="2686611"/>
          </a:xfrm>
        </p:grpSpPr>
        <p:pic>
          <p:nvPicPr>
            <p:cNvPr id="826" name="Google Shape;82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6" name="Google Shape;846;g2c298d33e0c_0_6"/>
          <p:cNvGrpSpPr/>
          <p:nvPr/>
        </p:nvGrpSpPr>
        <p:grpSpPr>
          <a:xfrm>
            <a:off x="866900" y="2079100"/>
            <a:ext cx="7281864" cy="2684601"/>
            <a:chOff x="868300" y="2129450"/>
            <a:chExt cx="7281864" cy="2684601"/>
          </a:xfrm>
        </p:grpSpPr>
        <p:pic>
          <p:nvPicPr>
            <p:cNvPr id="847" name="Google Shape;84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1" name="Google Shape;85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1" name="Google Shape;881;g2c298da1f27_0_455"/>
          <p:cNvGrpSpPr/>
          <p:nvPr/>
        </p:nvGrpSpPr>
        <p:grpSpPr>
          <a:xfrm>
            <a:off x="868300" y="2129450"/>
            <a:ext cx="7281864" cy="2684601"/>
            <a:chOff x="868300" y="2053250"/>
            <a:chExt cx="7281864" cy="2684601"/>
          </a:xfrm>
        </p:grpSpPr>
        <p:pic>
          <p:nvPicPr>
            <p:cNvPr id="882" name="Google Shape;882;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0" name="Google Shape;890;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a:t>
            </a:r>
            <a:r>
              <a:rPr lang="en-US"/>
              <a:t>.</a:t>
            </a:r>
            <a:endParaRPr/>
          </a:p>
        </p:txBody>
      </p:sp>
      <p:pic>
        <p:nvPicPr>
          <p:cNvPr id="901" name="Google Shape;901;g2c298da1f27_1_0"/>
          <p:cNvPicPr preferRelativeResize="0"/>
          <p:nvPr/>
        </p:nvPicPr>
        <p:blipFill rotWithShape="1">
          <a:blip r:embed="rId3">
            <a:alphaModFix/>
          </a:blip>
          <a:srcRect l="149" r="159"/>
          <a:stretch/>
        </p:blipFill>
        <p:spPr>
          <a:xfrm>
            <a:off x="4655618" y="3385688"/>
            <a:ext cx="1516314" cy="1085643"/>
          </a:xfrm>
          <a:prstGeom prst="rect">
            <a:avLst/>
          </a:prstGeom>
          <a:noFill/>
          <a:ln>
            <a:noFill/>
          </a:ln>
          <a:effectLst>
            <a:outerShdw blurRad="71438" dist="19050" dir="5400000" algn="bl" rotWithShape="0">
              <a:srgbClr val="000000">
                <a:alpha val="17650"/>
              </a:srgbClr>
            </a:outerShdw>
          </a:effectLst>
        </p:spPr>
      </p:pic>
      <p:pic>
        <p:nvPicPr>
          <p:cNvPr id="902" name="Google Shape;902;g2c298da1f27_1_0"/>
          <p:cNvPicPr preferRelativeResize="0"/>
          <p:nvPr/>
        </p:nvPicPr>
        <p:blipFill rotWithShape="1">
          <a:blip r:embed="rId4">
            <a:alphaModFix/>
          </a:blip>
          <a:srcRect l="149" r="159"/>
          <a:stretch/>
        </p:blipFill>
        <p:spPr>
          <a:xfrm>
            <a:off x="2972068" y="3385688"/>
            <a:ext cx="1516314" cy="1085643"/>
          </a:xfrm>
          <a:prstGeom prst="rect">
            <a:avLst/>
          </a:prstGeom>
          <a:noFill/>
          <a:ln>
            <a:noFill/>
          </a:ln>
          <a:effectLst>
            <a:outerShdw blurRad="71438" dist="19050" dir="5400000" algn="bl" rotWithShape="0">
              <a:srgbClr val="000000">
                <a:alpha val="17650"/>
              </a:srgbClr>
            </a:outerShdw>
          </a:effectLst>
        </p:spPr>
      </p:pic>
      <p:pic>
        <p:nvPicPr>
          <p:cNvPr id="903" name="Google Shape;903;g2c298da1f27_1_0"/>
          <p:cNvPicPr preferRelativeResize="0"/>
          <p:nvPr/>
        </p:nvPicPr>
        <p:blipFill rotWithShape="1">
          <a:blip r:embed="rId5">
            <a:alphaModFix/>
          </a:blip>
          <a:srcRect l="69" r="69"/>
          <a:stretch/>
        </p:blipFill>
        <p:spPr>
          <a:xfrm>
            <a:off x="5497393" y="2185813"/>
            <a:ext cx="1516314" cy="1085644"/>
          </a:xfrm>
          <a:prstGeom prst="rect">
            <a:avLst/>
          </a:prstGeom>
          <a:noFill/>
          <a:ln>
            <a:noFill/>
          </a:ln>
          <a:effectLst>
            <a:outerShdw blurRad="71438" dist="19050" dir="5400000" algn="bl" rotWithShape="0">
              <a:srgbClr val="000000">
                <a:alpha val="17650"/>
              </a:srgbClr>
            </a:outerShdw>
          </a:effectLst>
        </p:spPr>
      </p:pic>
      <p:pic>
        <p:nvPicPr>
          <p:cNvPr id="904" name="Google Shape;904;g2c298da1f27_1_0"/>
          <p:cNvPicPr preferRelativeResize="0"/>
          <p:nvPr/>
        </p:nvPicPr>
        <p:blipFill rotWithShape="1">
          <a:blip r:embed="rId6">
            <a:alphaModFix/>
          </a:blip>
          <a:srcRect l="149" r="159"/>
          <a:stretch/>
        </p:blipFill>
        <p:spPr>
          <a:xfrm>
            <a:off x="3813843" y="2185813"/>
            <a:ext cx="1516314" cy="1085643"/>
          </a:xfrm>
          <a:prstGeom prst="rect">
            <a:avLst/>
          </a:prstGeom>
          <a:noFill/>
          <a:ln>
            <a:noFill/>
          </a:ln>
          <a:effectLst>
            <a:outerShdw blurRad="71438" dist="19050" dir="5400000" algn="bl" rotWithShape="0">
              <a:srgbClr val="000000">
                <a:alpha val="17650"/>
              </a:srgbClr>
            </a:outerShdw>
          </a:effectLst>
        </p:spPr>
      </p:pic>
      <p:pic>
        <p:nvPicPr>
          <p:cNvPr id="905" name="Google Shape;905;g2c298da1f27_1_0"/>
          <p:cNvPicPr preferRelativeResize="0"/>
          <p:nvPr/>
        </p:nvPicPr>
        <p:blipFill rotWithShape="1">
          <a:blip r:embed="rId7">
            <a:alphaModFix/>
          </a:blip>
          <a:srcRect l="49" r="59"/>
          <a:stretch/>
        </p:blipFill>
        <p:spPr>
          <a:xfrm>
            <a:off x="447412" y="2184891"/>
            <a:ext cx="1515644" cy="1082976"/>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1_0"/>
          <p:cNvPicPr preferRelativeResize="0"/>
          <p:nvPr/>
        </p:nvPicPr>
        <p:blipFill rotWithShape="1">
          <a:blip r:embed="rId8">
            <a:alphaModFix/>
          </a:blip>
          <a:srcRect l="238" r="238"/>
          <a:stretch/>
        </p:blipFill>
        <p:spPr>
          <a:xfrm>
            <a:off x="2130292" y="2184891"/>
            <a:ext cx="1516314" cy="1087481"/>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1_0"/>
          <p:cNvPicPr preferRelativeResize="0"/>
          <p:nvPr/>
        </p:nvPicPr>
        <p:blipFill rotWithShape="1">
          <a:blip r:embed="rId9">
            <a:alphaModFix/>
          </a:blip>
          <a:srcRect t="29" b="29"/>
          <a:stretch/>
        </p:blipFill>
        <p:spPr>
          <a:xfrm>
            <a:off x="7180944" y="2184891"/>
            <a:ext cx="1515644" cy="1082977"/>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10">
            <a:alphaModFix/>
          </a:blip>
          <a:srcRect l="238" r="238"/>
          <a:stretch/>
        </p:blipFill>
        <p:spPr>
          <a:xfrm>
            <a:off x="1288517" y="3384766"/>
            <a:ext cx="1516314" cy="1087481"/>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11">
            <a:alphaModFix/>
          </a:blip>
          <a:srcRect l="69" r="69"/>
          <a:stretch/>
        </p:blipFill>
        <p:spPr>
          <a:xfrm>
            <a:off x="6339169" y="3385688"/>
            <a:ext cx="1516314" cy="1085644"/>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6" name="Google Shape;91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17" name="Google Shape;91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18" name="Google Shape;918;g2c186218c5a_0_17"/>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19" name="Google Shape;919;g2c186218c5a_0_17"/>
          <p:cNvPicPr preferRelativeResize="0"/>
          <p:nvPr/>
        </p:nvPicPr>
        <p:blipFill rotWithShape="1">
          <a:blip r:embed="rId4">
            <a:alphaModFix/>
          </a:blip>
          <a:srcRect t="39" b="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920" name="Google Shape;920;g2c186218c5a_0_17"/>
          <p:cNvPicPr preferRelativeResize="0"/>
          <p:nvPr/>
        </p:nvPicPr>
        <p:blipFill rotWithShape="1">
          <a:blip r:embed="rId5">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921" name="Google Shape;921;g2c186218c5a_0_17"/>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28" name="Google Shape;928;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29" name="Google Shape;92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30" name="Google Shape;930;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31" name="Google Shape;931;g26b641b03cd_0_185"/>
          <p:cNvPicPr preferRelativeResize="0"/>
          <p:nvPr/>
        </p:nvPicPr>
        <p:blipFill rotWithShape="1">
          <a:blip r:embed="rId4">
            <a:alphaModFix/>
          </a:blip>
          <a:srcRect t="39" b="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932" name="Google Shape;932;g26b641b03cd_0_185"/>
          <p:cNvPicPr preferRelativeResize="0"/>
          <p:nvPr/>
        </p:nvPicPr>
        <p:blipFill rotWithShape="1">
          <a:blip r:embed="rId5">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933" name="Google Shape;933;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0" name="Google Shape;94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41" name="Google Shape;94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2" name="Google Shape;942;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43" name="Google Shape;943;g2c186218c5a_0_25"/>
          <p:cNvPicPr preferRelativeResize="0"/>
          <p:nvPr/>
        </p:nvPicPr>
        <p:blipFill rotWithShape="1">
          <a:blip r:embed="rId4">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944" name="Google Shape;944;g2c186218c5a_0_25"/>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945" name="Google Shape;945;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2" name="Google Shape;95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953" name="Google Shape;95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4" name="Google Shape;954;g26b641b03cd_0_192"/>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55" name="Google Shape;955;g26b641b03cd_0_192"/>
          <p:cNvPicPr preferRelativeResize="0"/>
          <p:nvPr/>
        </p:nvPicPr>
        <p:blipFill rotWithShape="1">
          <a:blip r:embed="rId4">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956" name="Google Shape;956;g26b641b03cd_0_192"/>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957" name="Google Shape;957;g26b641b03cd_0_192"/>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4" name="Google Shape;96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65" name="Google Shape;96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66" name="Google Shape;966;g26b641b03cd_0_204"/>
          <p:cNvPicPr preferRelativeResize="0"/>
          <p:nvPr/>
        </p:nvPicPr>
        <p:blipFill rotWithShape="1">
          <a:blip r:embed="rId3">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67" name="Google Shape;967;g26b641b03cd_0_204"/>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68" name="Google Shape;968;g26b641b03cd_0_204"/>
          <p:cNvPicPr preferRelativeResize="0"/>
          <p:nvPr/>
        </p:nvPicPr>
        <p:blipFill rotWithShape="1">
          <a:blip r:embed="rId5">
            <a:alphaModFix/>
          </a:blip>
          <a:srcRect l="69" r="6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69" name="Google Shape;969;g26b641b03cd_0_204"/>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76" name="Google Shape;97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77" name="Google Shape;97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78" name="Google Shape;978;g2c186218c5a_0_48"/>
          <p:cNvPicPr preferRelativeResize="0"/>
          <p:nvPr/>
        </p:nvPicPr>
        <p:blipFill rotWithShape="1">
          <a:blip r:embed="rId3">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9" name="Google Shape;979;g2c186218c5a_0_48"/>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80" name="Google Shape;980;g2c186218c5a_0_48"/>
          <p:cNvPicPr preferRelativeResize="0"/>
          <p:nvPr/>
        </p:nvPicPr>
        <p:blipFill rotWithShape="1">
          <a:blip r:embed="rId5">
            <a:alphaModFix/>
          </a:blip>
          <a:srcRect l="69" r="6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81" name="Google Shape;981;g2c186218c5a_0_48"/>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8" name="Google Shape;98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89" name="Google Shape;98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90" name="Google Shape;990;g26b641b03cd_0_213"/>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1" name="Google Shape;991;g26b641b03cd_0_213"/>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2" name="Google Shape;992;g26b641b03cd_0_213"/>
          <p:cNvPicPr preferRelativeResize="0"/>
          <p:nvPr/>
        </p:nvPicPr>
        <p:blipFill rotWithShape="1">
          <a:blip r:embed="rId5">
            <a:alphaModFix/>
          </a:blip>
          <a:srcRect l="227" r="227"/>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3" name="Google Shape;993;g26b641b03cd_0_213"/>
          <p:cNvPicPr preferRelativeResize="0"/>
          <p:nvPr/>
        </p:nvPicPr>
        <p:blipFill rotWithShape="1">
          <a:blip r:embed="rId6">
            <a:alphaModFix/>
          </a:blip>
          <a:srcRect l="129" r="139"/>
          <a:stretch/>
        </p:blipFill>
        <p:spPr>
          <a:xfrm>
            <a:off x="6547705" y="1962801"/>
            <a:ext cx="1740570" cy="2426699"/>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00" name="Google Shape;100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01" name="Google Shape;100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2" name="Google Shape;1002;g2c186218c5a_0_149"/>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pic>
        <p:nvPicPr>
          <p:cNvPr id="1003" name="Google Shape;1003;g2c186218c5a_0_149"/>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1004" name="Google Shape;1004;g2c186218c5a_0_149"/>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1005" name="Google Shape;1005;g2c186218c5a_0_149"/>
          <p:cNvPicPr preferRelativeResize="0"/>
          <p:nvPr/>
        </p:nvPicPr>
        <p:blipFill rotWithShape="1">
          <a:blip r:embed="rId6">
            <a:alphaModFix/>
          </a:blip>
          <a:srcRect l="129" r="139"/>
          <a:stretch/>
        </p:blipFill>
        <p:spPr>
          <a:xfrm>
            <a:off x="6547705" y="1962801"/>
            <a:ext cx="1740570" cy="2426699"/>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6b641b03cd_0_301"/>
          <p:cNvSpPr txBox="1">
            <a:spLocks noGrp="1"/>
          </p:cNvSpPr>
          <p:nvPr>
            <p:ph type="title"/>
          </p:nvPr>
        </p:nvSpPr>
        <p:spPr>
          <a:xfrm>
            <a:off x="773350" y="5568500"/>
            <a:ext cx="7597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12" name="Google Shape;101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13" name="Google Shape;101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14" name="Google Shape;1014;g26b641b03cd_0_301"/>
          <p:cNvPicPr preferRelativeResize="0"/>
          <p:nvPr/>
        </p:nvPicPr>
        <p:blipFill rotWithShape="1">
          <a:blip r:embed="rId3">
            <a:alphaModFix/>
          </a:blip>
          <a:srcRect t="19" b="29"/>
          <a:stretch/>
        </p:blipFill>
        <p:spPr>
          <a:xfrm>
            <a:off x="4724177" y="1047301"/>
            <a:ext cx="2806148" cy="2005378"/>
          </a:xfrm>
          <a:prstGeom prst="rect">
            <a:avLst/>
          </a:prstGeom>
          <a:noFill/>
          <a:ln>
            <a:noFill/>
          </a:ln>
          <a:effectLst>
            <a:outerShdw blurRad="57150" dist="19050" dir="5400000" algn="bl" rotWithShape="0">
              <a:srgbClr val="000000">
                <a:alpha val="20000"/>
              </a:srgbClr>
            </a:outerShdw>
          </a:effectLst>
        </p:spPr>
      </p:pic>
      <p:pic>
        <p:nvPicPr>
          <p:cNvPr id="1015" name="Google Shape;1015;g26b641b03cd_0_301"/>
          <p:cNvPicPr preferRelativeResize="0"/>
          <p:nvPr/>
        </p:nvPicPr>
        <p:blipFill rotWithShape="1">
          <a:blip r:embed="rId4">
            <a:alphaModFix/>
          </a:blip>
          <a:srcRect l="59" r="59"/>
          <a:stretch/>
        </p:blipFill>
        <p:spPr>
          <a:xfrm>
            <a:off x="1613675" y="1047300"/>
            <a:ext cx="2806148" cy="2005381"/>
          </a:xfrm>
          <a:prstGeom prst="rect">
            <a:avLst/>
          </a:prstGeom>
          <a:noFill/>
          <a:ln>
            <a:noFill/>
          </a:ln>
          <a:effectLst>
            <a:outerShdw blurRad="57150" dist="19050" dir="5400000" algn="bl" rotWithShape="0">
              <a:srgbClr val="000000">
                <a:alpha val="20000"/>
              </a:srgbClr>
            </a:outerShdw>
          </a:effectLst>
        </p:spPr>
      </p:pic>
      <p:pic>
        <p:nvPicPr>
          <p:cNvPr id="1016" name="Google Shape;1016;g26b641b03cd_0_301"/>
          <p:cNvPicPr preferRelativeResize="0"/>
          <p:nvPr/>
        </p:nvPicPr>
        <p:blipFill rotWithShape="1">
          <a:blip r:embed="rId5">
            <a:alphaModFix/>
          </a:blip>
          <a:srcRect l="59" r="59"/>
          <a:stretch/>
        </p:blipFill>
        <p:spPr>
          <a:xfrm>
            <a:off x="3168926" y="3293171"/>
            <a:ext cx="2806148" cy="20053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23" name="Google Shape;102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24" name="Google Shape;1024;g26b641b03cd_0_308"/>
          <p:cNvSpPr txBox="1">
            <a:spLocks noGrp="1"/>
          </p:cNvSpPr>
          <p:nvPr>
            <p:ph type="title"/>
          </p:nvPr>
        </p:nvSpPr>
        <p:spPr>
          <a:xfrm>
            <a:off x="779800" y="5568500"/>
            <a:ext cx="7584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25" name="Google Shape;1025;g26b641b03cd_0_308"/>
          <p:cNvPicPr preferRelativeResize="0"/>
          <p:nvPr/>
        </p:nvPicPr>
        <p:blipFill rotWithShape="1">
          <a:blip r:embed="rId3">
            <a:alphaModFix/>
          </a:blip>
          <a:srcRect t="19" b="29"/>
          <a:stretch/>
        </p:blipFill>
        <p:spPr>
          <a:xfrm>
            <a:off x="4724177" y="1047301"/>
            <a:ext cx="2806148" cy="2005378"/>
          </a:xfrm>
          <a:prstGeom prst="rect">
            <a:avLst/>
          </a:prstGeom>
          <a:noFill/>
          <a:ln>
            <a:noFill/>
          </a:ln>
          <a:effectLst>
            <a:outerShdw blurRad="57150" dist="19050" dir="5400000" algn="bl" rotWithShape="0">
              <a:srgbClr val="000000">
                <a:alpha val="20000"/>
              </a:srgbClr>
            </a:outerShdw>
          </a:effectLst>
        </p:spPr>
      </p:pic>
      <p:pic>
        <p:nvPicPr>
          <p:cNvPr id="1026" name="Google Shape;1026;g26b641b03cd_0_308"/>
          <p:cNvPicPr preferRelativeResize="0"/>
          <p:nvPr/>
        </p:nvPicPr>
        <p:blipFill rotWithShape="1">
          <a:blip r:embed="rId4">
            <a:alphaModFix/>
          </a:blip>
          <a:srcRect l="59" r="59"/>
          <a:stretch/>
        </p:blipFill>
        <p:spPr>
          <a:xfrm>
            <a:off x="1613675" y="1047300"/>
            <a:ext cx="2806148" cy="2005381"/>
          </a:xfrm>
          <a:prstGeom prst="rect">
            <a:avLst/>
          </a:prstGeom>
          <a:noFill/>
          <a:ln>
            <a:noFill/>
          </a:ln>
          <a:effectLst>
            <a:outerShdw blurRad="57150" dist="19050" dir="5400000" algn="bl" rotWithShape="0">
              <a:srgbClr val="000000">
                <a:alpha val="20000"/>
              </a:srgbClr>
            </a:outerShdw>
          </a:effectLst>
        </p:spPr>
      </p:pic>
      <p:pic>
        <p:nvPicPr>
          <p:cNvPr id="1027" name="Google Shape;1027;g26b641b03cd_0_308"/>
          <p:cNvPicPr preferRelativeResize="0"/>
          <p:nvPr/>
        </p:nvPicPr>
        <p:blipFill rotWithShape="1">
          <a:blip r:embed="rId5">
            <a:alphaModFix/>
          </a:blip>
          <a:srcRect l="59" r="59"/>
          <a:stretch/>
        </p:blipFill>
        <p:spPr>
          <a:xfrm>
            <a:off x="3168926" y="3293171"/>
            <a:ext cx="2806148" cy="20053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pic>
        <p:nvPicPr>
          <p:cNvPr id="1033" name="Google Shape;1033;g2dab4f7826f_1_0"/>
          <p:cNvPicPr preferRelativeResize="0"/>
          <p:nvPr/>
        </p:nvPicPr>
        <p:blipFill rotWithShape="1">
          <a:blip r:embed="rId3">
            <a:alphaModFix/>
          </a:blip>
          <a:srcRect l="573" r="572"/>
          <a:stretch/>
        </p:blipFill>
        <p:spPr>
          <a:xfrm>
            <a:off x="4392597" y="2697413"/>
            <a:ext cx="3906212" cy="2453951"/>
          </a:xfrm>
          <a:prstGeom prst="rect">
            <a:avLst/>
          </a:prstGeom>
          <a:noFill/>
          <a:ln>
            <a:noFill/>
          </a:ln>
        </p:spPr>
      </p:pic>
      <p:pic>
        <p:nvPicPr>
          <p:cNvPr id="1034" name="Google Shape;1034;g2dab4f7826f_1_0"/>
          <p:cNvPicPr preferRelativeResize="0"/>
          <p:nvPr/>
        </p:nvPicPr>
        <p:blipFill rotWithShape="1">
          <a:blip r:embed="rId4">
            <a:alphaModFix/>
          </a:blip>
          <a:srcRect t="1076" b="1085"/>
          <a:stretch/>
        </p:blipFill>
        <p:spPr>
          <a:xfrm>
            <a:off x="879153" y="2714147"/>
            <a:ext cx="3362574" cy="1091031"/>
          </a:xfrm>
          <a:prstGeom prst="rect">
            <a:avLst/>
          </a:prstGeom>
          <a:noFill/>
          <a:ln>
            <a:noFill/>
          </a:ln>
        </p:spPr>
      </p:pic>
      <p:pic>
        <p:nvPicPr>
          <p:cNvPr id="1035" name="Google Shape;1035;g2dab4f7826f_1_0"/>
          <p:cNvPicPr preferRelativeResize="0"/>
          <p:nvPr/>
        </p:nvPicPr>
        <p:blipFill rotWithShape="1">
          <a:blip r:embed="rId5">
            <a:alphaModFix/>
          </a:blip>
          <a:srcRect t="1540" b="1540"/>
          <a:stretch/>
        </p:blipFill>
        <p:spPr>
          <a:xfrm>
            <a:off x="847178" y="3906426"/>
            <a:ext cx="3529583" cy="11617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296</Words>
  <Application>Microsoft Office PowerPoint</Application>
  <PresentationFormat>On-screen Show (4:3)</PresentationFormat>
  <Paragraphs>92</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Poppins</vt:lpstr>
      <vt:lpstr>Calibri</vt:lpstr>
      <vt:lpstr>Jost</vt:lpstr>
      <vt:lpstr>Nunito Black</vt:lpstr>
      <vt:lpstr>Arial</vt:lpstr>
      <vt:lpstr>Poppins Medium</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2026-05-20T06:30:59Z</dcterms:modified>
</cp:coreProperties>
</file>