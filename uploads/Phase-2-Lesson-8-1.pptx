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embeddedFontLst>
    <p:embeddedFont>
      <p:font typeface="Finger Paint" panose="020B0604020202020204" charset="0"/>
      <p:regular r:id="rId25"/>
    </p:embeddedFont>
    <p:embeddedFont>
      <p:font typeface="Jost" panose="020B0604020202020204" charset="0"/>
      <p:regular r:id="rId26"/>
      <p:bold r:id="rId27"/>
      <p:italic r:id="rId28"/>
      <p:boldItalic r:id="rId29"/>
    </p:embeddedFont>
    <p:embeddedFont>
      <p:font typeface="Mulish" panose="020B0604020202020204" charset="0"/>
      <p:regular r:id="rId30"/>
      <p:bold r:id="rId31"/>
      <p:italic r:id="rId32"/>
      <p:boldItalic r:id="rId33"/>
    </p:embeddedFont>
    <p:embeddedFont>
      <p:font typeface="Nunito Black" pitchFamily="2" charset="0"/>
      <p:bold r:id="rId34"/>
      <p:boldItalic r:id="rId35"/>
    </p:embeddedFont>
    <p:embeddedFont>
      <p:font typeface="Poppins" panose="00000500000000000000" pitchFamily="2" charset="0"/>
      <p:regular r:id="rId36"/>
      <p:bold r:id="rId37"/>
      <p:italic r:id="rId38"/>
      <p:boldItalic r:id="rId39"/>
    </p:embeddedFont>
    <p:embeddedFont>
      <p:font typeface="Poppins Medium" panose="00000600000000000000" pitchFamily="2" charset="0"/>
      <p:regular r:id="rId40"/>
      <p:bold r:id="rId41"/>
      <p:italic r:id="rId42"/>
      <p:boldItalic r:id="rId43"/>
    </p:embeddedFont>
    <p:embeddedFont>
      <p:font typeface="Poppins SemiBold" panose="000007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jFKf0iLG1GI9yiEVxul0rdygJ2P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34FE889-E05D-4CC7-A3AB-86428BAD28DD}">
  <a:tblStyle styleId="{334FE889-E05D-4CC7-A3AB-86428BAD28DD}"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font" Target="fonts/font23.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font" Target="fonts/font21.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font" Target="fonts/font22.fntdata"/><Relationship Id="rId20" Type="http://schemas.openxmlformats.org/officeDocument/2006/relationships/slide" Target="slides/slide19.xml"/><Relationship Id="rId41" Type="http://schemas.openxmlformats.org/officeDocument/2006/relationships/font" Target="fonts/font17.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3" name="Google Shape;68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6" name="Google Shape;696;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7" name="Google Shape;697;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4" name="Google Shape;72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5" name="Google Shape;72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2d9db27a91a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7" name="Google Shape;737;g2d9db27a91a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8" name="Google Shape;738;g2d9db27a91a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6" name="Google Shape;746;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7" name="Google Shape;747;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5" name="Google Shape;755;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6" name="Google Shape;756;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4" name="Google Shape;764;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5" name="Google Shape;765;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3" name="Google Shape;773;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4" name="Google Shape;774;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2" name="Google Shape;782;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3" name="Google Shape;783;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2c2fe52046c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0" name="Google Shape;790;g2c2fe52046c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1" name="Google Shape;791;g2c2fe52046c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g2c2fe52046c_0_9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0" name="Google Shape;820;g2c2fe52046c_0_9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1" name="Google Shape;821;g2c2fe52046c_0_9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g2c2fe52046c_0_97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0" name="Google Shape;850;g2c2fe52046c_0_9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1" name="Google Shape;851;g2c2fe52046c_0_97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0" name="Google Shape;880;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1" name="Google Shape;881;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8" name="Google Shape;888;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7" name="Google Shape;897;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8" name="Google Shape;898;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6" name="Google Shape;906;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7" name="Google Shape;907;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5" name="Google Shape;915;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6" name="Google Shape;916;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3" name="Google Shape;933;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4" name="Google Shape;934;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2" name="Google Shape;942;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3" name="Google Shape;943;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26c2d8c92ae_0_7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3" name="Google Shape;963;g26c2d8c92ae_0_7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4" name="Google Shape;964;g26c2d8c92ae_0_7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6" name="Google Shape;986;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7" name="Google Shape;987;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48" name="Google Shape;48;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49" name="Google Shape;49;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0" name="Google Shape;50;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2" name="Google Shape;52;p15"/>
          <p:cNvGrpSpPr/>
          <p:nvPr/>
        </p:nvGrpSpPr>
        <p:grpSpPr>
          <a:xfrm>
            <a:off x="357775" y="5983875"/>
            <a:ext cx="586800" cy="571500"/>
            <a:chOff x="662575" y="6212475"/>
            <a:chExt cx="586800" cy="571500"/>
          </a:xfrm>
        </p:grpSpPr>
        <p:sp>
          <p:nvSpPr>
            <p:cNvPr id="53" name="Google Shape;5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 name="Google Shape;56;p15"/>
          <p:cNvGrpSpPr/>
          <p:nvPr/>
        </p:nvGrpSpPr>
        <p:grpSpPr>
          <a:xfrm>
            <a:off x="8199150" y="5983875"/>
            <a:ext cx="586800" cy="571500"/>
            <a:chOff x="7894350" y="6212475"/>
            <a:chExt cx="586800" cy="571500"/>
          </a:xfrm>
        </p:grpSpPr>
        <p:sp>
          <p:nvSpPr>
            <p:cNvPr id="57" name="Google Shape;57;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 name="Google Shape;59;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88" name="Google Shape;88;g26b641b03cd_1_92"/>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89" name="Google Shape;8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90" name="Google Shape;90;g26b641b03cd_1_92"/>
          <p:cNvGrpSpPr/>
          <p:nvPr/>
        </p:nvGrpSpPr>
        <p:grpSpPr>
          <a:xfrm>
            <a:off x="-36800" y="-52000"/>
            <a:ext cx="9236100" cy="543750"/>
            <a:chOff x="-36800" y="-52000"/>
            <a:chExt cx="9236100" cy="543750"/>
          </a:xfrm>
        </p:grpSpPr>
        <p:sp>
          <p:nvSpPr>
            <p:cNvPr id="91" name="Google Shape;91;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2" name="Google Shape;92;g26b641b03cd_1_92"/>
            <p:cNvGrpSpPr/>
            <p:nvPr/>
          </p:nvGrpSpPr>
          <p:grpSpPr>
            <a:xfrm>
              <a:off x="565600" y="88250"/>
              <a:ext cx="1337400" cy="403500"/>
              <a:chOff x="565600" y="88250"/>
              <a:chExt cx="1337400" cy="403500"/>
            </a:xfrm>
          </p:grpSpPr>
          <p:grpSp>
            <p:nvGrpSpPr>
              <p:cNvPr id="93" name="Google Shape;93;g26b641b03cd_1_92"/>
              <p:cNvGrpSpPr/>
              <p:nvPr/>
            </p:nvGrpSpPr>
            <p:grpSpPr>
              <a:xfrm>
                <a:off x="565600" y="88250"/>
                <a:ext cx="1337400" cy="403500"/>
                <a:chOff x="565600" y="88250"/>
                <a:chExt cx="1337400" cy="403500"/>
              </a:xfrm>
            </p:grpSpPr>
            <p:sp>
              <p:nvSpPr>
                <p:cNvPr id="94" name="Google Shape;94;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6" name="Google Shape;96;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7" name="Google Shape;97;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6" name="Google Shape;10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7"/>
        <p:cNvGrpSpPr/>
        <p:nvPr/>
      </p:nvGrpSpPr>
      <p:grpSpPr>
        <a:xfrm>
          <a:off x="0" y="0"/>
          <a:ext cx="0" cy="0"/>
          <a:chOff x="0" y="0"/>
          <a:chExt cx="0" cy="0"/>
        </a:xfrm>
      </p:grpSpPr>
      <p:sp>
        <p:nvSpPr>
          <p:cNvPr id="108" name="Google Shape;108;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4" name="Google Shape;114;g26b641b03cd_0_33"/>
          <p:cNvGrpSpPr/>
          <p:nvPr/>
        </p:nvGrpSpPr>
        <p:grpSpPr>
          <a:xfrm>
            <a:off x="662575" y="6212475"/>
            <a:ext cx="586800" cy="571500"/>
            <a:chOff x="662575" y="6212475"/>
            <a:chExt cx="586800" cy="571500"/>
          </a:xfrm>
        </p:grpSpPr>
        <p:sp>
          <p:nvSpPr>
            <p:cNvPr id="115" name="Google Shape;115;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 name="Google Shape;117;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8" name="Google Shape;118;g26b641b03cd_0_33"/>
          <p:cNvGrpSpPr/>
          <p:nvPr/>
        </p:nvGrpSpPr>
        <p:grpSpPr>
          <a:xfrm>
            <a:off x="7894350" y="6212475"/>
            <a:ext cx="586800" cy="571500"/>
            <a:chOff x="7894350" y="6212475"/>
            <a:chExt cx="586800" cy="571500"/>
          </a:xfrm>
        </p:grpSpPr>
        <p:sp>
          <p:nvSpPr>
            <p:cNvPr id="119" name="Google Shape;119;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2" name="Google Shape;122;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'm'</a:t>
            </a:r>
            <a:endParaRPr sz="1800" b="0" i="0" u="none" strike="noStrike" cap="none">
              <a:solidFill>
                <a:srgbClr val="FFFFFF"/>
              </a:solidFill>
              <a:latin typeface="Poppins SemiBold"/>
              <a:ea typeface="Poppins SemiBold"/>
              <a:cs typeface="Poppins SemiBold"/>
              <a:sym typeface="Poppins SemiBold"/>
            </a:endParaRPr>
          </a:p>
        </p:txBody>
      </p:sp>
      <p:sp>
        <p:nvSpPr>
          <p:cNvPr id="123" name="Google Shape;123;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2 - Wednesday</a:t>
            </a:r>
            <a:endParaRPr sz="1800" b="0" i="0" u="none" strike="noStrike" cap="none">
              <a:solidFill>
                <a:srgbClr val="F7941D"/>
              </a:solidFill>
              <a:latin typeface="Poppins Medium"/>
              <a:ea typeface="Poppins Medium"/>
              <a:cs typeface="Poppins Medium"/>
              <a:sym typeface="Poppins Medium"/>
            </a:endParaRPr>
          </a:p>
        </p:txBody>
      </p:sp>
      <p:sp>
        <p:nvSpPr>
          <p:cNvPr id="124" name="Google Shape;124;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8</a:t>
            </a:r>
            <a:endParaRPr sz="1800" b="0" i="0" u="none" strike="noStrike" cap="none">
              <a:solidFill>
                <a:srgbClr val="F7941D"/>
              </a:solidFill>
              <a:latin typeface="Poppins Medium"/>
              <a:ea typeface="Poppins Medium"/>
              <a:cs typeface="Poppins Medium"/>
              <a:sym typeface="Poppins Medium"/>
            </a:endParaRPr>
          </a:p>
        </p:txBody>
      </p:sp>
      <p:sp>
        <p:nvSpPr>
          <p:cNvPr id="125" name="Google Shape;125;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6" name="Google Shape;126;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7" name="Google Shape;127;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8" name="Google Shape;128;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9" name="Google Shape;129;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30"/>
        <p:cNvGrpSpPr/>
        <p:nvPr/>
      </p:nvGrpSpPr>
      <p:grpSpPr>
        <a:xfrm>
          <a:off x="0" y="0"/>
          <a:ext cx="0" cy="0"/>
          <a:chOff x="0" y="0"/>
          <a:chExt cx="0" cy="0"/>
        </a:xfrm>
      </p:grpSpPr>
      <p:sp>
        <p:nvSpPr>
          <p:cNvPr id="131" name="Google Shape;13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32" name="Google Shape;13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33" name="Google Shape;13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4" name="Google Shape;13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6" name="Google Shape;136;g26b641b03cd_0_260"/>
          <p:cNvGrpSpPr/>
          <p:nvPr/>
        </p:nvGrpSpPr>
        <p:grpSpPr>
          <a:xfrm>
            <a:off x="8199150" y="5983875"/>
            <a:ext cx="586800" cy="571500"/>
            <a:chOff x="7894350" y="6212475"/>
            <a:chExt cx="586800" cy="571500"/>
          </a:xfrm>
        </p:grpSpPr>
        <p:sp>
          <p:nvSpPr>
            <p:cNvPr id="137" name="Google Shape;13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0" name="Google Shape;14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41" name="Google Shape;141;g26b641b03cd_0_260"/>
          <p:cNvGrpSpPr/>
          <p:nvPr/>
        </p:nvGrpSpPr>
        <p:grpSpPr>
          <a:xfrm>
            <a:off x="-36800" y="-52000"/>
            <a:ext cx="9236100" cy="543750"/>
            <a:chOff x="-36800" y="-52000"/>
            <a:chExt cx="9236100" cy="543750"/>
          </a:xfrm>
        </p:grpSpPr>
        <p:sp>
          <p:nvSpPr>
            <p:cNvPr id="142" name="Google Shape;14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3" name="Google Shape;143;g26b641b03cd_0_260"/>
            <p:cNvGrpSpPr/>
            <p:nvPr/>
          </p:nvGrpSpPr>
          <p:grpSpPr>
            <a:xfrm>
              <a:off x="565600" y="88250"/>
              <a:ext cx="1337400" cy="403500"/>
              <a:chOff x="565600" y="88250"/>
              <a:chExt cx="1337400" cy="403500"/>
            </a:xfrm>
          </p:grpSpPr>
          <p:grpSp>
            <p:nvGrpSpPr>
              <p:cNvPr id="144" name="Google Shape;144;g26b641b03cd_0_260"/>
              <p:cNvGrpSpPr/>
              <p:nvPr/>
            </p:nvGrpSpPr>
            <p:grpSpPr>
              <a:xfrm>
                <a:off x="565600" y="88250"/>
                <a:ext cx="1337400" cy="403500"/>
                <a:chOff x="565600" y="88250"/>
                <a:chExt cx="1337400" cy="403500"/>
              </a:xfrm>
            </p:grpSpPr>
            <p:sp>
              <p:nvSpPr>
                <p:cNvPr id="145" name="Google Shape;145;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 name="Google Shape;146;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7" name="Google Shape;147;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48" name="Google Shape;14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4" name="Google Shape;15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5" name="Google Shape;15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6" name="Google Shape;15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7" name="Google Shape;15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92"/>
        <p:cNvGrpSpPr/>
        <p:nvPr/>
      </p:nvGrpSpPr>
      <p:grpSpPr>
        <a:xfrm>
          <a:off x="0" y="0"/>
          <a:ext cx="0" cy="0"/>
          <a:chOff x="0" y="0"/>
          <a:chExt cx="0" cy="0"/>
        </a:xfrm>
      </p:grpSpPr>
      <p:sp>
        <p:nvSpPr>
          <p:cNvPr id="193" name="Google Shape;193;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4" name="Google Shape;194;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7" name="Google Shape;197;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9" name="Google Shape;199;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09" name="Google Shape;209;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0" name="Google Shape;210;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11" name="Google Shape;211;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2" name="Google Shape;212;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3" name="Google Shape;213;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14" name="Google Shape;214;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15" name="Google Shape;215;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6" name="Google Shape;216;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17" name="Google Shape;217;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18" name="Google Shape;218;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19" name="Google Shape;219;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0" name="Google Shape;220;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1" name="Google Shape;221;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2" name="Google Shape;222;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3" name="Google Shape;223;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24"/>
        <p:cNvGrpSpPr/>
        <p:nvPr/>
      </p:nvGrpSpPr>
      <p:grpSpPr>
        <a:xfrm>
          <a:off x="0" y="0"/>
          <a:ext cx="0" cy="0"/>
          <a:chOff x="0" y="0"/>
          <a:chExt cx="0" cy="0"/>
        </a:xfrm>
      </p:grpSpPr>
      <p:sp>
        <p:nvSpPr>
          <p:cNvPr id="225" name="Google Shape;225;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7" name="Google Shape;227;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8" name="Google Shape;228;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31" name="Google Shape;231;g1f3daf8a844_0_32"/>
          <p:cNvGrpSpPr/>
          <p:nvPr/>
        </p:nvGrpSpPr>
        <p:grpSpPr>
          <a:xfrm>
            <a:off x="662575" y="6212475"/>
            <a:ext cx="586800" cy="571500"/>
            <a:chOff x="662575" y="6212475"/>
            <a:chExt cx="586800" cy="571500"/>
          </a:xfrm>
        </p:grpSpPr>
        <p:sp>
          <p:nvSpPr>
            <p:cNvPr id="232" name="Google Shape;23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5" name="Google Shape;235;g1f3daf8a844_0_32"/>
          <p:cNvGrpSpPr/>
          <p:nvPr/>
        </p:nvGrpSpPr>
        <p:grpSpPr>
          <a:xfrm>
            <a:off x="7894350" y="6212475"/>
            <a:ext cx="586800" cy="571500"/>
            <a:chOff x="7894350" y="6212475"/>
            <a:chExt cx="586800" cy="571500"/>
          </a:xfrm>
        </p:grpSpPr>
        <p:sp>
          <p:nvSpPr>
            <p:cNvPr id="236" name="Google Shape;23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9" name="Google Shape;239;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40" name="Google Shape;240;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41" name="Google Shape;241;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42" name="Google Shape;242;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3" name="Google Shape;243;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4" name="Google Shape;244;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5" name="Google Shape;245;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246" name="Google Shape;246;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7" name="Google Shape;247;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8" name="Google Shape;248;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9" name="Google Shape;249;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0" name="Google Shape;250;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1" name="Google Shape;251;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2" name="Google Shape;252;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3" name="Google Shape;253;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4"/>
        <p:cNvGrpSpPr/>
        <p:nvPr/>
      </p:nvGrpSpPr>
      <p:grpSpPr>
        <a:xfrm>
          <a:off x="0" y="0"/>
          <a:ext cx="0" cy="0"/>
          <a:chOff x="0" y="0"/>
          <a:chExt cx="0" cy="0"/>
        </a:xfrm>
      </p:grpSpPr>
      <p:sp>
        <p:nvSpPr>
          <p:cNvPr id="255" name="Google Shape;255;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6" name="Google Shape;256;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8" name="Google Shape;258;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61" name="Google Shape;261;g2c157a2fb06_0_53"/>
          <p:cNvGrpSpPr/>
          <p:nvPr/>
        </p:nvGrpSpPr>
        <p:grpSpPr>
          <a:xfrm>
            <a:off x="662575" y="6212475"/>
            <a:ext cx="586800" cy="571500"/>
            <a:chOff x="662575" y="6212475"/>
            <a:chExt cx="586800" cy="571500"/>
          </a:xfrm>
        </p:grpSpPr>
        <p:sp>
          <p:nvSpPr>
            <p:cNvPr id="262" name="Google Shape;26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5" name="Google Shape;265;g2c157a2fb06_0_53"/>
          <p:cNvGrpSpPr/>
          <p:nvPr/>
        </p:nvGrpSpPr>
        <p:grpSpPr>
          <a:xfrm>
            <a:off x="7894350" y="6212475"/>
            <a:ext cx="586800" cy="571500"/>
            <a:chOff x="7894350" y="6212475"/>
            <a:chExt cx="586800" cy="571500"/>
          </a:xfrm>
        </p:grpSpPr>
        <p:sp>
          <p:nvSpPr>
            <p:cNvPr id="266" name="Google Shape;26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9" name="Google Shape;269;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70" name="Google Shape;27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1" name="Google Shape;271;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3" name="Google Shape;273;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4" name="Google Shape;27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5" name="Google Shape;27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276" name="Google Shape;276;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7" name="Google Shape;277;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9" name="Google Shape;279;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0" name="Google Shape;280;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1" name="Google Shape;281;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2" name="Google Shape;282;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3" name="Google Shape;283;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4" name="Google Shape;284;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85" name="Google Shape;285;g2c157a2fb06_0_53"/>
          <p:cNvGrpSpPr/>
          <p:nvPr/>
        </p:nvGrpSpPr>
        <p:grpSpPr>
          <a:xfrm>
            <a:off x="1403031" y="6958923"/>
            <a:ext cx="6774848" cy="1291477"/>
            <a:chOff x="717231" y="7263723"/>
            <a:chExt cx="6774848" cy="1291477"/>
          </a:xfrm>
        </p:grpSpPr>
        <p:sp>
          <p:nvSpPr>
            <p:cNvPr id="286" name="Google Shape;286;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87" name="Google Shape;287;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88" name="Google Shape;288;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89" name="Google Shape;289;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90" name="Google Shape;290;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91" name="Google Shape;291;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92" name="Google Shape;292;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93" name="Google Shape;293;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94" name="Google Shape;294;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97" name="Google Shape;297;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98" name="Google Shape;298;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9"/>
        <p:cNvGrpSpPr/>
        <p:nvPr/>
      </p:nvGrpSpPr>
      <p:grpSpPr>
        <a:xfrm>
          <a:off x="0" y="0"/>
          <a:ext cx="0" cy="0"/>
          <a:chOff x="0" y="0"/>
          <a:chExt cx="0" cy="0"/>
        </a:xfrm>
      </p:grpSpPr>
      <p:pic>
        <p:nvPicPr>
          <p:cNvPr id="300" name="Google Shape;300;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1" name="Google Shape;301;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6" name="Google Shape;30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07" name="Google Shape;307;g2c157a2fb06_0_158"/>
          <p:cNvGrpSpPr/>
          <p:nvPr/>
        </p:nvGrpSpPr>
        <p:grpSpPr>
          <a:xfrm>
            <a:off x="662575" y="6212475"/>
            <a:ext cx="586800" cy="571500"/>
            <a:chOff x="662575" y="6212475"/>
            <a:chExt cx="586800" cy="571500"/>
          </a:xfrm>
        </p:grpSpPr>
        <p:sp>
          <p:nvSpPr>
            <p:cNvPr id="308" name="Google Shape;30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9" name="Google Shape;309;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0" name="Google Shape;310;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1" name="Google Shape;311;g2c157a2fb06_0_158"/>
          <p:cNvGrpSpPr/>
          <p:nvPr/>
        </p:nvGrpSpPr>
        <p:grpSpPr>
          <a:xfrm>
            <a:off x="7894350" y="6212475"/>
            <a:ext cx="586800" cy="571500"/>
            <a:chOff x="7894350" y="6212475"/>
            <a:chExt cx="586800" cy="571500"/>
          </a:xfrm>
        </p:grpSpPr>
        <p:sp>
          <p:nvSpPr>
            <p:cNvPr id="312" name="Google Shape;31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5" name="Google Shape;315;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16" name="Google Shape;31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17" name="Google Shape;317;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18" name="Google Shape;318;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9" name="Google Shape;319;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0" name="Google Shape;320;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21" name="Google Shape;321;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22" name="Google Shape;322;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3" name="Google Shape;323;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4" name="Google Shape;324;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5" name="Google Shape;325;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6" name="Google Shape;326;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7" name="Google Shape;327;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8"/>
        <p:cNvGrpSpPr/>
        <p:nvPr/>
      </p:nvGrpSpPr>
      <p:grpSpPr>
        <a:xfrm>
          <a:off x="0" y="0"/>
          <a:ext cx="0" cy="0"/>
          <a:chOff x="0" y="0"/>
          <a:chExt cx="0" cy="0"/>
        </a:xfrm>
      </p:grpSpPr>
      <p:sp>
        <p:nvSpPr>
          <p:cNvPr id="329" name="Google Shape;329;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35" name="Google Shape;335;g2c157a2fb06_0_263"/>
          <p:cNvGrpSpPr/>
          <p:nvPr/>
        </p:nvGrpSpPr>
        <p:grpSpPr>
          <a:xfrm>
            <a:off x="662575" y="6212475"/>
            <a:ext cx="586800" cy="571500"/>
            <a:chOff x="662575" y="6212475"/>
            <a:chExt cx="586800" cy="571500"/>
          </a:xfrm>
        </p:grpSpPr>
        <p:sp>
          <p:nvSpPr>
            <p:cNvPr id="336" name="Google Shape;336;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7" name="Google Shape;337;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9" name="Google Shape;339;g2c157a2fb06_0_263"/>
          <p:cNvGrpSpPr/>
          <p:nvPr/>
        </p:nvGrpSpPr>
        <p:grpSpPr>
          <a:xfrm>
            <a:off x="7894350" y="6212475"/>
            <a:ext cx="586800" cy="571500"/>
            <a:chOff x="7894350" y="6212475"/>
            <a:chExt cx="586800" cy="571500"/>
          </a:xfrm>
        </p:grpSpPr>
        <p:sp>
          <p:nvSpPr>
            <p:cNvPr id="340" name="Google Shape;340;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43" name="Google Shape;343;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44" name="Google Shape;34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5" name="Google Shape;345;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46" name="Google Shape;346;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7" name="Google Shape;347;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8" name="Google Shape;348;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49" name="Google Shape;349;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350" name="Google Shape;350;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1" name="Google Shape;351;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2" name="Google Shape;352;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3" name="Google Shape;353;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4" name="Google Shape;354;g2c157a2fb06_0_263"/>
          <p:cNvSpPr>
            <a:spLocks noGrp="1"/>
          </p:cNvSpPr>
          <p:nvPr>
            <p:ph type="pic" idx="8"/>
          </p:nvPr>
        </p:nvSpPr>
        <p:spPr>
          <a:xfrm>
            <a:off x="5086375" y="4412425"/>
            <a:ext cx="2668800" cy="1291500"/>
          </a:xfrm>
          <a:prstGeom prst="rect">
            <a:avLst/>
          </a:prstGeom>
          <a:noFill/>
          <a:ln>
            <a:noFill/>
          </a:ln>
        </p:spPr>
      </p:sp>
      <p:sp>
        <p:nvSpPr>
          <p:cNvPr id="355" name="Google Shape;355;g2c157a2fb06_0_263"/>
          <p:cNvSpPr>
            <a:spLocks noGrp="1"/>
          </p:cNvSpPr>
          <p:nvPr>
            <p:ph type="pic" idx="9"/>
          </p:nvPr>
        </p:nvSpPr>
        <p:spPr>
          <a:xfrm>
            <a:off x="5086375" y="797675"/>
            <a:ext cx="2668800" cy="1291500"/>
          </a:xfrm>
          <a:prstGeom prst="rect">
            <a:avLst/>
          </a:prstGeom>
          <a:noFill/>
          <a:ln>
            <a:noFill/>
          </a:ln>
        </p:spPr>
      </p:sp>
      <p:sp>
        <p:nvSpPr>
          <p:cNvPr id="356" name="Google Shape;356;g2c157a2fb06_0_263"/>
          <p:cNvSpPr>
            <a:spLocks noGrp="1"/>
          </p:cNvSpPr>
          <p:nvPr>
            <p:ph type="pic" idx="13"/>
          </p:nvPr>
        </p:nvSpPr>
        <p:spPr>
          <a:xfrm>
            <a:off x="5086375" y="2002592"/>
            <a:ext cx="2668800" cy="1291500"/>
          </a:xfrm>
          <a:prstGeom prst="rect">
            <a:avLst/>
          </a:prstGeom>
          <a:noFill/>
          <a:ln>
            <a:noFill/>
          </a:ln>
        </p:spPr>
      </p:sp>
      <p:sp>
        <p:nvSpPr>
          <p:cNvPr id="357" name="Google Shape;357;g2c157a2fb06_0_263"/>
          <p:cNvSpPr>
            <a:spLocks noGrp="1"/>
          </p:cNvSpPr>
          <p:nvPr>
            <p:ph type="pic" idx="14"/>
          </p:nvPr>
        </p:nvSpPr>
        <p:spPr>
          <a:xfrm>
            <a:off x="5086375" y="3207508"/>
            <a:ext cx="2668800" cy="1291500"/>
          </a:xfrm>
          <a:prstGeom prst="rect">
            <a:avLst/>
          </a:prstGeom>
          <a:noFill/>
          <a:ln>
            <a:noFill/>
          </a:ln>
        </p:spPr>
      </p:sp>
      <p:sp>
        <p:nvSpPr>
          <p:cNvPr id="358" name="Google Shape;358;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9" name="Google Shape;359;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0"/>
        <p:cNvGrpSpPr/>
        <p:nvPr/>
      </p:nvGrpSpPr>
      <p:grpSpPr>
        <a:xfrm>
          <a:off x="0" y="0"/>
          <a:ext cx="0" cy="0"/>
          <a:chOff x="0" y="0"/>
          <a:chExt cx="0" cy="0"/>
        </a:xfrm>
      </p:grpSpPr>
      <p:cxnSp>
        <p:nvCxnSpPr>
          <p:cNvPr id="361" name="Google Shape;361;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3" name="Google Shape;363;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5" name="Google Shape;365;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7" name="Google Shape;367;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8" name="Google Shape;368;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70" name="Google Shape;370;g2c157a2fb06_0_467"/>
          <p:cNvGrpSpPr/>
          <p:nvPr/>
        </p:nvGrpSpPr>
        <p:grpSpPr>
          <a:xfrm>
            <a:off x="662575" y="6212475"/>
            <a:ext cx="586800" cy="571500"/>
            <a:chOff x="662575" y="6212475"/>
            <a:chExt cx="586800" cy="571500"/>
          </a:xfrm>
        </p:grpSpPr>
        <p:sp>
          <p:nvSpPr>
            <p:cNvPr id="371" name="Google Shape;371;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4" name="Google Shape;374;g2c157a2fb06_0_467"/>
          <p:cNvGrpSpPr/>
          <p:nvPr/>
        </p:nvGrpSpPr>
        <p:grpSpPr>
          <a:xfrm>
            <a:off x="7894350" y="6212475"/>
            <a:ext cx="586800" cy="571500"/>
            <a:chOff x="7894350" y="6212475"/>
            <a:chExt cx="586800" cy="571500"/>
          </a:xfrm>
        </p:grpSpPr>
        <p:sp>
          <p:nvSpPr>
            <p:cNvPr id="375" name="Google Shape;375;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8" name="Google Shape;378;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9" name="Google Shape;37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0" name="Google Shape;380;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81" name="Google Shape;38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2" name="Google Shape;38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3" name="Google Shape;38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84" name="Google Shape;38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385" name="Google Shape;38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6" name="Google Shape;38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6" name="Google Shape;396;g2c157a2fb06_0_629"/>
          <p:cNvGrpSpPr/>
          <p:nvPr/>
        </p:nvGrpSpPr>
        <p:grpSpPr>
          <a:xfrm>
            <a:off x="662575" y="6212475"/>
            <a:ext cx="586800" cy="571500"/>
            <a:chOff x="662575" y="6212475"/>
            <a:chExt cx="586800" cy="571500"/>
          </a:xfrm>
        </p:grpSpPr>
        <p:sp>
          <p:nvSpPr>
            <p:cNvPr id="397" name="Google Shape;397;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0" name="Google Shape;400;g2c157a2fb06_0_629"/>
          <p:cNvGrpSpPr/>
          <p:nvPr/>
        </p:nvGrpSpPr>
        <p:grpSpPr>
          <a:xfrm>
            <a:off x="7894350" y="6212475"/>
            <a:ext cx="586800" cy="571500"/>
            <a:chOff x="7894350" y="6212475"/>
            <a:chExt cx="586800" cy="571500"/>
          </a:xfrm>
        </p:grpSpPr>
        <p:sp>
          <p:nvSpPr>
            <p:cNvPr id="401" name="Google Shape;401;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4" name="Google Shape;404;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5" name="Google Shape;40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6" name="Google Shape;406;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07" name="Google Shape;40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8" name="Google Shape;40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9" name="Google Shape;40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0" name="Google Shape;41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11" name="Google Shape;41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3" name="Google Shape;41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4"/>
        <p:cNvGrpSpPr/>
        <p:nvPr/>
      </p:nvGrpSpPr>
      <p:grpSpPr>
        <a:xfrm>
          <a:off x="0" y="0"/>
          <a:ext cx="0" cy="0"/>
          <a:chOff x="0" y="0"/>
          <a:chExt cx="0" cy="0"/>
        </a:xfrm>
      </p:grpSpPr>
      <p:cxnSp>
        <p:nvCxnSpPr>
          <p:cNvPr id="415" name="Google Shape;415;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0" name="Google Shape;420;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2" name="Google Shape;422;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5" name="Google Shape;425;g2c157a2fb06_0_798"/>
          <p:cNvGrpSpPr/>
          <p:nvPr/>
        </p:nvGrpSpPr>
        <p:grpSpPr>
          <a:xfrm>
            <a:off x="662575" y="6212475"/>
            <a:ext cx="586800" cy="571500"/>
            <a:chOff x="662575" y="6212475"/>
            <a:chExt cx="586800" cy="571500"/>
          </a:xfrm>
        </p:grpSpPr>
        <p:sp>
          <p:nvSpPr>
            <p:cNvPr id="426" name="Google Shape;42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9" name="Google Shape;429;g2c157a2fb06_0_798"/>
          <p:cNvGrpSpPr/>
          <p:nvPr/>
        </p:nvGrpSpPr>
        <p:grpSpPr>
          <a:xfrm>
            <a:off x="7894350" y="6212475"/>
            <a:ext cx="586800" cy="571500"/>
            <a:chOff x="7894350" y="6212475"/>
            <a:chExt cx="586800" cy="571500"/>
          </a:xfrm>
        </p:grpSpPr>
        <p:sp>
          <p:nvSpPr>
            <p:cNvPr id="430" name="Google Shape;43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3" name="Google Shape;433;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4" name="Google Shape;43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5" name="Google Shape;435;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7" name="Google Shape;437;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8" name="Google Shape;43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39" name="Google Shape;43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40" name="Google Shape;44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1" name="Google Shape;44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2"/>
        <p:cNvGrpSpPr/>
        <p:nvPr/>
      </p:nvGrpSpPr>
      <p:grpSpPr>
        <a:xfrm>
          <a:off x="0" y="0"/>
          <a:ext cx="0" cy="0"/>
          <a:chOff x="0" y="0"/>
          <a:chExt cx="0" cy="0"/>
        </a:xfrm>
      </p:grpSpPr>
      <p:cxnSp>
        <p:nvCxnSpPr>
          <p:cNvPr id="443" name="Google Shape;443;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4" name="Google Shape;444;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5" name="Google Shape;445;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6" name="Google Shape;446;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7" name="Google Shape;447;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8" name="Google Shape;448;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0" name="Google Shape;450;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3" name="Google Shape;453;g2c157a2fb06_0_825"/>
          <p:cNvGrpSpPr/>
          <p:nvPr/>
        </p:nvGrpSpPr>
        <p:grpSpPr>
          <a:xfrm>
            <a:off x="662575" y="6212475"/>
            <a:ext cx="586800" cy="571500"/>
            <a:chOff x="662575" y="6212475"/>
            <a:chExt cx="586800" cy="571500"/>
          </a:xfrm>
        </p:grpSpPr>
        <p:sp>
          <p:nvSpPr>
            <p:cNvPr id="454" name="Google Shape;45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7" name="Google Shape;457;g2c157a2fb06_0_825"/>
          <p:cNvGrpSpPr/>
          <p:nvPr/>
        </p:nvGrpSpPr>
        <p:grpSpPr>
          <a:xfrm>
            <a:off x="7894350" y="6212475"/>
            <a:ext cx="586800" cy="571500"/>
            <a:chOff x="7894350" y="6212475"/>
            <a:chExt cx="586800" cy="571500"/>
          </a:xfrm>
        </p:grpSpPr>
        <p:sp>
          <p:nvSpPr>
            <p:cNvPr id="458" name="Google Shape;45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1" name="Google Shape;461;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62" name="Google Shape;46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3" name="Google Shape;463;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5" name="Google Shape;465;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6" name="Google Shape;466;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67" name="Google Shape;467;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468" name="Google Shape;468;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9" name="Google Shape;469;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70"/>
        <p:cNvGrpSpPr/>
        <p:nvPr/>
      </p:nvGrpSpPr>
      <p:grpSpPr>
        <a:xfrm>
          <a:off x="0" y="0"/>
          <a:ext cx="0" cy="0"/>
          <a:chOff x="0" y="0"/>
          <a:chExt cx="0" cy="0"/>
        </a:xfrm>
      </p:grpSpPr>
      <p:sp>
        <p:nvSpPr>
          <p:cNvPr id="471" name="Google Shape;47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7" name="Google Shape;477;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80" name="Google Shape;480;g2c157a2fb06_0_700"/>
          <p:cNvGrpSpPr/>
          <p:nvPr/>
        </p:nvGrpSpPr>
        <p:grpSpPr>
          <a:xfrm>
            <a:off x="662575" y="6212475"/>
            <a:ext cx="586800" cy="571500"/>
            <a:chOff x="662575" y="6212475"/>
            <a:chExt cx="586800" cy="571500"/>
          </a:xfrm>
        </p:grpSpPr>
        <p:sp>
          <p:nvSpPr>
            <p:cNvPr id="481" name="Google Shape;481;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4" name="Google Shape;484;g2c157a2fb06_0_700"/>
          <p:cNvGrpSpPr/>
          <p:nvPr/>
        </p:nvGrpSpPr>
        <p:grpSpPr>
          <a:xfrm>
            <a:off x="7894350" y="6212475"/>
            <a:ext cx="586800" cy="571500"/>
            <a:chOff x="7894350" y="6212475"/>
            <a:chExt cx="586800" cy="571500"/>
          </a:xfrm>
        </p:grpSpPr>
        <p:sp>
          <p:nvSpPr>
            <p:cNvPr id="485" name="Google Shape;485;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8" name="Google Shape;488;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89" name="Google Shape;48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0" name="Google Shape;490;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91" name="Google Shape;491;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2" name="Google Shape;492;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3" name="Google Shape;493;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494" name="Google Shape;494;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5" name="Google Shape;495;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6" name="Google Shape;496;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8" name="Google Shape;498;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0" name="Google Shape;500;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4" name="Google Shape;504;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6" name="Google Shape;506;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8" name="Google Shape;508;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09" name="Google Shape;509;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10"/>
        <p:cNvGrpSpPr/>
        <p:nvPr/>
      </p:nvGrpSpPr>
      <p:grpSpPr>
        <a:xfrm>
          <a:off x="0" y="0"/>
          <a:ext cx="0" cy="0"/>
          <a:chOff x="0" y="0"/>
          <a:chExt cx="0" cy="0"/>
        </a:xfrm>
      </p:grpSpPr>
      <p:sp>
        <p:nvSpPr>
          <p:cNvPr id="511" name="Google Shape;511;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17" name="Google Shape;517;g2c157a2fb06_0_932"/>
          <p:cNvGrpSpPr/>
          <p:nvPr/>
        </p:nvGrpSpPr>
        <p:grpSpPr>
          <a:xfrm>
            <a:off x="662575" y="6212475"/>
            <a:ext cx="586800" cy="571500"/>
            <a:chOff x="662575" y="6212475"/>
            <a:chExt cx="586800" cy="571500"/>
          </a:xfrm>
        </p:grpSpPr>
        <p:sp>
          <p:nvSpPr>
            <p:cNvPr id="518" name="Google Shape;51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1" name="Google Shape;521;g2c157a2fb06_0_932"/>
          <p:cNvGrpSpPr/>
          <p:nvPr/>
        </p:nvGrpSpPr>
        <p:grpSpPr>
          <a:xfrm>
            <a:off x="7894350" y="6212475"/>
            <a:ext cx="586800" cy="571500"/>
            <a:chOff x="7894350" y="6212475"/>
            <a:chExt cx="586800" cy="571500"/>
          </a:xfrm>
        </p:grpSpPr>
        <p:sp>
          <p:nvSpPr>
            <p:cNvPr id="522" name="Google Shape;52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3" name="Google Shape;523;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5" name="Google Shape;525;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26" name="Google Shape;52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28" name="Google Shape;528;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9" name="Google Shape;529;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0" name="Google Shape;53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31" name="Google Shape;53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2" name="Google Shape;53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3" name="Google Shape;53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4" name="Google Shape;53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5" name="Google Shape;53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8" name="Google Shape;53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39" name="Google Shape;53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0" name="Google Shape;54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1" name="Google Shape;541;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2" name="Google Shape;542;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3" name="Google Shape;543;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4" name="Google Shape;544;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5" name="Google Shape;545;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9" name="Google Shape;549;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50"/>
        <p:cNvGrpSpPr/>
        <p:nvPr/>
      </p:nvGrpSpPr>
      <p:grpSpPr>
        <a:xfrm>
          <a:off x="0" y="0"/>
          <a:ext cx="0" cy="0"/>
          <a:chOff x="0" y="0"/>
          <a:chExt cx="0" cy="0"/>
        </a:xfrm>
      </p:grpSpPr>
      <p:cxnSp>
        <p:nvCxnSpPr>
          <p:cNvPr id="551" name="Google Shape;551;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2" name="Google Shape;552;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3" name="Google Shape;553;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5" name="Google Shape;565;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68" name="Google Shape;568;g2c157a2fb06_0_1045"/>
          <p:cNvGrpSpPr/>
          <p:nvPr/>
        </p:nvGrpSpPr>
        <p:grpSpPr>
          <a:xfrm>
            <a:off x="662575" y="6212475"/>
            <a:ext cx="586800" cy="571500"/>
            <a:chOff x="662575" y="6212475"/>
            <a:chExt cx="586800" cy="571500"/>
          </a:xfrm>
        </p:grpSpPr>
        <p:sp>
          <p:nvSpPr>
            <p:cNvPr id="569" name="Google Shape;569;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045"/>
          <p:cNvGrpSpPr/>
          <p:nvPr/>
        </p:nvGrpSpPr>
        <p:grpSpPr>
          <a:xfrm>
            <a:off x="7894350" y="6212475"/>
            <a:ext cx="586800" cy="571500"/>
            <a:chOff x="7894350" y="6212475"/>
            <a:chExt cx="586800" cy="571500"/>
          </a:xfrm>
        </p:grpSpPr>
        <p:sp>
          <p:nvSpPr>
            <p:cNvPr id="573" name="Google Shape;573;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6" name="Google Shape;576;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77" name="Google Shape;57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79" name="Google Shape;579;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2" name="Google Shape;58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583" name="Google Shape;583;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4" name="Google Shape;58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5" name="Google Shape;58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6" name="Google Shape;58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7"/>
        <p:cNvGrpSpPr/>
        <p:nvPr/>
      </p:nvGrpSpPr>
      <p:grpSpPr>
        <a:xfrm>
          <a:off x="0" y="0"/>
          <a:ext cx="0" cy="0"/>
          <a:chOff x="0" y="0"/>
          <a:chExt cx="0" cy="0"/>
        </a:xfrm>
      </p:grpSpPr>
      <p:sp>
        <p:nvSpPr>
          <p:cNvPr id="588" name="Google Shape;588;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1" name="Google Shape;591;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4" name="Google Shape;594;g2c157a2fb06_0_1110"/>
          <p:cNvGrpSpPr/>
          <p:nvPr/>
        </p:nvGrpSpPr>
        <p:grpSpPr>
          <a:xfrm>
            <a:off x="662575" y="6212475"/>
            <a:ext cx="586800" cy="571500"/>
            <a:chOff x="662575" y="6212475"/>
            <a:chExt cx="586800" cy="571500"/>
          </a:xfrm>
        </p:grpSpPr>
        <p:sp>
          <p:nvSpPr>
            <p:cNvPr id="595" name="Google Shape;59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7894350" y="6212475"/>
            <a:ext cx="586800" cy="571500"/>
            <a:chOff x="7894350" y="6212475"/>
            <a:chExt cx="586800" cy="571500"/>
          </a:xfrm>
        </p:grpSpPr>
        <p:sp>
          <p:nvSpPr>
            <p:cNvPr id="599" name="Google Shape;59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2" name="Google Shape;602;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03" name="Google Shape;60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4" name="Google Shape;604;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05" name="Google Shape;605;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6" name="Google Shape;606;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7" name="Google Shape;607;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8" name="Google Shape;608;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09" name="Google Shape;609;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0" name="Google Shape;610;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2" name="Google Shape;612;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3" name="Google Shape;613;g2c157a2fb06_0_1110"/>
          <p:cNvGrpSpPr/>
          <p:nvPr/>
        </p:nvGrpSpPr>
        <p:grpSpPr>
          <a:xfrm>
            <a:off x="5806200" y="1807463"/>
            <a:ext cx="756300" cy="146700"/>
            <a:chOff x="5806200" y="1807463"/>
            <a:chExt cx="756300" cy="146700"/>
          </a:xfrm>
        </p:grpSpPr>
        <p:sp>
          <p:nvSpPr>
            <p:cNvPr id="614" name="Google Shape;614;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7" name="Google Shape;617;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8" name="Google Shape;618;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19" name="Google Shape;619;g2c157a2fb06_0_1110"/>
          <p:cNvGrpSpPr/>
          <p:nvPr/>
        </p:nvGrpSpPr>
        <p:grpSpPr>
          <a:xfrm>
            <a:off x="5806200" y="2842438"/>
            <a:ext cx="756300" cy="146700"/>
            <a:chOff x="5806200" y="1807463"/>
            <a:chExt cx="756300" cy="146700"/>
          </a:xfrm>
        </p:grpSpPr>
        <p:sp>
          <p:nvSpPr>
            <p:cNvPr id="620" name="Google Shape;620;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3" name="Google Shape;623;g2c157a2fb06_0_1110"/>
          <p:cNvGrpSpPr/>
          <p:nvPr/>
        </p:nvGrpSpPr>
        <p:grpSpPr>
          <a:xfrm>
            <a:off x="5806200" y="3877413"/>
            <a:ext cx="756300" cy="146700"/>
            <a:chOff x="5806200" y="1807463"/>
            <a:chExt cx="756300" cy="146700"/>
          </a:xfrm>
        </p:grpSpPr>
        <p:sp>
          <p:nvSpPr>
            <p:cNvPr id="624" name="Google Shape;624;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6" name="Google Shape;626;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7"/>
        <p:cNvGrpSpPr/>
        <p:nvPr/>
      </p:nvGrpSpPr>
      <p:grpSpPr>
        <a:xfrm>
          <a:off x="0" y="0"/>
          <a:ext cx="0" cy="0"/>
          <a:chOff x="0" y="0"/>
          <a:chExt cx="0" cy="0"/>
        </a:xfrm>
      </p:grpSpPr>
      <p:sp>
        <p:nvSpPr>
          <p:cNvPr id="628" name="Google Shape;62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32" name="Google Shape;63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8" name="Google Shape;63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9" name="Google Shape;63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40" name="Google Shape;64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41" name="Google Shape;641;p30"/>
          <p:cNvGrpSpPr/>
          <p:nvPr/>
        </p:nvGrpSpPr>
        <p:grpSpPr>
          <a:xfrm>
            <a:off x="6022940" y="5341706"/>
            <a:ext cx="594501" cy="305904"/>
            <a:chOff x="5672081" y="1914352"/>
            <a:chExt cx="792668" cy="305904"/>
          </a:xfrm>
        </p:grpSpPr>
        <p:sp>
          <p:nvSpPr>
            <p:cNvPr id="642" name="Google Shape;64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4" name="Google Shape;64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5" name="Google Shape;64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3" name="Google Shape;65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4" name="Google Shape;65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5" name="Google Shape;66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6" name="Google Shape;66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8" name="Google Shape;66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9" name="Google Shape;66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71" name="Google Shape;67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72" name="Google Shape;67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3"/>
        <p:cNvGrpSpPr/>
        <p:nvPr/>
      </p:nvGrpSpPr>
      <p:grpSpPr>
        <a:xfrm>
          <a:off x="0" y="0"/>
          <a:ext cx="0" cy="0"/>
          <a:chOff x="0" y="0"/>
          <a:chExt cx="0" cy="0"/>
        </a:xfrm>
      </p:grpSpPr>
      <p:sp>
        <p:nvSpPr>
          <p:cNvPr id="674" name="Google Shape;67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5" name="Google Shape;67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6" name="Google Shape;67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7"/>
        <p:cNvGrpSpPr/>
        <p:nvPr/>
      </p:nvGrpSpPr>
      <p:grpSpPr>
        <a:xfrm>
          <a:off x="0" y="0"/>
          <a:ext cx="0" cy="0"/>
          <a:chOff x="0" y="0"/>
          <a:chExt cx="0" cy="0"/>
        </a:xfrm>
      </p:grpSpPr>
      <p:sp>
        <p:nvSpPr>
          <p:cNvPr id="678" name="Google Shape;67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9" name="Google Shape;67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80" name="Google Shape;68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5.xml"/><Relationship Id="rId3" Type="http://schemas.openxmlformats.org/officeDocument/2006/relationships/image" Target="../media/image7.png"/><Relationship Id="rId7" Type="http://schemas.openxmlformats.org/officeDocument/2006/relationships/image" Target="../media/image6.png"/><Relationship Id="rId12" Type="http://schemas.openxmlformats.org/officeDocument/2006/relationships/slide" Target="slide1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slide" Target="slide17.xml"/><Relationship Id="rId5" Type="http://schemas.openxmlformats.org/officeDocument/2006/relationships/image" Target="../media/image5.png"/><Relationship Id="rId10" Type="http://schemas.openxmlformats.org/officeDocument/2006/relationships/slide" Target="slide15.xml"/><Relationship Id="rId4" Type="http://schemas.openxmlformats.org/officeDocument/2006/relationships/image" Target="../media/image8.png"/><Relationship Id="rId9" Type="http://schemas.openxmlformats.org/officeDocument/2006/relationships/slide" Target="slide7.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'm'</a:t>
            </a:r>
            <a:endParaRPr/>
          </a:p>
        </p:txBody>
      </p:sp>
      <p:sp>
        <p:nvSpPr>
          <p:cNvPr id="686" name="Google Shape;686;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8</a:t>
            </a:r>
            <a:endParaRPr/>
          </a:p>
        </p:txBody>
      </p:sp>
      <p:sp>
        <p:nvSpPr>
          <p:cNvPr id="689" name="Google Shape;689;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90" name="Google Shape;690;p1"/>
          <p:cNvPicPr preferRelativeResize="0"/>
          <p:nvPr/>
        </p:nvPicPr>
        <p:blipFill rotWithShape="1">
          <a:blip r:embed="rId3">
            <a:alphaModFix/>
          </a:blip>
          <a:srcRect l="39" r="49"/>
          <a:stretch/>
        </p:blipFill>
        <p:spPr>
          <a:xfrm rot="294657">
            <a:off x="4069841" y="4482235"/>
            <a:ext cx="2493519" cy="997851"/>
          </a:xfrm>
          <a:prstGeom prst="rect">
            <a:avLst/>
          </a:prstGeom>
          <a:noFill/>
          <a:ln>
            <a:noFill/>
          </a:ln>
          <a:effectLst>
            <a:outerShdw blurRad="71438" dist="38100" dir="5220000" algn="bl" rotWithShape="0">
              <a:srgbClr val="000000">
                <a:alpha val="21176"/>
              </a:srgbClr>
            </a:outerShdw>
          </a:effectLst>
        </p:spPr>
      </p:pic>
      <p:pic>
        <p:nvPicPr>
          <p:cNvPr id="691" name="Google Shape;691;p1"/>
          <p:cNvPicPr preferRelativeResize="0"/>
          <p:nvPr/>
        </p:nvPicPr>
        <p:blipFill rotWithShape="1">
          <a:blip r:embed="rId4">
            <a:alphaModFix/>
          </a:blip>
          <a:srcRect t="228" b="219"/>
          <a:stretch/>
        </p:blipFill>
        <p:spPr>
          <a:xfrm rot="-172073">
            <a:off x="6300356" y="4168364"/>
            <a:ext cx="1078930" cy="1497455"/>
          </a:xfrm>
          <a:prstGeom prst="rect">
            <a:avLst/>
          </a:prstGeom>
          <a:noFill/>
          <a:ln>
            <a:noFill/>
          </a:ln>
          <a:effectLst>
            <a:outerShdw blurRad="71438" dist="19050" dir="5220000" algn="bl" rotWithShape="0">
              <a:srgbClr val="000000">
                <a:alpha val="18039"/>
              </a:srgbClr>
            </a:outerShdw>
          </a:effectLst>
        </p:spPr>
      </p:pic>
      <p:pic>
        <p:nvPicPr>
          <p:cNvPr id="692" name="Google Shape;692;p1"/>
          <p:cNvPicPr preferRelativeResize="0"/>
          <p:nvPr/>
        </p:nvPicPr>
        <p:blipFill rotWithShape="1">
          <a:blip r:embed="rId5">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graphicFrame>
        <p:nvGraphicFramePr>
          <p:cNvPr id="693" name="Google Shape;693;p1"/>
          <p:cNvGraphicFramePr/>
          <p:nvPr/>
        </p:nvGraphicFramePr>
        <p:xfrm>
          <a:off x="4844200" y="1891197"/>
          <a:ext cx="3785000" cy="1678950"/>
        </p:xfrm>
        <a:graphic>
          <a:graphicData uri="http://schemas.openxmlformats.org/drawingml/2006/table">
            <a:tbl>
              <a:tblPr firstRow="1" bandRow="1">
                <a:noFill/>
                <a:tableStyleId>{334FE889-E05D-4CC7-A3AB-86428BAD28DD}</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p</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m</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d</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k</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ck</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b</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ss</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0" name="Google Shape;700;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2" name="Google Shape;702;g2bee4f4af4b_0_204"/>
          <p:cNvSpPr txBox="1"/>
          <p:nvPr/>
        </p:nvSpPr>
        <p:spPr>
          <a:xfrm>
            <a:off x="61464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03" name="Google Shape;703;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letter / sound </a:t>
            </a:r>
            <a:r>
              <a:rPr lang="en-US">
                <a:solidFill>
                  <a:srgbClr val="8DC63F"/>
                </a:solidFill>
              </a:rPr>
              <a:t>m</a:t>
            </a:r>
            <a:r>
              <a:rPr lang="en-US"/>
              <a:t>.</a:t>
            </a:r>
            <a:endParaRPr/>
          </a:p>
        </p:txBody>
      </p:sp>
      <p:sp>
        <p:nvSpPr>
          <p:cNvPr id="705" name="Google Shape;705;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Recall </a:t>
            </a:r>
            <a:r>
              <a:rPr lang="en-US">
                <a:solidFill>
                  <a:srgbClr val="8DC63F"/>
                </a:solidFill>
              </a:rPr>
              <a:t>s a t p i n</a:t>
            </a:r>
            <a:r>
              <a:rPr lang="en-US"/>
              <a:t>.</a:t>
            </a:r>
            <a:endParaRPr/>
          </a:p>
        </p:txBody>
      </p:sp>
      <p:sp>
        <p:nvSpPr>
          <p:cNvPr id="706" name="Google Shape;706;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7" name="Google Shape;707;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10" name="Google Shape;710;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11" name="Google Shape;711;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12" name="Google Shape;712;g2bee4f4af4b_0_204"/>
          <p:cNvPicPr preferRelativeResize="0"/>
          <p:nvPr/>
        </p:nvPicPr>
        <p:blipFill rotWithShape="1">
          <a:blip r:embed="rId5">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713" name="Google Shape;713;g2bee4f4af4b_0_204"/>
          <p:cNvSpPr txBox="1"/>
          <p:nvPr/>
        </p:nvSpPr>
        <p:spPr>
          <a:xfrm>
            <a:off x="59391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14" name="Google Shape;714;g2bee4f4af4b_0_204"/>
          <p:cNvPicPr preferRelativeResize="0"/>
          <p:nvPr/>
        </p:nvPicPr>
        <p:blipFill rotWithShape="1">
          <a:blip r:embed="rId6">
            <a:alphaModFix/>
          </a:blip>
          <a:srcRect l="69" r="69"/>
          <a:stretch/>
        </p:blipFill>
        <p:spPr>
          <a:xfrm>
            <a:off x="6159846" y="4363493"/>
            <a:ext cx="786850" cy="590422"/>
          </a:xfrm>
          <a:prstGeom prst="rect">
            <a:avLst/>
          </a:prstGeom>
          <a:noFill/>
          <a:ln>
            <a:noFill/>
          </a:ln>
          <a:effectLst>
            <a:outerShdw blurRad="71438" dist="19050" dir="5220000" algn="bl" rotWithShape="0">
              <a:srgbClr val="D8D8D8"/>
            </a:outerShdw>
          </a:effectLst>
        </p:spPr>
      </p:pic>
      <p:sp>
        <p:nvSpPr>
          <p:cNvPr id="715" name="Google Shape;715;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6" name="Google Shape;716;g2bee4f4af4b_0_204"/>
          <p:cNvPicPr preferRelativeResize="0"/>
          <p:nvPr/>
        </p:nvPicPr>
        <p:blipFill rotWithShape="1">
          <a:blip r:embed="rId7">
            <a:alphaModFix/>
          </a:blip>
          <a:srcRect t="228" b="21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7" name="Google Shape;717;g2bee4f4af4b_0_204">
            <a:hlinkClick r:id="rId8" action="ppaction://hlinksldjump"/>
          </p:cNvPr>
          <p:cNvSpPr/>
          <p:nvPr/>
        </p:nvSpPr>
        <p:spPr>
          <a:xfrm>
            <a:off x="974889" y="395542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8" name="Google Shape;718;g2bee4f4af4b_0_204">
            <a:hlinkClick r:id="rId9" action="ppaction://hlinksldjump"/>
          </p:cNvPr>
          <p:cNvSpPr/>
          <p:nvPr/>
        </p:nvSpPr>
        <p:spPr>
          <a:xfrm>
            <a:off x="2423225" y="381742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9" name="Google Shape;719;g2bee4f4af4b_0_204">
            <a:hlinkClick r:id="rId10" action="ppaction://hlinksldjump"/>
          </p:cNvPr>
          <p:cNvSpPr/>
          <p:nvPr/>
        </p:nvSpPr>
        <p:spPr>
          <a:xfrm>
            <a:off x="3612807" y="3781646"/>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0" name="Google Shape;720;g2bee4f4af4b_0_204">
            <a:hlinkClick r:id="rId11" action="ppaction://hlinksldjump"/>
          </p:cNvPr>
          <p:cNvSpPr/>
          <p:nvPr/>
        </p:nvSpPr>
        <p:spPr>
          <a:xfrm>
            <a:off x="4867570" y="379963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1" name="Google Shape;721;g2bee4f4af4b_0_204">
            <a:hlinkClick r:id="rId12" action="ppaction://hlinksldjump"/>
          </p:cNvPr>
          <p:cNvSpPr/>
          <p:nvPr/>
        </p:nvSpPr>
        <p:spPr>
          <a:xfrm>
            <a:off x="5963771" y="375450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28" name="Google Shape;728;g26b641b03cd_0_165"/>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t>
            </a:r>
            <a:r>
              <a:rPr lang="en-US">
                <a:solidFill>
                  <a:srgbClr val="8DC63F"/>
                </a:solidFill>
              </a:rPr>
              <a:t>s a t p i n</a:t>
            </a:r>
            <a:r>
              <a:rPr lang="en-US"/>
              <a:t>.</a:t>
            </a:r>
            <a:endParaRPr/>
          </a:p>
        </p:txBody>
      </p:sp>
      <p:pic>
        <p:nvPicPr>
          <p:cNvPr id="729" name="Google Shape;729;g26b641b03cd_0_165"/>
          <p:cNvPicPr preferRelativeResize="0"/>
          <p:nvPr/>
        </p:nvPicPr>
        <p:blipFill rotWithShape="1">
          <a:blip r:embed="rId3">
            <a:alphaModFix/>
          </a:blip>
          <a:srcRect l="79" r="79"/>
          <a:stretch/>
        </p:blipFill>
        <p:spPr>
          <a:xfrm>
            <a:off x="865575" y="2129450"/>
            <a:ext cx="1101749" cy="1559480"/>
          </a:xfrm>
          <a:prstGeom prst="rect">
            <a:avLst/>
          </a:prstGeom>
          <a:noFill/>
          <a:ln>
            <a:noFill/>
          </a:ln>
          <a:effectLst>
            <a:outerShdw blurRad="71438" dist="28575" dir="5400000" algn="bl" rotWithShape="0">
              <a:srgbClr val="000000">
                <a:alpha val="16078"/>
              </a:srgbClr>
            </a:outerShdw>
          </a:effectLst>
        </p:spPr>
      </p:pic>
      <p:pic>
        <p:nvPicPr>
          <p:cNvPr id="730" name="Google Shape;730;g26b641b03cd_0_165"/>
          <p:cNvPicPr preferRelativeResize="0"/>
          <p:nvPr/>
        </p:nvPicPr>
        <p:blipFill rotWithShape="1">
          <a:blip r:embed="rId4">
            <a:alphaModFix/>
          </a:blip>
          <a:srcRect l="19" r="29"/>
          <a:stretch/>
        </p:blipFill>
        <p:spPr>
          <a:xfrm>
            <a:off x="4574386" y="2129450"/>
            <a:ext cx="1101749" cy="1559481"/>
          </a:xfrm>
          <a:prstGeom prst="rect">
            <a:avLst/>
          </a:prstGeom>
          <a:noFill/>
          <a:ln>
            <a:noFill/>
          </a:ln>
          <a:effectLst>
            <a:outerShdw blurRad="71438" dist="28575" dir="5400000" algn="bl" rotWithShape="0">
              <a:srgbClr val="000000">
                <a:alpha val="16078"/>
              </a:srgbClr>
            </a:outerShdw>
          </a:effectLst>
        </p:spPr>
      </p:pic>
      <p:pic>
        <p:nvPicPr>
          <p:cNvPr id="731" name="Google Shape;731;g26b641b03cd_0_165"/>
          <p:cNvPicPr preferRelativeResize="0"/>
          <p:nvPr/>
        </p:nvPicPr>
        <p:blipFill rotWithShape="1">
          <a:blip r:embed="rId5">
            <a:alphaModFix/>
          </a:blip>
          <a:srcRect l="19" r="29"/>
          <a:stretch/>
        </p:blipFill>
        <p:spPr>
          <a:xfrm>
            <a:off x="2101845" y="2129450"/>
            <a:ext cx="1101749" cy="1559481"/>
          </a:xfrm>
          <a:prstGeom prst="rect">
            <a:avLst/>
          </a:prstGeom>
          <a:noFill/>
          <a:ln>
            <a:noFill/>
          </a:ln>
          <a:effectLst>
            <a:outerShdw blurRad="71438" dist="28575" dir="5400000" algn="bl" rotWithShape="0">
              <a:srgbClr val="000000">
                <a:alpha val="16078"/>
              </a:srgbClr>
            </a:outerShdw>
          </a:effectLst>
        </p:spPr>
      </p:pic>
      <p:pic>
        <p:nvPicPr>
          <p:cNvPr id="732" name="Google Shape;732;g26b641b03cd_0_165"/>
          <p:cNvPicPr preferRelativeResize="0"/>
          <p:nvPr/>
        </p:nvPicPr>
        <p:blipFill rotWithShape="1">
          <a:blip r:embed="rId6">
            <a:alphaModFix/>
          </a:blip>
          <a:srcRect l="19" r="29"/>
          <a:stretch/>
        </p:blipFill>
        <p:spPr>
          <a:xfrm>
            <a:off x="3338115" y="2129450"/>
            <a:ext cx="1101749" cy="1559481"/>
          </a:xfrm>
          <a:prstGeom prst="rect">
            <a:avLst/>
          </a:prstGeom>
          <a:noFill/>
          <a:ln>
            <a:noFill/>
          </a:ln>
          <a:effectLst>
            <a:outerShdw blurRad="71438" dist="28575" dir="5400000" algn="bl" rotWithShape="0">
              <a:srgbClr val="000000">
                <a:alpha val="16078"/>
              </a:srgbClr>
            </a:outerShdw>
          </a:effectLst>
        </p:spPr>
      </p:pic>
      <p:pic>
        <p:nvPicPr>
          <p:cNvPr id="733" name="Google Shape;733;g26b641b03cd_0_165"/>
          <p:cNvPicPr preferRelativeResize="0"/>
          <p:nvPr/>
        </p:nvPicPr>
        <p:blipFill rotWithShape="1">
          <a:blip r:embed="rId7">
            <a:alphaModFix/>
          </a:blip>
          <a:srcRect l="79" r="79"/>
          <a:stretch/>
        </p:blipFill>
        <p:spPr>
          <a:xfrm>
            <a:off x="5810656" y="2129450"/>
            <a:ext cx="1101749" cy="1559480"/>
          </a:xfrm>
          <a:prstGeom prst="rect">
            <a:avLst/>
          </a:prstGeom>
          <a:noFill/>
          <a:ln>
            <a:noFill/>
          </a:ln>
          <a:effectLst>
            <a:outerShdw blurRad="71438" dist="28575" dir="5400000" algn="bl" rotWithShape="0">
              <a:srgbClr val="000000">
                <a:alpha val="16078"/>
              </a:srgbClr>
            </a:outerShdw>
          </a:effectLst>
        </p:spPr>
      </p:pic>
      <p:pic>
        <p:nvPicPr>
          <p:cNvPr id="734" name="Google Shape;734;g26b641b03cd_0_165"/>
          <p:cNvPicPr preferRelativeResize="0"/>
          <p:nvPr/>
        </p:nvPicPr>
        <p:blipFill rotWithShape="1">
          <a:blip r:embed="rId8">
            <a:alphaModFix/>
          </a:blip>
          <a:srcRect l="79" r="79"/>
          <a:stretch/>
        </p:blipFill>
        <p:spPr>
          <a:xfrm>
            <a:off x="7046926" y="2129450"/>
            <a:ext cx="1101749" cy="1559480"/>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9"/>
        <p:cNvGrpSpPr/>
        <p:nvPr/>
      </p:nvGrpSpPr>
      <p:grpSpPr>
        <a:xfrm>
          <a:off x="0" y="0"/>
          <a:ext cx="0" cy="0"/>
          <a:chOff x="0" y="0"/>
          <a:chExt cx="0" cy="0"/>
        </a:xfrm>
      </p:grpSpPr>
      <p:sp>
        <p:nvSpPr>
          <p:cNvPr id="740" name="Google Shape;740;g2d9db27a91a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41" name="Google Shape;741;g2d9db27a91a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42" name="Google Shape;742;g2d9db27a91a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743" name="Google Shape;743;g2d9db27a91a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50" name="Google Shape;750;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51" name="Google Shape;751;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752" name="Google Shape;752;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59" name="Google Shape;759;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60" name="Google Shape;760;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61" name="Google Shape;761;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68" name="Google Shape;768;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769" name="Google Shape;769;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770" name="Google Shape;770;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77" name="Google Shape;777;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778" name="Google Shape;778;g26b641b03cd_0_192"/>
          <p:cNvPicPr preferRelativeResize="0"/>
          <p:nvPr/>
        </p:nvPicPr>
        <p:blipFill rotWithShape="1">
          <a:blip r:embed="rId3">
            <a:alphaModFix/>
          </a:blip>
          <a:srcRect t="59" b="4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779" name="Google Shape;779;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786" name="Google Shape;786;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787" name="Google Shape;787;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g2c2fe52046c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794" name="Google Shape;794;g2c2fe52046c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795" name="Google Shape;795;g2c2fe52046c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96" name="Google Shape;796;g2c2fe52046c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97" name="Google Shape;797;g2c2fe52046c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98" name="Google Shape;798;g2c2fe52046c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99" name="Google Shape;799;g2c2fe52046c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00" name="Google Shape;800;g2c2fe52046c_0_0"/>
          <p:cNvGrpSpPr/>
          <p:nvPr/>
        </p:nvGrpSpPr>
        <p:grpSpPr>
          <a:xfrm>
            <a:off x="304250" y="6984600"/>
            <a:ext cx="8330829" cy="808600"/>
            <a:chOff x="-152950" y="7365600"/>
            <a:chExt cx="8330829" cy="808600"/>
          </a:xfrm>
        </p:grpSpPr>
        <p:sp>
          <p:nvSpPr>
            <p:cNvPr id="801" name="Google Shape;801;g2c2fe52046c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02" name="Google Shape;802;g2c2fe52046c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03" name="Google Shape;803;g2c2fe52046c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04" name="Google Shape;804;g2c2fe52046c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05" name="Google Shape;805;g2c2fe52046c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06" name="Google Shape;806;g2c2fe52046c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07" name="Google Shape;807;g2c2fe52046c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08" name="Google Shape;808;g2c2fe52046c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09" name="Google Shape;809;g2c2fe52046c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0" name="Google Shape;810;g2c2fe52046c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1" name="Google Shape;811;g2c2fe52046c_0_0"/>
          <p:cNvSpPr txBox="1"/>
          <p:nvPr/>
        </p:nvSpPr>
        <p:spPr>
          <a:xfrm>
            <a:off x="24042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812" name="Google Shape;812;g2c2fe52046c_0_0"/>
          <p:cNvSpPr/>
          <p:nvPr/>
        </p:nvSpPr>
        <p:spPr>
          <a:xfrm>
            <a:off x="30969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3" name="Google Shape;813;g2c2fe52046c_0_0"/>
          <p:cNvSpPr/>
          <p:nvPr/>
        </p:nvSpPr>
        <p:spPr>
          <a:xfrm>
            <a:off x="44913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4" name="Google Shape;814;g2c2fe52046c_0_0"/>
          <p:cNvSpPr/>
          <p:nvPr/>
        </p:nvSpPr>
        <p:spPr>
          <a:xfrm>
            <a:off x="56571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15" name="Google Shape;815;g2c2fe52046c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16" name="Google Shape;816;g2c2fe52046c_0_0"/>
          <p:cNvSpPr txBox="1"/>
          <p:nvPr/>
        </p:nvSpPr>
        <p:spPr>
          <a:xfrm>
            <a:off x="49644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17" name="Google Shape;817;g2c2fe52046c_0_0"/>
          <p:cNvSpPr txBox="1"/>
          <p:nvPr/>
        </p:nvSpPr>
        <p:spPr>
          <a:xfrm>
            <a:off x="3798600"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sp>
        <p:nvSpPr>
          <p:cNvPr id="823" name="Google Shape;823;g2c2fe52046c_0_9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24" name="Google Shape;824;g2c2fe52046c_0_9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25" name="Google Shape;825;g2c2fe52046c_0_94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6" name="Google Shape;826;g2c2fe52046c_0_94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7" name="Google Shape;827;g2c2fe52046c_0_94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8" name="Google Shape;828;g2c2fe52046c_0_94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9" name="Google Shape;829;g2c2fe52046c_0_94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30" name="Google Shape;830;g2c2fe52046c_0_942"/>
          <p:cNvGrpSpPr/>
          <p:nvPr/>
        </p:nvGrpSpPr>
        <p:grpSpPr>
          <a:xfrm>
            <a:off x="304250" y="6984600"/>
            <a:ext cx="8330829" cy="808600"/>
            <a:chOff x="-152950" y="7365600"/>
            <a:chExt cx="8330829" cy="808600"/>
          </a:xfrm>
        </p:grpSpPr>
        <p:sp>
          <p:nvSpPr>
            <p:cNvPr id="831" name="Google Shape;831;g2c2fe52046c_0_94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32" name="Google Shape;832;g2c2fe52046c_0_94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33" name="Google Shape;833;g2c2fe52046c_0_94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34" name="Google Shape;834;g2c2fe52046c_0_94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35" name="Google Shape;835;g2c2fe52046c_0_94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36" name="Google Shape;836;g2c2fe52046c_0_94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37" name="Google Shape;837;g2c2fe52046c_0_94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38" name="Google Shape;838;g2c2fe52046c_0_94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39" name="Google Shape;839;g2c2fe52046c_0_94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0" name="Google Shape;840;g2c2fe52046c_0_94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1" name="Google Shape;841;g2c2fe52046c_0_942"/>
          <p:cNvSpPr txBox="1"/>
          <p:nvPr/>
        </p:nvSpPr>
        <p:spPr>
          <a:xfrm>
            <a:off x="23661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842" name="Google Shape;842;g2c2fe52046c_0_942"/>
          <p:cNvSpPr/>
          <p:nvPr/>
        </p:nvSpPr>
        <p:spPr>
          <a:xfrm>
            <a:off x="30588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3" name="Google Shape;843;g2c2fe52046c_0_942"/>
          <p:cNvSpPr/>
          <p:nvPr/>
        </p:nvSpPr>
        <p:spPr>
          <a:xfrm>
            <a:off x="44532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4" name="Google Shape;844;g2c2fe52046c_0_942"/>
          <p:cNvSpPr/>
          <p:nvPr/>
        </p:nvSpPr>
        <p:spPr>
          <a:xfrm>
            <a:off x="56952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45" name="Google Shape;845;g2c2fe52046c_0_94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46" name="Google Shape;846;g2c2fe52046c_0_942"/>
          <p:cNvSpPr txBox="1"/>
          <p:nvPr/>
        </p:nvSpPr>
        <p:spPr>
          <a:xfrm>
            <a:off x="50025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847" name="Google Shape;847;g2c2fe52046c_0_942"/>
          <p:cNvSpPr txBox="1"/>
          <p:nvPr/>
        </p:nvSpPr>
        <p:spPr>
          <a:xfrm>
            <a:off x="3760500"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g2c2fe52046c_0_97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54" name="Google Shape;854;g2c2fe52046c_0_97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55" name="Google Shape;855;g2c2fe52046c_0_971"/>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6" name="Google Shape;856;g2c2fe52046c_0_971"/>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7" name="Google Shape;857;g2c2fe52046c_0_971"/>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8" name="Google Shape;858;g2c2fe52046c_0_97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9" name="Google Shape;859;g2c2fe52046c_0_97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0" name="Google Shape;860;g2c2fe52046c_0_971"/>
          <p:cNvGrpSpPr/>
          <p:nvPr/>
        </p:nvGrpSpPr>
        <p:grpSpPr>
          <a:xfrm>
            <a:off x="304250" y="6984600"/>
            <a:ext cx="8330829" cy="808600"/>
            <a:chOff x="-152950" y="7365600"/>
            <a:chExt cx="8330829" cy="808600"/>
          </a:xfrm>
        </p:grpSpPr>
        <p:sp>
          <p:nvSpPr>
            <p:cNvPr id="861" name="Google Shape;861;g2c2fe52046c_0_971"/>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62" name="Google Shape;862;g2c2fe52046c_0_971"/>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63" name="Google Shape;863;g2c2fe52046c_0_971"/>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64" name="Google Shape;864;g2c2fe52046c_0_971"/>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65" name="Google Shape;865;g2c2fe52046c_0_971"/>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66" name="Google Shape;866;g2c2fe52046c_0_971"/>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67" name="Google Shape;867;g2c2fe52046c_0_971"/>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68" name="Google Shape;868;g2c2fe52046c_0_971"/>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69" name="Google Shape;869;g2c2fe52046c_0_971"/>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0" name="Google Shape;870;g2c2fe52046c_0_971"/>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1" name="Google Shape;871;g2c2fe52046c_0_971"/>
          <p:cNvSpPr txBox="1"/>
          <p:nvPr/>
        </p:nvSpPr>
        <p:spPr>
          <a:xfrm>
            <a:off x="23280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872" name="Google Shape;872;g2c2fe52046c_0_971"/>
          <p:cNvSpPr/>
          <p:nvPr/>
        </p:nvSpPr>
        <p:spPr>
          <a:xfrm>
            <a:off x="30207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3" name="Google Shape;873;g2c2fe52046c_0_971"/>
          <p:cNvSpPr/>
          <p:nvPr/>
        </p:nvSpPr>
        <p:spPr>
          <a:xfrm>
            <a:off x="44151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4" name="Google Shape;874;g2c2fe52046c_0_971"/>
          <p:cNvSpPr/>
          <p:nvPr/>
        </p:nvSpPr>
        <p:spPr>
          <a:xfrm>
            <a:off x="57333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75" name="Google Shape;875;g2c2fe52046c_0_97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76" name="Google Shape;876;g2c2fe52046c_0_971"/>
          <p:cNvSpPr txBox="1"/>
          <p:nvPr/>
        </p:nvSpPr>
        <p:spPr>
          <a:xfrm>
            <a:off x="50406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877" name="Google Shape;877;g2c2fe52046c_0_971"/>
          <p:cNvSpPr txBox="1"/>
          <p:nvPr/>
        </p:nvSpPr>
        <p:spPr>
          <a:xfrm>
            <a:off x="3722400"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84" name="Google Shape;884;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85" name="Google Shape;885;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92" name="Google Shape;892;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893" name="Google Shape;893;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894" name="Google Shape;894;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01" name="Google Shape;901;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02" name="Google Shape;902;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03" name="Google Shape;903;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0" name="Google Shape;910;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11" name="Google Shape;911;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12" name="Google Shape;912;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9" name="Google Shape;919;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20" name="Google Shape;920;g2c186218c5a_0_149"/>
          <p:cNvPicPr preferRelativeResize="0"/>
          <p:nvPr/>
        </p:nvPicPr>
        <p:blipFill rotWithShape="1">
          <a:blip r:embed="rId3">
            <a:alphaModFix/>
          </a:blip>
          <a:srcRect/>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21" name="Google Shape;921;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28" name="Google Shape;928;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29" name="Google Shape;929;g26b641b03cd_0_315"/>
          <p:cNvPicPr preferRelativeResize="0"/>
          <p:nvPr/>
        </p:nvPicPr>
        <p:blipFill rotWithShape="1">
          <a:blip r:embed="rId3">
            <a:alphaModFix/>
          </a:blip>
          <a:srcRect l="69" r="6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30" name="Google Shape;930;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37" name="Google Shape;937;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38" name="Google Shape;938;g26b641b03cd_1_0"/>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39" name="Google Shape;939;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46" name="Google Shape;946;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sz="3000"/>
              <a:t>Practise Building Words</a:t>
            </a:r>
            <a:endParaRPr/>
          </a:p>
        </p:txBody>
      </p:sp>
      <p:grpSp>
        <p:nvGrpSpPr>
          <p:cNvPr id="947" name="Google Shape;947;g1f3daf8a844_0_64"/>
          <p:cNvGrpSpPr/>
          <p:nvPr/>
        </p:nvGrpSpPr>
        <p:grpSpPr>
          <a:xfrm>
            <a:off x="3024000" y="209875"/>
            <a:ext cx="3096000" cy="454800"/>
            <a:chOff x="3024000" y="209875"/>
            <a:chExt cx="3096000" cy="454800"/>
          </a:xfrm>
        </p:grpSpPr>
        <p:sp>
          <p:nvSpPr>
            <p:cNvPr id="948" name="Google Shape;948;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9" name="Google Shape;949;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50" name="Google Shape;950;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51" name="Google Shape;951;g1f3daf8a844_0_64"/>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52" name="Google Shape;952;g1f3daf8a844_0_64"/>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53" name="Google Shape;953;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54" name="Google Shape;954;g1f3daf8a844_0_64"/>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55" name="Google Shape;955;g1f3daf8a844_0_64"/>
          <p:cNvSpPr txBox="1"/>
          <p:nvPr/>
        </p:nvSpPr>
        <p:spPr>
          <a:xfrm>
            <a:off x="2570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956" name="Google Shape;956;g1f3daf8a844_0_64"/>
          <p:cNvSpPr txBox="1"/>
          <p:nvPr/>
        </p:nvSpPr>
        <p:spPr>
          <a:xfrm>
            <a:off x="6737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m</a:t>
            </a:r>
            <a:endParaRPr sz="8000" b="0" i="0" u="none" strike="noStrike" cap="none">
              <a:solidFill>
                <a:srgbClr val="2356AF"/>
              </a:solidFill>
              <a:latin typeface="Jost"/>
              <a:ea typeface="Jost"/>
              <a:cs typeface="Jost"/>
              <a:sym typeface="Jost"/>
            </a:endParaRPr>
          </a:p>
        </p:txBody>
      </p:sp>
      <p:sp>
        <p:nvSpPr>
          <p:cNvPr id="957" name="Google Shape;957;g1f3daf8a844_0_64"/>
          <p:cNvSpPr txBox="1"/>
          <p:nvPr/>
        </p:nvSpPr>
        <p:spPr>
          <a:xfrm>
            <a:off x="3959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2356AF"/>
              </a:solidFill>
              <a:latin typeface="Jost"/>
              <a:ea typeface="Jost"/>
              <a:cs typeface="Jost"/>
              <a:sym typeface="Jost"/>
            </a:endParaRPr>
          </a:p>
        </p:txBody>
      </p:sp>
      <p:sp>
        <p:nvSpPr>
          <p:cNvPr id="958" name="Google Shape;958;g1f3daf8a844_0_64"/>
          <p:cNvSpPr txBox="1"/>
          <p:nvPr/>
        </p:nvSpPr>
        <p:spPr>
          <a:xfrm>
            <a:off x="5348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n</a:t>
            </a:r>
            <a:endParaRPr sz="8000" b="0" i="0" u="none" strike="noStrike" cap="none">
              <a:solidFill>
                <a:srgbClr val="2356AF"/>
              </a:solidFill>
              <a:latin typeface="Jost"/>
              <a:ea typeface="Jost"/>
              <a:cs typeface="Jost"/>
              <a:sym typeface="Jost"/>
            </a:endParaRPr>
          </a:p>
        </p:txBody>
      </p:sp>
      <p:sp>
        <p:nvSpPr>
          <p:cNvPr id="959" name="Google Shape;959;g1f3daf8a844_0_64"/>
          <p:cNvSpPr txBox="1"/>
          <p:nvPr/>
        </p:nvSpPr>
        <p:spPr>
          <a:xfrm>
            <a:off x="1181100" y="1382541"/>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500" b="0" i="0" u="none" strike="noStrike" cap="none">
                <a:solidFill>
                  <a:srgbClr val="ED1C24"/>
                </a:solidFill>
                <a:latin typeface="Poppins"/>
                <a:ea typeface="Poppins"/>
                <a:cs typeface="Poppins"/>
                <a:sym typeface="Poppins"/>
              </a:rPr>
              <a:t>a</a:t>
            </a:r>
            <a:endParaRPr sz="7500" b="0" i="0" u="none" strike="noStrike" cap="none">
              <a:solidFill>
                <a:srgbClr val="ED1C24"/>
              </a:solidFill>
              <a:latin typeface="Poppins"/>
              <a:ea typeface="Poppins"/>
              <a:cs typeface="Poppins"/>
              <a:sym typeface="Poppins"/>
            </a:endParaRPr>
          </a:p>
        </p:txBody>
      </p:sp>
      <p:cxnSp>
        <p:nvCxnSpPr>
          <p:cNvPr id="960" name="Google Shape;960;g1f3daf8a844_0_64"/>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g26c2d8c92ae_0_7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67" name="Google Shape;967;g26c2d8c92ae_0_7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sz="3000"/>
              <a:t>Practise Building Words</a:t>
            </a:r>
            <a:endParaRPr/>
          </a:p>
        </p:txBody>
      </p:sp>
      <p:cxnSp>
        <p:nvCxnSpPr>
          <p:cNvPr id="968" name="Google Shape;968;g26c2d8c92ae_0_742"/>
          <p:cNvCxnSpPr/>
          <p:nvPr/>
        </p:nvCxnSpPr>
        <p:spPr>
          <a:xfrm>
            <a:off x="1181100" y="3461850"/>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969" name="Google Shape;969;g26c2d8c92ae_0_742"/>
          <p:cNvGrpSpPr/>
          <p:nvPr/>
        </p:nvGrpSpPr>
        <p:grpSpPr>
          <a:xfrm>
            <a:off x="3024000" y="209875"/>
            <a:ext cx="3096000" cy="454800"/>
            <a:chOff x="3024000" y="209875"/>
            <a:chExt cx="3096000" cy="454800"/>
          </a:xfrm>
        </p:grpSpPr>
        <p:sp>
          <p:nvSpPr>
            <p:cNvPr id="970" name="Google Shape;970;g26c2d8c92ae_0_74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1" name="Google Shape;971;g26c2d8c92ae_0_74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72" name="Google Shape;972;g26c2d8c92ae_0_74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73" name="Google Shape;973;g26c2d8c92ae_0_742"/>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74" name="Google Shape;974;g26c2d8c92ae_0_742"/>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75" name="Google Shape;975;g26c2d8c92ae_0_74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76" name="Google Shape;976;g26c2d8c92ae_0_742"/>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77" name="Google Shape;977;g26c2d8c92ae_0_742"/>
          <p:cNvSpPr txBox="1">
            <a:spLocks noGrp="1"/>
          </p:cNvSpPr>
          <p:nvPr>
            <p:ph type="subTitle" idx="4294967295"/>
          </p:nvPr>
        </p:nvSpPr>
        <p:spPr>
          <a:xfrm>
            <a:off x="1193375" y="3044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m</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m</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p m</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 </a:t>
            </a:r>
            <a:r>
              <a:rPr lang="en-US" sz="1500" b="0" i="0" u="none" strike="noStrike" cap="none">
                <a:solidFill>
                  <a:srgbClr val="B7B7B7"/>
                </a:solidFill>
                <a:latin typeface="Poppins"/>
                <a:ea typeface="Poppins"/>
                <a:cs typeface="Poppins"/>
                <a:sym typeface="Poppins"/>
              </a:rPr>
              <a:t>a</a:t>
            </a:r>
            <a:endParaRPr sz="1700" b="0" i="0" u="none" strike="noStrike" cap="none">
              <a:solidFill>
                <a:srgbClr val="B7B7B7"/>
              </a:solidFill>
              <a:latin typeface="Jost"/>
              <a:ea typeface="Jost"/>
              <a:cs typeface="Jost"/>
              <a:sym typeface="Jost"/>
            </a:endParaRPr>
          </a:p>
        </p:txBody>
      </p:sp>
      <p:sp>
        <p:nvSpPr>
          <p:cNvPr id="978" name="Google Shape;978;g26c2d8c92ae_0_742"/>
          <p:cNvSpPr txBox="1"/>
          <p:nvPr/>
        </p:nvSpPr>
        <p:spPr>
          <a:xfrm>
            <a:off x="2570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979" name="Google Shape;979;g26c2d8c92ae_0_742"/>
          <p:cNvSpPr txBox="1"/>
          <p:nvPr/>
        </p:nvSpPr>
        <p:spPr>
          <a:xfrm>
            <a:off x="6737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m</a:t>
            </a:r>
            <a:endParaRPr sz="8000" b="0" i="0" u="none" strike="noStrike" cap="none">
              <a:solidFill>
                <a:srgbClr val="2356AF"/>
              </a:solidFill>
              <a:latin typeface="Jost"/>
              <a:ea typeface="Jost"/>
              <a:cs typeface="Jost"/>
              <a:sym typeface="Jost"/>
            </a:endParaRPr>
          </a:p>
        </p:txBody>
      </p:sp>
      <p:sp>
        <p:nvSpPr>
          <p:cNvPr id="980" name="Google Shape;980;g26c2d8c92ae_0_742"/>
          <p:cNvSpPr txBox="1"/>
          <p:nvPr/>
        </p:nvSpPr>
        <p:spPr>
          <a:xfrm>
            <a:off x="3959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2356AF"/>
              </a:solidFill>
              <a:latin typeface="Jost"/>
              <a:ea typeface="Jost"/>
              <a:cs typeface="Jost"/>
              <a:sym typeface="Jost"/>
            </a:endParaRPr>
          </a:p>
        </p:txBody>
      </p:sp>
      <p:sp>
        <p:nvSpPr>
          <p:cNvPr id="981" name="Google Shape;981;g26c2d8c92ae_0_742"/>
          <p:cNvSpPr txBox="1"/>
          <p:nvPr/>
        </p:nvSpPr>
        <p:spPr>
          <a:xfrm>
            <a:off x="5348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n</a:t>
            </a:r>
            <a:endParaRPr sz="8000" b="0" i="0" u="none" strike="noStrike" cap="none">
              <a:solidFill>
                <a:srgbClr val="2356AF"/>
              </a:solidFill>
              <a:latin typeface="Jost"/>
              <a:ea typeface="Jost"/>
              <a:cs typeface="Jost"/>
              <a:sym typeface="Jost"/>
            </a:endParaRPr>
          </a:p>
        </p:txBody>
      </p:sp>
      <p:cxnSp>
        <p:nvCxnSpPr>
          <p:cNvPr id="982" name="Google Shape;982;g26c2d8c92ae_0_742"/>
          <p:cNvCxnSpPr/>
          <p:nvPr/>
        </p:nvCxnSpPr>
        <p:spPr>
          <a:xfrm>
            <a:off x="1181100" y="2920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983" name="Google Shape;983;g26c2d8c92ae_0_742"/>
          <p:cNvSpPr txBox="1"/>
          <p:nvPr/>
        </p:nvSpPr>
        <p:spPr>
          <a:xfrm>
            <a:off x="1181100" y="1382541"/>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500" b="0" i="0" u="none" strike="noStrike" cap="none">
                <a:solidFill>
                  <a:srgbClr val="ED1C24"/>
                </a:solidFill>
                <a:latin typeface="Poppins"/>
                <a:ea typeface="Poppins"/>
                <a:cs typeface="Poppins"/>
                <a:sym typeface="Poppins"/>
              </a:rPr>
              <a:t>a</a:t>
            </a:r>
            <a:endParaRPr sz="7500" b="0" i="0" u="none" strike="noStrike" cap="none">
              <a:solidFill>
                <a:srgbClr val="ED1C24"/>
              </a:solidFill>
              <a:latin typeface="Poppins"/>
              <a:ea typeface="Poppins"/>
              <a:cs typeface="Poppins"/>
              <a:sym typeface="Poppi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88"/>
        <p:cNvGrpSpPr/>
        <p:nvPr/>
      </p:nvGrpSpPr>
      <p:grpSpPr>
        <a:xfrm>
          <a:off x="0" y="0"/>
          <a:ext cx="0" cy="0"/>
          <a:chOff x="0" y="0"/>
          <a:chExt cx="0" cy="0"/>
        </a:xfrm>
      </p:grpSpPr>
      <p:sp>
        <p:nvSpPr>
          <p:cNvPr id="989" name="Google Shape;989;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Sing ‘5 Little Monkeys’.</a:t>
            </a:r>
            <a:endParaRPr/>
          </a:p>
          <a:p>
            <a:pPr marL="457200" lvl="0" indent="-330200" algn="l" rtl="0">
              <a:lnSpc>
                <a:spcPct val="115000"/>
              </a:lnSpc>
              <a:spcBef>
                <a:spcPts val="0"/>
              </a:spcBef>
              <a:spcAft>
                <a:spcPts val="0"/>
              </a:spcAft>
              <a:buSzPts val="1600"/>
              <a:buChar char="•"/>
            </a:pPr>
            <a:r>
              <a:rPr lang="en-US"/>
              <a:t>Draw ‘</a:t>
            </a:r>
            <a:r>
              <a:rPr lang="en-US">
                <a:solidFill>
                  <a:srgbClr val="8DC63F"/>
                </a:solidFill>
              </a:rPr>
              <a:t>m</a:t>
            </a:r>
            <a:r>
              <a:rPr lang="en-US"/>
              <a:t>’ in a variety of sizes and media, for example using chalk to</a:t>
            </a:r>
            <a:endParaRPr/>
          </a:p>
          <a:p>
            <a:pPr marL="457200" lvl="0" indent="-330200" algn="l" rtl="0">
              <a:lnSpc>
                <a:spcPct val="115000"/>
              </a:lnSpc>
              <a:spcBef>
                <a:spcPts val="0"/>
              </a:spcBef>
              <a:spcAft>
                <a:spcPts val="0"/>
              </a:spcAft>
              <a:buSzPts val="1600"/>
              <a:buChar char="•"/>
            </a:pPr>
            <a:r>
              <a:rPr lang="en-US"/>
              <a:t>draw on the ground.</a:t>
            </a:r>
            <a:endParaRPr/>
          </a:p>
          <a:p>
            <a:pPr marL="457200" lvl="0" indent="-330200" algn="l" rtl="0">
              <a:lnSpc>
                <a:spcPct val="115000"/>
              </a:lnSpc>
              <a:spcBef>
                <a:spcPts val="0"/>
              </a:spcBef>
              <a:spcAft>
                <a:spcPts val="0"/>
              </a:spcAft>
              <a:buSzPts val="1600"/>
              <a:buChar char="•"/>
            </a:pPr>
            <a:r>
              <a:rPr lang="en-US"/>
              <a:t>Make grapheme with playdough.</a:t>
            </a:r>
            <a:endParaRPr/>
          </a:p>
          <a:p>
            <a:pPr marL="457200" lvl="0" indent="-330200" algn="l" rtl="0">
              <a:lnSpc>
                <a:spcPct val="115000"/>
              </a:lnSpc>
              <a:spcBef>
                <a:spcPts val="0"/>
              </a:spcBef>
              <a:spcAft>
                <a:spcPts val="0"/>
              </a:spcAft>
              <a:buSzPts val="1600"/>
              <a:buChar char="•"/>
            </a:pPr>
            <a:r>
              <a:rPr lang="en-US"/>
              <a:t>Explore words in environment for decoding.</a:t>
            </a:r>
            <a:endParaRPr/>
          </a:p>
          <a:p>
            <a:pPr marL="457200" lvl="0" indent="-330200" algn="l" rtl="0">
              <a:lnSpc>
                <a:spcPct val="115000"/>
              </a:lnSpc>
              <a:spcBef>
                <a:spcPts val="0"/>
              </a:spcBef>
              <a:spcAft>
                <a:spcPts val="0"/>
              </a:spcAft>
              <a:buSzPts val="1600"/>
              <a:buChar char="•"/>
            </a:pPr>
            <a:r>
              <a:rPr lang="en-US"/>
              <a:t>Letters for building words and encoding.</a:t>
            </a:r>
            <a:endParaRPr/>
          </a:p>
          <a:p>
            <a:pPr marL="457200" lvl="0" indent="-330200" algn="l" rtl="0">
              <a:lnSpc>
                <a:spcPct val="115000"/>
              </a:lnSpc>
              <a:spcBef>
                <a:spcPts val="0"/>
              </a:spcBef>
              <a:spcAft>
                <a:spcPts val="0"/>
              </a:spcAft>
              <a:buSzPts val="1600"/>
              <a:buChar char="•"/>
            </a:pPr>
            <a:r>
              <a:rPr lang="en-US"/>
              <a:t>Paint or draw a monkey.</a:t>
            </a:r>
            <a:endParaRPr/>
          </a:p>
        </p:txBody>
      </p:sp>
      <p:pic>
        <p:nvPicPr>
          <p:cNvPr id="990" name="Google Shape;990;g2c186218c5a_0_118"/>
          <p:cNvPicPr preferRelativeResize="0"/>
          <p:nvPr/>
        </p:nvPicPr>
        <p:blipFill rotWithShape="1">
          <a:blip r:embed="rId3">
            <a:alphaModFix/>
          </a:blip>
          <a:srcRect l="28260" t="12805" r="13922" b="22585"/>
          <a:stretch/>
        </p:blipFill>
        <p:spPr>
          <a:xfrm rot="835331">
            <a:off x="2561718" y="3367560"/>
            <a:ext cx="1217288" cy="1924379"/>
          </a:xfrm>
          <a:prstGeom prst="rect">
            <a:avLst/>
          </a:prstGeom>
          <a:noFill/>
          <a:ln>
            <a:noFill/>
          </a:ln>
        </p:spPr>
      </p:pic>
      <p:sp>
        <p:nvSpPr>
          <p:cNvPr id="991" name="Google Shape;991;g2c186218c5a_0_118"/>
          <p:cNvSpPr txBox="1"/>
          <p:nvPr/>
        </p:nvSpPr>
        <p:spPr>
          <a:xfrm rot="362194">
            <a:off x="2155458" y="2117725"/>
            <a:ext cx="293829" cy="71348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0"/>
              <a:buFont typeface="Arial"/>
              <a:buNone/>
            </a:pPr>
            <a:r>
              <a:rPr lang="en-US" sz="10000" b="0" i="0" u="none" strike="noStrike" cap="none">
                <a:solidFill>
                  <a:srgbClr val="2356AF"/>
                </a:solidFill>
                <a:latin typeface="Finger Paint"/>
                <a:ea typeface="Finger Paint"/>
                <a:cs typeface="Finger Paint"/>
                <a:sym typeface="Finger Paint"/>
              </a:rPr>
              <a:t>m</a:t>
            </a:r>
            <a:endParaRPr sz="10000" b="0" i="0" u="none" strike="noStrike" cap="none">
              <a:solidFill>
                <a:srgbClr val="2356AF"/>
              </a:solidFill>
              <a:latin typeface="Finger Paint"/>
              <a:ea typeface="Finger Paint"/>
              <a:cs typeface="Finger Paint"/>
              <a:sym typeface="Finger Paint"/>
            </a:endParaRPr>
          </a:p>
        </p:txBody>
      </p:sp>
      <p:pic>
        <p:nvPicPr>
          <p:cNvPr id="992" name="Google Shape;992;g2c186218c5a_0_118"/>
          <p:cNvPicPr preferRelativeResize="0"/>
          <p:nvPr/>
        </p:nvPicPr>
        <p:blipFill rotWithShape="1">
          <a:blip r:embed="rId4">
            <a:alphaModFix/>
          </a:blip>
          <a:srcRect/>
          <a:stretch/>
        </p:blipFill>
        <p:spPr>
          <a:xfrm rot="-1214118">
            <a:off x="1033225" y="3122050"/>
            <a:ext cx="1303775" cy="109492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413</Words>
  <Application>Microsoft Office PowerPoint</Application>
  <PresentationFormat>On-screen Show (4:3)</PresentationFormat>
  <Paragraphs>161</Paragraphs>
  <Slides>22</Slides>
  <Notes>22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Poppins</vt:lpstr>
      <vt:lpstr>Poppins SemiBold</vt:lpstr>
      <vt:lpstr>Calibri</vt:lpstr>
      <vt:lpstr>Nunito Black</vt:lpstr>
      <vt:lpstr>Finger Paint</vt:lpstr>
      <vt:lpstr>Jost</vt:lpstr>
      <vt:lpstr>Arial</vt:lpstr>
      <vt:lpstr>Mulish</vt:lpstr>
      <vt:lpstr>Poppins Medium</vt:lpstr>
      <vt:lpstr>Office Theme</vt:lpstr>
      <vt:lpstr>PowerPoint Presentation</vt:lpstr>
      <vt:lpstr>PowerPoint Presentation</vt:lpstr>
      <vt:lpstr>PowerPoint Presentation</vt:lpstr>
      <vt:lpstr>PowerPoint Presentation</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High Frequency Words</vt:lpstr>
      <vt:lpstr>Practise High Frequency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2026-04-22T04:16:54Z</dcterms:modified>
</cp:coreProperties>
</file>