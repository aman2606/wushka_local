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6858000" cy="9144000"/>
  <p:embeddedFontLst>
    <p:embeddedFont>
      <p:font typeface="Jost" panose="020B0604020202020204" charset="0"/>
      <p:regular r:id="rId21"/>
      <p:bold r:id="rId22"/>
      <p:italic r:id="rId23"/>
      <p:boldItalic r:id="rId24"/>
    </p:embeddedFont>
    <p:embeddedFont>
      <p:font typeface="Mulish" panose="020B0604020202020204" charset="0"/>
      <p:regular r:id="rId25"/>
      <p:bold r:id="rId26"/>
      <p:italic r:id="rId27"/>
      <p:boldItalic r:id="rId28"/>
    </p:embeddedFont>
    <p:embeddedFont>
      <p:font typeface="Nunito Black" pitchFamily="2" charset="0"/>
      <p:bold r:id="rId29"/>
      <p:boldItalic r:id="rId30"/>
    </p:embeddedFont>
    <p:embeddedFont>
      <p:font typeface="Poppins" panose="00000500000000000000" pitchFamily="2" charset="0"/>
      <p:regular r:id="rId31"/>
      <p:bold r:id="rId32"/>
      <p:italic r:id="rId33"/>
      <p:boldItalic r:id="rId34"/>
    </p:embeddedFont>
    <p:embeddedFont>
      <p:font typeface="Poppins Medium" panose="00000600000000000000" pitchFamily="2" charset="0"/>
      <p:regular r:id="rId35"/>
      <p:bold r:id="rId36"/>
      <p:italic r:id="rId37"/>
      <p:boldItalic r:id="rId38"/>
    </p:embeddedFont>
    <p:embeddedFont>
      <p:font typeface="Poppins SemiBold" panose="000007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gPQd6PCIiA9rjSdiB+8kpKHrC0B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C819E7B-C23D-4A6C-A72B-EDFEC33D7F41}">
  <a:tblStyle styleId="{BC819E7B-C23D-4A6C-A72B-EDFEC33D7F41}"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autoAdjust="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font" Target="fonts/font22.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font" Target="fonts/font20.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20" Type="http://schemas.openxmlformats.org/officeDocument/2006/relationships/notesMaster" Target="notesMasters/notesMaster1.xml"/><Relationship Id="rId41" Type="http://schemas.openxmlformats.org/officeDocument/2006/relationships/font" Target="fonts/font21.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1" name="Google Shape;711;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4" name="Google Shape;72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5" name="Google Shape;72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6" name="Google Shape;756;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7" name="Google Shape;757;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31b16bf61aa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2" name="Google Shape;782;g31b16bf61aa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3" name="Google Shape;783;g31b16bf61aa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g2d9de9520c8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7" name="Google Shape;797;g2d9de9520c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8" name="Google Shape;798;g2d9de9520c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6" name="Google Shape;806;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7" name="Google Shape;807;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8" name="Google Shape;818;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9" name="Google Shape;819;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2" name="Google Shape;842;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3" name="Google Shape;843;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7" name="Google Shape;86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8" name="Google Shape;878;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9" name="Google Shape;879;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1" name="Google Shape;891;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3" name="Google Shape;903;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319e4870d05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g319e4870d05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4" name="Google Shape;914;g319e4870d05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9" name="Google Shape;939;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0" name="Google Shape;940;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4" name="Google Shape;954;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5" name="Google Shape;955;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527150" y="1032245"/>
            <a:ext cx="46944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527150" y="2190451"/>
            <a:ext cx="46944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8" name="Google Shape;8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9" name="Google Shape;89;g26b641b03cd_1_92"/>
          <p:cNvGrpSpPr/>
          <p:nvPr/>
        </p:nvGrpSpPr>
        <p:grpSpPr>
          <a:xfrm>
            <a:off x="-36800" y="-52000"/>
            <a:ext cx="9236100" cy="543750"/>
            <a:chOff x="-36800" y="-52000"/>
            <a:chExt cx="9236100" cy="543750"/>
          </a:xfrm>
        </p:grpSpPr>
        <p:sp>
          <p:nvSpPr>
            <p:cNvPr id="90" name="Google Shape;90;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1" name="Google Shape;91;g26b641b03cd_1_92"/>
            <p:cNvGrpSpPr/>
            <p:nvPr/>
          </p:nvGrpSpPr>
          <p:grpSpPr>
            <a:xfrm>
              <a:off x="565600" y="88250"/>
              <a:ext cx="1337400" cy="403500"/>
              <a:chOff x="565600" y="88250"/>
              <a:chExt cx="1337400" cy="403500"/>
            </a:xfrm>
          </p:grpSpPr>
          <p:grpSp>
            <p:nvGrpSpPr>
              <p:cNvPr id="92" name="Google Shape;92;g26b641b03cd_1_92"/>
              <p:cNvGrpSpPr/>
              <p:nvPr/>
            </p:nvGrpSpPr>
            <p:grpSpPr>
              <a:xfrm>
                <a:off x="565600" y="88250"/>
                <a:ext cx="1337400" cy="403500"/>
                <a:chOff x="565600" y="88250"/>
                <a:chExt cx="1337400" cy="403500"/>
              </a:xfrm>
            </p:grpSpPr>
            <p:sp>
              <p:nvSpPr>
                <p:cNvPr id="93" name="Google Shape;93;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 name="Google Shape;94;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5" name="Google Shape;95;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6" name="Google Shape;96;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3" name="Google Shape;103;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 name="Google Shape;104;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5" name="Google Shape;105;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6"/>
        <p:cNvGrpSpPr/>
        <p:nvPr/>
      </p:nvGrpSpPr>
      <p:grpSpPr>
        <a:xfrm>
          <a:off x="0" y="0"/>
          <a:ext cx="0" cy="0"/>
          <a:chOff x="0" y="0"/>
          <a:chExt cx="0" cy="0"/>
        </a:xfrm>
      </p:grpSpPr>
      <p:sp>
        <p:nvSpPr>
          <p:cNvPr id="107" name="Google Shape;107;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 name="Google Shape;111;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3" name="Google Shape;113;g26b641b03cd_0_33"/>
          <p:cNvGrpSpPr/>
          <p:nvPr/>
        </p:nvGrpSpPr>
        <p:grpSpPr>
          <a:xfrm>
            <a:off x="662575" y="6212475"/>
            <a:ext cx="586800" cy="571500"/>
            <a:chOff x="662575" y="6212475"/>
            <a:chExt cx="586800" cy="571500"/>
          </a:xfrm>
        </p:grpSpPr>
        <p:sp>
          <p:nvSpPr>
            <p:cNvPr id="114" name="Google Shape;114;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7" name="Google Shape;117;g26b641b03cd_0_33"/>
          <p:cNvGrpSpPr/>
          <p:nvPr/>
        </p:nvGrpSpPr>
        <p:grpSpPr>
          <a:xfrm>
            <a:off x="7894350" y="6212475"/>
            <a:ext cx="586800" cy="571500"/>
            <a:chOff x="7894350" y="6212475"/>
            <a:chExt cx="586800" cy="571500"/>
          </a:xfrm>
        </p:grpSpPr>
        <p:sp>
          <p:nvSpPr>
            <p:cNvPr id="118" name="Google Shape;118;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1" name="Google Shape;12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h b f ff</a:t>
            </a:r>
            <a:endParaRPr sz="1800" b="0" i="0" u="none" strike="noStrike" cap="none">
              <a:solidFill>
                <a:srgbClr val="FFFFFF"/>
              </a:solidFill>
              <a:latin typeface="Poppins SemiBold"/>
              <a:ea typeface="Poppins SemiBold"/>
              <a:cs typeface="Poppins SemiBold"/>
              <a:sym typeface="Poppins SemiBold"/>
            </a:endParaRPr>
          </a:p>
        </p:txBody>
      </p:sp>
      <p:sp>
        <p:nvSpPr>
          <p:cNvPr id="122" name="Google Shape;122;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5 - Friday</a:t>
            </a:r>
            <a:endParaRPr sz="1800" b="0" i="0" u="none" strike="noStrike" cap="none">
              <a:solidFill>
                <a:srgbClr val="F7941D"/>
              </a:solidFill>
              <a:latin typeface="Poppins Medium"/>
              <a:ea typeface="Poppins Medium"/>
              <a:cs typeface="Poppins Medium"/>
              <a:sym typeface="Poppins Medium"/>
            </a:endParaRPr>
          </a:p>
        </p:txBody>
      </p:sp>
      <p:sp>
        <p:nvSpPr>
          <p:cNvPr id="123" name="Google Shape;12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25</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5" name="Google Shape;12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6" name="Google Shape;12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7" name="Google Shape;12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8" name="Google Shape;12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9"/>
        <p:cNvGrpSpPr/>
        <p:nvPr/>
      </p:nvGrpSpPr>
      <p:grpSpPr>
        <a:xfrm>
          <a:off x="0" y="0"/>
          <a:ext cx="0" cy="0"/>
          <a:chOff x="0" y="0"/>
          <a:chExt cx="0" cy="0"/>
        </a:xfrm>
      </p:grpSpPr>
      <p:sp>
        <p:nvSpPr>
          <p:cNvPr id="130" name="Google Shape;13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1" name="Google Shape;13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2" name="Google Shape;13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3" name="Google Shape;13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5" name="Google Shape;135;g26b641b03cd_0_260"/>
          <p:cNvGrpSpPr/>
          <p:nvPr/>
        </p:nvGrpSpPr>
        <p:grpSpPr>
          <a:xfrm>
            <a:off x="8199150" y="5983875"/>
            <a:ext cx="586800" cy="571500"/>
            <a:chOff x="7894350" y="6212475"/>
            <a:chExt cx="586800" cy="571500"/>
          </a:xfrm>
        </p:grpSpPr>
        <p:sp>
          <p:nvSpPr>
            <p:cNvPr id="136" name="Google Shape;136;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9" name="Google Shape;139;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0" name="Google Shape;140;g26b641b03cd_0_260"/>
          <p:cNvGrpSpPr/>
          <p:nvPr/>
        </p:nvGrpSpPr>
        <p:grpSpPr>
          <a:xfrm>
            <a:off x="-36800" y="-52000"/>
            <a:ext cx="9236100" cy="543750"/>
            <a:chOff x="-36800" y="-52000"/>
            <a:chExt cx="9236100" cy="543750"/>
          </a:xfrm>
        </p:grpSpPr>
        <p:sp>
          <p:nvSpPr>
            <p:cNvPr id="141" name="Google Shape;14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2" name="Google Shape;142;g26b641b03cd_0_260"/>
            <p:cNvGrpSpPr/>
            <p:nvPr/>
          </p:nvGrpSpPr>
          <p:grpSpPr>
            <a:xfrm>
              <a:off x="565600" y="88250"/>
              <a:ext cx="1337400" cy="403500"/>
              <a:chOff x="565600" y="88250"/>
              <a:chExt cx="1337400" cy="403500"/>
            </a:xfrm>
          </p:grpSpPr>
          <p:grpSp>
            <p:nvGrpSpPr>
              <p:cNvPr id="143" name="Google Shape;143;g26b641b03cd_0_260"/>
              <p:cNvGrpSpPr/>
              <p:nvPr/>
            </p:nvGrpSpPr>
            <p:grpSpPr>
              <a:xfrm>
                <a:off x="565600" y="88250"/>
                <a:ext cx="1337400" cy="403500"/>
                <a:chOff x="565600" y="88250"/>
                <a:chExt cx="1337400" cy="403500"/>
              </a:xfrm>
            </p:grpSpPr>
            <p:sp>
              <p:nvSpPr>
                <p:cNvPr id="144" name="Google Shape;144;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6" name="Google Shape;146;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7" name="Google Shape;147;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2" name="Google Shape;152;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4" name="Google Shape;154;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5" name="Google Shape;155;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6" name="Google Shape;156;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20"/>
        <p:cNvGrpSpPr/>
        <p:nvPr/>
      </p:nvGrpSpPr>
      <p:grpSpPr>
        <a:xfrm>
          <a:off x="0" y="0"/>
          <a:ext cx="0" cy="0"/>
          <a:chOff x="0" y="0"/>
          <a:chExt cx="0" cy="0"/>
        </a:xfrm>
      </p:grpSpPr>
      <p:sp>
        <p:nvSpPr>
          <p:cNvPr id="221" name="Google Shape;221;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2" name="Google Shape;222;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28" name="Google Shape;228;g2c235dd0dad_1_87"/>
          <p:cNvGrpSpPr/>
          <p:nvPr/>
        </p:nvGrpSpPr>
        <p:grpSpPr>
          <a:xfrm>
            <a:off x="662575" y="6212475"/>
            <a:ext cx="586800" cy="571500"/>
            <a:chOff x="662575" y="6212475"/>
            <a:chExt cx="586800" cy="571500"/>
          </a:xfrm>
        </p:grpSpPr>
        <p:sp>
          <p:nvSpPr>
            <p:cNvPr id="229" name="Google Shape;22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2" name="Google Shape;232;g2c235dd0dad_1_87"/>
          <p:cNvGrpSpPr/>
          <p:nvPr/>
        </p:nvGrpSpPr>
        <p:grpSpPr>
          <a:xfrm>
            <a:off x="7894350" y="6212475"/>
            <a:ext cx="586800" cy="571500"/>
            <a:chOff x="7894350" y="6212475"/>
            <a:chExt cx="586800" cy="571500"/>
          </a:xfrm>
        </p:grpSpPr>
        <p:sp>
          <p:nvSpPr>
            <p:cNvPr id="233" name="Google Shape;23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6" name="Google Shape;236;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37" name="Google Shape;237;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8" name="Google Shape;238;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9" name="Google Shape;239;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0" name="Google Shape;240;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1" name="Google Shape;241;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2" name="Google Shape;242;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43" name="Google Shape;243;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44" name="Google Shape;244;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5" name="Google Shape;245;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6" name="Google Shape;246;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7" name="Google Shape;247;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8" name="Google Shape;248;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9" name="Google Shape;249;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0" name="Google Shape;250;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1" name="Google Shape;251;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52"/>
        <p:cNvGrpSpPr/>
        <p:nvPr/>
      </p:nvGrpSpPr>
      <p:grpSpPr>
        <a:xfrm>
          <a:off x="0" y="0"/>
          <a:ext cx="0" cy="0"/>
          <a:chOff x="0" y="0"/>
          <a:chExt cx="0" cy="0"/>
        </a:xfrm>
      </p:grpSpPr>
      <p:sp>
        <p:nvSpPr>
          <p:cNvPr id="253" name="Google Shape;253;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5" name="Google Shape;255;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6" name="Google Shape;256;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59" name="Google Shape;259;g1f3daf8a844_0_32"/>
          <p:cNvGrpSpPr/>
          <p:nvPr/>
        </p:nvGrpSpPr>
        <p:grpSpPr>
          <a:xfrm>
            <a:off x="662575" y="6212475"/>
            <a:ext cx="586800" cy="571500"/>
            <a:chOff x="662575" y="6212475"/>
            <a:chExt cx="586800" cy="571500"/>
          </a:xfrm>
        </p:grpSpPr>
        <p:sp>
          <p:nvSpPr>
            <p:cNvPr id="260" name="Google Shape;26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3" name="Google Shape;263;g1f3daf8a844_0_32"/>
          <p:cNvGrpSpPr/>
          <p:nvPr/>
        </p:nvGrpSpPr>
        <p:grpSpPr>
          <a:xfrm>
            <a:off x="7894350" y="6212475"/>
            <a:ext cx="586800" cy="571500"/>
            <a:chOff x="7894350" y="6212475"/>
            <a:chExt cx="586800" cy="571500"/>
          </a:xfrm>
        </p:grpSpPr>
        <p:sp>
          <p:nvSpPr>
            <p:cNvPr id="264" name="Google Shape;26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5" name="Google Shape;265;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7" name="Google Shape;267;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68" name="Google Shape;268;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70" name="Google Shape;270;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1" name="Google Shape;271;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2" name="Google Shape;272;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73" name="Google Shape;273;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74" name="Google Shape;274;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75" name="Google Shape;275;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76" name="Google Shape;276;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77" name="Google Shape;277;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78" name="Google Shape;278;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79" name="Google Shape;279;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80" name="Google Shape;280;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81" name="Google Shape;281;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82"/>
        <p:cNvGrpSpPr/>
        <p:nvPr/>
      </p:nvGrpSpPr>
      <p:grpSpPr>
        <a:xfrm>
          <a:off x="0" y="0"/>
          <a:ext cx="0" cy="0"/>
          <a:chOff x="0" y="0"/>
          <a:chExt cx="0" cy="0"/>
        </a:xfrm>
      </p:grpSpPr>
      <p:sp>
        <p:nvSpPr>
          <p:cNvPr id="283" name="Google Shape;283;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6" name="Google Shape;286;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89" name="Google Shape;289;g2c157a2fb06_0_53"/>
          <p:cNvGrpSpPr/>
          <p:nvPr/>
        </p:nvGrpSpPr>
        <p:grpSpPr>
          <a:xfrm>
            <a:off x="662575" y="6212475"/>
            <a:ext cx="586800" cy="571500"/>
            <a:chOff x="662575" y="6212475"/>
            <a:chExt cx="586800" cy="571500"/>
          </a:xfrm>
        </p:grpSpPr>
        <p:sp>
          <p:nvSpPr>
            <p:cNvPr id="290" name="Google Shape;290;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3" name="Google Shape;293;g2c157a2fb06_0_53"/>
          <p:cNvGrpSpPr/>
          <p:nvPr/>
        </p:nvGrpSpPr>
        <p:grpSpPr>
          <a:xfrm>
            <a:off x="7894350" y="6212475"/>
            <a:ext cx="586800" cy="571500"/>
            <a:chOff x="7894350" y="6212475"/>
            <a:chExt cx="586800" cy="571500"/>
          </a:xfrm>
        </p:grpSpPr>
        <p:sp>
          <p:nvSpPr>
            <p:cNvPr id="294" name="Google Shape;294;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7" name="Google Shape;297;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98" name="Google Shape;29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9" name="Google Shape;299;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00" name="Google Shape;300;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304" name="Google Shape;304;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5" name="Google Shape;305;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6" name="Google Shape;306;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7" name="Google Shape;307;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8" name="Google Shape;308;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9" name="Google Shape;309;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0" name="Google Shape;310;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1" name="Google Shape;311;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2" name="Google Shape;312;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13" name="Google Shape;313;g2c157a2fb06_0_53"/>
          <p:cNvGrpSpPr/>
          <p:nvPr/>
        </p:nvGrpSpPr>
        <p:grpSpPr>
          <a:xfrm>
            <a:off x="1403031" y="6958923"/>
            <a:ext cx="6774848" cy="1291477"/>
            <a:chOff x="717231" y="7263723"/>
            <a:chExt cx="6774848" cy="1291477"/>
          </a:xfrm>
        </p:grpSpPr>
        <p:sp>
          <p:nvSpPr>
            <p:cNvPr id="314" name="Google Shape;314;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15" name="Google Shape;315;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16" name="Google Shape;316;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17" name="Google Shape;317;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18" name="Google Shape;318;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19" name="Google Shape;319;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20" name="Google Shape;320;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21" name="Google Shape;321;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22" name="Google Shape;322;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5" name="Google Shape;32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26" name="Google Shape;32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7"/>
        <p:cNvGrpSpPr/>
        <p:nvPr/>
      </p:nvGrpSpPr>
      <p:grpSpPr>
        <a:xfrm>
          <a:off x="0" y="0"/>
          <a:ext cx="0" cy="0"/>
          <a:chOff x="0" y="0"/>
          <a:chExt cx="0" cy="0"/>
        </a:xfrm>
      </p:grpSpPr>
      <p:pic>
        <p:nvPicPr>
          <p:cNvPr id="328" name="Google Shape;32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29" name="Google Shape;329;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5" name="Google Shape;335;g2c157a2fb06_0_158"/>
          <p:cNvGrpSpPr/>
          <p:nvPr/>
        </p:nvGrpSpPr>
        <p:grpSpPr>
          <a:xfrm>
            <a:off x="662575" y="6212475"/>
            <a:ext cx="586800" cy="571500"/>
            <a:chOff x="662575" y="6212475"/>
            <a:chExt cx="586800" cy="571500"/>
          </a:xfrm>
        </p:grpSpPr>
        <p:sp>
          <p:nvSpPr>
            <p:cNvPr id="336" name="Google Shape;33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7" name="Google Shape;337;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9" name="Google Shape;339;g2c157a2fb06_0_158"/>
          <p:cNvGrpSpPr/>
          <p:nvPr/>
        </p:nvGrpSpPr>
        <p:grpSpPr>
          <a:xfrm>
            <a:off x="7894350" y="6212475"/>
            <a:ext cx="586800" cy="571500"/>
            <a:chOff x="7894350" y="6212475"/>
            <a:chExt cx="586800" cy="571500"/>
          </a:xfrm>
        </p:grpSpPr>
        <p:sp>
          <p:nvSpPr>
            <p:cNvPr id="340" name="Google Shape;34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3" name="Google Shape;343;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44" name="Google Shape;34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5" name="Google Shape;345;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46" name="Google Shape;346;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7" name="Google Shape;347;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8" name="Google Shape;34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49" name="Google Shape;34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50" name="Google Shape;350;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3" name="Google Shape;353;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4" name="Google Shape;35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5" name="Google Shape;35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6"/>
        <p:cNvGrpSpPr/>
        <p:nvPr/>
      </p:nvGrpSpPr>
      <p:grpSpPr>
        <a:xfrm>
          <a:off x="0" y="0"/>
          <a:ext cx="0" cy="0"/>
          <a:chOff x="0" y="0"/>
          <a:chExt cx="0" cy="0"/>
        </a:xfrm>
      </p:grpSpPr>
      <p:sp>
        <p:nvSpPr>
          <p:cNvPr id="357" name="Google Shape;357;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0" name="Google Shape;360;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1" name="Google Shape;361;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2" name="Google Shape;36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3" name="Google Shape;363;g2c157a2fb06_0_263"/>
          <p:cNvGrpSpPr/>
          <p:nvPr/>
        </p:nvGrpSpPr>
        <p:grpSpPr>
          <a:xfrm>
            <a:off x="662575" y="6212475"/>
            <a:ext cx="586800" cy="571500"/>
            <a:chOff x="662575" y="6212475"/>
            <a:chExt cx="586800" cy="571500"/>
          </a:xfrm>
        </p:grpSpPr>
        <p:sp>
          <p:nvSpPr>
            <p:cNvPr id="364" name="Google Shape;36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67" name="Google Shape;367;g2c157a2fb06_0_263"/>
          <p:cNvGrpSpPr/>
          <p:nvPr/>
        </p:nvGrpSpPr>
        <p:grpSpPr>
          <a:xfrm>
            <a:off x="7894350" y="6212475"/>
            <a:ext cx="586800" cy="571500"/>
            <a:chOff x="7894350" y="6212475"/>
            <a:chExt cx="586800" cy="571500"/>
          </a:xfrm>
        </p:grpSpPr>
        <p:sp>
          <p:nvSpPr>
            <p:cNvPr id="368" name="Google Shape;36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1" name="Google Shape;371;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2" name="Google Shape;37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3" name="Google Shape;373;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74" name="Google Shape;374;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5" name="Google Shape;375;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6" name="Google Shape;37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77" name="Google Shape;37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78" name="Google Shape;378;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9" name="Google Shape;379;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0" name="Google Shape;380;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1" name="Google Shape;381;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2" name="Google Shape;382;g2c157a2fb06_0_263"/>
          <p:cNvSpPr>
            <a:spLocks noGrp="1"/>
          </p:cNvSpPr>
          <p:nvPr>
            <p:ph type="pic" idx="8"/>
          </p:nvPr>
        </p:nvSpPr>
        <p:spPr>
          <a:xfrm>
            <a:off x="5086375" y="4412425"/>
            <a:ext cx="2668800" cy="1291500"/>
          </a:xfrm>
          <a:prstGeom prst="rect">
            <a:avLst/>
          </a:prstGeom>
          <a:noFill/>
          <a:ln>
            <a:noFill/>
          </a:ln>
        </p:spPr>
      </p:sp>
      <p:sp>
        <p:nvSpPr>
          <p:cNvPr id="383" name="Google Shape;383;g2c157a2fb06_0_263"/>
          <p:cNvSpPr>
            <a:spLocks noGrp="1"/>
          </p:cNvSpPr>
          <p:nvPr>
            <p:ph type="pic" idx="9"/>
          </p:nvPr>
        </p:nvSpPr>
        <p:spPr>
          <a:xfrm>
            <a:off x="5086375" y="797675"/>
            <a:ext cx="2668800" cy="1291500"/>
          </a:xfrm>
          <a:prstGeom prst="rect">
            <a:avLst/>
          </a:prstGeom>
          <a:noFill/>
          <a:ln>
            <a:noFill/>
          </a:ln>
        </p:spPr>
      </p:sp>
      <p:sp>
        <p:nvSpPr>
          <p:cNvPr id="384" name="Google Shape;384;g2c157a2fb06_0_263"/>
          <p:cNvSpPr>
            <a:spLocks noGrp="1"/>
          </p:cNvSpPr>
          <p:nvPr>
            <p:ph type="pic" idx="13"/>
          </p:nvPr>
        </p:nvSpPr>
        <p:spPr>
          <a:xfrm>
            <a:off x="5086375" y="2002592"/>
            <a:ext cx="2668800" cy="1291500"/>
          </a:xfrm>
          <a:prstGeom prst="rect">
            <a:avLst/>
          </a:prstGeom>
          <a:noFill/>
          <a:ln>
            <a:noFill/>
          </a:ln>
        </p:spPr>
      </p:sp>
      <p:sp>
        <p:nvSpPr>
          <p:cNvPr id="385" name="Google Shape;385;g2c157a2fb06_0_263"/>
          <p:cNvSpPr>
            <a:spLocks noGrp="1"/>
          </p:cNvSpPr>
          <p:nvPr>
            <p:ph type="pic" idx="14"/>
          </p:nvPr>
        </p:nvSpPr>
        <p:spPr>
          <a:xfrm>
            <a:off x="5086375" y="3207508"/>
            <a:ext cx="2668800" cy="1291500"/>
          </a:xfrm>
          <a:prstGeom prst="rect">
            <a:avLst/>
          </a:prstGeom>
          <a:noFill/>
          <a:ln>
            <a:noFill/>
          </a:ln>
        </p:spPr>
      </p:sp>
      <p:sp>
        <p:nvSpPr>
          <p:cNvPr id="386" name="Google Shape;386;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7" name="Google Shape;387;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8"/>
        <p:cNvGrpSpPr/>
        <p:nvPr/>
      </p:nvGrpSpPr>
      <p:grpSpPr>
        <a:xfrm>
          <a:off x="0" y="0"/>
          <a:ext cx="0" cy="0"/>
          <a:chOff x="0" y="0"/>
          <a:chExt cx="0" cy="0"/>
        </a:xfrm>
      </p:grpSpPr>
      <p:cxnSp>
        <p:nvCxnSpPr>
          <p:cNvPr id="389" name="Google Shape;389;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0" name="Google Shape;390;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2" name="Google Shape;392;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3" name="Google Shape;393;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5" name="Google Shape;395;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8" name="Google Shape;398;g2c157a2fb06_0_467"/>
          <p:cNvGrpSpPr/>
          <p:nvPr/>
        </p:nvGrpSpPr>
        <p:grpSpPr>
          <a:xfrm>
            <a:off x="662575" y="6212475"/>
            <a:ext cx="586800" cy="571500"/>
            <a:chOff x="662575" y="6212475"/>
            <a:chExt cx="586800" cy="571500"/>
          </a:xfrm>
        </p:grpSpPr>
        <p:sp>
          <p:nvSpPr>
            <p:cNvPr id="399" name="Google Shape;39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2" name="Google Shape;402;g2c157a2fb06_0_467"/>
          <p:cNvGrpSpPr/>
          <p:nvPr/>
        </p:nvGrpSpPr>
        <p:grpSpPr>
          <a:xfrm>
            <a:off x="7894350" y="6212475"/>
            <a:ext cx="586800" cy="571500"/>
            <a:chOff x="7894350" y="6212475"/>
            <a:chExt cx="586800" cy="571500"/>
          </a:xfrm>
        </p:grpSpPr>
        <p:sp>
          <p:nvSpPr>
            <p:cNvPr id="403" name="Google Shape;40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6" name="Google Shape;406;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7" name="Google Shape;40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8" name="Google Shape;408;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09" name="Google Shape;409;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0" name="Google Shape;410;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1" name="Google Shape;411;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2" name="Google Shape;412;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413" name="Google Shape;413;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4" name="Google Shape;414;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5"/>
        <p:cNvGrpSpPr/>
        <p:nvPr/>
      </p:nvGrpSpPr>
      <p:grpSpPr>
        <a:xfrm>
          <a:off x="0" y="0"/>
          <a:ext cx="0" cy="0"/>
          <a:chOff x="0" y="0"/>
          <a:chExt cx="0" cy="0"/>
        </a:xfrm>
      </p:grpSpPr>
      <p:cxnSp>
        <p:nvCxnSpPr>
          <p:cNvPr id="416" name="Google Shape;416;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1" name="Google Shape;421;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4" name="Google Shape;424;g2c157a2fb06_0_629"/>
          <p:cNvGrpSpPr/>
          <p:nvPr/>
        </p:nvGrpSpPr>
        <p:grpSpPr>
          <a:xfrm>
            <a:off x="662575" y="6212475"/>
            <a:ext cx="586800" cy="571500"/>
            <a:chOff x="662575" y="6212475"/>
            <a:chExt cx="586800" cy="571500"/>
          </a:xfrm>
        </p:grpSpPr>
        <p:sp>
          <p:nvSpPr>
            <p:cNvPr id="425" name="Google Shape;42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8" name="Google Shape;428;g2c157a2fb06_0_629"/>
          <p:cNvGrpSpPr/>
          <p:nvPr/>
        </p:nvGrpSpPr>
        <p:grpSpPr>
          <a:xfrm>
            <a:off x="7894350" y="6212475"/>
            <a:ext cx="586800" cy="571500"/>
            <a:chOff x="7894350" y="6212475"/>
            <a:chExt cx="586800" cy="571500"/>
          </a:xfrm>
        </p:grpSpPr>
        <p:sp>
          <p:nvSpPr>
            <p:cNvPr id="429" name="Google Shape;42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2" name="Google Shape;432;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3" name="Google Shape;43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4" name="Google Shape;434;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5" name="Google Shape;43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6" name="Google Shape;43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7" name="Google Shape;43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38" name="Google Shape;43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39" name="Google Shape;43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1" name="Google Shape;44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42"/>
        <p:cNvGrpSpPr/>
        <p:nvPr/>
      </p:nvGrpSpPr>
      <p:grpSpPr>
        <a:xfrm>
          <a:off x="0" y="0"/>
          <a:ext cx="0" cy="0"/>
          <a:chOff x="0" y="0"/>
          <a:chExt cx="0" cy="0"/>
        </a:xfrm>
      </p:grpSpPr>
      <p:cxnSp>
        <p:nvCxnSpPr>
          <p:cNvPr id="443" name="Google Shape;443;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4" name="Google Shape;444;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5" name="Google Shape;445;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6" name="Google Shape;446;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47" name="Google Shape;447;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0" name="Google Shape;450;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3" name="Google Shape;453;g2c157a2fb06_0_798"/>
          <p:cNvGrpSpPr/>
          <p:nvPr/>
        </p:nvGrpSpPr>
        <p:grpSpPr>
          <a:xfrm>
            <a:off x="662575" y="6212475"/>
            <a:ext cx="586800" cy="571500"/>
            <a:chOff x="662575" y="6212475"/>
            <a:chExt cx="586800" cy="571500"/>
          </a:xfrm>
        </p:grpSpPr>
        <p:sp>
          <p:nvSpPr>
            <p:cNvPr id="454" name="Google Shape;454;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7" name="Google Shape;457;g2c157a2fb06_0_798"/>
          <p:cNvGrpSpPr/>
          <p:nvPr/>
        </p:nvGrpSpPr>
        <p:grpSpPr>
          <a:xfrm>
            <a:off x="7894350" y="6212475"/>
            <a:ext cx="586800" cy="571500"/>
            <a:chOff x="7894350" y="6212475"/>
            <a:chExt cx="586800" cy="571500"/>
          </a:xfrm>
        </p:grpSpPr>
        <p:sp>
          <p:nvSpPr>
            <p:cNvPr id="458" name="Google Shape;458;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1" name="Google Shape;461;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2" name="Google Shape;46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3" name="Google Shape;463;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5" name="Google Shape;46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6" name="Google Shape;46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67" name="Google Shape;46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68" name="Google Shape;46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9" name="Google Shape;46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70"/>
        <p:cNvGrpSpPr/>
        <p:nvPr/>
      </p:nvGrpSpPr>
      <p:grpSpPr>
        <a:xfrm>
          <a:off x="0" y="0"/>
          <a:ext cx="0" cy="0"/>
          <a:chOff x="0" y="0"/>
          <a:chExt cx="0" cy="0"/>
        </a:xfrm>
      </p:grpSpPr>
      <p:cxnSp>
        <p:nvCxnSpPr>
          <p:cNvPr id="471" name="Google Shape;47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2" name="Google Shape;47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3" name="Google Shape;47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4" name="Google Shape;47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75" name="Google Shape;475;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8" name="Google Shape;478;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1" name="Google Shape;481;g2c157a2fb06_0_825"/>
          <p:cNvGrpSpPr/>
          <p:nvPr/>
        </p:nvGrpSpPr>
        <p:grpSpPr>
          <a:xfrm>
            <a:off x="662575" y="6212475"/>
            <a:ext cx="586800" cy="571500"/>
            <a:chOff x="662575" y="6212475"/>
            <a:chExt cx="586800" cy="571500"/>
          </a:xfrm>
        </p:grpSpPr>
        <p:sp>
          <p:nvSpPr>
            <p:cNvPr id="482" name="Google Shape;482;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5" name="Google Shape;485;g2c157a2fb06_0_825"/>
          <p:cNvGrpSpPr/>
          <p:nvPr/>
        </p:nvGrpSpPr>
        <p:grpSpPr>
          <a:xfrm>
            <a:off x="7894350" y="6212475"/>
            <a:ext cx="586800" cy="571500"/>
            <a:chOff x="7894350" y="6212475"/>
            <a:chExt cx="586800" cy="571500"/>
          </a:xfrm>
        </p:grpSpPr>
        <p:sp>
          <p:nvSpPr>
            <p:cNvPr id="486" name="Google Shape;486;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9" name="Google Shape;489;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90" name="Google Shape;49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1" name="Google Shape;491;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92" name="Google Shape;49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3" name="Google Shape;49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4" name="Google Shape;49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5" name="Google Shape;49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96" name="Google Shape;49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7" name="Google Shape;49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8"/>
        <p:cNvGrpSpPr/>
        <p:nvPr/>
      </p:nvGrpSpPr>
      <p:grpSpPr>
        <a:xfrm>
          <a:off x="0" y="0"/>
          <a:ext cx="0" cy="0"/>
          <a:chOff x="0" y="0"/>
          <a:chExt cx="0" cy="0"/>
        </a:xfrm>
      </p:grpSpPr>
      <p:sp>
        <p:nvSpPr>
          <p:cNvPr id="499" name="Google Shape;499;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5" name="Google Shape;505;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08" name="Google Shape;508;g2c157a2fb06_0_700"/>
          <p:cNvGrpSpPr/>
          <p:nvPr/>
        </p:nvGrpSpPr>
        <p:grpSpPr>
          <a:xfrm>
            <a:off x="662575" y="6212475"/>
            <a:ext cx="586800" cy="571500"/>
            <a:chOff x="662575" y="6212475"/>
            <a:chExt cx="586800" cy="571500"/>
          </a:xfrm>
        </p:grpSpPr>
        <p:sp>
          <p:nvSpPr>
            <p:cNvPr id="509" name="Google Shape;50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2" name="Google Shape;512;g2c157a2fb06_0_700"/>
          <p:cNvGrpSpPr/>
          <p:nvPr/>
        </p:nvGrpSpPr>
        <p:grpSpPr>
          <a:xfrm>
            <a:off x="7894350" y="6212475"/>
            <a:ext cx="586800" cy="571500"/>
            <a:chOff x="7894350" y="6212475"/>
            <a:chExt cx="586800" cy="571500"/>
          </a:xfrm>
        </p:grpSpPr>
        <p:sp>
          <p:nvSpPr>
            <p:cNvPr id="513" name="Google Shape;51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16" name="Google Shape;516;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17" name="Google Shape;51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8" name="Google Shape;518;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19" name="Google Shape;519;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0" name="Google Shape;520;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1" name="Google Shape;52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522" name="Google Shape;52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23" name="Google Shape;523;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4" name="Google Shape;524;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6" name="Google Shape;52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7" name="Google Shape;527;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8" name="Google Shape;52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0" name="Google Shape;53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2" name="Google Shape;53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4" name="Google Shape;53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5" name="Google Shape;535;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6" name="Google Shape;53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7" name="Google Shape;53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8"/>
        <p:cNvGrpSpPr/>
        <p:nvPr/>
      </p:nvGrpSpPr>
      <p:grpSpPr>
        <a:xfrm>
          <a:off x="0" y="0"/>
          <a:ext cx="0" cy="0"/>
          <a:chOff x="0" y="0"/>
          <a:chExt cx="0" cy="0"/>
        </a:xfrm>
      </p:grpSpPr>
      <p:sp>
        <p:nvSpPr>
          <p:cNvPr id="539" name="Google Shape;539;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45" name="Google Shape;545;g2c157a2fb06_0_932"/>
          <p:cNvGrpSpPr/>
          <p:nvPr/>
        </p:nvGrpSpPr>
        <p:grpSpPr>
          <a:xfrm>
            <a:off x="662575" y="6212475"/>
            <a:ext cx="586800" cy="571500"/>
            <a:chOff x="662575" y="6212475"/>
            <a:chExt cx="586800" cy="571500"/>
          </a:xfrm>
        </p:grpSpPr>
        <p:sp>
          <p:nvSpPr>
            <p:cNvPr id="546" name="Google Shape;54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7" name="Google Shape;547;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9" name="Google Shape;549;g2c157a2fb06_0_932"/>
          <p:cNvGrpSpPr/>
          <p:nvPr/>
        </p:nvGrpSpPr>
        <p:grpSpPr>
          <a:xfrm>
            <a:off x="7894350" y="6212475"/>
            <a:ext cx="586800" cy="571500"/>
            <a:chOff x="7894350" y="6212475"/>
            <a:chExt cx="586800" cy="571500"/>
          </a:xfrm>
        </p:grpSpPr>
        <p:sp>
          <p:nvSpPr>
            <p:cNvPr id="550" name="Google Shape;55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1" name="Google Shape;551;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53" name="Google Shape;553;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54" name="Google Shape;55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56" name="Google Shape;556;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7" name="Google Shape;557;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8" name="Google Shape;558;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59" name="Google Shape;559;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0" name="Google Shape;560;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1" name="Google Shape;561;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2" name="Google Shape;562;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3" name="Google Shape;563;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64" name="Google Shape;564;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65" name="Google Shape;565;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66" name="Google Shape;566;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67" name="Google Shape;567;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8" name="Google Shape;568;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69" name="Google Shape;569;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0" name="Google Shape;570;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1" name="Google Shape;571;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2" name="Google Shape;572;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3" name="Google Shape;573;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4" name="Google Shape;574;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5" name="Google Shape;575;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6" name="Google Shape;576;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7" name="Google Shape;577;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8"/>
        <p:cNvGrpSpPr/>
        <p:nvPr/>
      </p:nvGrpSpPr>
      <p:grpSpPr>
        <a:xfrm>
          <a:off x="0" y="0"/>
          <a:ext cx="0" cy="0"/>
          <a:chOff x="0" y="0"/>
          <a:chExt cx="0" cy="0"/>
        </a:xfrm>
      </p:grpSpPr>
      <p:cxnSp>
        <p:nvCxnSpPr>
          <p:cNvPr id="579" name="Google Shape;57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0" name="Google Shape;58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1" name="Google Shape;58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2" name="Google Shape;58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3" name="Google Shape;58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4" name="Google Shape;58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5" name="Google Shape;58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6" name="Google Shape;58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4" name="Google Shape;594;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6" name="Google Shape;596;g2c157a2fb06_0_1045"/>
          <p:cNvGrpSpPr/>
          <p:nvPr/>
        </p:nvGrpSpPr>
        <p:grpSpPr>
          <a:xfrm>
            <a:off x="662575" y="6212475"/>
            <a:ext cx="586800" cy="571500"/>
            <a:chOff x="662575" y="6212475"/>
            <a:chExt cx="586800" cy="571500"/>
          </a:xfrm>
        </p:grpSpPr>
        <p:sp>
          <p:nvSpPr>
            <p:cNvPr id="597" name="Google Shape;59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0" name="Google Shape;600;g2c157a2fb06_0_1045"/>
          <p:cNvGrpSpPr/>
          <p:nvPr/>
        </p:nvGrpSpPr>
        <p:grpSpPr>
          <a:xfrm>
            <a:off x="7894350" y="6212475"/>
            <a:ext cx="586800" cy="571500"/>
            <a:chOff x="7894350" y="6212475"/>
            <a:chExt cx="586800" cy="571500"/>
          </a:xfrm>
        </p:grpSpPr>
        <p:sp>
          <p:nvSpPr>
            <p:cNvPr id="601" name="Google Shape;60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2" name="Google Shape;602;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4" name="Google Shape;604;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5" name="Google Shape;60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6" name="Google Shape;606;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7" name="Google Shape;607;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8" name="Google Shape;608;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9" name="Google Shape;609;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10" name="Google Shape;610;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611" name="Google Shape;611;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2" name="Google Shape;612;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13" name="Google Shape;613;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4" name="Google Shape;614;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5"/>
        <p:cNvGrpSpPr/>
        <p:nvPr/>
      </p:nvGrpSpPr>
      <p:grpSpPr>
        <a:xfrm>
          <a:off x="0" y="0"/>
          <a:ext cx="0" cy="0"/>
          <a:chOff x="0" y="0"/>
          <a:chExt cx="0" cy="0"/>
        </a:xfrm>
      </p:grpSpPr>
      <p:sp>
        <p:nvSpPr>
          <p:cNvPr id="616" name="Google Shape;616;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9" name="Google Shape;619;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0" name="Google Shape;620;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22" name="Google Shape;622;g2c157a2fb06_0_1110"/>
          <p:cNvGrpSpPr/>
          <p:nvPr/>
        </p:nvGrpSpPr>
        <p:grpSpPr>
          <a:xfrm>
            <a:off x="662575" y="6212475"/>
            <a:ext cx="586800" cy="571500"/>
            <a:chOff x="662575" y="6212475"/>
            <a:chExt cx="586800" cy="571500"/>
          </a:xfrm>
        </p:grpSpPr>
        <p:sp>
          <p:nvSpPr>
            <p:cNvPr id="623" name="Google Shape;62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157a2fb06_0_1110"/>
          <p:cNvGrpSpPr/>
          <p:nvPr/>
        </p:nvGrpSpPr>
        <p:grpSpPr>
          <a:xfrm>
            <a:off x="7894350" y="6212475"/>
            <a:ext cx="586800" cy="571500"/>
            <a:chOff x="7894350" y="6212475"/>
            <a:chExt cx="586800" cy="571500"/>
          </a:xfrm>
        </p:grpSpPr>
        <p:sp>
          <p:nvSpPr>
            <p:cNvPr id="627" name="Google Shape;62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0" name="Google Shape;630;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31" name="Google Shape;63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32" name="Google Shape;632;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33" name="Google Shape;633;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4" name="Google Shape;634;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5" name="Google Shape;63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36" name="Google Shape;63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37" name="Google Shape;637;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38" name="Google Shape;638;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39" name="Google Shape;639;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40" name="Google Shape;640;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41" name="Google Shape;641;g2c157a2fb06_0_1110"/>
          <p:cNvGrpSpPr/>
          <p:nvPr/>
        </p:nvGrpSpPr>
        <p:grpSpPr>
          <a:xfrm>
            <a:off x="5806200" y="1807463"/>
            <a:ext cx="756300" cy="146700"/>
            <a:chOff x="5806200" y="1807463"/>
            <a:chExt cx="756300" cy="146700"/>
          </a:xfrm>
        </p:grpSpPr>
        <p:sp>
          <p:nvSpPr>
            <p:cNvPr id="642" name="Google Shape;64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4" name="Google Shape;64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45" name="Google Shape;64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46" name="Google Shape;64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47" name="Google Shape;647;g2c157a2fb06_0_1110"/>
          <p:cNvGrpSpPr/>
          <p:nvPr/>
        </p:nvGrpSpPr>
        <p:grpSpPr>
          <a:xfrm>
            <a:off x="5806200" y="2842438"/>
            <a:ext cx="756300" cy="146700"/>
            <a:chOff x="5806200" y="1807463"/>
            <a:chExt cx="756300" cy="146700"/>
          </a:xfrm>
        </p:grpSpPr>
        <p:sp>
          <p:nvSpPr>
            <p:cNvPr id="648" name="Google Shape;648;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9" name="Google Shape;649;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1" name="Google Shape;651;g2c157a2fb06_0_1110"/>
          <p:cNvGrpSpPr/>
          <p:nvPr/>
        </p:nvGrpSpPr>
        <p:grpSpPr>
          <a:xfrm>
            <a:off x="5806200" y="3877413"/>
            <a:ext cx="756300" cy="146700"/>
            <a:chOff x="5806200" y="1807463"/>
            <a:chExt cx="756300" cy="146700"/>
          </a:xfrm>
        </p:grpSpPr>
        <p:sp>
          <p:nvSpPr>
            <p:cNvPr id="652" name="Google Shape;65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3" name="Google Shape;65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4" name="Google Shape;65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5"/>
        <p:cNvGrpSpPr/>
        <p:nvPr/>
      </p:nvGrpSpPr>
      <p:grpSpPr>
        <a:xfrm>
          <a:off x="0" y="0"/>
          <a:ext cx="0" cy="0"/>
          <a:chOff x="0" y="0"/>
          <a:chExt cx="0" cy="0"/>
        </a:xfrm>
      </p:grpSpPr>
      <p:sp>
        <p:nvSpPr>
          <p:cNvPr id="656" name="Google Shape;656;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0" name="Google Shape;660;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2" name="Google Shape;662;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9" name="Google Shape;669;p30"/>
          <p:cNvGrpSpPr/>
          <p:nvPr/>
        </p:nvGrpSpPr>
        <p:grpSpPr>
          <a:xfrm>
            <a:off x="6022940" y="5341706"/>
            <a:ext cx="594501" cy="305904"/>
            <a:chOff x="5672081" y="1914352"/>
            <a:chExt cx="792668" cy="305904"/>
          </a:xfrm>
        </p:grpSpPr>
        <p:sp>
          <p:nvSpPr>
            <p:cNvPr id="670" name="Google Shape;670;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2" name="Google Shape;672;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3" name="Google Shape;673;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1" name="Google Shape;681;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2" name="Google Shape;682;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6" name="Google Shape;696;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7" name="Google Shape;697;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8" name="Google Shape;698;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9" name="Google Shape;699;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0" name="Google Shape;700;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1"/>
        <p:cNvGrpSpPr/>
        <p:nvPr/>
      </p:nvGrpSpPr>
      <p:grpSpPr>
        <a:xfrm>
          <a:off x="0" y="0"/>
          <a:ext cx="0" cy="0"/>
          <a:chOff x="0" y="0"/>
          <a:chExt cx="0" cy="0"/>
        </a:xfrm>
      </p:grpSpPr>
      <p:sp>
        <p:nvSpPr>
          <p:cNvPr id="702" name="Google Shape;702;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3" name="Google Shape;703;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4" name="Google Shape;704;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5"/>
        <p:cNvGrpSpPr/>
        <p:nvPr/>
      </p:nvGrpSpPr>
      <p:grpSpPr>
        <a:xfrm>
          <a:off x="0" y="0"/>
          <a:ext cx="0" cy="0"/>
          <a:chOff x="0" y="0"/>
          <a:chExt cx="0" cy="0"/>
        </a:xfrm>
      </p:grpSpPr>
      <p:sp>
        <p:nvSpPr>
          <p:cNvPr id="706" name="Google Shape;706;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7" name="Google Shape;707;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8" name="Google Shape;708;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slide" Target="slide14.xml"/><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slide" Target="slide1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slide" Target="slide11.xml"/><Relationship Id="rId5" Type="http://schemas.openxmlformats.org/officeDocument/2006/relationships/image" Target="../media/image10.png"/><Relationship Id="rId10" Type="http://schemas.openxmlformats.org/officeDocument/2006/relationships/slide" Target="slide8.xml"/><Relationship Id="rId4" Type="http://schemas.openxmlformats.org/officeDocument/2006/relationships/image" Target="../media/image9.png"/><Relationship Id="rId9" Type="http://schemas.openxmlformats.org/officeDocument/2006/relationships/slide" Target="slide6.xml"/><Relationship Id="rId14" Type="http://schemas.openxmlformats.org/officeDocument/2006/relationships/slide" Target="slide16.xml"/></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png"/><Relationship Id="rId21" Type="http://schemas.openxmlformats.org/officeDocument/2006/relationships/image" Target="../media/image7.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notesSlide" Target="../notesSlides/notesSlide3.xml"/><Relationship Id="rId16" Type="http://schemas.openxmlformats.org/officeDocument/2006/relationships/image" Target="../media/image27.png"/><Relationship Id="rId20"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png"/><Relationship Id="rId19" Type="http://schemas.openxmlformats.org/officeDocument/2006/relationships/image" Target="../media/image8.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 Id="rId22"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5.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57.png"/><Relationship Id="rId4" Type="http://schemas.openxmlformats.org/officeDocument/2006/relationships/image" Target="../media/image56.png"/></Relationships>
</file>

<file path=ppt/slides/_rels/slide1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1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66.png"/><Relationship Id="rId4" Type="http://schemas.openxmlformats.org/officeDocument/2006/relationships/image" Target="../media/image65.png"/></Relationships>
</file>

<file path=ppt/slides/_rels/slide1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69.png"/><Relationship Id="rId4" Type="http://schemas.openxmlformats.org/officeDocument/2006/relationships/image" Target="../media/image68.png"/></Relationships>
</file>

<file path=ppt/slides/_rels/slide16.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70.png"/><Relationship Id="rId7" Type="http://schemas.openxmlformats.org/officeDocument/2006/relationships/image" Target="../media/image73.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72.png"/><Relationship Id="rId5" Type="http://schemas.openxmlformats.org/officeDocument/2006/relationships/image" Target="../media/image12.png"/><Relationship Id="rId4" Type="http://schemas.openxmlformats.org/officeDocument/2006/relationships/image" Target="../media/image71.png"/><Relationship Id="rId9" Type="http://schemas.openxmlformats.org/officeDocument/2006/relationships/image" Target="../media/image75.png"/></Relationships>
</file>

<file path=ppt/slides/_rels/slide17.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 Id="rId9" Type="http://schemas.openxmlformats.org/officeDocument/2006/relationships/image" Target="../media/image82.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image" Target="../media/image84.png"/><Relationship Id="rId5" Type="http://schemas.openxmlformats.org/officeDocument/2006/relationships/image" Target="../media/image7.png"/><Relationship Id="rId4" Type="http://schemas.openxmlformats.org/officeDocument/2006/relationships/image" Target="../media/image8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Review h b f ff</a:t>
            </a:r>
            <a:endParaRPr/>
          </a:p>
        </p:txBody>
      </p:sp>
      <p:sp>
        <p:nvSpPr>
          <p:cNvPr id="714" name="Google Shape;714;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5" name="Google Shape;715;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16" name="Google Shape;716;p1"/>
          <p:cNvPicPr preferRelativeResize="0"/>
          <p:nvPr/>
        </p:nvPicPr>
        <p:blipFill rotWithShape="1">
          <a:blip r:embed="rId3">
            <a:alphaModFix/>
          </a:blip>
          <a:srcRect l="19" r="19"/>
          <a:stretch/>
        </p:blipFill>
        <p:spPr>
          <a:xfrm rot="713627">
            <a:off x="7410699" y="4034342"/>
            <a:ext cx="1208038" cy="1709827"/>
          </a:xfrm>
          <a:prstGeom prst="rect">
            <a:avLst/>
          </a:prstGeom>
          <a:noFill/>
          <a:ln>
            <a:noFill/>
          </a:ln>
          <a:effectLst>
            <a:outerShdw blurRad="71438" dist="38100" dir="5220000" algn="bl" rotWithShape="0">
              <a:srgbClr val="000000">
                <a:alpha val="20000"/>
              </a:srgbClr>
            </a:outerShdw>
          </a:effectLst>
        </p:spPr>
      </p:pic>
      <p:sp>
        <p:nvSpPr>
          <p:cNvPr id="717" name="Google Shape;717;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25</a:t>
            </a:r>
            <a:endParaRPr/>
          </a:p>
        </p:txBody>
      </p:sp>
      <p:pic>
        <p:nvPicPr>
          <p:cNvPr id="718" name="Google Shape;718;p1"/>
          <p:cNvPicPr preferRelativeResize="0"/>
          <p:nvPr/>
        </p:nvPicPr>
        <p:blipFill rotWithShape="1">
          <a:blip r:embed="rId4">
            <a:alphaModFix/>
          </a:blip>
          <a:srcRect l="19" r="19"/>
          <a:stretch/>
        </p:blipFill>
        <p:spPr>
          <a:xfrm rot="193084">
            <a:off x="6380058" y="3884422"/>
            <a:ext cx="1208041" cy="1709826"/>
          </a:xfrm>
          <a:prstGeom prst="rect">
            <a:avLst/>
          </a:prstGeom>
          <a:noFill/>
          <a:ln>
            <a:noFill/>
          </a:ln>
          <a:effectLst>
            <a:outerShdw blurRad="71438" dist="38100" dir="5220000" algn="bl" rotWithShape="0">
              <a:srgbClr val="000000">
                <a:alpha val="20000"/>
              </a:srgbClr>
            </a:outerShdw>
          </a:effectLst>
        </p:spPr>
      </p:pic>
      <p:pic>
        <p:nvPicPr>
          <p:cNvPr id="719" name="Google Shape;719;p1"/>
          <p:cNvPicPr preferRelativeResize="0"/>
          <p:nvPr/>
        </p:nvPicPr>
        <p:blipFill rotWithShape="1">
          <a:blip r:embed="rId5">
            <a:alphaModFix/>
          </a:blip>
          <a:srcRect l="19" r="19"/>
          <a:stretch/>
        </p:blipFill>
        <p:spPr>
          <a:xfrm rot="-313763">
            <a:off x="5408681" y="3900402"/>
            <a:ext cx="1208040" cy="1709822"/>
          </a:xfrm>
          <a:prstGeom prst="rect">
            <a:avLst/>
          </a:prstGeom>
          <a:noFill/>
          <a:ln>
            <a:noFill/>
          </a:ln>
          <a:effectLst>
            <a:outerShdw blurRad="71438" dist="38100" dir="5220000" algn="bl" rotWithShape="0">
              <a:srgbClr val="000000">
                <a:alpha val="20000"/>
              </a:srgbClr>
            </a:outerShdw>
          </a:effectLst>
        </p:spPr>
      </p:pic>
      <p:pic>
        <p:nvPicPr>
          <p:cNvPr id="720" name="Google Shape;720;p1"/>
          <p:cNvPicPr preferRelativeResize="0"/>
          <p:nvPr/>
        </p:nvPicPr>
        <p:blipFill rotWithShape="1">
          <a:blip r:embed="rId6">
            <a:alphaModFix/>
          </a:blip>
          <a:srcRect l="79" r="69"/>
          <a:stretch/>
        </p:blipFill>
        <p:spPr>
          <a:xfrm rot="-781541">
            <a:off x="4374583" y="4110557"/>
            <a:ext cx="1208040" cy="1709828"/>
          </a:xfrm>
          <a:prstGeom prst="rect">
            <a:avLst/>
          </a:prstGeom>
          <a:noFill/>
          <a:ln>
            <a:noFill/>
          </a:ln>
          <a:effectLst>
            <a:outerShdw blurRad="71438" dist="38100" dir="5220000" algn="bl" rotWithShape="0">
              <a:srgbClr val="000000">
                <a:alpha val="20000"/>
              </a:srgbClr>
            </a:outerShdw>
          </a:effectLst>
        </p:spPr>
      </p:pic>
      <p:graphicFrame>
        <p:nvGraphicFramePr>
          <p:cNvPr id="721" name="Google Shape;721;p1"/>
          <p:cNvGraphicFramePr/>
          <p:nvPr/>
        </p:nvGraphicFramePr>
        <p:xfrm>
          <a:off x="4844200" y="1891197"/>
          <a:ext cx="3785000" cy="1678950"/>
        </p:xfrm>
        <a:graphic>
          <a:graphicData uri="http://schemas.openxmlformats.org/drawingml/2006/table">
            <a:tbl>
              <a:tblPr firstRow="1" bandRow="1">
                <a:noFill/>
                <a:tableStyleId>{BC819E7B-C23D-4A6C-A72B-EDFEC33D7F41}</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d</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g</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h</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b</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Jost"/>
                          <a:ea typeface="Jost"/>
                          <a:cs typeface="Jost"/>
                          <a:sym typeface="Jost"/>
                        </a:rPr>
                        <a:t>f</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Jost"/>
                          <a:ea typeface="Jost"/>
                          <a:cs typeface="Jost"/>
                          <a:sym typeface="Jost"/>
                        </a:rPr>
                        <a:t>ff</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g2bee4f4af4b_0_204"/>
          <p:cNvSpPr txBox="1">
            <a:spLocks noGrp="1"/>
          </p:cNvSpPr>
          <p:nvPr>
            <p:ph type="body" idx="1"/>
          </p:nvPr>
        </p:nvSpPr>
        <p:spPr>
          <a:xfrm>
            <a:off x="3527150" y="1032245"/>
            <a:ext cx="46944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letter / sounds and digraph </a:t>
            </a:r>
            <a:r>
              <a:rPr lang="en-US">
                <a:solidFill>
                  <a:srgbClr val="8DC63F"/>
                </a:solidFill>
              </a:rPr>
              <a:t>h b f ff</a:t>
            </a:r>
            <a:r>
              <a:rPr lang="en-US"/>
              <a:t>.</a:t>
            </a:r>
            <a:endParaRPr/>
          </a:p>
        </p:txBody>
      </p:sp>
      <p:sp>
        <p:nvSpPr>
          <p:cNvPr id="728" name="Google Shape;728;g2bee4f4af4b_0_204"/>
          <p:cNvSpPr txBox="1">
            <a:spLocks noGrp="1"/>
          </p:cNvSpPr>
          <p:nvPr>
            <p:ph type="body" idx="2"/>
          </p:nvPr>
        </p:nvSpPr>
        <p:spPr>
          <a:xfrm>
            <a:off x="3527150" y="2190450"/>
            <a:ext cx="48198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t>
            </a:r>
            <a:r>
              <a:rPr lang="en-US">
                <a:solidFill>
                  <a:srgbClr val="8DC63F"/>
                </a:solidFill>
              </a:rPr>
              <a:t>s a t p i n m d g o c k ck e u r h b f ff</a:t>
            </a:r>
            <a:r>
              <a:rPr lang="en-US"/>
              <a:t>.</a:t>
            </a:r>
            <a:endParaRPr/>
          </a:p>
          <a:p>
            <a:pPr marL="457200" lvl="0" indent="-330200" algn="l" rtl="0">
              <a:lnSpc>
                <a:spcPct val="100000"/>
              </a:lnSpc>
              <a:spcBef>
                <a:spcPts val="1000"/>
              </a:spcBef>
              <a:spcAft>
                <a:spcPts val="1000"/>
              </a:spcAft>
              <a:buSzPts val="1600"/>
              <a:buChar char="•"/>
            </a:pPr>
            <a:r>
              <a:rPr lang="en-US"/>
              <a:t>Recall Common Exception Words </a:t>
            </a:r>
            <a:r>
              <a:rPr lang="en-US">
                <a:solidFill>
                  <a:srgbClr val="2356AF"/>
                </a:solidFill>
              </a:rPr>
              <a:t>as I is no go to into the put</a:t>
            </a:r>
            <a:r>
              <a:rPr lang="en-US"/>
              <a:t>.</a:t>
            </a:r>
            <a:endParaRPr/>
          </a:p>
        </p:txBody>
      </p:sp>
      <p:sp>
        <p:nvSpPr>
          <p:cNvPr id="729" name="Google Shape;729;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30" name="Google Shape;73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31" name="Google Shape;73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32" name="Google Shape;732;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33" name="Google Shape;73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34" name="Google Shape;73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5" name="Google Shape;735;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36" name="Google Shape;73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37" name="Google Shape;73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8" name="Google Shape;738;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39" name="Google Shape;739;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40" name="Google Shape;740;g2bee4f4af4b_0_204"/>
          <p:cNvSpPr txBox="1"/>
          <p:nvPr/>
        </p:nvSpPr>
        <p:spPr>
          <a:xfrm>
            <a:off x="5814702" y="5256525"/>
            <a:ext cx="1507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41" name="Google Shape;741;g2bee4f4af4b_0_204"/>
          <p:cNvPicPr preferRelativeResize="0"/>
          <p:nvPr/>
        </p:nvPicPr>
        <p:blipFill rotWithShape="1">
          <a:blip r:embed="rId6">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742" name="Google Shape;742;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43" name="Google Shape;743;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44" name="Google Shape;744;g2bee4f4af4b_0_204"/>
          <p:cNvPicPr preferRelativeResize="0"/>
          <p:nvPr/>
        </p:nvPicPr>
        <p:blipFill rotWithShape="1">
          <a:blip r:embed="rId7">
            <a:alphaModFix/>
          </a:blip>
          <a:srcRect/>
          <a:stretch/>
        </p:blipFill>
        <p:spPr>
          <a:xfrm>
            <a:off x="7455246" y="4363493"/>
            <a:ext cx="786850" cy="590422"/>
          </a:xfrm>
          <a:prstGeom prst="rect">
            <a:avLst/>
          </a:prstGeom>
          <a:noFill/>
          <a:ln>
            <a:noFill/>
          </a:ln>
          <a:effectLst>
            <a:outerShdw blurRad="71438" dist="19050" dir="5220000" algn="bl" rotWithShape="0">
              <a:srgbClr val="D8D8D8"/>
            </a:outerShdw>
          </a:effectLst>
        </p:spPr>
      </p:pic>
      <p:sp>
        <p:nvSpPr>
          <p:cNvPr id="745" name="Google Shape;745;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46" name="Google Shape;746;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7" name="Google Shape;747;g2bee4f4af4b_0_204"/>
          <p:cNvPicPr preferRelativeResize="0"/>
          <p:nvPr/>
        </p:nvPicPr>
        <p:blipFill rotWithShape="1">
          <a:blip r:embed="rId8">
            <a:alphaModFix/>
          </a:blip>
          <a:srcRect t="89" b="9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48" name="Google Shape;748;g2bee4f4af4b_0_204">
            <a:hlinkClick r:id="rId9" action="ppaction://hlinksldjump"/>
          </p:cNvPr>
          <p:cNvSpPr/>
          <p:nvPr/>
        </p:nvSpPr>
        <p:spPr>
          <a:xfrm>
            <a:off x="966639" y="395542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9" name="Google Shape;749;g2bee4f4af4b_0_204">
            <a:hlinkClick r:id="rId10" action="ppaction://hlinksldjump"/>
          </p:cNvPr>
          <p:cNvSpPr/>
          <p:nvPr/>
        </p:nvSpPr>
        <p:spPr>
          <a:xfrm>
            <a:off x="2506251" y="3774175"/>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0" name="Google Shape;750;g2bee4f4af4b_0_204">
            <a:hlinkClick r:id="rId11" action="ppaction://hlinksldjump"/>
          </p:cNvPr>
          <p:cNvSpPr/>
          <p:nvPr/>
        </p:nvSpPr>
        <p:spPr>
          <a:xfrm>
            <a:off x="3550883" y="375989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1" name="Google Shape;751;g2bee4f4af4b_0_204">
            <a:hlinkClick r:id="rId12" action="ppaction://hlinksldjump"/>
          </p:cNvPr>
          <p:cNvSpPr/>
          <p:nvPr/>
        </p:nvSpPr>
        <p:spPr>
          <a:xfrm>
            <a:off x="4852345" y="375450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2" name="Google Shape;752;g2bee4f4af4b_0_204">
            <a:hlinkClick r:id="rId13" action="ppaction://hlinksldjump"/>
          </p:cNvPr>
          <p:cNvSpPr/>
          <p:nvPr/>
        </p:nvSpPr>
        <p:spPr>
          <a:xfrm>
            <a:off x="5937050" y="382991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3" name="Google Shape;753;g2bee4f4af4b_0_204">
            <a:hlinkClick r:id="rId14" action="ppaction://hlinksldjump"/>
          </p:cNvPr>
          <p:cNvSpPr/>
          <p:nvPr/>
        </p:nvSpPr>
        <p:spPr>
          <a:xfrm>
            <a:off x="7350521" y="37545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60000"/>
              </a:lnSpc>
              <a:spcBef>
                <a:spcPts val="1000"/>
              </a:spcBef>
              <a:spcAft>
                <a:spcPts val="0"/>
              </a:spcAft>
              <a:buSzPts val="2400"/>
              <a:buNone/>
            </a:pPr>
            <a:r>
              <a:rPr lang="en-US"/>
              <a:t>Recall </a:t>
            </a:r>
            <a:r>
              <a:rPr lang="en-US">
                <a:solidFill>
                  <a:srgbClr val="8DC63F"/>
                </a:solidFill>
              </a:rPr>
              <a:t>s a t p i n m d g o c k ck e u r h b f ff</a:t>
            </a:r>
            <a:r>
              <a:rPr lang="en-US"/>
              <a:t>.</a:t>
            </a:r>
            <a:endParaRPr/>
          </a:p>
        </p:txBody>
      </p:sp>
      <p:pic>
        <p:nvPicPr>
          <p:cNvPr id="760" name="Google Shape;760;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686"/>
              </a:srgbClr>
            </a:outerShdw>
          </a:effectLst>
        </p:spPr>
      </p:pic>
      <p:pic>
        <p:nvPicPr>
          <p:cNvPr id="761" name="Google Shape;761;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686"/>
              </a:srgbClr>
            </a:outerShdw>
          </a:effectLst>
        </p:spPr>
      </p:pic>
      <p:pic>
        <p:nvPicPr>
          <p:cNvPr id="762" name="Google Shape;762;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686"/>
              </a:srgbClr>
            </a:outerShdw>
          </a:effectLst>
        </p:spPr>
      </p:pic>
      <p:pic>
        <p:nvPicPr>
          <p:cNvPr id="763" name="Google Shape;763;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686"/>
              </a:srgbClr>
            </a:outerShdw>
          </a:effectLst>
        </p:spPr>
      </p:pic>
      <p:pic>
        <p:nvPicPr>
          <p:cNvPr id="764" name="Google Shape;764;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686"/>
              </a:srgbClr>
            </a:outerShdw>
          </a:effectLst>
        </p:spPr>
      </p:pic>
      <p:pic>
        <p:nvPicPr>
          <p:cNvPr id="765" name="Google Shape;765;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686"/>
              </a:srgbClr>
            </a:outerShdw>
          </a:effectLst>
        </p:spPr>
      </p:pic>
      <p:pic>
        <p:nvPicPr>
          <p:cNvPr id="766" name="Google Shape;766;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686"/>
              </a:srgbClr>
            </a:outerShdw>
          </a:effectLst>
        </p:spPr>
      </p:pic>
      <p:pic>
        <p:nvPicPr>
          <p:cNvPr id="767" name="Google Shape;767;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686"/>
              </a:srgbClr>
            </a:outerShdw>
          </a:effectLst>
        </p:spPr>
      </p:pic>
      <p:pic>
        <p:nvPicPr>
          <p:cNvPr id="768" name="Google Shape;768;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686"/>
              </a:srgbClr>
            </a:outerShdw>
          </a:effectLst>
        </p:spPr>
      </p:pic>
      <p:pic>
        <p:nvPicPr>
          <p:cNvPr id="769" name="Google Shape;769;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686"/>
              </a:srgbClr>
            </a:outerShdw>
          </a:effectLst>
        </p:spPr>
      </p:pic>
      <p:pic>
        <p:nvPicPr>
          <p:cNvPr id="770" name="Google Shape;770;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686"/>
              </a:srgbClr>
            </a:outerShdw>
          </a:effectLst>
        </p:spPr>
      </p:pic>
      <p:pic>
        <p:nvPicPr>
          <p:cNvPr id="771" name="Google Shape;771;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686"/>
              </a:srgbClr>
            </a:outerShdw>
          </a:effectLst>
        </p:spPr>
      </p:pic>
      <p:pic>
        <p:nvPicPr>
          <p:cNvPr id="772" name="Google Shape;772;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686"/>
              </a:srgbClr>
            </a:outerShdw>
          </a:effectLst>
        </p:spPr>
      </p:pic>
      <p:pic>
        <p:nvPicPr>
          <p:cNvPr id="773" name="Google Shape;773;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686"/>
              </a:srgbClr>
            </a:outerShdw>
          </a:effectLst>
        </p:spPr>
      </p:pic>
      <p:pic>
        <p:nvPicPr>
          <p:cNvPr id="774" name="Google Shape;774;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686"/>
              </a:srgbClr>
            </a:outerShdw>
          </a:effectLst>
        </p:spPr>
      </p:pic>
      <p:pic>
        <p:nvPicPr>
          <p:cNvPr id="775" name="Google Shape;775;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686"/>
              </a:srgbClr>
            </a:outerShdw>
          </a:effectLst>
        </p:spPr>
      </p:pic>
      <p:pic>
        <p:nvPicPr>
          <p:cNvPr id="776" name="Google Shape;776;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686"/>
              </a:srgbClr>
            </a:outerShdw>
          </a:effectLst>
        </p:spPr>
      </p:pic>
      <p:pic>
        <p:nvPicPr>
          <p:cNvPr id="777" name="Google Shape;777;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686"/>
              </a:srgbClr>
            </a:outerShdw>
          </a:effectLst>
        </p:spPr>
      </p:pic>
      <p:pic>
        <p:nvPicPr>
          <p:cNvPr id="778" name="Google Shape;778;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686"/>
              </a:srgbClr>
            </a:outerShdw>
          </a:effectLst>
        </p:spPr>
      </p:pic>
      <p:pic>
        <p:nvPicPr>
          <p:cNvPr id="779" name="Google Shape;779;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g31b16bf61aa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a:t>
            </a:r>
            <a:r>
              <a:rPr lang="en-US"/>
              <a:t>.</a:t>
            </a:r>
            <a:endParaRPr/>
          </a:p>
        </p:txBody>
      </p:sp>
      <p:pic>
        <p:nvPicPr>
          <p:cNvPr id="786" name="Google Shape;786;g31b16bf61aa_0_0"/>
          <p:cNvPicPr preferRelativeResize="0"/>
          <p:nvPr/>
        </p:nvPicPr>
        <p:blipFill rotWithShape="1">
          <a:blip r:embed="rId3">
            <a:alphaModFix/>
          </a:blip>
          <a:srcRect/>
          <a:stretch/>
        </p:blipFill>
        <p:spPr>
          <a:xfrm>
            <a:off x="868300" y="2129450"/>
            <a:ext cx="1729714" cy="1236108"/>
          </a:xfrm>
          <a:prstGeom prst="rect">
            <a:avLst/>
          </a:prstGeom>
          <a:noFill/>
          <a:ln>
            <a:noFill/>
          </a:ln>
          <a:effectLst>
            <a:outerShdw blurRad="71438" dist="19050" dir="5400000" algn="bl" rotWithShape="0">
              <a:srgbClr val="000000">
                <a:alpha val="18820"/>
              </a:srgbClr>
            </a:outerShdw>
          </a:effectLst>
        </p:spPr>
      </p:pic>
      <p:pic>
        <p:nvPicPr>
          <p:cNvPr id="787" name="Google Shape;787;g31b16bf61aa_0_0"/>
          <p:cNvPicPr preferRelativeResize="0"/>
          <p:nvPr/>
        </p:nvPicPr>
        <p:blipFill rotWithShape="1">
          <a:blip r:embed="rId4">
            <a:alphaModFix/>
          </a:blip>
          <a:srcRect l="99" r="99"/>
          <a:stretch/>
        </p:blipFill>
        <p:spPr>
          <a:xfrm>
            <a:off x="2717790" y="2129450"/>
            <a:ext cx="1730477" cy="1241248"/>
          </a:xfrm>
          <a:prstGeom prst="rect">
            <a:avLst/>
          </a:prstGeom>
          <a:noFill/>
          <a:ln>
            <a:noFill/>
          </a:ln>
          <a:effectLst>
            <a:outerShdw blurRad="71438" dist="19050" dir="5400000" algn="bl" rotWithShape="0">
              <a:srgbClr val="000000">
                <a:alpha val="18820"/>
              </a:srgbClr>
            </a:outerShdw>
          </a:effectLst>
        </p:spPr>
      </p:pic>
      <p:pic>
        <p:nvPicPr>
          <p:cNvPr id="788" name="Google Shape;788;g31b16bf61aa_0_0"/>
          <p:cNvPicPr preferRelativeResize="0"/>
          <p:nvPr/>
        </p:nvPicPr>
        <p:blipFill rotWithShape="1">
          <a:blip r:embed="rId5">
            <a:alphaModFix/>
          </a:blip>
          <a:srcRect l="99" r="99"/>
          <a:stretch/>
        </p:blipFill>
        <p:spPr>
          <a:xfrm>
            <a:off x="4568044" y="2129450"/>
            <a:ext cx="1730477" cy="1239151"/>
          </a:xfrm>
          <a:prstGeom prst="rect">
            <a:avLst/>
          </a:prstGeom>
          <a:noFill/>
          <a:ln>
            <a:noFill/>
          </a:ln>
          <a:effectLst>
            <a:outerShdw blurRad="71438" dist="19050" dir="5400000" algn="bl" rotWithShape="0">
              <a:srgbClr val="000000">
                <a:alpha val="18820"/>
              </a:srgbClr>
            </a:outerShdw>
          </a:effectLst>
        </p:spPr>
      </p:pic>
      <p:pic>
        <p:nvPicPr>
          <p:cNvPr id="789" name="Google Shape;789;g31b16bf61aa_0_0"/>
          <p:cNvPicPr preferRelativeResize="0"/>
          <p:nvPr/>
        </p:nvPicPr>
        <p:blipFill rotWithShape="1">
          <a:blip r:embed="rId6">
            <a:alphaModFix/>
          </a:blip>
          <a:srcRect l="99" r="99"/>
          <a:stretch/>
        </p:blipFill>
        <p:spPr>
          <a:xfrm>
            <a:off x="6418298" y="2129450"/>
            <a:ext cx="1730477" cy="1239151"/>
          </a:xfrm>
          <a:prstGeom prst="rect">
            <a:avLst/>
          </a:prstGeom>
          <a:noFill/>
          <a:ln>
            <a:noFill/>
          </a:ln>
          <a:effectLst>
            <a:outerShdw blurRad="71438" dist="19050" dir="5400000" algn="bl" rotWithShape="0">
              <a:srgbClr val="000000">
                <a:alpha val="18820"/>
              </a:srgbClr>
            </a:outerShdw>
          </a:effectLst>
        </p:spPr>
      </p:pic>
      <p:pic>
        <p:nvPicPr>
          <p:cNvPr id="790" name="Google Shape;790;g31b16bf61aa_0_0"/>
          <p:cNvPicPr preferRelativeResize="0"/>
          <p:nvPr/>
        </p:nvPicPr>
        <p:blipFill rotWithShape="1">
          <a:blip r:embed="rId7">
            <a:alphaModFix/>
          </a:blip>
          <a:srcRect l="99" r="99"/>
          <a:stretch/>
        </p:blipFill>
        <p:spPr>
          <a:xfrm>
            <a:off x="868300" y="3459285"/>
            <a:ext cx="1730477" cy="1239151"/>
          </a:xfrm>
          <a:prstGeom prst="rect">
            <a:avLst/>
          </a:prstGeom>
          <a:noFill/>
          <a:ln>
            <a:noFill/>
          </a:ln>
          <a:effectLst>
            <a:outerShdw blurRad="71438" dist="19050" dir="5400000" algn="bl" rotWithShape="0">
              <a:srgbClr val="000000">
                <a:alpha val="18820"/>
              </a:srgbClr>
            </a:outerShdw>
          </a:effectLst>
        </p:spPr>
      </p:pic>
      <p:pic>
        <p:nvPicPr>
          <p:cNvPr id="791" name="Google Shape;791;g31b16bf61aa_0_0"/>
          <p:cNvPicPr preferRelativeResize="0"/>
          <p:nvPr/>
        </p:nvPicPr>
        <p:blipFill rotWithShape="1">
          <a:blip r:embed="rId8">
            <a:alphaModFix/>
          </a:blip>
          <a:srcRect l="99" r="99"/>
          <a:stretch/>
        </p:blipFill>
        <p:spPr>
          <a:xfrm>
            <a:off x="2717790" y="3459285"/>
            <a:ext cx="1730477" cy="1239151"/>
          </a:xfrm>
          <a:prstGeom prst="rect">
            <a:avLst/>
          </a:prstGeom>
          <a:noFill/>
          <a:ln>
            <a:noFill/>
          </a:ln>
          <a:effectLst>
            <a:outerShdw blurRad="71438" dist="19050" dir="5400000" algn="bl" rotWithShape="0">
              <a:srgbClr val="000000">
                <a:alpha val="18820"/>
              </a:srgbClr>
            </a:outerShdw>
          </a:effectLst>
        </p:spPr>
      </p:pic>
      <p:pic>
        <p:nvPicPr>
          <p:cNvPr id="792" name="Google Shape;792;g31b16bf61aa_0_0"/>
          <p:cNvPicPr preferRelativeResize="0"/>
          <p:nvPr/>
        </p:nvPicPr>
        <p:blipFill rotWithShape="1">
          <a:blip r:embed="rId9">
            <a:alphaModFix/>
          </a:blip>
          <a:srcRect l="99" r="99"/>
          <a:stretch/>
        </p:blipFill>
        <p:spPr>
          <a:xfrm>
            <a:off x="4568044" y="3457188"/>
            <a:ext cx="1730477" cy="1241248"/>
          </a:xfrm>
          <a:prstGeom prst="rect">
            <a:avLst/>
          </a:prstGeom>
          <a:noFill/>
          <a:ln>
            <a:noFill/>
          </a:ln>
          <a:effectLst>
            <a:outerShdw blurRad="71438" dist="19050" dir="5400000" algn="bl" rotWithShape="0">
              <a:srgbClr val="000000">
                <a:alpha val="18820"/>
              </a:srgbClr>
            </a:outerShdw>
          </a:effectLst>
        </p:spPr>
      </p:pic>
      <p:pic>
        <p:nvPicPr>
          <p:cNvPr id="793" name="Google Shape;793;g31b16bf61aa_0_0"/>
          <p:cNvPicPr preferRelativeResize="0"/>
          <p:nvPr/>
        </p:nvPicPr>
        <p:blipFill rotWithShape="1">
          <a:blip r:embed="rId10">
            <a:alphaModFix/>
          </a:blip>
          <a:srcRect l="99" r="99"/>
          <a:stretch/>
        </p:blipFill>
        <p:spPr>
          <a:xfrm>
            <a:off x="6416205" y="3457188"/>
            <a:ext cx="1732569" cy="1239151"/>
          </a:xfrm>
          <a:prstGeom prst="rect">
            <a:avLst/>
          </a:prstGeom>
          <a:noFill/>
          <a:ln>
            <a:noFill/>
          </a:ln>
          <a:effectLst>
            <a:outerShdw blurRad="71438" dist="19050" dir="5400000" algn="bl" rotWithShape="0">
              <a:srgbClr val="000000">
                <a:alpha val="18820"/>
              </a:srgbClr>
            </a:outerShdw>
          </a:effectLst>
        </p:spPr>
      </p:pic>
      <p:pic>
        <p:nvPicPr>
          <p:cNvPr id="794" name="Google Shape;794;g31b16bf61aa_0_0"/>
          <p:cNvPicPr preferRelativeResize="0"/>
          <p:nvPr/>
        </p:nvPicPr>
        <p:blipFill rotWithShape="1">
          <a:blip r:embed="rId11">
            <a:alphaModFix/>
          </a:blip>
          <a:srcRect l="99" r="99"/>
          <a:stretch/>
        </p:blipFill>
        <p:spPr>
          <a:xfrm>
            <a:off x="3705715" y="4786988"/>
            <a:ext cx="1732569" cy="1239151"/>
          </a:xfrm>
          <a:prstGeom prst="rect">
            <a:avLst/>
          </a:prstGeom>
          <a:noFill/>
          <a:ln>
            <a:noFill/>
          </a:ln>
          <a:effectLst>
            <a:outerShdw blurRad="71438" dist="19050" dir="5400000" algn="bl" rotWithShape="0">
              <a:srgbClr val="000000">
                <a:alpha val="1882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g2d9de9520c8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01" name="Google Shape;801;g2d9de9520c8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802" name="Google Shape;802;g2d9de9520c8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cxnSp>
        <p:nvCxnSpPr>
          <p:cNvPr id="803" name="Google Shape;803;g2d9de9520c8_0_0"/>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10" name="Google Shape;810;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11" name="Google Shape;811;g2c186218c5a_0_17"/>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sp>
        <p:nvSpPr>
          <p:cNvPr id="812" name="Google Shape;812;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13" name="Google Shape;813;g2c186218c5a_0_17"/>
          <p:cNvPicPr preferRelativeResize="0"/>
          <p:nvPr/>
        </p:nvPicPr>
        <p:blipFill rotWithShape="1">
          <a:blip r:embed="rId4">
            <a:alphaModFix/>
          </a:blip>
          <a:srcRect t="149" b="139"/>
          <a:stretch/>
        </p:blipFill>
        <p:spPr>
          <a:xfrm>
            <a:off x="889350" y="3516780"/>
            <a:ext cx="3588138" cy="1434669"/>
          </a:xfrm>
          <a:prstGeom prst="rect">
            <a:avLst/>
          </a:prstGeom>
          <a:noFill/>
          <a:ln>
            <a:noFill/>
          </a:ln>
          <a:effectLst>
            <a:outerShdw blurRad="71438" dist="19050" dir="5400000" algn="bl" rotWithShape="0">
              <a:srgbClr val="000000">
                <a:alpha val="20000"/>
              </a:srgbClr>
            </a:outerShdw>
          </a:effectLst>
        </p:spPr>
      </p:pic>
      <p:pic>
        <p:nvPicPr>
          <p:cNvPr id="814" name="Google Shape;814;g2c186218c5a_0_17"/>
          <p:cNvPicPr preferRelativeResize="0"/>
          <p:nvPr/>
        </p:nvPicPr>
        <p:blipFill rotWithShape="1">
          <a:blip r:embed="rId5">
            <a:alphaModFix/>
          </a:blip>
          <a:srcRect t="39" b="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815" name="Google Shape;815;g2c186218c5a_0_17"/>
          <p:cNvPicPr preferRelativeResize="0"/>
          <p:nvPr/>
        </p:nvPicPr>
        <p:blipFill rotWithShape="1">
          <a:blip r:embed="rId6">
            <a:alphaModFix/>
          </a:blip>
          <a:srcRect t="39" b="39"/>
          <a:stretch/>
        </p:blipFill>
        <p:spPr>
          <a:xfrm>
            <a:off x="4666512"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22" name="Google Shape;822;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23" name="Google Shape;823;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24" name="Google Shape;824;g26b641b03cd_0_185"/>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825" name="Google Shape;825;g26b641b03cd_0_185"/>
          <p:cNvPicPr preferRelativeResize="0"/>
          <p:nvPr/>
        </p:nvPicPr>
        <p:blipFill rotWithShape="1">
          <a:blip r:embed="rId4">
            <a:alphaModFix/>
          </a:blip>
          <a:srcRect t="149" b="139"/>
          <a:stretch/>
        </p:blipFill>
        <p:spPr>
          <a:xfrm>
            <a:off x="889350" y="3516780"/>
            <a:ext cx="3588138" cy="1434669"/>
          </a:xfrm>
          <a:prstGeom prst="rect">
            <a:avLst/>
          </a:prstGeom>
          <a:noFill/>
          <a:ln>
            <a:noFill/>
          </a:ln>
          <a:effectLst>
            <a:outerShdw blurRad="71438" dist="19050" dir="5400000" algn="bl" rotWithShape="0">
              <a:srgbClr val="000000">
                <a:alpha val="20000"/>
              </a:srgbClr>
            </a:outerShdw>
          </a:effectLst>
        </p:spPr>
      </p:pic>
      <p:pic>
        <p:nvPicPr>
          <p:cNvPr id="826" name="Google Shape;826;g26b641b03cd_0_185"/>
          <p:cNvPicPr preferRelativeResize="0"/>
          <p:nvPr/>
        </p:nvPicPr>
        <p:blipFill rotWithShape="1">
          <a:blip r:embed="rId5">
            <a:alphaModFix/>
          </a:blip>
          <a:srcRect t="39" b="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827" name="Google Shape;827;g26b641b03cd_0_185"/>
          <p:cNvPicPr preferRelativeResize="0"/>
          <p:nvPr/>
        </p:nvPicPr>
        <p:blipFill rotWithShape="1">
          <a:blip r:embed="rId6">
            <a:alphaModFix/>
          </a:blip>
          <a:srcRect t="39" b="39"/>
          <a:stretch/>
        </p:blipFill>
        <p:spPr>
          <a:xfrm>
            <a:off x="4666512"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34" name="Google Shape;834;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835" name="Google Shape;835;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36" name="Google Shape;836;g2c186218c5a_0_25"/>
          <p:cNvPicPr preferRelativeResize="0"/>
          <p:nvPr/>
        </p:nvPicPr>
        <p:blipFill rotWithShape="1">
          <a:blip r:embed="rId3">
            <a:alphaModFix/>
          </a:blip>
          <a:srcRect l="79" r="79"/>
          <a:stretch/>
        </p:blipFill>
        <p:spPr>
          <a:xfrm>
            <a:off x="930445" y="2001075"/>
            <a:ext cx="1747050" cy="2472849"/>
          </a:xfrm>
          <a:prstGeom prst="rect">
            <a:avLst/>
          </a:prstGeom>
          <a:noFill/>
          <a:ln>
            <a:noFill/>
          </a:ln>
          <a:effectLst>
            <a:outerShdw blurRad="71438" dist="28575" dir="5400000" algn="bl" rotWithShape="0">
              <a:srgbClr val="000000">
                <a:alpha val="15686"/>
              </a:srgbClr>
            </a:outerShdw>
          </a:effectLst>
        </p:spPr>
      </p:pic>
      <p:pic>
        <p:nvPicPr>
          <p:cNvPr id="837" name="Google Shape;837;g2c186218c5a_0_25"/>
          <p:cNvPicPr preferRelativeResize="0"/>
          <p:nvPr/>
        </p:nvPicPr>
        <p:blipFill rotWithShape="1">
          <a:blip r:embed="rId4">
            <a:alphaModFix/>
          </a:blip>
          <a:srcRect l="19" r="29"/>
          <a:stretch/>
        </p:blipFill>
        <p:spPr>
          <a:xfrm>
            <a:off x="6466506" y="2001075"/>
            <a:ext cx="1747050" cy="2472848"/>
          </a:xfrm>
          <a:prstGeom prst="rect">
            <a:avLst/>
          </a:prstGeom>
          <a:noFill/>
          <a:ln>
            <a:noFill/>
          </a:ln>
          <a:effectLst>
            <a:outerShdw blurRad="71438" dist="28575" dir="5400000" algn="bl" rotWithShape="0">
              <a:srgbClr val="000000">
                <a:alpha val="15686"/>
              </a:srgbClr>
            </a:outerShdw>
          </a:effectLst>
        </p:spPr>
      </p:pic>
      <p:pic>
        <p:nvPicPr>
          <p:cNvPr id="838" name="Google Shape;838;g2c186218c5a_0_25"/>
          <p:cNvPicPr preferRelativeResize="0"/>
          <p:nvPr/>
        </p:nvPicPr>
        <p:blipFill rotWithShape="1">
          <a:blip r:embed="rId5">
            <a:alphaModFix/>
          </a:blip>
          <a:srcRect l="19" r="29"/>
          <a:stretch/>
        </p:blipFill>
        <p:spPr>
          <a:xfrm>
            <a:off x="2775799" y="2001075"/>
            <a:ext cx="1747050" cy="2472848"/>
          </a:xfrm>
          <a:prstGeom prst="rect">
            <a:avLst/>
          </a:prstGeom>
          <a:noFill/>
          <a:ln>
            <a:noFill/>
          </a:ln>
          <a:effectLst>
            <a:outerShdw blurRad="71438" dist="28575" dir="5400000" algn="bl" rotWithShape="0">
              <a:srgbClr val="000000">
                <a:alpha val="15686"/>
              </a:srgbClr>
            </a:outerShdw>
          </a:effectLst>
        </p:spPr>
      </p:pic>
      <p:pic>
        <p:nvPicPr>
          <p:cNvPr id="839" name="Google Shape;839;g2c186218c5a_0_25"/>
          <p:cNvPicPr preferRelativeResize="0"/>
          <p:nvPr/>
        </p:nvPicPr>
        <p:blipFill rotWithShape="1">
          <a:blip r:embed="rId6">
            <a:alphaModFix/>
          </a:blip>
          <a:srcRect l="19" r="29"/>
          <a:stretch/>
        </p:blipFill>
        <p:spPr>
          <a:xfrm>
            <a:off x="4621153" y="2001075"/>
            <a:ext cx="1747050" cy="2472848"/>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46" name="Google Shape;846;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847" name="Google Shape;847;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48" name="Google Shape;848;g26b641b03cd_0_192"/>
          <p:cNvPicPr preferRelativeResize="0"/>
          <p:nvPr/>
        </p:nvPicPr>
        <p:blipFill rotWithShape="1">
          <a:blip r:embed="rId3">
            <a:alphaModFix/>
          </a:blip>
          <a:srcRect l="79" r="79"/>
          <a:stretch/>
        </p:blipFill>
        <p:spPr>
          <a:xfrm>
            <a:off x="930445" y="2001075"/>
            <a:ext cx="1747050" cy="2472849"/>
          </a:xfrm>
          <a:prstGeom prst="rect">
            <a:avLst/>
          </a:prstGeom>
          <a:noFill/>
          <a:ln>
            <a:noFill/>
          </a:ln>
          <a:effectLst>
            <a:outerShdw blurRad="71438" dist="28575" dir="5400000" algn="bl" rotWithShape="0">
              <a:srgbClr val="000000">
                <a:alpha val="15686"/>
              </a:srgbClr>
            </a:outerShdw>
          </a:effectLst>
        </p:spPr>
      </p:pic>
      <p:pic>
        <p:nvPicPr>
          <p:cNvPr id="849" name="Google Shape;849;g26b641b03cd_0_192"/>
          <p:cNvPicPr preferRelativeResize="0"/>
          <p:nvPr/>
        </p:nvPicPr>
        <p:blipFill rotWithShape="1">
          <a:blip r:embed="rId4">
            <a:alphaModFix/>
          </a:blip>
          <a:srcRect l="19" r="29"/>
          <a:stretch/>
        </p:blipFill>
        <p:spPr>
          <a:xfrm>
            <a:off x="6466506" y="2001075"/>
            <a:ext cx="1747050" cy="2472848"/>
          </a:xfrm>
          <a:prstGeom prst="rect">
            <a:avLst/>
          </a:prstGeom>
          <a:noFill/>
          <a:ln>
            <a:noFill/>
          </a:ln>
          <a:effectLst>
            <a:outerShdw blurRad="71438" dist="28575" dir="5400000" algn="bl" rotWithShape="0">
              <a:srgbClr val="000000">
                <a:alpha val="15686"/>
              </a:srgbClr>
            </a:outerShdw>
          </a:effectLst>
        </p:spPr>
      </p:pic>
      <p:pic>
        <p:nvPicPr>
          <p:cNvPr id="850" name="Google Shape;850;g26b641b03cd_0_192"/>
          <p:cNvPicPr preferRelativeResize="0"/>
          <p:nvPr/>
        </p:nvPicPr>
        <p:blipFill rotWithShape="1">
          <a:blip r:embed="rId5">
            <a:alphaModFix/>
          </a:blip>
          <a:srcRect l="19" r="29"/>
          <a:stretch/>
        </p:blipFill>
        <p:spPr>
          <a:xfrm>
            <a:off x="2775799" y="2001075"/>
            <a:ext cx="1747050" cy="2472848"/>
          </a:xfrm>
          <a:prstGeom prst="rect">
            <a:avLst/>
          </a:prstGeom>
          <a:noFill/>
          <a:ln>
            <a:noFill/>
          </a:ln>
          <a:effectLst>
            <a:outerShdw blurRad="71438" dist="28575" dir="5400000" algn="bl" rotWithShape="0">
              <a:srgbClr val="000000">
                <a:alpha val="15686"/>
              </a:srgbClr>
            </a:outerShdw>
          </a:effectLst>
        </p:spPr>
      </p:pic>
      <p:pic>
        <p:nvPicPr>
          <p:cNvPr id="851" name="Google Shape;851;g26b641b03cd_0_192"/>
          <p:cNvPicPr preferRelativeResize="0"/>
          <p:nvPr/>
        </p:nvPicPr>
        <p:blipFill rotWithShape="1">
          <a:blip r:embed="rId6">
            <a:alphaModFix/>
          </a:blip>
          <a:srcRect l="19" r="29"/>
          <a:stretch/>
        </p:blipFill>
        <p:spPr>
          <a:xfrm>
            <a:off x="4621153" y="2001075"/>
            <a:ext cx="1747050" cy="2472848"/>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58" name="Google Shape;858;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859" name="Google Shape;859;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60" name="Google Shape;860;g26b641b03cd_0_204"/>
          <p:cNvPicPr preferRelativeResize="0"/>
          <p:nvPr/>
        </p:nvPicPr>
        <p:blipFill rotWithShape="1">
          <a:blip r:embed="rId3">
            <a:alphaModFix/>
          </a:blip>
          <a:srcRect l="149" r="159"/>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861" name="Google Shape;861;g26b641b03cd_0_204"/>
          <p:cNvPicPr preferRelativeResize="0"/>
          <p:nvPr/>
        </p:nvPicPr>
        <p:blipFill rotWithShape="1">
          <a:blip r:embed="rId4">
            <a:alphaModFix/>
          </a:blip>
          <a:srcRect l="149" r="159"/>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862" name="Google Shape;862;g26b641b03cd_0_204"/>
          <p:cNvPicPr preferRelativeResize="0"/>
          <p:nvPr/>
        </p:nvPicPr>
        <p:blipFill rotWithShape="1">
          <a:blip r:embed="rId5">
            <a:alphaModFix/>
          </a:blip>
          <a:srcRect l="149" r="159"/>
          <a:stretch/>
        </p:blipFill>
        <p:spPr>
          <a:xfrm>
            <a:off x="64665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863" name="Google Shape;863;g26b641b03cd_0_204"/>
          <p:cNvPicPr preferRelativeResize="0"/>
          <p:nvPr/>
        </p:nvPicPr>
        <p:blipFill rotWithShape="1">
          <a:blip r:embed="rId6">
            <a:alphaModFix/>
          </a:blip>
          <a:srcRect l="79" r="89"/>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70" name="Google Shape;87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871" name="Google Shape;871;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72" name="Google Shape;872;g2c186218c5a_0_48"/>
          <p:cNvPicPr preferRelativeResize="0"/>
          <p:nvPr/>
        </p:nvPicPr>
        <p:blipFill rotWithShape="1">
          <a:blip r:embed="rId3">
            <a:alphaModFix/>
          </a:blip>
          <a:srcRect l="69" r="69"/>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873" name="Google Shape;873;g2c186218c5a_0_48"/>
          <p:cNvPicPr preferRelativeResize="0"/>
          <p:nvPr/>
        </p:nvPicPr>
        <p:blipFill rotWithShape="1">
          <a:blip r:embed="rId4">
            <a:alphaModFix/>
          </a:blip>
          <a:srcRect l="69" r="69"/>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874" name="Google Shape;874;g2c186218c5a_0_48"/>
          <p:cNvPicPr preferRelativeResize="0"/>
          <p:nvPr/>
        </p:nvPicPr>
        <p:blipFill rotWithShape="1">
          <a:blip r:embed="rId5">
            <a:alphaModFix/>
          </a:blip>
          <a:srcRect l="69" r="69"/>
          <a:stretch/>
        </p:blipFill>
        <p:spPr>
          <a:xfrm>
            <a:off x="64665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875" name="Google Shape;875;g2c186218c5a_0_48"/>
          <p:cNvPicPr preferRelativeResize="0"/>
          <p:nvPr/>
        </p:nvPicPr>
        <p:blipFill rotWithShape="1">
          <a:blip r:embed="rId6">
            <a:alphaModFix/>
          </a:blip>
          <a:srcRect/>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882" name="Google Shape;882;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883" name="Google Shape;883;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84" name="Google Shape;884;g26b641b03cd_0_213"/>
          <p:cNvPicPr preferRelativeResize="0"/>
          <p:nvPr/>
        </p:nvPicPr>
        <p:blipFill rotWithShape="1">
          <a:blip r:embed="rId3">
            <a:alphaModFix/>
          </a:blip>
          <a:srcRect l="228" r="228"/>
          <a:stretch/>
        </p:blipFill>
        <p:spPr>
          <a:xfrm>
            <a:off x="2753052" y="1962801"/>
            <a:ext cx="1740570" cy="2426700"/>
          </a:xfrm>
          <a:prstGeom prst="rect">
            <a:avLst/>
          </a:prstGeom>
          <a:noFill/>
          <a:ln>
            <a:noFill/>
          </a:ln>
          <a:effectLst>
            <a:outerShdw blurRad="85725" dist="19050" dir="5400000" algn="bl" rotWithShape="0">
              <a:srgbClr val="000000">
                <a:alpha val="20000"/>
              </a:srgbClr>
            </a:outerShdw>
          </a:effectLst>
        </p:spPr>
      </p:pic>
      <p:pic>
        <p:nvPicPr>
          <p:cNvPr id="885" name="Google Shape;885;g26b641b03cd_0_213"/>
          <p:cNvPicPr preferRelativeResize="0"/>
          <p:nvPr/>
        </p:nvPicPr>
        <p:blipFill rotWithShape="1">
          <a:blip r:embed="rId4">
            <a:alphaModFix/>
          </a:blip>
          <a:srcRect l="129" r="139"/>
          <a:stretch/>
        </p:blipFill>
        <p:spPr>
          <a:xfrm>
            <a:off x="855725" y="1962801"/>
            <a:ext cx="1740570" cy="2426701"/>
          </a:xfrm>
          <a:prstGeom prst="rect">
            <a:avLst/>
          </a:prstGeom>
          <a:noFill/>
          <a:ln>
            <a:noFill/>
          </a:ln>
          <a:effectLst>
            <a:outerShdw blurRad="85725" dist="19050" dir="5400000" algn="bl" rotWithShape="0">
              <a:srgbClr val="000000">
                <a:alpha val="20000"/>
              </a:srgbClr>
            </a:outerShdw>
          </a:effectLst>
        </p:spPr>
      </p:pic>
      <p:pic>
        <p:nvPicPr>
          <p:cNvPr id="886" name="Google Shape;886;g26b641b03cd_0_213"/>
          <p:cNvPicPr preferRelativeResize="0"/>
          <p:nvPr/>
        </p:nvPicPr>
        <p:blipFill rotWithShape="1">
          <a:blip r:embed="rId5">
            <a:alphaModFix/>
          </a:blip>
          <a:srcRect l="129" r="139"/>
          <a:stretch/>
        </p:blipFill>
        <p:spPr>
          <a:xfrm>
            <a:off x="4650379" y="1962801"/>
            <a:ext cx="1740570" cy="2426701"/>
          </a:xfrm>
          <a:prstGeom prst="rect">
            <a:avLst/>
          </a:prstGeom>
          <a:noFill/>
          <a:ln>
            <a:noFill/>
          </a:ln>
          <a:effectLst>
            <a:outerShdw blurRad="85725" dist="19050" dir="5400000" algn="bl" rotWithShape="0">
              <a:srgbClr val="000000">
                <a:alpha val="20000"/>
              </a:srgbClr>
            </a:outerShdw>
          </a:effectLst>
        </p:spPr>
      </p:pic>
      <p:pic>
        <p:nvPicPr>
          <p:cNvPr id="887" name="Google Shape;887;g26b641b03cd_0_213"/>
          <p:cNvPicPr preferRelativeResize="0"/>
          <p:nvPr/>
        </p:nvPicPr>
        <p:blipFill rotWithShape="1">
          <a:blip r:embed="rId6">
            <a:alphaModFix/>
          </a:blip>
          <a:srcRect l="228" r="228"/>
          <a:stretch/>
        </p:blipFill>
        <p:spPr>
          <a:xfrm>
            <a:off x="6547705" y="1962801"/>
            <a:ext cx="1740570" cy="242670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894" name="Google Shape;894;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895" name="Google Shape;895;g2c186218c5a_0_149"/>
          <p:cNvPicPr preferRelativeResize="0"/>
          <p:nvPr/>
        </p:nvPicPr>
        <p:blipFill rotWithShape="1">
          <a:blip r:embed="rId3">
            <a:alphaModFix/>
          </a:blip>
          <a:srcRect l="228" r="228"/>
          <a:stretch/>
        </p:blipFill>
        <p:spPr>
          <a:xfrm>
            <a:off x="2753052" y="1962801"/>
            <a:ext cx="1740570" cy="2426700"/>
          </a:xfrm>
          <a:prstGeom prst="rect">
            <a:avLst/>
          </a:prstGeom>
          <a:noFill/>
          <a:ln>
            <a:noFill/>
          </a:ln>
          <a:effectLst>
            <a:outerShdw blurRad="85725" dist="19050" dir="5400000" algn="bl" rotWithShape="0">
              <a:srgbClr val="000000">
                <a:alpha val="20000"/>
              </a:srgbClr>
            </a:outerShdw>
          </a:effectLst>
        </p:spPr>
      </p:pic>
      <p:sp>
        <p:nvSpPr>
          <p:cNvPr id="896" name="Google Shape;896;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97" name="Google Shape;897;g2c186218c5a_0_149"/>
          <p:cNvPicPr preferRelativeResize="0"/>
          <p:nvPr/>
        </p:nvPicPr>
        <p:blipFill rotWithShape="1">
          <a:blip r:embed="rId4">
            <a:alphaModFix/>
          </a:blip>
          <a:srcRect l="129" r="139"/>
          <a:stretch/>
        </p:blipFill>
        <p:spPr>
          <a:xfrm>
            <a:off x="855725" y="1962801"/>
            <a:ext cx="1740570" cy="2426701"/>
          </a:xfrm>
          <a:prstGeom prst="rect">
            <a:avLst/>
          </a:prstGeom>
          <a:noFill/>
          <a:ln>
            <a:noFill/>
          </a:ln>
          <a:effectLst>
            <a:outerShdw blurRad="85725" dist="19050" dir="5400000" algn="bl" rotWithShape="0">
              <a:srgbClr val="000000">
                <a:alpha val="20000"/>
              </a:srgbClr>
            </a:outerShdw>
          </a:effectLst>
        </p:spPr>
      </p:pic>
      <p:pic>
        <p:nvPicPr>
          <p:cNvPr id="898" name="Google Shape;898;g2c186218c5a_0_149"/>
          <p:cNvPicPr preferRelativeResize="0"/>
          <p:nvPr/>
        </p:nvPicPr>
        <p:blipFill rotWithShape="1">
          <a:blip r:embed="rId5">
            <a:alphaModFix/>
          </a:blip>
          <a:srcRect l="129" r="139"/>
          <a:stretch/>
        </p:blipFill>
        <p:spPr>
          <a:xfrm>
            <a:off x="4650379" y="1962801"/>
            <a:ext cx="1740570" cy="2426701"/>
          </a:xfrm>
          <a:prstGeom prst="rect">
            <a:avLst/>
          </a:prstGeom>
          <a:noFill/>
          <a:ln>
            <a:noFill/>
          </a:ln>
          <a:effectLst>
            <a:outerShdw blurRad="85725" dist="19050" dir="5400000" algn="bl" rotWithShape="0">
              <a:srgbClr val="000000">
                <a:alpha val="20000"/>
              </a:srgbClr>
            </a:outerShdw>
          </a:effectLst>
        </p:spPr>
      </p:pic>
      <p:pic>
        <p:nvPicPr>
          <p:cNvPr id="899" name="Google Shape;899;g2c186218c5a_0_149"/>
          <p:cNvPicPr preferRelativeResize="0"/>
          <p:nvPr/>
        </p:nvPicPr>
        <p:blipFill rotWithShape="1">
          <a:blip r:embed="rId6">
            <a:alphaModFix/>
          </a:blip>
          <a:srcRect l="228" r="228"/>
          <a:stretch/>
        </p:blipFill>
        <p:spPr>
          <a:xfrm>
            <a:off x="6547705" y="1962801"/>
            <a:ext cx="1740570" cy="242670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g26b641b03cd_0_301"/>
          <p:cNvSpPr txBox="1">
            <a:spLocks noGrp="1"/>
          </p:cNvSpPr>
          <p:nvPr>
            <p:ph type="title"/>
          </p:nvPr>
        </p:nvSpPr>
        <p:spPr>
          <a:xfrm>
            <a:off x="958175" y="5568500"/>
            <a:ext cx="7227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06" name="Google Shape;906;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07" name="Google Shape;907;g26b641b03cd_0_301"/>
          <p:cNvPicPr preferRelativeResize="0"/>
          <p:nvPr/>
        </p:nvPicPr>
        <p:blipFill rotWithShape="1">
          <a:blip r:embed="rId3">
            <a:alphaModFix/>
          </a:blip>
          <a:srcRect t="19" b="29"/>
          <a:stretch/>
        </p:blipFill>
        <p:spPr>
          <a:xfrm>
            <a:off x="1468475" y="1019575"/>
            <a:ext cx="3003611" cy="2146487"/>
          </a:xfrm>
          <a:prstGeom prst="rect">
            <a:avLst/>
          </a:prstGeom>
          <a:noFill/>
          <a:ln>
            <a:noFill/>
          </a:ln>
          <a:effectLst>
            <a:outerShdw blurRad="57150" dist="19050" dir="5400000" algn="bl" rotWithShape="0">
              <a:srgbClr val="000000">
                <a:alpha val="20000"/>
              </a:srgbClr>
            </a:outerShdw>
          </a:effectLst>
        </p:spPr>
      </p:pic>
      <p:sp>
        <p:nvSpPr>
          <p:cNvPr id="908" name="Google Shape;908;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09" name="Google Shape;909;g26b641b03cd_0_301"/>
          <p:cNvPicPr preferRelativeResize="0"/>
          <p:nvPr/>
        </p:nvPicPr>
        <p:blipFill rotWithShape="1">
          <a:blip r:embed="rId4">
            <a:alphaModFix/>
          </a:blip>
          <a:srcRect l="59" r="59"/>
          <a:stretch/>
        </p:blipFill>
        <p:spPr>
          <a:xfrm>
            <a:off x="4671914" y="1019575"/>
            <a:ext cx="3003611" cy="2146487"/>
          </a:xfrm>
          <a:prstGeom prst="rect">
            <a:avLst/>
          </a:prstGeom>
          <a:noFill/>
          <a:ln>
            <a:noFill/>
          </a:ln>
          <a:effectLst>
            <a:outerShdw blurRad="57150" dist="19050" dir="5400000" algn="bl" rotWithShape="0">
              <a:srgbClr val="000000">
                <a:alpha val="20000"/>
              </a:srgbClr>
            </a:outerShdw>
          </a:effectLst>
        </p:spPr>
      </p:pic>
      <p:pic>
        <p:nvPicPr>
          <p:cNvPr id="910" name="Google Shape;910;g26b641b03cd_0_301"/>
          <p:cNvPicPr preferRelativeResize="0"/>
          <p:nvPr/>
        </p:nvPicPr>
        <p:blipFill rotWithShape="1">
          <a:blip r:embed="rId5">
            <a:alphaModFix/>
          </a:blip>
          <a:srcRect t="19" b="29"/>
          <a:stretch/>
        </p:blipFill>
        <p:spPr>
          <a:xfrm>
            <a:off x="3070194" y="3294025"/>
            <a:ext cx="3003611" cy="2146487"/>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g319e4870d05_0_8"/>
          <p:cNvSpPr txBox="1">
            <a:spLocks noGrp="1"/>
          </p:cNvSpPr>
          <p:nvPr>
            <p:ph type="title"/>
          </p:nvPr>
        </p:nvSpPr>
        <p:spPr>
          <a:xfrm>
            <a:off x="958175" y="5568500"/>
            <a:ext cx="7227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17" name="Google Shape;917;g319e4870d05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18" name="Google Shape;918;g319e4870d05_0_8"/>
          <p:cNvPicPr preferRelativeResize="0"/>
          <p:nvPr/>
        </p:nvPicPr>
        <p:blipFill rotWithShape="1">
          <a:blip r:embed="rId3">
            <a:alphaModFix/>
          </a:blip>
          <a:srcRect t="79" b="89"/>
          <a:stretch/>
        </p:blipFill>
        <p:spPr>
          <a:xfrm>
            <a:off x="1468475" y="1019575"/>
            <a:ext cx="3003600" cy="2146472"/>
          </a:xfrm>
          <a:prstGeom prst="rect">
            <a:avLst/>
          </a:prstGeom>
          <a:noFill/>
          <a:ln>
            <a:noFill/>
          </a:ln>
          <a:effectLst>
            <a:outerShdw blurRad="57150" dist="19050" dir="5400000" algn="bl" rotWithShape="0">
              <a:srgbClr val="000000">
                <a:alpha val="20000"/>
              </a:srgbClr>
            </a:outerShdw>
          </a:effectLst>
        </p:spPr>
      </p:pic>
      <p:sp>
        <p:nvSpPr>
          <p:cNvPr id="919" name="Google Shape;919;g319e4870d05_0_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20" name="Google Shape;920;g319e4870d05_0_8"/>
          <p:cNvPicPr preferRelativeResize="0"/>
          <p:nvPr/>
        </p:nvPicPr>
        <p:blipFill rotWithShape="1">
          <a:blip r:embed="rId4">
            <a:alphaModFix/>
          </a:blip>
          <a:srcRect/>
          <a:stretch/>
        </p:blipFill>
        <p:spPr>
          <a:xfrm>
            <a:off x="4671925" y="1019575"/>
            <a:ext cx="3003600" cy="2146472"/>
          </a:xfrm>
          <a:prstGeom prst="rect">
            <a:avLst/>
          </a:prstGeom>
          <a:noFill/>
          <a:ln>
            <a:noFill/>
          </a:ln>
          <a:effectLst>
            <a:outerShdw blurRad="57150" dist="19050" dir="5400000" algn="bl" rotWithShape="0">
              <a:srgbClr val="000000">
                <a:alpha val="20000"/>
              </a:srgbClr>
            </a:outerShdw>
          </a:effectLst>
        </p:spPr>
      </p:pic>
      <p:pic>
        <p:nvPicPr>
          <p:cNvPr id="921" name="Google Shape;921;g319e4870d05_0_8"/>
          <p:cNvPicPr preferRelativeResize="0"/>
          <p:nvPr/>
        </p:nvPicPr>
        <p:blipFill rotWithShape="1">
          <a:blip r:embed="rId5">
            <a:alphaModFix/>
          </a:blip>
          <a:srcRect t="79" b="89"/>
          <a:stretch/>
        </p:blipFill>
        <p:spPr>
          <a:xfrm>
            <a:off x="3070175" y="3294046"/>
            <a:ext cx="3003600" cy="2146454"/>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28" name="Google Shape;928;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929" name="Google Shape;929;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30" name="Google Shape;930;g26b641b03cd_0_315"/>
          <p:cNvPicPr preferRelativeResize="0"/>
          <p:nvPr/>
        </p:nvPicPr>
        <p:blipFill rotWithShape="1">
          <a:blip r:embed="rId3">
            <a:alphaModFix/>
          </a:blip>
          <a:srcRect t="89" b="99"/>
          <a:stretch/>
        </p:blipFill>
        <p:spPr>
          <a:xfrm>
            <a:off x="3615001" y="849349"/>
            <a:ext cx="1914000" cy="1436196"/>
          </a:xfrm>
          <a:prstGeom prst="rect">
            <a:avLst/>
          </a:prstGeom>
          <a:noFill/>
          <a:ln>
            <a:noFill/>
          </a:ln>
          <a:effectLst>
            <a:outerShdw blurRad="57150" dist="19050" dir="5400000" algn="bl" rotWithShape="0">
              <a:srgbClr val="000000">
                <a:alpha val="20000"/>
              </a:srgbClr>
            </a:outerShdw>
          </a:effectLst>
        </p:spPr>
      </p:pic>
      <p:pic>
        <p:nvPicPr>
          <p:cNvPr id="931" name="Google Shape;931;g26b641b03cd_0_315"/>
          <p:cNvPicPr preferRelativeResize="0"/>
          <p:nvPr/>
        </p:nvPicPr>
        <p:blipFill rotWithShape="1">
          <a:blip r:embed="rId4">
            <a:alphaModFix/>
          </a:blip>
          <a:srcRect/>
          <a:stretch/>
        </p:blipFill>
        <p:spPr>
          <a:xfrm>
            <a:off x="5626550" y="849349"/>
            <a:ext cx="1914000" cy="1436197"/>
          </a:xfrm>
          <a:prstGeom prst="rect">
            <a:avLst/>
          </a:prstGeom>
          <a:noFill/>
          <a:ln>
            <a:noFill/>
          </a:ln>
          <a:effectLst>
            <a:outerShdw blurRad="57150" dist="19050" dir="5400000" algn="bl" rotWithShape="0">
              <a:srgbClr val="000000">
                <a:alpha val="20000"/>
              </a:srgbClr>
            </a:outerShdw>
          </a:effectLst>
        </p:spPr>
      </p:pic>
      <p:pic>
        <p:nvPicPr>
          <p:cNvPr id="932" name="Google Shape;932;g26b641b03cd_0_315"/>
          <p:cNvPicPr preferRelativeResize="0"/>
          <p:nvPr/>
        </p:nvPicPr>
        <p:blipFill rotWithShape="1">
          <a:blip r:embed="rId5">
            <a:alphaModFix/>
          </a:blip>
          <a:srcRect/>
          <a:stretch/>
        </p:blipFill>
        <p:spPr>
          <a:xfrm>
            <a:off x="1603450" y="849349"/>
            <a:ext cx="1914000" cy="1436197"/>
          </a:xfrm>
          <a:prstGeom prst="rect">
            <a:avLst/>
          </a:prstGeom>
          <a:noFill/>
          <a:ln>
            <a:noFill/>
          </a:ln>
          <a:effectLst>
            <a:outerShdw blurRad="57150" dist="19050" dir="5400000" algn="bl" rotWithShape="0">
              <a:srgbClr val="000000">
                <a:alpha val="20000"/>
              </a:srgbClr>
            </a:outerShdw>
          </a:effectLst>
        </p:spPr>
      </p:pic>
      <p:pic>
        <p:nvPicPr>
          <p:cNvPr id="933" name="Google Shape;933;g26b641b03cd_0_315"/>
          <p:cNvPicPr preferRelativeResize="0"/>
          <p:nvPr/>
        </p:nvPicPr>
        <p:blipFill rotWithShape="1">
          <a:blip r:embed="rId6">
            <a:alphaModFix/>
          </a:blip>
          <a:srcRect t="89" b="99"/>
          <a:stretch/>
        </p:blipFill>
        <p:spPr>
          <a:xfrm>
            <a:off x="3615001" y="2436738"/>
            <a:ext cx="1914000" cy="1436196"/>
          </a:xfrm>
          <a:prstGeom prst="rect">
            <a:avLst/>
          </a:prstGeom>
          <a:noFill/>
          <a:ln>
            <a:noFill/>
          </a:ln>
          <a:effectLst>
            <a:outerShdw blurRad="57150" dist="19050" dir="5400000" algn="bl" rotWithShape="0">
              <a:srgbClr val="000000">
                <a:alpha val="20000"/>
              </a:srgbClr>
            </a:outerShdw>
          </a:effectLst>
        </p:spPr>
      </p:pic>
      <p:pic>
        <p:nvPicPr>
          <p:cNvPr id="934" name="Google Shape;934;g26b641b03cd_0_315"/>
          <p:cNvPicPr preferRelativeResize="0"/>
          <p:nvPr/>
        </p:nvPicPr>
        <p:blipFill rotWithShape="1">
          <a:blip r:embed="rId7">
            <a:alphaModFix/>
          </a:blip>
          <a:srcRect/>
          <a:stretch/>
        </p:blipFill>
        <p:spPr>
          <a:xfrm>
            <a:off x="5626550" y="2436738"/>
            <a:ext cx="1914000" cy="1436197"/>
          </a:xfrm>
          <a:prstGeom prst="rect">
            <a:avLst/>
          </a:prstGeom>
          <a:noFill/>
          <a:ln>
            <a:noFill/>
          </a:ln>
          <a:effectLst>
            <a:outerShdw blurRad="57150" dist="19050" dir="5400000" algn="bl" rotWithShape="0">
              <a:srgbClr val="000000">
                <a:alpha val="20000"/>
              </a:srgbClr>
            </a:outerShdw>
          </a:effectLst>
        </p:spPr>
      </p:pic>
      <p:pic>
        <p:nvPicPr>
          <p:cNvPr id="935" name="Google Shape;935;g26b641b03cd_0_315"/>
          <p:cNvPicPr preferRelativeResize="0"/>
          <p:nvPr/>
        </p:nvPicPr>
        <p:blipFill rotWithShape="1">
          <a:blip r:embed="rId8">
            <a:alphaModFix/>
          </a:blip>
          <a:srcRect/>
          <a:stretch/>
        </p:blipFill>
        <p:spPr>
          <a:xfrm>
            <a:off x="1603450" y="2436738"/>
            <a:ext cx="1914000" cy="1436197"/>
          </a:xfrm>
          <a:prstGeom prst="rect">
            <a:avLst/>
          </a:prstGeom>
          <a:noFill/>
          <a:ln>
            <a:noFill/>
          </a:ln>
          <a:effectLst>
            <a:outerShdw blurRad="57150" dist="19050" dir="5400000" algn="bl" rotWithShape="0">
              <a:srgbClr val="000000">
                <a:alpha val="20000"/>
              </a:srgbClr>
            </a:outerShdw>
          </a:effectLst>
        </p:spPr>
      </p:pic>
      <p:pic>
        <p:nvPicPr>
          <p:cNvPr id="936" name="Google Shape;936;g26b641b03cd_0_315"/>
          <p:cNvPicPr preferRelativeResize="0"/>
          <p:nvPr/>
        </p:nvPicPr>
        <p:blipFill rotWithShape="1">
          <a:blip r:embed="rId9">
            <a:alphaModFix/>
          </a:blip>
          <a:srcRect t="89" b="99"/>
          <a:stretch/>
        </p:blipFill>
        <p:spPr>
          <a:xfrm>
            <a:off x="3615001" y="4024127"/>
            <a:ext cx="1914000" cy="1436196"/>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43" name="Google Shape;943;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944" name="Google Shape;944;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45" name="Google Shape;945;g26b641b03cd_1_0"/>
          <p:cNvPicPr preferRelativeResize="0"/>
          <p:nvPr/>
        </p:nvPicPr>
        <p:blipFill rotWithShape="1">
          <a:blip r:embed="rId3">
            <a:alphaModFix/>
          </a:blip>
          <a:srcRect t="19" b="29"/>
          <a:stretch/>
        </p:blipFill>
        <p:spPr>
          <a:xfrm>
            <a:off x="3615001" y="849349"/>
            <a:ext cx="1914000" cy="1436196"/>
          </a:xfrm>
          <a:prstGeom prst="rect">
            <a:avLst/>
          </a:prstGeom>
          <a:noFill/>
          <a:ln>
            <a:noFill/>
          </a:ln>
          <a:effectLst>
            <a:outerShdw blurRad="57150" dist="19050" dir="5400000" algn="bl" rotWithShape="0">
              <a:srgbClr val="000000">
                <a:alpha val="20000"/>
              </a:srgbClr>
            </a:outerShdw>
          </a:effectLst>
        </p:spPr>
      </p:pic>
      <p:pic>
        <p:nvPicPr>
          <p:cNvPr id="946" name="Google Shape;946;g26b641b03cd_1_0"/>
          <p:cNvPicPr preferRelativeResize="0"/>
          <p:nvPr/>
        </p:nvPicPr>
        <p:blipFill rotWithShape="1">
          <a:blip r:embed="rId4">
            <a:alphaModFix/>
          </a:blip>
          <a:srcRect l="69" r="69"/>
          <a:stretch/>
        </p:blipFill>
        <p:spPr>
          <a:xfrm>
            <a:off x="5626550" y="849349"/>
            <a:ext cx="1914000" cy="1436197"/>
          </a:xfrm>
          <a:prstGeom prst="rect">
            <a:avLst/>
          </a:prstGeom>
          <a:noFill/>
          <a:ln>
            <a:noFill/>
          </a:ln>
          <a:effectLst>
            <a:outerShdw blurRad="57150" dist="19050" dir="5400000" algn="bl" rotWithShape="0">
              <a:srgbClr val="000000">
                <a:alpha val="20000"/>
              </a:srgbClr>
            </a:outerShdw>
          </a:effectLst>
        </p:spPr>
      </p:pic>
      <p:pic>
        <p:nvPicPr>
          <p:cNvPr id="947" name="Google Shape;947;g26b641b03cd_1_0"/>
          <p:cNvPicPr preferRelativeResize="0"/>
          <p:nvPr/>
        </p:nvPicPr>
        <p:blipFill rotWithShape="1">
          <a:blip r:embed="rId5">
            <a:alphaModFix/>
          </a:blip>
          <a:srcRect l="69" r="69"/>
          <a:stretch/>
        </p:blipFill>
        <p:spPr>
          <a:xfrm>
            <a:off x="1603450" y="849349"/>
            <a:ext cx="1914000" cy="1436197"/>
          </a:xfrm>
          <a:prstGeom prst="rect">
            <a:avLst/>
          </a:prstGeom>
          <a:noFill/>
          <a:ln>
            <a:noFill/>
          </a:ln>
          <a:effectLst>
            <a:outerShdw blurRad="57150" dist="19050" dir="5400000" algn="bl" rotWithShape="0">
              <a:srgbClr val="000000">
                <a:alpha val="20000"/>
              </a:srgbClr>
            </a:outerShdw>
          </a:effectLst>
        </p:spPr>
      </p:pic>
      <p:pic>
        <p:nvPicPr>
          <p:cNvPr id="948" name="Google Shape;948;g26b641b03cd_1_0"/>
          <p:cNvPicPr preferRelativeResize="0"/>
          <p:nvPr/>
        </p:nvPicPr>
        <p:blipFill rotWithShape="1">
          <a:blip r:embed="rId6">
            <a:alphaModFix/>
          </a:blip>
          <a:srcRect t="19" b="29"/>
          <a:stretch/>
        </p:blipFill>
        <p:spPr>
          <a:xfrm>
            <a:off x="3615001" y="2436738"/>
            <a:ext cx="1914000" cy="1436196"/>
          </a:xfrm>
          <a:prstGeom prst="rect">
            <a:avLst/>
          </a:prstGeom>
          <a:noFill/>
          <a:ln>
            <a:noFill/>
          </a:ln>
          <a:effectLst>
            <a:outerShdw blurRad="57150" dist="19050" dir="5400000" algn="bl" rotWithShape="0">
              <a:srgbClr val="000000">
                <a:alpha val="20000"/>
              </a:srgbClr>
            </a:outerShdw>
          </a:effectLst>
        </p:spPr>
      </p:pic>
      <p:pic>
        <p:nvPicPr>
          <p:cNvPr id="949" name="Google Shape;949;g26b641b03cd_1_0"/>
          <p:cNvPicPr preferRelativeResize="0"/>
          <p:nvPr/>
        </p:nvPicPr>
        <p:blipFill rotWithShape="1">
          <a:blip r:embed="rId7">
            <a:alphaModFix/>
          </a:blip>
          <a:srcRect l="69" r="69"/>
          <a:stretch/>
        </p:blipFill>
        <p:spPr>
          <a:xfrm>
            <a:off x="5626550" y="2436738"/>
            <a:ext cx="1914000" cy="1436197"/>
          </a:xfrm>
          <a:prstGeom prst="rect">
            <a:avLst/>
          </a:prstGeom>
          <a:noFill/>
          <a:ln>
            <a:noFill/>
          </a:ln>
          <a:effectLst>
            <a:outerShdw blurRad="57150" dist="19050" dir="5400000" algn="bl" rotWithShape="0">
              <a:srgbClr val="000000">
                <a:alpha val="20000"/>
              </a:srgbClr>
            </a:outerShdw>
          </a:effectLst>
        </p:spPr>
      </p:pic>
      <p:pic>
        <p:nvPicPr>
          <p:cNvPr id="950" name="Google Shape;950;g26b641b03cd_1_0"/>
          <p:cNvPicPr preferRelativeResize="0"/>
          <p:nvPr/>
        </p:nvPicPr>
        <p:blipFill rotWithShape="1">
          <a:blip r:embed="rId8">
            <a:alphaModFix/>
          </a:blip>
          <a:srcRect l="69" r="69"/>
          <a:stretch/>
        </p:blipFill>
        <p:spPr>
          <a:xfrm>
            <a:off x="1603450" y="2436738"/>
            <a:ext cx="1914000" cy="1436197"/>
          </a:xfrm>
          <a:prstGeom prst="rect">
            <a:avLst/>
          </a:prstGeom>
          <a:noFill/>
          <a:ln>
            <a:noFill/>
          </a:ln>
          <a:effectLst>
            <a:outerShdw blurRad="57150" dist="19050" dir="5400000" algn="bl" rotWithShape="0">
              <a:srgbClr val="000000">
                <a:alpha val="20000"/>
              </a:srgbClr>
            </a:outerShdw>
          </a:effectLst>
        </p:spPr>
      </p:pic>
      <p:pic>
        <p:nvPicPr>
          <p:cNvPr id="951" name="Google Shape;951;g26b641b03cd_1_0"/>
          <p:cNvPicPr preferRelativeResize="0"/>
          <p:nvPr/>
        </p:nvPicPr>
        <p:blipFill rotWithShape="1">
          <a:blip r:embed="rId9">
            <a:alphaModFix/>
          </a:blip>
          <a:srcRect t="19" b="29"/>
          <a:stretch/>
        </p:blipFill>
        <p:spPr>
          <a:xfrm>
            <a:off x="3615001" y="4024127"/>
            <a:ext cx="1914000" cy="1436196"/>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pic>
        <p:nvPicPr>
          <p:cNvPr id="957" name="Google Shape;957;g2c186218c5a_0_118"/>
          <p:cNvPicPr preferRelativeResize="0"/>
          <p:nvPr/>
        </p:nvPicPr>
        <p:blipFill rotWithShape="1">
          <a:blip r:embed="rId3">
            <a:alphaModFix/>
          </a:blip>
          <a:srcRect l="79" r="79"/>
          <a:stretch/>
        </p:blipFill>
        <p:spPr>
          <a:xfrm rot="-467347">
            <a:off x="969125" y="2876537"/>
            <a:ext cx="880698" cy="1246576"/>
          </a:xfrm>
          <a:prstGeom prst="rect">
            <a:avLst/>
          </a:prstGeom>
          <a:noFill/>
          <a:ln>
            <a:noFill/>
          </a:ln>
        </p:spPr>
      </p:pic>
      <p:sp>
        <p:nvSpPr>
          <p:cNvPr id="958" name="Google Shape;958;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Sorting with Feely bags - </a:t>
            </a:r>
            <a:r>
              <a:rPr lang="en-US">
                <a:solidFill>
                  <a:srgbClr val="8DC63F"/>
                </a:solidFill>
              </a:rPr>
              <a:t>h b f</a:t>
            </a:r>
            <a:r>
              <a:rPr lang="en-US"/>
              <a:t>; Have children sort objects beginning with the letter sounds into the correct bags.</a:t>
            </a:r>
            <a:endParaRPr/>
          </a:p>
        </p:txBody>
      </p:sp>
      <p:pic>
        <p:nvPicPr>
          <p:cNvPr id="959" name="Google Shape;959;g2c186218c5a_0_118"/>
          <p:cNvPicPr preferRelativeResize="0"/>
          <p:nvPr/>
        </p:nvPicPr>
        <p:blipFill rotWithShape="1">
          <a:blip r:embed="rId4">
            <a:alphaModFix/>
          </a:blip>
          <a:srcRect/>
          <a:stretch/>
        </p:blipFill>
        <p:spPr>
          <a:xfrm rot="730911">
            <a:off x="669553" y="3312099"/>
            <a:ext cx="1567899" cy="1577920"/>
          </a:xfrm>
          <a:prstGeom prst="rect">
            <a:avLst/>
          </a:prstGeom>
          <a:noFill/>
          <a:ln>
            <a:noFill/>
          </a:ln>
        </p:spPr>
      </p:pic>
      <p:pic>
        <p:nvPicPr>
          <p:cNvPr id="960" name="Google Shape;960;g2c186218c5a_0_118"/>
          <p:cNvPicPr preferRelativeResize="0"/>
          <p:nvPr/>
        </p:nvPicPr>
        <p:blipFill rotWithShape="1">
          <a:blip r:embed="rId4">
            <a:alphaModFix/>
          </a:blip>
          <a:srcRect/>
          <a:stretch/>
        </p:blipFill>
        <p:spPr>
          <a:xfrm rot="-713345" flipH="1">
            <a:off x="2508351" y="3026001"/>
            <a:ext cx="1567902" cy="1577922"/>
          </a:xfrm>
          <a:prstGeom prst="rect">
            <a:avLst/>
          </a:prstGeom>
          <a:noFill/>
          <a:ln>
            <a:noFill/>
          </a:ln>
        </p:spPr>
      </p:pic>
      <p:pic>
        <p:nvPicPr>
          <p:cNvPr id="961" name="Google Shape;961;g2c186218c5a_0_118"/>
          <p:cNvPicPr preferRelativeResize="0"/>
          <p:nvPr/>
        </p:nvPicPr>
        <p:blipFill rotWithShape="1">
          <a:blip r:embed="rId5">
            <a:alphaModFix/>
          </a:blip>
          <a:srcRect l="19" r="29"/>
          <a:stretch/>
        </p:blipFill>
        <p:spPr>
          <a:xfrm rot="917645">
            <a:off x="2182103" y="1956424"/>
            <a:ext cx="880698" cy="1246576"/>
          </a:xfrm>
          <a:prstGeom prst="rect">
            <a:avLst/>
          </a:prstGeom>
          <a:noFill/>
          <a:ln>
            <a:noFill/>
          </a:ln>
        </p:spPr>
      </p:pic>
      <p:pic>
        <p:nvPicPr>
          <p:cNvPr id="962" name="Google Shape;962;g2c186218c5a_0_118"/>
          <p:cNvPicPr preferRelativeResize="0"/>
          <p:nvPr/>
        </p:nvPicPr>
        <p:blipFill rotWithShape="1">
          <a:blip r:embed="rId6">
            <a:alphaModFix/>
          </a:blip>
          <a:srcRect/>
          <a:stretch/>
        </p:blipFill>
        <p:spPr>
          <a:xfrm rot="1652504" flipH="1">
            <a:off x="3017031" y="2624851"/>
            <a:ext cx="629575" cy="558300"/>
          </a:xfrm>
          <a:prstGeom prst="rect">
            <a:avLst/>
          </a:prstGeom>
          <a:noFill/>
          <a:ln>
            <a:noFill/>
          </a:ln>
        </p:spPr>
      </p:pic>
      <p:sp>
        <p:nvSpPr>
          <p:cNvPr id="963" name="Google Shape;963;g2c186218c5a_0_118"/>
          <p:cNvSpPr txBox="1">
            <a:spLocks noGrp="1"/>
          </p:cNvSpPr>
          <p:nvPr>
            <p:ph type="title" idx="4294967295"/>
          </p:nvPr>
        </p:nvSpPr>
        <p:spPr>
          <a:xfrm rot="667673">
            <a:off x="1081589" y="4044990"/>
            <a:ext cx="425908" cy="48338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sz="5000">
                <a:solidFill>
                  <a:srgbClr val="FFFFFF"/>
                </a:solidFill>
                <a:latin typeface="Jost"/>
                <a:ea typeface="Jost"/>
                <a:cs typeface="Jost"/>
                <a:sym typeface="Jost"/>
              </a:rPr>
              <a:t>h</a:t>
            </a:r>
            <a:endParaRPr sz="5000">
              <a:solidFill>
                <a:srgbClr val="FFFFFF"/>
              </a:solidFill>
              <a:latin typeface="Jost"/>
              <a:ea typeface="Jost"/>
              <a:cs typeface="Jost"/>
              <a:sym typeface="Jost"/>
            </a:endParaRPr>
          </a:p>
        </p:txBody>
      </p:sp>
      <p:sp>
        <p:nvSpPr>
          <p:cNvPr id="964" name="Google Shape;964;g2c186218c5a_0_118"/>
          <p:cNvSpPr txBox="1">
            <a:spLocks noGrp="1"/>
          </p:cNvSpPr>
          <p:nvPr>
            <p:ph type="title" idx="4294967295"/>
          </p:nvPr>
        </p:nvSpPr>
        <p:spPr>
          <a:xfrm rot="-749364">
            <a:off x="3173911" y="3791863"/>
            <a:ext cx="425878" cy="48337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sz="5000">
                <a:solidFill>
                  <a:srgbClr val="FFFFFF"/>
                </a:solidFill>
                <a:latin typeface="Jost"/>
                <a:ea typeface="Jost"/>
                <a:cs typeface="Jost"/>
                <a:sym typeface="Jost"/>
              </a:rPr>
              <a:t>b</a:t>
            </a:r>
            <a:endParaRPr sz="5000">
              <a:solidFill>
                <a:srgbClr val="FFFFF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344</Words>
  <Application>Microsoft Office PowerPoint</Application>
  <PresentationFormat>On-screen Show (4:3)</PresentationFormat>
  <Paragraphs>104</Paragraphs>
  <Slides>18</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Poppins SemiBold</vt:lpstr>
      <vt:lpstr>Arial</vt:lpstr>
      <vt:lpstr>Mulish</vt:lpstr>
      <vt:lpstr>Nunito Black</vt:lpstr>
      <vt:lpstr>Jost</vt:lpstr>
      <vt:lpstr>Poppins Medium</vt:lpstr>
      <vt:lpstr>Calibri</vt:lpstr>
      <vt:lpstr>Poppins</vt:lpstr>
      <vt:lpstr>Office Theme</vt:lpstr>
      <vt:lpstr>PowerPoint Presentation</vt:lpstr>
      <vt:lpstr>PowerPoint Presentation</vt:lpstr>
      <vt:lpstr>Recall s a t p i n m d g o c k ck e u r h b f ff.</vt:lpstr>
      <vt:lpstr>Review Phase 2 Common Exception Words  as I is no go to into the put.</vt:lpstr>
      <vt:lpstr>PowerPoint Presentation</vt:lpstr>
      <vt:lpstr>Hear Phonemes</vt:lpstr>
      <vt:lpstr>Hear Phonemes</vt:lpstr>
      <vt:lpstr>Review Grapheme Caption</vt:lpstr>
      <vt:lpstr>Review Lowercase Formation</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lpstr>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2026-04-28T01:03:42Z</dcterms:modified>
</cp:coreProperties>
</file>