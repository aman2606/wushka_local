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Jost"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LT9PcmZV0aUqaalKfbmBaWFBp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F2D3F93-D3EB-47BE-A00C-F3B3EACB8B9A}">
  <a:tblStyle styleId="{DF2D3F93-D3EB-47BE-A00C-F3B3EACB8B9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ee8d1c26c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ee8d1c26c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ee8d1c26c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73c70e2d91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73c70e2d91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73c70e2d91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ee8d1c26c0_0_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ee8d1c26c0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ee8d1c26c0_0_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74c738f07b_0_6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74c738f07b_0_6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9" name="Google Shape;1059;g274c738f07b_0_6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9" name="Google Shape;108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273c70e2d91_0_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2" name="Google Shape;1132;g273c70e2d91_0_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3" name="Google Shape;1133;g273c70e2d91_0_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217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197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6379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Prefix</a:t>
            </a:r>
            <a:r>
              <a:rPr lang="en-US" sz="1600" b="0" i="0" u="none" strike="noStrike" cap="none">
                <a:solidFill>
                  <a:srgbClr val="000000"/>
                </a:solidFill>
                <a:latin typeface="Poppins"/>
                <a:ea typeface="Poppins"/>
                <a:cs typeface="Poppins"/>
                <a:sym typeface="Poppins"/>
              </a:rPr>
              <a:t> - an affix placed before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an affix placed after the root word to create a new word.</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Adjective</a:t>
            </a:r>
            <a:r>
              <a:rPr lang="en-US" sz="1600" b="0" i="0" u="none" strike="noStrike" cap="none">
                <a:solidFill>
                  <a:srgbClr val="000000"/>
                </a:solidFill>
                <a:latin typeface="Poppins"/>
                <a:ea typeface="Poppins"/>
                <a:cs typeface="Poppins"/>
                <a:sym typeface="Poppins"/>
              </a:rPr>
              <a:t> – a word naming an attribute to a noun, used to describe things.</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un- prefix (adjective)</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6 - Tuesday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27</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2" name="Google Shape;652;p1"/>
          <p:cNvGraphicFramePr/>
          <p:nvPr/>
        </p:nvGraphicFramePr>
        <p:xfrm>
          <a:off x="4844200" y="1891197"/>
          <a:ext cx="3785000" cy="1678950"/>
        </p:xfrm>
        <a:graphic>
          <a:graphicData uri="http://schemas.openxmlformats.org/drawingml/2006/table">
            <a:tbl>
              <a:tblPr firstRow="1" bandRow="1">
                <a:noFill/>
                <a:tableStyleId>{DF2D3F93-D3EB-47BE-A00C-F3B3EACB8B9A}</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-er</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-est</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un-</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3" name="Google Shape;653;p1"/>
          <p:cNvSpPr txBox="1"/>
          <p:nvPr/>
        </p:nvSpPr>
        <p:spPr>
          <a:xfrm>
            <a:off x="884092" y="2716660"/>
            <a:ext cx="3882600" cy="84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rgbClr val="262626"/>
                </a:solidFill>
                <a:latin typeface="Poppins"/>
                <a:ea typeface="Poppins"/>
                <a:cs typeface="Poppins"/>
                <a:sym typeface="Poppins"/>
              </a:rPr>
              <a:t>un- prefix </a:t>
            </a:r>
            <a:br>
              <a:rPr lang="en-US" sz="3000" b="0" i="0" u="none" strike="noStrike" cap="none">
                <a:solidFill>
                  <a:srgbClr val="262626"/>
                </a:solidFill>
                <a:latin typeface="Poppins"/>
                <a:ea typeface="Poppins"/>
                <a:cs typeface="Poppins"/>
                <a:sym typeface="Poppins"/>
              </a:rPr>
            </a:br>
            <a:r>
              <a:rPr lang="en-US" sz="3000" b="0" i="0" u="none" strike="noStrike" cap="none">
                <a:solidFill>
                  <a:srgbClr val="262626"/>
                </a:solidFill>
                <a:latin typeface="Poppins"/>
                <a:ea typeface="Poppins"/>
                <a:cs typeface="Poppins"/>
                <a:sym typeface="Poppins"/>
              </a:rPr>
              <a:t>(adjective)</a:t>
            </a:r>
            <a:endParaRPr sz="3000" b="0" i="0" u="none" strike="noStrike" cap="none">
              <a:solidFill>
                <a:srgbClr val="262626"/>
              </a:solidFill>
              <a:latin typeface="Poppins"/>
              <a:ea typeface="Poppins"/>
              <a:cs typeface="Poppins"/>
              <a:sym typeface="Poppins"/>
            </a:endParaRPr>
          </a:p>
        </p:txBody>
      </p:sp>
      <p:sp>
        <p:nvSpPr>
          <p:cNvPr id="654" name="Google Shape;654;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27</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2356AF"/>
                </a:solidFill>
              </a:rPr>
              <a:t>un-</a:t>
            </a:r>
            <a:r>
              <a:rPr lang="en-US"/>
              <a:t> prefix.</a:t>
            </a:r>
            <a:endParaRPr/>
          </a:p>
        </p:txBody>
      </p:sp>
      <p:sp>
        <p:nvSpPr>
          <p:cNvPr id="661" name="Google Shape;661;g2bee4f4af4b_0_204"/>
          <p:cNvSpPr txBox="1">
            <a:spLocks noGrp="1"/>
          </p:cNvSpPr>
          <p:nvPr>
            <p:ph type="body" idx="2"/>
          </p:nvPr>
        </p:nvSpPr>
        <p:spPr>
          <a:xfrm>
            <a:off x="3649025" y="2393250"/>
            <a:ext cx="45372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9304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9304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9304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8559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9310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653925" y="1398975"/>
            <a:ext cx="58362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100"/>
              <a:buFont typeface="Arial"/>
              <a:buNone/>
            </a:pPr>
            <a:r>
              <a:rPr lang="en-US" sz="2800" b="0" i="0" u="none" strike="noStrike" cap="none">
                <a:solidFill>
                  <a:srgbClr val="000000"/>
                </a:solidFill>
                <a:latin typeface="Poppins"/>
                <a:ea typeface="Poppins"/>
                <a:cs typeface="Poppins"/>
                <a:sym typeface="Poppins"/>
              </a:rPr>
              <a:t>When prefix </a:t>
            </a:r>
            <a:r>
              <a:rPr lang="en-US" sz="2800" b="0" i="0" u="none" strike="noStrike" cap="none">
                <a:solidFill>
                  <a:srgbClr val="2356AF"/>
                </a:solidFill>
                <a:latin typeface="Poppins"/>
                <a:ea typeface="Poppins"/>
                <a:cs typeface="Poppins"/>
                <a:sym typeface="Poppins"/>
              </a:rPr>
              <a:t>un-</a:t>
            </a:r>
            <a:r>
              <a:rPr lang="en-US" sz="2800" b="0" i="0" u="none" strike="noStrike" cap="none">
                <a:solidFill>
                  <a:srgbClr val="000000"/>
                </a:solidFill>
                <a:latin typeface="Poppins"/>
                <a:ea typeface="Poppins"/>
                <a:cs typeface="Poppins"/>
                <a:sym typeface="Poppins"/>
              </a:rPr>
              <a:t> is added before a root word, it changes the meaning to the opposite or reverse of the root word.</a:t>
            </a:r>
            <a:endParaRPr sz="28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add prefix</a:t>
            </a:r>
            <a:r>
              <a:rPr lang="en-US" sz="2200" b="0" i="0" u="none" strike="noStrike" cap="none">
                <a:solidFill>
                  <a:srgbClr val="2356AF"/>
                </a:solidFill>
                <a:latin typeface="Poppins"/>
                <a:ea typeface="Poppins"/>
                <a:cs typeface="Poppins"/>
                <a:sym typeface="Poppins"/>
              </a:rPr>
              <a:t> un- </a:t>
            </a:r>
            <a:r>
              <a:rPr lang="en-US" sz="2200" b="0" i="0" u="none" strike="noStrike" cap="none">
                <a:solidFill>
                  <a:schemeClr val="dk1"/>
                </a:solidFill>
                <a:latin typeface="Poppins"/>
                <a:ea typeface="Poppins"/>
                <a:cs typeface="Poppins"/>
                <a:sym typeface="Poppins"/>
              </a:rPr>
              <a:t>before root word</a:t>
            </a:r>
            <a:endParaRPr sz="2200" b="0" i="0" u="none" strike="noStrike" cap="none">
              <a:solidFill>
                <a:schemeClr val="dk1"/>
              </a:solidFill>
              <a:latin typeface="Poppins"/>
              <a:ea typeface="Poppins"/>
              <a:cs typeface="Poppins"/>
              <a:sym typeface="Poppins"/>
            </a:endParaRPr>
          </a:p>
        </p:txBody>
      </p:sp>
      <p:sp>
        <p:nvSpPr>
          <p:cNvPr id="864" name="Google Shape;864;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5" name="Google Shape;865;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6" name="Google Shape;866;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kind</a:t>
            </a:r>
            <a:endParaRPr sz="8000" b="0" i="0" u="none" strike="noStrike" cap="none">
              <a:solidFill>
                <a:srgbClr val="000000"/>
              </a:solidFill>
              <a:latin typeface="Jost"/>
              <a:ea typeface="Jost"/>
              <a:cs typeface="Jost"/>
              <a:sym typeface="Jost"/>
            </a:endParaRPr>
          </a:p>
        </p:txBody>
      </p:sp>
      <p:sp>
        <p:nvSpPr>
          <p:cNvPr id="867" name="Google Shape;867;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un</a:t>
            </a:r>
            <a:r>
              <a:rPr lang="en-US" sz="8000" b="0" i="0" u="none" strike="noStrike" cap="none">
                <a:solidFill>
                  <a:srgbClr val="000000"/>
                </a:solidFill>
                <a:latin typeface="Jost"/>
                <a:ea typeface="Jost"/>
                <a:cs typeface="Jost"/>
                <a:sym typeface="Jost"/>
              </a:rPr>
              <a:t>kind</a:t>
            </a:r>
            <a:endParaRPr sz="8000" b="0" i="0" u="none" strike="noStrike" cap="none">
              <a:solidFill>
                <a:srgbClr val="000000"/>
              </a:solidFill>
              <a:latin typeface="Jost"/>
              <a:ea typeface="Jost"/>
              <a:cs typeface="Jost"/>
              <a:sym typeface="Jost"/>
            </a:endParaRPr>
          </a:p>
        </p:txBody>
      </p: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5" name="Google Shape;87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2" name="Google Shape;88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883" name="Google Shape;883;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4" name="Google Shape;884;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5" name="Google Shape;885;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6" name="Google Shape;886;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7" name="Google Shape;887;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8" name="Google Shape;888;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9" name="Google Shape;889;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1" name="Google Shape;891;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2" name="Google Shape;892;g2c4fb7f6616_1_0"/>
          <p:cNvGrpSpPr/>
          <p:nvPr/>
        </p:nvGrpSpPr>
        <p:grpSpPr>
          <a:xfrm>
            <a:off x="-550" y="6984600"/>
            <a:ext cx="8596479" cy="808600"/>
            <a:chOff x="-550" y="6984600"/>
            <a:chExt cx="8596479" cy="808600"/>
          </a:xfrm>
        </p:grpSpPr>
        <p:sp>
          <p:nvSpPr>
            <p:cNvPr id="893" name="Google Shape;893;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4" name="Google Shape;894;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5" name="Google Shape;895;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6" name="Google Shape;896;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7" name="Google Shape;897;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8" name="Google Shape;898;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9" name="Google Shape;899;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0" name="Google Shape;900;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01" name="Google Shape;901;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02" name="Google Shape;902;g2c4fb7f6616_1_0"/>
          <p:cNvSpPr/>
          <p:nvPr/>
        </p:nvSpPr>
        <p:spPr>
          <a:xfrm>
            <a:off x="33304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4fb7f6616_1_0"/>
          <p:cNvSpPr txBox="1"/>
          <p:nvPr/>
        </p:nvSpPr>
        <p:spPr>
          <a:xfrm>
            <a:off x="301561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904" name="Google Shape;904;g2c4fb7f6616_1_0"/>
          <p:cNvSpPr/>
          <p:nvPr/>
        </p:nvSpPr>
        <p:spPr>
          <a:xfrm>
            <a:off x="3933540"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05" name="Google Shape;905;g2c4fb7f6616_1_0"/>
          <p:cNvSpPr txBox="1"/>
          <p:nvPr/>
        </p:nvSpPr>
        <p:spPr>
          <a:xfrm>
            <a:off x="361869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906" name="Google Shape;906;g2c4fb7f6616_1_0"/>
          <p:cNvSpPr/>
          <p:nvPr/>
        </p:nvSpPr>
        <p:spPr>
          <a:xfrm>
            <a:off x="542353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7" name="Google Shape;907;g2c4fb7f6616_1_0"/>
          <p:cNvSpPr txBox="1"/>
          <p:nvPr/>
        </p:nvSpPr>
        <p:spPr>
          <a:xfrm>
            <a:off x="510868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08" name="Google Shape;908;g2c4fb7f6616_1_0"/>
          <p:cNvSpPr/>
          <p:nvPr/>
        </p:nvSpPr>
        <p:spPr>
          <a:xfrm>
            <a:off x="453661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c4fb7f6616_1_0"/>
          <p:cNvSpPr txBox="1"/>
          <p:nvPr/>
        </p:nvSpPr>
        <p:spPr>
          <a:xfrm>
            <a:off x="422176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ee8d1c26c0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6" name="Google Shape;916;g2ee8d1c26c0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17" name="Google Shape;917;g2ee8d1c26c0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8" name="Google Shape;918;g2ee8d1c26c0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9" name="Google Shape;919;g2ee8d1c26c0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ee8d1c26c0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ee8d1c26c0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ee8d1c26c0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ee8d1c26c0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ee8d1c26c0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ee8d1c26c0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6" name="Google Shape;926;g2ee8d1c26c0_0_0"/>
          <p:cNvGrpSpPr/>
          <p:nvPr/>
        </p:nvGrpSpPr>
        <p:grpSpPr>
          <a:xfrm>
            <a:off x="-550" y="6984600"/>
            <a:ext cx="8596479" cy="808600"/>
            <a:chOff x="-550" y="6984600"/>
            <a:chExt cx="8596479" cy="808600"/>
          </a:xfrm>
        </p:grpSpPr>
        <p:sp>
          <p:nvSpPr>
            <p:cNvPr id="927" name="Google Shape;927;g2ee8d1c26c0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28" name="Google Shape;928;g2ee8d1c26c0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9" name="Google Shape;929;g2ee8d1c26c0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0" name="Google Shape;930;g2ee8d1c26c0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1" name="Google Shape;931;g2ee8d1c26c0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2" name="Google Shape;932;g2ee8d1c26c0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3" name="Google Shape;933;g2ee8d1c26c0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4" name="Google Shape;934;g2ee8d1c26c0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5" name="Google Shape;935;g2ee8d1c26c0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6" name="Google Shape;936;g2ee8d1c26c0_0_0"/>
          <p:cNvSpPr/>
          <p:nvPr/>
        </p:nvSpPr>
        <p:spPr>
          <a:xfrm>
            <a:off x="259594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37" name="Google Shape;937;g2ee8d1c26c0_0_0"/>
          <p:cNvSpPr/>
          <p:nvPr/>
        </p:nvSpPr>
        <p:spPr>
          <a:xfrm>
            <a:off x="33304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ee8d1c26c0_0_0"/>
          <p:cNvSpPr/>
          <p:nvPr/>
        </p:nvSpPr>
        <p:spPr>
          <a:xfrm>
            <a:off x="406498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ee8d1c26c0_0_0"/>
          <p:cNvSpPr txBox="1"/>
          <p:nvPr/>
        </p:nvSpPr>
        <p:spPr>
          <a:xfrm>
            <a:off x="2281093"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940" name="Google Shape;940;g2ee8d1c26c0_0_0"/>
          <p:cNvSpPr txBox="1"/>
          <p:nvPr/>
        </p:nvSpPr>
        <p:spPr>
          <a:xfrm>
            <a:off x="301561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41" name="Google Shape;941;g2ee8d1c26c0_0_0"/>
          <p:cNvSpPr txBox="1"/>
          <p:nvPr/>
        </p:nvSpPr>
        <p:spPr>
          <a:xfrm>
            <a:off x="375013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k</a:t>
            </a:r>
            <a:endParaRPr sz="12000" b="0" i="0" u="none" strike="noStrike" cap="none">
              <a:solidFill>
                <a:srgbClr val="2356AF"/>
              </a:solidFill>
              <a:latin typeface="Jost"/>
              <a:ea typeface="Jost"/>
              <a:cs typeface="Jost"/>
              <a:sym typeface="Jost"/>
            </a:endParaRPr>
          </a:p>
        </p:txBody>
      </p:sp>
      <p:sp>
        <p:nvSpPr>
          <p:cNvPr id="942" name="Google Shape;942;g2ee8d1c26c0_0_0"/>
          <p:cNvSpPr/>
          <p:nvPr/>
        </p:nvSpPr>
        <p:spPr>
          <a:xfrm>
            <a:off x="4668060"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43" name="Google Shape;943;g2ee8d1c26c0_0_0"/>
          <p:cNvSpPr txBox="1"/>
          <p:nvPr/>
        </p:nvSpPr>
        <p:spPr>
          <a:xfrm>
            <a:off x="435321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944" name="Google Shape;944;g2ee8d1c26c0_0_0"/>
          <p:cNvSpPr/>
          <p:nvPr/>
        </p:nvSpPr>
        <p:spPr>
          <a:xfrm>
            <a:off x="615805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5" name="Google Shape;945;g2ee8d1c26c0_0_0"/>
          <p:cNvSpPr txBox="1"/>
          <p:nvPr/>
        </p:nvSpPr>
        <p:spPr>
          <a:xfrm>
            <a:off x="584320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46" name="Google Shape;946;g2ee8d1c26c0_0_0"/>
          <p:cNvSpPr/>
          <p:nvPr/>
        </p:nvSpPr>
        <p:spPr>
          <a:xfrm>
            <a:off x="527113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7" name="Google Shape;947;g2ee8d1c26c0_0_0"/>
          <p:cNvSpPr txBox="1"/>
          <p:nvPr/>
        </p:nvSpPr>
        <p:spPr>
          <a:xfrm>
            <a:off x="495628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48" name="Google Shape;948;g2ee8d1c26c0_0_0"/>
          <p:cNvSpPr/>
          <p:nvPr/>
        </p:nvSpPr>
        <p:spPr>
          <a:xfrm>
            <a:off x="379222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73c70e2d91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5" name="Google Shape;955;g273c70e2d91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56" name="Google Shape;956;g273c70e2d91_0_1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7" name="Google Shape;957;g273c70e2d91_0_1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73c70e2d91_0_1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73c70e2d91_0_1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73c70e2d91_0_1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73c70e2d91_0_1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73c70e2d91_0_1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73c70e2d91_0_1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73c70e2d91_0_1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5" name="Google Shape;965;g273c70e2d91_0_17"/>
          <p:cNvGrpSpPr/>
          <p:nvPr/>
        </p:nvGrpSpPr>
        <p:grpSpPr>
          <a:xfrm>
            <a:off x="-550" y="6984600"/>
            <a:ext cx="8596479" cy="808600"/>
            <a:chOff x="-550" y="6984600"/>
            <a:chExt cx="8596479" cy="808600"/>
          </a:xfrm>
        </p:grpSpPr>
        <p:sp>
          <p:nvSpPr>
            <p:cNvPr id="966" name="Google Shape;966;g273c70e2d91_0_1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7" name="Google Shape;967;g273c70e2d91_0_1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8" name="Google Shape;968;g273c70e2d91_0_1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9" name="Google Shape;969;g273c70e2d91_0_1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0" name="Google Shape;970;g273c70e2d91_0_1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1" name="Google Shape;971;g273c70e2d91_0_1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2" name="Google Shape;972;g273c70e2d91_0_1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3" name="Google Shape;973;g273c70e2d91_0_1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4" name="Google Shape;974;g273c70e2d91_0_1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5" name="Google Shape;975;g273c70e2d91_0_17"/>
          <p:cNvSpPr/>
          <p:nvPr/>
        </p:nvSpPr>
        <p:spPr>
          <a:xfrm>
            <a:off x="33987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73c70e2d91_0_17"/>
          <p:cNvSpPr txBox="1"/>
          <p:nvPr/>
        </p:nvSpPr>
        <p:spPr>
          <a:xfrm>
            <a:off x="308392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977" name="Google Shape;977;g273c70e2d91_0_17"/>
          <p:cNvSpPr/>
          <p:nvPr/>
        </p:nvSpPr>
        <p:spPr>
          <a:xfrm>
            <a:off x="535522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73c70e2d91_0_17"/>
          <p:cNvSpPr txBox="1"/>
          <p:nvPr/>
        </p:nvSpPr>
        <p:spPr>
          <a:xfrm>
            <a:off x="504037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79" name="Google Shape;979;g273c70e2d91_0_17"/>
          <p:cNvSpPr txBox="1"/>
          <p:nvPr/>
        </p:nvSpPr>
        <p:spPr>
          <a:xfrm>
            <a:off x="3879383" y="1308025"/>
            <a:ext cx="1383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993FA2"/>
                </a:solidFill>
                <a:latin typeface="Jost"/>
                <a:ea typeface="Jost"/>
                <a:cs typeface="Jost"/>
                <a:sym typeface="Jost"/>
              </a:rPr>
              <a:t>ur</a:t>
            </a:r>
            <a:endParaRPr sz="12000" b="0" i="0" u="none" strike="noStrike" cap="none">
              <a:solidFill>
                <a:srgbClr val="993FA2"/>
              </a:solidFill>
              <a:latin typeface="Jost"/>
              <a:ea typeface="Jost"/>
              <a:cs typeface="Jost"/>
              <a:sym typeface="Jost"/>
            </a:endParaRPr>
          </a:p>
        </p:txBody>
      </p:sp>
      <p:sp>
        <p:nvSpPr>
          <p:cNvPr id="980" name="Google Shape;980;g273c70e2d91_0_17"/>
          <p:cNvSpPr/>
          <p:nvPr/>
        </p:nvSpPr>
        <p:spPr>
          <a:xfrm>
            <a:off x="4031763" y="4011900"/>
            <a:ext cx="1175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ee8d1c26c0_0_3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87" name="Google Shape;987;g2ee8d1c26c0_0_3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88" name="Google Shape;988;g2ee8d1c26c0_0_3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9" name="Google Shape;989;g2ee8d1c26c0_0_3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ee8d1c26c0_0_3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1" name="Google Shape;991;g2ee8d1c26c0_0_3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2" name="Google Shape;992;g2ee8d1c26c0_0_3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3" name="Google Shape;993;g2ee8d1c26c0_0_3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4" name="Google Shape;994;g2ee8d1c26c0_0_3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ee8d1c26c0_0_3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6" name="Google Shape;996;g2ee8d1c26c0_0_3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97" name="Google Shape;997;g2ee8d1c26c0_0_38"/>
          <p:cNvGrpSpPr/>
          <p:nvPr/>
        </p:nvGrpSpPr>
        <p:grpSpPr>
          <a:xfrm>
            <a:off x="-550" y="6984600"/>
            <a:ext cx="8596479" cy="808600"/>
            <a:chOff x="-550" y="6984600"/>
            <a:chExt cx="8596479" cy="808600"/>
          </a:xfrm>
        </p:grpSpPr>
        <p:sp>
          <p:nvSpPr>
            <p:cNvPr id="998" name="Google Shape;998;g2ee8d1c26c0_0_3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99" name="Google Shape;999;g2ee8d1c26c0_0_3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00" name="Google Shape;1000;g2ee8d1c26c0_0_3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01" name="Google Shape;1001;g2ee8d1c26c0_0_3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02" name="Google Shape;1002;g2ee8d1c26c0_0_3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03" name="Google Shape;1003;g2ee8d1c26c0_0_3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04" name="Google Shape;1004;g2ee8d1c26c0_0_3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05" name="Google Shape;1005;g2ee8d1c26c0_0_3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06" name="Google Shape;1006;g2ee8d1c26c0_0_3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07" name="Google Shape;1007;g2ee8d1c26c0_0_38"/>
          <p:cNvSpPr/>
          <p:nvPr/>
        </p:nvSpPr>
        <p:spPr>
          <a:xfrm>
            <a:off x="262615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8" name="Google Shape;1008;g2ee8d1c26c0_0_38"/>
          <p:cNvSpPr/>
          <p:nvPr/>
        </p:nvSpPr>
        <p:spPr>
          <a:xfrm>
            <a:off x="33606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ee8d1c26c0_0_38"/>
          <p:cNvSpPr/>
          <p:nvPr/>
        </p:nvSpPr>
        <p:spPr>
          <a:xfrm>
            <a:off x="417139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ee8d1c26c0_0_38"/>
          <p:cNvSpPr txBox="1"/>
          <p:nvPr/>
        </p:nvSpPr>
        <p:spPr>
          <a:xfrm>
            <a:off x="2311301"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u</a:t>
            </a:r>
            <a:endParaRPr sz="12000" b="0" i="0" u="none" strike="noStrike" cap="none">
              <a:solidFill>
                <a:srgbClr val="ED1C24"/>
              </a:solidFill>
              <a:latin typeface="Jost"/>
              <a:ea typeface="Jost"/>
              <a:cs typeface="Jost"/>
              <a:sym typeface="Jost"/>
            </a:endParaRPr>
          </a:p>
        </p:txBody>
      </p:sp>
      <p:sp>
        <p:nvSpPr>
          <p:cNvPr id="1011" name="Google Shape;1011;g2ee8d1c26c0_0_38"/>
          <p:cNvSpPr txBox="1"/>
          <p:nvPr/>
        </p:nvSpPr>
        <p:spPr>
          <a:xfrm>
            <a:off x="304582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1012" name="Google Shape;1012;g2ee8d1c26c0_0_38"/>
          <p:cNvSpPr txBox="1"/>
          <p:nvPr/>
        </p:nvSpPr>
        <p:spPr>
          <a:xfrm>
            <a:off x="385654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1013" name="Google Shape;1013;g2ee8d1c26c0_0_38"/>
          <p:cNvSpPr/>
          <p:nvPr/>
        </p:nvSpPr>
        <p:spPr>
          <a:xfrm>
            <a:off x="612784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4" name="Google Shape;1014;g2ee8d1c26c0_0_38"/>
          <p:cNvSpPr txBox="1"/>
          <p:nvPr/>
        </p:nvSpPr>
        <p:spPr>
          <a:xfrm>
            <a:off x="581299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15" name="Google Shape;1015;g2ee8d1c26c0_0_38"/>
          <p:cNvSpPr txBox="1"/>
          <p:nvPr/>
        </p:nvSpPr>
        <p:spPr>
          <a:xfrm>
            <a:off x="4652003" y="1308025"/>
            <a:ext cx="1383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993FA2"/>
                </a:solidFill>
                <a:latin typeface="Jost"/>
                <a:ea typeface="Jost"/>
                <a:cs typeface="Jost"/>
                <a:sym typeface="Jost"/>
              </a:rPr>
              <a:t>ur</a:t>
            </a:r>
            <a:endParaRPr sz="12000" b="0" i="0" u="none" strike="noStrike" cap="none">
              <a:solidFill>
                <a:srgbClr val="993FA2"/>
              </a:solidFill>
              <a:latin typeface="Jost"/>
              <a:ea typeface="Jost"/>
              <a:cs typeface="Jost"/>
              <a:sym typeface="Jost"/>
            </a:endParaRPr>
          </a:p>
        </p:txBody>
      </p:sp>
      <p:sp>
        <p:nvSpPr>
          <p:cNvPr id="1016" name="Google Shape;1016;g2ee8d1c26c0_0_38"/>
          <p:cNvSpPr/>
          <p:nvPr/>
        </p:nvSpPr>
        <p:spPr>
          <a:xfrm>
            <a:off x="389863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ee8d1c26c0_0_38"/>
          <p:cNvSpPr/>
          <p:nvPr/>
        </p:nvSpPr>
        <p:spPr>
          <a:xfrm>
            <a:off x="4804383" y="4011900"/>
            <a:ext cx="1175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24" name="Google Shape;1024;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31" name="Google Shape;1031;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32" name="Google Shape;1032;g2dadbbe58d1_1_3"/>
          <p:cNvPicPr preferRelativeResize="0"/>
          <p:nvPr/>
        </p:nvPicPr>
        <p:blipFill rotWithShape="1">
          <a:blip r:embed="rId3">
            <a:alphaModFix/>
          </a:blip>
          <a:srcRect l="25783" r="25777"/>
          <a:stretch/>
        </p:blipFill>
        <p:spPr>
          <a:xfrm>
            <a:off x="2450925" y="623925"/>
            <a:ext cx="3776451" cy="2461575"/>
          </a:xfrm>
          <a:prstGeom prst="rect">
            <a:avLst/>
          </a:prstGeom>
          <a:noFill/>
          <a:ln>
            <a:noFill/>
          </a:ln>
        </p:spPr>
      </p:pic>
      <p:cxnSp>
        <p:nvCxnSpPr>
          <p:cNvPr id="1033" name="Google Shape;1033;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34" name="Google Shape;1034;g2dadbbe58d1_1_3"/>
          <p:cNvGrpSpPr/>
          <p:nvPr/>
        </p:nvGrpSpPr>
        <p:grpSpPr>
          <a:xfrm>
            <a:off x="1744350" y="3614075"/>
            <a:ext cx="5655300" cy="1851900"/>
            <a:chOff x="1744350" y="3614075"/>
            <a:chExt cx="5655300" cy="1851900"/>
          </a:xfrm>
        </p:grpSpPr>
        <p:sp>
          <p:nvSpPr>
            <p:cNvPr id="1035" name="Google Shape;1035;g2dadbbe58d1_1_3"/>
            <p:cNvSpPr/>
            <p:nvPr/>
          </p:nvSpPr>
          <p:spPr>
            <a:xfrm>
              <a:off x="1748850" y="3629300"/>
              <a:ext cx="5650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36" name="Google Shape;1036;g2dadbbe58d1_1_3"/>
            <p:cNvGrpSpPr/>
            <p:nvPr/>
          </p:nvGrpSpPr>
          <p:grpSpPr>
            <a:xfrm>
              <a:off x="1748964" y="4063875"/>
              <a:ext cx="5650596" cy="1170725"/>
              <a:chOff x="1181250" y="4063875"/>
              <a:chExt cx="6781800" cy="1170725"/>
            </a:xfrm>
          </p:grpSpPr>
          <p:cxnSp>
            <p:nvCxnSpPr>
              <p:cNvPr id="1037" name="Google Shape;1037;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8" name="Google Shape;1038;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9" name="Google Shape;1039;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0" name="Google Shape;1040;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nvGrpSpPr>
            <p:cNvPr id="1041" name="Google Shape;1041;g2dadbbe58d1_1_3"/>
            <p:cNvGrpSpPr/>
            <p:nvPr/>
          </p:nvGrpSpPr>
          <p:grpSpPr>
            <a:xfrm>
              <a:off x="1744350" y="3631675"/>
              <a:ext cx="2197625" cy="1828800"/>
              <a:chOff x="1481400" y="3631675"/>
              <a:chExt cx="2197625" cy="1828800"/>
            </a:xfrm>
          </p:grpSpPr>
          <p:sp>
            <p:nvSpPr>
              <p:cNvPr id="1042" name="Google Shape;1042;g2dadbbe58d1_1_3"/>
              <p:cNvSpPr/>
              <p:nvPr/>
            </p:nvSpPr>
            <p:spPr>
              <a:xfrm rot="-5400000">
                <a:off x="1593000" y="3520075"/>
                <a:ext cx="1828800" cy="205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43" name="Google Shape;1043;g2dadbbe58d1_1_3"/>
              <p:cNvGrpSpPr/>
              <p:nvPr/>
            </p:nvGrpSpPr>
            <p:grpSpPr>
              <a:xfrm>
                <a:off x="3415325" y="4484375"/>
                <a:ext cx="263700" cy="263700"/>
                <a:chOff x="3415325" y="4484375"/>
                <a:chExt cx="263700" cy="263700"/>
              </a:xfrm>
            </p:grpSpPr>
            <p:sp>
              <p:nvSpPr>
                <p:cNvPr id="1044" name="Google Shape;1044;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45" name="Google Shape;1045;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46" name="Google Shape;1046;g2dadbbe58d1_1_3"/>
            <p:cNvCxnSpPr/>
            <p:nvPr/>
          </p:nvCxnSpPr>
          <p:spPr>
            <a:xfrm rot="10800000">
              <a:off x="283147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7" name="Google Shape;1047;g2dadbbe58d1_1_3"/>
            <p:cNvCxnSpPr/>
            <p:nvPr/>
          </p:nvCxnSpPr>
          <p:spPr>
            <a:xfrm rot="10800000">
              <a:off x="473091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8" name="Google Shape;1048;g2dadbbe58d1_1_3"/>
            <p:cNvCxnSpPr/>
            <p:nvPr/>
          </p:nvCxnSpPr>
          <p:spPr>
            <a:xfrm rot="10800000">
              <a:off x="565732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49" name="Google Shape;1049;g2dadbbe58d1_1_3"/>
            <p:cNvCxnSpPr/>
            <p:nvPr/>
          </p:nvCxnSpPr>
          <p:spPr>
            <a:xfrm rot="10800000">
              <a:off x="6496919"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50" name="Google Shape;1050;g2dadbbe58d1_1_3"/>
          <p:cNvSpPr txBox="1"/>
          <p:nvPr/>
        </p:nvSpPr>
        <p:spPr>
          <a:xfrm>
            <a:off x="394197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51" name="Google Shape;1051;g2dadbbe58d1_1_3"/>
          <p:cNvSpPr txBox="1"/>
          <p:nvPr/>
        </p:nvSpPr>
        <p:spPr>
          <a:xfrm>
            <a:off x="1852825"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052" name="Google Shape;1052;g2dadbbe58d1_1_3"/>
          <p:cNvSpPr txBox="1"/>
          <p:nvPr/>
        </p:nvSpPr>
        <p:spPr>
          <a:xfrm>
            <a:off x="2831475" y="4064350"/>
            <a:ext cx="846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53" name="Google Shape;1053;g2dadbbe58d1_1_3"/>
          <p:cNvSpPr txBox="1"/>
          <p:nvPr/>
        </p:nvSpPr>
        <p:spPr>
          <a:xfrm>
            <a:off x="4799650" y="4132658"/>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F7941D"/>
                </a:solidFill>
                <a:latin typeface="Poppins"/>
                <a:ea typeface="Poppins"/>
                <a:cs typeface="Poppins"/>
                <a:sym typeface="Poppins"/>
              </a:rPr>
              <a:t>a</a:t>
            </a:r>
            <a:endParaRPr sz="7500" b="0" i="0" u="none" strike="noStrike" cap="none">
              <a:solidFill>
                <a:srgbClr val="F7941D"/>
              </a:solidFill>
              <a:latin typeface="Poppins"/>
              <a:ea typeface="Poppins"/>
              <a:cs typeface="Poppins"/>
              <a:sym typeface="Poppins"/>
            </a:endParaRPr>
          </a:p>
        </p:txBody>
      </p:sp>
      <p:sp>
        <p:nvSpPr>
          <p:cNvPr id="1054" name="Google Shape;1054;g2dadbbe58d1_1_3"/>
          <p:cNvSpPr txBox="1"/>
          <p:nvPr/>
        </p:nvSpPr>
        <p:spPr>
          <a:xfrm>
            <a:off x="570392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f</a:t>
            </a:r>
            <a:endParaRPr sz="8500" b="0" i="0" u="none" strike="noStrike" cap="none">
              <a:solidFill>
                <a:srgbClr val="2356AF"/>
              </a:solidFill>
              <a:latin typeface="Jost"/>
              <a:ea typeface="Jost"/>
              <a:cs typeface="Jost"/>
              <a:sym typeface="Jost"/>
            </a:endParaRPr>
          </a:p>
        </p:txBody>
      </p:sp>
      <p:sp>
        <p:nvSpPr>
          <p:cNvPr id="1055" name="Google Shape;1055;g2dadbbe58d1_1_3"/>
          <p:cNvSpPr txBox="1"/>
          <p:nvPr/>
        </p:nvSpPr>
        <p:spPr>
          <a:xfrm>
            <a:off x="6582984"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7941D"/>
                </a:solidFill>
                <a:latin typeface="Jost"/>
                <a:ea typeface="Jost"/>
                <a:cs typeface="Jost"/>
                <a:sym typeface="Jost"/>
              </a:rPr>
              <a:t>e</a:t>
            </a:r>
            <a:endParaRPr sz="8500" b="0" i="0" u="none" strike="noStrike" cap="none">
              <a:solidFill>
                <a:srgbClr val="F7941D"/>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74c738f07b_0_6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62" name="Google Shape;1062;g274c738f07b_0_6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063" name="Google Shape;1063;g274c738f07b_0_68"/>
          <p:cNvPicPr preferRelativeResize="0"/>
          <p:nvPr/>
        </p:nvPicPr>
        <p:blipFill rotWithShape="1">
          <a:blip r:embed="rId3">
            <a:alphaModFix/>
          </a:blip>
          <a:srcRect l="25783" r="25777"/>
          <a:stretch/>
        </p:blipFill>
        <p:spPr>
          <a:xfrm>
            <a:off x="2450925" y="623925"/>
            <a:ext cx="3776451" cy="2461575"/>
          </a:xfrm>
          <a:prstGeom prst="rect">
            <a:avLst/>
          </a:prstGeom>
          <a:noFill/>
          <a:ln>
            <a:noFill/>
          </a:ln>
        </p:spPr>
      </p:pic>
      <p:cxnSp>
        <p:nvCxnSpPr>
          <p:cNvPr id="1064" name="Google Shape;1064;g274c738f07b_0_68"/>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grpSp>
        <p:nvGrpSpPr>
          <p:cNvPr id="1065" name="Google Shape;1065;g274c738f07b_0_68"/>
          <p:cNvGrpSpPr/>
          <p:nvPr/>
        </p:nvGrpSpPr>
        <p:grpSpPr>
          <a:xfrm>
            <a:off x="1744350" y="3614075"/>
            <a:ext cx="5655300" cy="1851900"/>
            <a:chOff x="1744350" y="3614075"/>
            <a:chExt cx="5655300" cy="1851900"/>
          </a:xfrm>
        </p:grpSpPr>
        <p:sp>
          <p:nvSpPr>
            <p:cNvPr id="1066" name="Google Shape;1066;g274c738f07b_0_68"/>
            <p:cNvSpPr/>
            <p:nvPr/>
          </p:nvSpPr>
          <p:spPr>
            <a:xfrm>
              <a:off x="1748850" y="3629300"/>
              <a:ext cx="5650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67" name="Google Shape;1067;g274c738f07b_0_68"/>
            <p:cNvGrpSpPr/>
            <p:nvPr/>
          </p:nvGrpSpPr>
          <p:grpSpPr>
            <a:xfrm>
              <a:off x="1748964" y="4063875"/>
              <a:ext cx="5650596" cy="1170725"/>
              <a:chOff x="1181250" y="4063875"/>
              <a:chExt cx="6781800" cy="1170725"/>
            </a:xfrm>
          </p:grpSpPr>
          <p:cxnSp>
            <p:nvCxnSpPr>
              <p:cNvPr id="1068" name="Google Shape;1068;g274c738f07b_0_68"/>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274c738f07b_0_68"/>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0" name="Google Shape;1070;g274c738f07b_0_68"/>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1" name="Google Shape;1071;g274c738f07b_0_68"/>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grpSp>
          <p:nvGrpSpPr>
            <p:cNvPr id="1072" name="Google Shape;1072;g274c738f07b_0_68"/>
            <p:cNvGrpSpPr/>
            <p:nvPr/>
          </p:nvGrpSpPr>
          <p:grpSpPr>
            <a:xfrm>
              <a:off x="1744350" y="3631675"/>
              <a:ext cx="2197625" cy="1828800"/>
              <a:chOff x="1481400" y="3631675"/>
              <a:chExt cx="2197625" cy="1828800"/>
            </a:xfrm>
          </p:grpSpPr>
          <p:sp>
            <p:nvSpPr>
              <p:cNvPr id="1073" name="Google Shape;1073;g274c738f07b_0_68"/>
              <p:cNvSpPr/>
              <p:nvPr/>
            </p:nvSpPr>
            <p:spPr>
              <a:xfrm rot="-5400000">
                <a:off x="1593000" y="3520075"/>
                <a:ext cx="1828800" cy="20520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4" name="Google Shape;1074;g274c738f07b_0_68"/>
              <p:cNvGrpSpPr/>
              <p:nvPr/>
            </p:nvGrpSpPr>
            <p:grpSpPr>
              <a:xfrm>
                <a:off x="3415325" y="4484375"/>
                <a:ext cx="263700" cy="263700"/>
                <a:chOff x="3415325" y="4484375"/>
                <a:chExt cx="263700" cy="263700"/>
              </a:xfrm>
            </p:grpSpPr>
            <p:sp>
              <p:nvSpPr>
                <p:cNvPr id="1075" name="Google Shape;1075;g274c738f07b_0_68"/>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76" name="Google Shape;1076;g274c738f07b_0_68"/>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77" name="Google Shape;1077;g274c738f07b_0_68"/>
            <p:cNvCxnSpPr/>
            <p:nvPr/>
          </p:nvCxnSpPr>
          <p:spPr>
            <a:xfrm rot="10800000">
              <a:off x="283147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8" name="Google Shape;1078;g274c738f07b_0_68"/>
            <p:cNvCxnSpPr/>
            <p:nvPr/>
          </p:nvCxnSpPr>
          <p:spPr>
            <a:xfrm rot="10800000">
              <a:off x="473091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79" name="Google Shape;1079;g274c738f07b_0_68"/>
            <p:cNvCxnSpPr/>
            <p:nvPr/>
          </p:nvCxnSpPr>
          <p:spPr>
            <a:xfrm rot="10800000">
              <a:off x="565732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80" name="Google Shape;1080;g274c738f07b_0_68"/>
            <p:cNvCxnSpPr/>
            <p:nvPr/>
          </p:nvCxnSpPr>
          <p:spPr>
            <a:xfrm rot="10800000">
              <a:off x="6496919"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81" name="Google Shape;1081;g274c738f07b_0_68"/>
          <p:cNvSpPr txBox="1"/>
          <p:nvPr/>
        </p:nvSpPr>
        <p:spPr>
          <a:xfrm>
            <a:off x="394197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082" name="Google Shape;1082;g274c738f07b_0_68"/>
          <p:cNvSpPr txBox="1"/>
          <p:nvPr/>
        </p:nvSpPr>
        <p:spPr>
          <a:xfrm>
            <a:off x="1852825" y="4064350"/>
            <a:ext cx="914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u</a:t>
            </a:r>
            <a:endParaRPr sz="8500" b="0" i="0" u="none" strike="noStrike" cap="none">
              <a:solidFill>
                <a:srgbClr val="ED1C24"/>
              </a:solidFill>
              <a:latin typeface="Jost"/>
              <a:ea typeface="Jost"/>
              <a:cs typeface="Jost"/>
              <a:sym typeface="Jost"/>
            </a:endParaRPr>
          </a:p>
        </p:txBody>
      </p:sp>
      <p:sp>
        <p:nvSpPr>
          <p:cNvPr id="1083" name="Google Shape;1083;g274c738f07b_0_68"/>
          <p:cNvSpPr txBox="1"/>
          <p:nvPr/>
        </p:nvSpPr>
        <p:spPr>
          <a:xfrm>
            <a:off x="2831475" y="4064350"/>
            <a:ext cx="8463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084" name="Google Shape;1084;g274c738f07b_0_68"/>
          <p:cNvSpPr txBox="1"/>
          <p:nvPr/>
        </p:nvSpPr>
        <p:spPr>
          <a:xfrm>
            <a:off x="4799650" y="4132658"/>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7500" b="0" i="0" u="none" strike="noStrike" cap="none">
                <a:solidFill>
                  <a:srgbClr val="F7941D"/>
                </a:solidFill>
                <a:latin typeface="Poppins"/>
                <a:ea typeface="Poppins"/>
                <a:cs typeface="Poppins"/>
                <a:sym typeface="Poppins"/>
              </a:rPr>
              <a:t>a</a:t>
            </a:r>
            <a:endParaRPr sz="7500" b="0" i="0" u="none" strike="noStrike" cap="none">
              <a:solidFill>
                <a:srgbClr val="F7941D"/>
              </a:solidFill>
              <a:latin typeface="Poppins"/>
              <a:ea typeface="Poppins"/>
              <a:cs typeface="Poppins"/>
              <a:sym typeface="Poppins"/>
            </a:endParaRPr>
          </a:p>
        </p:txBody>
      </p:sp>
      <p:sp>
        <p:nvSpPr>
          <p:cNvPr id="1085" name="Google Shape;1085;g274c738f07b_0_68"/>
          <p:cNvSpPr txBox="1"/>
          <p:nvPr/>
        </p:nvSpPr>
        <p:spPr>
          <a:xfrm>
            <a:off x="5703925"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f</a:t>
            </a:r>
            <a:endParaRPr sz="8500" b="0" i="0" u="none" strike="noStrike" cap="none">
              <a:solidFill>
                <a:srgbClr val="2356AF"/>
              </a:solidFill>
              <a:latin typeface="Jost"/>
              <a:ea typeface="Jost"/>
              <a:cs typeface="Jost"/>
              <a:sym typeface="Jost"/>
            </a:endParaRPr>
          </a:p>
        </p:txBody>
      </p:sp>
      <p:sp>
        <p:nvSpPr>
          <p:cNvPr id="1086" name="Google Shape;1086;g274c738f07b_0_68"/>
          <p:cNvSpPr txBox="1"/>
          <p:nvPr/>
        </p:nvSpPr>
        <p:spPr>
          <a:xfrm>
            <a:off x="6582984" y="4064350"/>
            <a:ext cx="746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7941D"/>
                </a:solidFill>
                <a:latin typeface="Jost"/>
                <a:ea typeface="Jost"/>
                <a:cs typeface="Jost"/>
                <a:sym typeface="Jost"/>
              </a:rPr>
              <a:t>e</a:t>
            </a:r>
            <a:endParaRPr sz="8500" b="0" i="0" u="none" strike="noStrike" cap="none">
              <a:solidFill>
                <a:srgbClr val="F7941D"/>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3" name="Google Shape;109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4" name="Google Shape;1094;g1f3daf8a844_0_64"/>
          <p:cNvGrpSpPr/>
          <p:nvPr/>
        </p:nvGrpSpPr>
        <p:grpSpPr>
          <a:xfrm>
            <a:off x="3024000" y="209875"/>
            <a:ext cx="3096000" cy="454800"/>
            <a:chOff x="3024000" y="209875"/>
            <a:chExt cx="3096000" cy="454800"/>
          </a:xfrm>
        </p:grpSpPr>
        <p:sp>
          <p:nvSpPr>
            <p:cNvPr id="1095" name="Google Shape;109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6" name="Google Shape;109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7" name="Google Shape;109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98" name="Google Shape;1098;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9" name="Google Shape;1099;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0" name="Google Shape;110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1" name="Google Shape;1101;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2" name="Google Shape;1102;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03" name="Google Shape;1103;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i</a:t>
            </a:r>
            <a:endParaRPr sz="5500" b="0" i="0" u="none" strike="noStrike" cap="none">
              <a:solidFill>
                <a:srgbClr val="00904C"/>
              </a:solidFill>
              <a:latin typeface="Jost"/>
              <a:ea typeface="Jost"/>
              <a:cs typeface="Jost"/>
              <a:sym typeface="Jost"/>
            </a:endParaRPr>
          </a:p>
        </p:txBody>
      </p:sp>
      <p:sp>
        <p:nvSpPr>
          <p:cNvPr id="1104" name="Google Shape;1104;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05" name="Google Shape;1105;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
        <p:nvSpPr>
          <p:cNvPr id="1106" name="Google Shape;1106;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7" name="Google Shape;1107;g1f3daf8a844_0_64"/>
          <p:cNvSpPr txBox="1"/>
          <p:nvPr/>
        </p:nvSpPr>
        <p:spPr>
          <a:xfrm>
            <a:off x="37817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08" name="Google Shape;1108;g1f3daf8a844_0_64"/>
          <p:cNvSpPr txBox="1"/>
          <p:nvPr/>
        </p:nvSpPr>
        <p:spPr>
          <a:xfrm>
            <a:off x="26289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9" name="Google Shape;1109;g1f3daf8a844_0_64"/>
          <p:cNvSpPr txBox="1"/>
          <p:nvPr/>
        </p:nvSpPr>
        <p:spPr>
          <a:xfrm>
            <a:off x="4934600" y="2160375"/>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500" b="0" i="0" u="none" strike="noStrike" cap="none">
              <a:solidFill>
                <a:srgbClr val="F7941D"/>
              </a:solidFill>
              <a:latin typeface="Jost"/>
              <a:ea typeface="Jost"/>
              <a:cs typeface="Jost"/>
              <a:sym typeface="Jost"/>
            </a:endParaRPr>
          </a:p>
        </p:txBody>
      </p:sp>
      <p:sp>
        <p:nvSpPr>
          <p:cNvPr id="1110" name="Google Shape;111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11" name="Google Shape;1111;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2" name="Google Shape;1112;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3" name="Google Shape;1113;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4" name="Google Shape;1114;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5" name="Google Shape;1115;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6" name="Google Shape;1116;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7" name="Google Shape;1117;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8" name="Google Shape;1118;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19" name="Google Shape;1119;g1f3daf8a844_0_64"/>
          <p:cNvGrpSpPr/>
          <p:nvPr/>
        </p:nvGrpSpPr>
        <p:grpSpPr>
          <a:xfrm>
            <a:off x="-550" y="6984600"/>
            <a:ext cx="8596479" cy="808600"/>
            <a:chOff x="-550" y="6984600"/>
            <a:chExt cx="8596479" cy="808600"/>
          </a:xfrm>
        </p:grpSpPr>
        <p:sp>
          <p:nvSpPr>
            <p:cNvPr id="1120" name="Google Shape;1120;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21" name="Google Shape;1121;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22" name="Google Shape;1122;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23" name="Google Shape;1123;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24" name="Google Shape;1124;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25" name="Google Shape;1125;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26" name="Google Shape;1126;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27" name="Google Shape;1127;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28" name="Google Shape;1128;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cxnSp>
        <p:nvCxnSpPr>
          <p:cNvPr id="1129" name="Google Shape;112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g273c70e2d91_0_5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6" name="Google Shape;1136;g273c70e2d91_0_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7" name="Google Shape;1137;g273c70e2d91_0_59"/>
          <p:cNvGrpSpPr/>
          <p:nvPr/>
        </p:nvGrpSpPr>
        <p:grpSpPr>
          <a:xfrm>
            <a:off x="3024000" y="209875"/>
            <a:ext cx="3096000" cy="454800"/>
            <a:chOff x="3024000" y="209875"/>
            <a:chExt cx="3096000" cy="454800"/>
          </a:xfrm>
        </p:grpSpPr>
        <p:sp>
          <p:nvSpPr>
            <p:cNvPr id="1138" name="Google Shape;1138;g273c70e2d91_0_5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9" name="Google Shape;1139;g273c70e2d91_0_5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0" name="Google Shape;1140;g273c70e2d91_0_59"/>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41" name="Google Shape;1141;g273c70e2d91_0_59"/>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unf</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ir unp</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id uns</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fe</a:t>
            </a:r>
            <a:endParaRPr sz="1800" b="0" i="0" u="none" strike="noStrike" cap="none">
              <a:solidFill>
                <a:srgbClr val="B7B7B7"/>
              </a:solidFill>
              <a:latin typeface="Jost"/>
              <a:ea typeface="Jost"/>
              <a:cs typeface="Jost"/>
              <a:sym typeface="Jost"/>
            </a:endParaRPr>
          </a:p>
        </p:txBody>
      </p:sp>
      <p:cxnSp>
        <p:nvCxnSpPr>
          <p:cNvPr id="1142" name="Google Shape;1142;g273c70e2d91_0_5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43" name="Google Shape;1143;g273c70e2d91_0_5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4" name="Google Shape;1144;g273c70e2d91_0_5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5" name="Google Shape;1145;g273c70e2d91_0_5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6" name="Google Shape;1146;g273c70e2d91_0_5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7" name="Google Shape;1147;g273c70e2d91_0_5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8" name="Google Shape;1148;g273c70e2d91_0_5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49" name="Google Shape;1149;g273c70e2d91_0_5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0" name="Google Shape;1150;g273c70e2d91_0_5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1" name="Google Shape;1151;g273c70e2d91_0_5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2" name="Google Shape;1152;g273c70e2d91_0_5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53" name="Google Shape;1153;g273c70e2d91_0_5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4" name="Google Shape;1154;g273c70e2d91_0_5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5" name="Google Shape;1155;g273c70e2d91_0_5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56" name="Google Shape;1156;g273c70e2d91_0_59"/>
          <p:cNvGrpSpPr/>
          <p:nvPr/>
        </p:nvGrpSpPr>
        <p:grpSpPr>
          <a:xfrm>
            <a:off x="-550" y="6984600"/>
            <a:ext cx="8596479" cy="808600"/>
            <a:chOff x="-550" y="6984600"/>
            <a:chExt cx="8596479" cy="808600"/>
          </a:xfrm>
        </p:grpSpPr>
        <p:sp>
          <p:nvSpPr>
            <p:cNvPr id="1157" name="Google Shape;1157;g273c70e2d91_0_5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58" name="Google Shape;1158;g273c70e2d91_0_5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59" name="Google Shape;1159;g273c70e2d91_0_5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60" name="Google Shape;1160;g273c70e2d91_0_5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61" name="Google Shape;1161;g273c70e2d91_0_5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62" name="Google Shape;1162;g273c70e2d91_0_5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63" name="Google Shape;1163;g273c70e2d91_0_5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64" name="Google Shape;1164;g273c70e2d91_0_5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65" name="Google Shape;1165;g273c70e2d91_0_5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66" name="Google Shape;1166;g273c70e2d91_0_59"/>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67" name="Google Shape;1167;g273c70e2d91_0_59"/>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i</a:t>
            </a:r>
            <a:endParaRPr sz="5500" b="0" i="0" u="none" strike="noStrike" cap="none">
              <a:solidFill>
                <a:srgbClr val="00904C"/>
              </a:solidFill>
              <a:latin typeface="Jost"/>
              <a:ea typeface="Jost"/>
              <a:cs typeface="Jost"/>
              <a:sym typeface="Jost"/>
            </a:endParaRPr>
          </a:p>
        </p:txBody>
      </p:sp>
      <p:sp>
        <p:nvSpPr>
          <p:cNvPr id="1168" name="Google Shape;1168;g273c70e2d91_0_5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69" name="Google Shape;1169;g273c70e2d91_0_59"/>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ir</a:t>
            </a:r>
            <a:endParaRPr sz="5500" b="0" i="0" u="none" strike="noStrike" cap="none">
              <a:solidFill>
                <a:srgbClr val="993FA2"/>
              </a:solidFill>
              <a:latin typeface="Jost"/>
              <a:ea typeface="Jost"/>
              <a:cs typeface="Jost"/>
              <a:sym typeface="Jost"/>
            </a:endParaRPr>
          </a:p>
        </p:txBody>
      </p:sp>
      <p:sp>
        <p:nvSpPr>
          <p:cNvPr id="1170" name="Google Shape;1170;g273c70e2d91_0_5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71" name="Google Shape;1171;g273c70e2d91_0_59"/>
          <p:cNvSpPr txBox="1"/>
          <p:nvPr/>
        </p:nvSpPr>
        <p:spPr>
          <a:xfrm>
            <a:off x="37817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72" name="Google Shape;1172;g273c70e2d91_0_59"/>
          <p:cNvSpPr txBox="1"/>
          <p:nvPr/>
        </p:nvSpPr>
        <p:spPr>
          <a:xfrm>
            <a:off x="26289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3" name="Google Shape;1173;g273c70e2d91_0_59"/>
          <p:cNvSpPr txBox="1"/>
          <p:nvPr/>
        </p:nvSpPr>
        <p:spPr>
          <a:xfrm>
            <a:off x="4934600" y="2160375"/>
            <a:ext cx="115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F7941D"/>
                </a:solidFill>
                <a:latin typeface="Poppins"/>
                <a:ea typeface="Poppins"/>
                <a:cs typeface="Poppins"/>
                <a:sym typeface="Poppins"/>
              </a:rPr>
              <a:t>a</a:t>
            </a:r>
            <a:r>
              <a:rPr lang="en-US" sz="5500" b="0" i="0" u="none" strike="noStrike" cap="none">
                <a:solidFill>
                  <a:srgbClr val="F7941D"/>
                </a:solidFill>
                <a:latin typeface="Jost"/>
                <a:ea typeface="Jost"/>
                <a:cs typeface="Jost"/>
                <a:sym typeface="Jost"/>
              </a:rPr>
              <a:t>-e</a:t>
            </a:r>
            <a:endParaRPr sz="5500" b="0" i="0" u="none" strike="noStrike" cap="none">
              <a:solidFill>
                <a:srgbClr val="F7941D"/>
              </a:solidFill>
              <a:latin typeface="Jost"/>
              <a:ea typeface="Jost"/>
              <a:cs typeface="Jost"/>
              <a:sym typeface="Jost"/>
            </a:endParaRPr>
          </a:p>
        </p:txBody>
      </p:sp>
      <p:sp>
        <p:nvSpPr>
          <p:cNvPr id="1174" name="Google Shape;1174;g273c70e2d91_0_59"/>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402</Words>
  <Application>Microsoft Office PowerPoint</Application>
  <PresentationFormat>On-screen Show (4:3)</PresentationFormat>
  <Paragraphs>161</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Poppins Medium</vt:lpstr>
      <vt:lpstr>Arial</vt:lpstr>
      <vt:lpstr>Poppins</vt:lpstr>
      <vt:lpstr>Jost</vt:lpstr>
      <vt:lpstr>Nunito Black</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2026-06-03T01:17:16Z</dcterms:modified>
</cp:coreProperties>
</file>