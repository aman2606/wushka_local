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gI+062rYw9oNf6l850vkqsuhIh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0AC8014-D447-444E-8F28-0B7B8542C402}">
  <a:tblStyle styleId="{B0AC8014-D447-444E-8F28-0B7B8542C40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5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8"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custSel delSld modSld">
      <pc:chgData name="Lauren McNally" userId="f41ca301-1e42-4df6-b366-de7a1f7b738f" providerId="ADAL" clId="{6CFED5F7-CA71-4C86-9636-282E33979310}" dt="2026-05-14T03:21:39.901" v="56" actId="20577"/>
      <pc:docMkLst>
        <pc:docMk/>
      </pc:docMkLst>
      <pc:sldChg chg="modSp mod">
        <pc:chgData name="Lauren McNally" userId="f41ca301-1e42-4df6-b366-de7a1f7b738f" providerId="ADAL" clId="{6CFED5F7-CA71-4C86-9636-282E33979310}" dt="2026-05-14T03:20:14.909" v="20" actId="20577"/>
        <pc:sldMkLst>
          <pc:docMk/>
          <pc:sldMk cId="0" sldId="257"/>
        </pc:sldMkLst>
        <pc:spChg chg="mod">
          <ac:chgData name="Lauren McNally" userId="f41ca301-1e42-4df6-b366-de7a1f7b738f" providerId="ADAL" clId="{6CFED5F7-CA71-4C86-9636-282E33979310}" dt="2026-05-14T03:20:04.814" v="12" actId="20577"/>
          <ac:spMkLst>
            <pc:docMk/>
            <pc:sldMk cId="0" sldId="257"/>
            <ac:spMk id="732" creationId="{00000000-0000-0000-0000-000000000000}"/>
          </ac:spMkLst>
        </pc:spChg>
        <pc:spChg chg="mod">
          <ac:chgData name="Lauren McNally" userId="f41ca301-1e42-4df6-b366-de7a1f7b738f" providerId="ADAL" clId="{6CFED5F7-CA71-4C86-9636-282E33979310}" dt="2026-05-14T03:20:02.037" v="10" actId="20577"/>
          <ac:spMkLst>
            <pc:docMk/>
            <pc:sldMk cId="0" sldId="257"/>
            <ac:spMk id="735" creationId="{00000000-0000-0000-0000-000000000000}"/>
          </ac:spMkLst>
        </pc:spChg>
        <pc:spChg chg="mod">
          <ac:chgData name="Lauren McNally" userId="f41ca301-1e42-4df6-b366-de7a1f7b738f" providerId="ADAL" clId="{6CFED5F7-CA71-4C86-9636-282E33979310}" dt="2026-05-14T03:20:11.404" v="16" actId="20577"/>
          <ac:spMkLst>
            <pc:docMk/>
            <pc:sldMk cId="0" sldId="257"/>
            <ac:spMk id="738" creationId="{00000000-0000-0000-0000-000000000000}"/>
          </ac:spMkLst>
        </pc:spChg>
        <pc:spChg chg="mod">
          <ac:chgData name="Lauren McNally" userId="f41ca301-1e42-4df6-b366-de7a1f7b738f" providerId="ADAL" clId="{6CFED5F7-CA71-4C86-9636-282E33979310}" dt="2026-05-14T03:20:14.909" v="20" actId="20577"/>
          <ac:spMkLst>
            <pc:docMk/>
            <pc:sldMk cId="0" sldId="257"/>
            <ac:spMk id="741" creationId="{00000000-0000-0000-0000-000000000000}"/>
          </ac:spMkLst>
        </pc:spChg>
        <pc:spChg chg="mod">
          <ac:chgData name="Lauren McNally" userId="f41ca301-1e42-4df6-b366-de7a1f7b738f" providerId="ADAL" clId="{6CFED5F7-CA71-4C86-9636-282E33979310}" dt="2026-05-14T03:20:07.360" v="14" actId="20577"/>
          <ac:spMkLst>
            <pc:docMk/>
            <pc:sldMk cId="0" sldId="257"/>
            <ac:spMk id="744" creationId="{00000000-0000-0000-0000-000000000000}"/>
          </ac:spMkLst>
        </pc:spChg>
        <pc:spChg chg="mod">
          <ac:chgData name="Lauren McNally" userId="f41ca301-1e42-4df6-b366-de7a1f7b738f" providerId="ADAL" clId="{6CFED5F7-CA71-4C86-9636-282E33979310}" dt="2026-05-14T03:19:25.171" v="2" actId="1076"/>
          <ac:spMkLst>
            <pc:docMk/>
            <pc:sldMk cId="0" sldId="257"/>
            <ac:spMk id="747" creationId="{00000000-0000-0000-0000-000000000000}"/>
          </ac:spMkLst>
        </pc:spChg>
        <pc:spChg chg="mod">
          <ac:chgData name="Lauren McNally" userId="f41ca301-1e42-4df6-b366-de7a1f7b738f" providerId="ADAL" clId="{6CFED5F7-CA71-4C86-9636-282E33979310}" dt="2026-05-14T03:19:29.120" v="4" actId="1076"/>
          <ac:spMkLst>
            <pc:docMk/>
            <pc:sldMk cId="0" sldId="257"/>
            <ac:spMk id="748" creationId="{00000000-0000-0000-0000-000000000000}"/>
          </ac:spMkLst>
        </pc:spChg>
        <pc:spChg chg="mod">
          <ac:chgData name="Lauren McNally" userId="f41ca301-1e42-4df6-b366-de7a1f7b738f" providerId="ADAL" clId="{6CFED5F7-CA71-4C86-9636-282E33979310}" dt="2026-05-14T03:19:31.347" v="5" actId="1076"/>
          <ac:spMkLst>
            <pc:docMk/>
            <pc:sldMk cId="0" sldId="257"/>
            <ac:spMk id="749" creationId="{00000000-0000-0000-0000-000000000000}"/>
          </ac:spMkLst>
        </pc:spChg>
        <pc:spChg chg="mod">
          <ac:chgData name="Lauren McNally" userId="f41ca301-1e42-4df6-b366-de7a1f7b738f" providerId="ADAL" clId="{6CFED5F7-CA71-4C86-9636-282E33979310}" dt="2026-05-14T03:19:33.812" v="6" actId="1076"/>
          <ac:spMkLst>
            <pc:docMk/>
            <pc:sldMk cId="0" sldId="257"/>
            <ac:spMk id="750" creationId="{00000000-0000-0000-0000-000000000000}"/>
          </ac:spMkLst>
        </pc:spChg>
        <pc:spChg chg="mod">
          <ac:chgData name="Lauren McNally" userId="f41ca301-1e42-4df6-b366-de7a1f7b738f" providerId="ADAL" clId="{6CFED5F7-CA71-4C86-9636-282E33979310}" dt="2026-05-14T03:19:27.097" v="3" actId="1076"/>
          <ac:spMkLst>
            <pc:docMk/>
            <pc:sldMk cId="0" sldId="257"/>
            <ac:spMk id="751" creationId="{00000000-0000-0000-0000-000000000000}"/>
          </ac:spMkLst>
        </pc:spChg>
      </pc:sldChg>
      <pc:sldChg chg="modSp mod">
        <pc:chgData name="Lauren McNally" userId="f41ca301-1e42-4df6-b366-de7a1f7b738f" providerId="ADAL" clId="{6CFED5F7-CA71-4C86-9636-282E33979310}" dt="2026-05-14T03:20:29.658" v="23" actId="20577"/>
        <pc:sldMkLst>
          <pc:docMk/>
          <pc:sldMk cId="0" sldId="264"/>
        </pc:sldMkLst>
        <pc:spChg chg="mod">
          <ac:chgData name="Lauren McNally" userId="f41ca301-1e42-4df6-b366-de7a1f7b738f" providerId="ADAL" clId="{6CFED5F7-CA71-4C86-9636-282E33979310}" dt="2026-05-14T03:20:29.658" v="23" actId="20577"/>
          <ac:spMkLst>
            <pc:docMk/>
            <pc:sldMk cId="0" sldId="264"/>
            <ac:spMk id="910" creationId="{00000000-0000-0000-0000-000000000000}"/>
          </ac:spMkLst>
        </pc:spChg>
      </pc:sldChg>
      <pc:sldChg chg="modSp mod">
        <pc:chgData name="Lauren McNally" userId="f41ca301-1e42-4df6-b366-de7a1f7b738f" providerId="ADAL" clId="{6CFED5F7-CA71-4C86-9636-282E33979310}" dt="2026-05-14T03:20:36.781" v="26" actId="20577"/>
        <pc:sldMkLst>
          <pc:docMk/>
          <pc:sldMk cId="0" sldId="265"/>
        </pc:sldMkLst>
        <pc:spChg chg="mod">
          <ac:chgData name="Lauren McNally" userId="f41ca301-1e42-4df6-b366-de7a1f7b738f" providerId="ADAL" clId="{6CFED5F7-CA71-4C86-9636-282E33979310}" dt="2026-05-14T03:20:36.781" v="26" actId="20577"/>
          <ac:spMkLst>
            <pc:docMk/>
            <pc:sldMk cId="0" sldId="265"/>
            <ac:spMk id="919" creationId="{00000000-0000-0000-0000-000000000000}"/>
          </ac:spMkLst>
        </pc:spChg>
      </pc:sldChg>
      <pc:sldChg chg="modSp mod">
        <pc:chgData name="Lauren McNally" userId="f41ca301-1e42-4df6-b366-de7a1f7b738f" providerId="ADAL" clId="{6CFED5F7-CA71-4C86-9636-282E33979310}" dt="2026-05-14T03:20:52.144" v="29" actId="20577"/>
        <pc:sldMkLst>
          <pc:docMk/>
          <pc:sldMk cId="0" sldId="270"/>
        </pc:sldMkLst>
        <pc:spChg chg="mod">
          <ac:chgData name="Lauren McNally" userId="f41ca301-1e42-4df6-b366-de7a1f7b738f" providerId="ADAL" clId="{6CFED5F7-CA71-4C86-9636-282E33979310}" dt="2026-05-14T03:20:52.144" v="29" actId="20577"/>
          <ac:spMkLst>
            <pc:docMk/>
            <pc:sldMk cId="0" sldId="270"/>
            <ac:spMk id="1010" creationId="{00000000-0000-0000-0000-000000000000}"/>
          </ac:spMkLst>
        </pc:spChg>
      </pc:sldChg>
      <pc:sldChg chg="modSp mod">
        <pc:chgData name="Lauren McNally" userId="f41ca301-1e42-4df6-b366-de7a1f7b738f" providerId="ADAL" clId="{6CFED5F7-CA71-4C86-9636-282E33979310}" dt="2026-05-14T03:20:56.898" v="32" actId="20577"/>
        <pc:sldMkLst>
          <pc:docMk/>
          <pc:sldMk cId="0" sldId="271"/>
        </pc:sldMkLst>
        <pc:spChg chg="mod">
          <ac:chgData name="Lauren McNally" userId="f41ca301-1e42-4df6-b366-de7a1f7b738f" providerId="ADAL" clId="{6CFED5F7-CA71-4C86-9636-282E33979310}" dt="2026-05-14T03:20:56.898" v="32" actId="20577"/>
          <ac:spMkLst>
            <pc:docMk/>
            <pc:sldMk cId="0" sldId="271"/>
            <ac:spMk id="1019" creationId="{00000000-0000-0000-0000-000000000000}"/>
          </ac:spMkLst>
        </pc:spChg>
      </pc:sldChg>
      <pc:sldChg chg="modSp mod">
        <pc:chgData name="Lauren McNally" userId="f41ca301-1e42-4df6-b366-de7a1f7b738f" providerId="ADAL" clId="{6CFED5F7-CA71-4C86-9636-282E33979310}" dt="2026-05-14T03:21:01.364" v="35" actId="20577"/>
        <pc:sldMkLst>
          <pc:docMk/>
          <pc:sldMk cId="0" sldId="272"/>
        </pc:sldMkLst>
        <pc:spChg chg="mod">
          <ac:chgData name="Lauren McNally" userId="f41ca301-1e42-4df6-b366-de7a1f7b738f" providerId="ADAL" clId="{6CFED5F7-CA71-4C86-9636-282E33979310}" dt="2026-05-14T03:21:01.364" v="35" actId="20577"/>
          <ac:spMkLst>
            <pc:docMk/>
            <pc:sldMk cId="0" sldId="272"/>
            <ac:spMk id="1028" creationId="{00000000-0000-0000-0000-000000000000}"/>
          </ac:spMkLst>
        </pc:spChg>
      </pc:sldChg>
      <pc:sldChg chg="modSp mod">
        <pc:chgData name="Lauren McNally" userId="f41ca301-1e42-4df6-b366-de7a1f7b738f" providerId="ADAL" clId="{6CFED5F7-CA71-4C86-9636-282E33979310}" dt="2026-05-14T03:21:05.589" v="38" actId="20577"/>
        <pc:sldMkLst>
          <pc:docMk/>
          <pc:sldMk cId="0" sldId="273"/>
        </pc:sldMkLst>
        <pc:spChg chg="mod">
          <ac:chgData name="Lauren McNally" userId="f41ca301-1e42-4df6-b366-de7a1f7b738f" providerId="ADAL" clId="{6CFED5F7-CA71-4C86-9636-282E33979310}" dt="2026-05-14T03:21:05.589" v="38" actId="20577"/>
          <ac:spMkLst>
            <pc:docMk/>
            <pc:sldMk cId="0" sldId="273"/>
            <ac:spMk id="1037" creationId="{00000000-0000-0000-0000-000000000000}"/>
          </ac:spMkLst>
        </pc:spChg>
      </pc:sldChg>
      <pc:sldChg chg="modSp mod">
        <pc:chgData name="Lauren McNally" userId="f41ca301-1e42-4df6-b366-de7a1f7b738f" providerId="ADAL" clId="{6CFED5F7-CA71-4C86-9636-282E33979310}" dt="2026-05-14T03:21:10.109" v="41" actId="20577"/>
        <pc:sldMkLst>
          <pc:docMk/>
          <pc:sldMk cId="0" sldId="274"/>
        </pc:sldMkLst>
        <pc:spChg chg="mod">
          <ac:chgData name="Lauren McNally" userId="f41ca301-1e42-4df6-b366-de7a1f7b738f" providerId="ADAL" clId="{6CFED5F7-CA71-4C86-9636-282E33979310}" dt="2026-05-14T03:21:10.109" v="41" actId="20577"/>
          <ac:spMkLst>
            <pc:docMk/>
            <pc:sldMk cId="0" sldId="274"/>
            <ac:spMk id="1047" creationId="{00000000-0000-0000-0000-000000000000}"/>
          </ac:spMkLst>
        </pc:spChg>
      </pc:sldChg>
      <pc:sldChg chg="modSp mod">
        <pc:chgData name="Lauren McNally" userId="f41ca301-1e42-4df6-b366-de7a1f7b738f" providerId="ADAL" clId="{6CFED5F7-CA71-4C86-9636-282E33979310}" dt="2026-05-14T03:21:17.778" v="44" actId="20577"/>
        <pc:sldMkLst>
          <pc:docMk/>
          <pc:sldMk cId="0" sldId="275"/>
        </pc:sldMkLst>
        <pc:spChg chg="mod">
          <ac:chgData name="Lauren McNally" userId="f41ca301-1e42-4df6-b366-de7a1f7b738f" providerId="ADAL" clId="{6CFED5F7-CA71-4C86-9636-282E33979310}" dt="2026-05-14T03:21:17.778" v="44" actId="20577"/>
          <ac:spMkLst>
            <pc:docMk/>
            <pc:sldMk cId="0" sldId="275"/>
            <ac:spMk id="1056" creationId="{00000000-0000-0000-0000-000000000000}"/>
          </ac:spMkLst>
        </pc:spChg>
      </pc:sldChg>
      <pc:sldChg chg="modSp mod">
        <pc:chgData name="Lauren McNally" userId="f41ca301-1e42-4df6-b366-de7a1f7b738f" providerId="ADAL" clId="{6CFED5F7-CA71-4C86-9636-282E33979310}" dt="2026-05-14T03:21:22.600" v="47" actId="20577"/>
        <pc:sldMkLst>
          <pc:docMk/>
          <pc:sldMk cId="0" sldId="276"/>
        </pc:sldMkLst>
        <pc:spChg chg="mod">
          <ac:chgData name="Lauren McNally" userId="f41ca301-1e42-4df6-b366-de7a1f7b738f" providerId="ADAL" clId="{6CFED5F7-CA71-4C86-9636-282E33979310}" dt="2026-05-14T03:21:22.600" v="47" actId="20577"/>
          <ac:spMkLst>
            <pc:docMk/>
            <pc:sldMk cId="0" sldId="276"/>
            <ac:spMk id="1065" creationId="{00000000-0000-0000-0000-000000000000}"/>
          </ac:spMkLst>
        </pc:spChg>
      </pc:sldChg>
      <pc:sldChg chg="modSp mod">
        <pc:chgData name="Lauren McNally" userId="f41ca301-1e42-4df6-b366-de7a1f7b738f" providerId="ADAL" clId="{6CFED5F7-CA71-4C86-9636-282E33979310}" dt="2026-05-14T03:21:27.421" v="50" actId="20577"/>
        <pc:sldMkLst>
          <pc:docMk/>
          <pc:sldMk cId="0" sldId="277"/>
        </pc:sldMkLst>
        <pc:spChg chg="mod">
          <ac:chgData name="Lauren McNally" userId="f41ca301-1e42-4df6-b366-de7a1f7b738f" providerId="ADAL" clId="{6CFED5F7-CA71-4C86-9636-282E33979310}" dt="2026-05-14T03:21:27.421" v="50" actId="20577"/>
          <ac:spMkLst>
            <pc:docMk/>
            <pc:sldMk cId="0" sldId="277"/>
            <ac:spMk id="1074" creationId="{00000000-0000-0000-0000-000000000000}"/>
          </ac:spMkLst>
        </pc:spChg>
      </pc:sldChg>
      <pc:sldChg chg="modSp mod">
        <pc:chgData name="Lauren McNally" userId="f41ca301-1e42-4df6-b366-de7a1f7b738f" providerId="ADAL" clId="{6CFED5F7-CA71-4C86-9636-282E33979310}" dt="2026-05-14T03:21:35.716" v="53" actId="20577"/>
        <pc:sldMkLst>
          <pc:docMk/>
          <pc:sldMk cId="0" sldId="278"/>
        </pc:sldMkLst>
        <pc:spChg chg="mod">
          <ac:chgData name="Lauren McNally" userId="f41ca301-1e42-4df6-b366-de7a1f7b738f" providerId="ADAL" clId="{6CFED5F7-CA71-4C86-9636-282E33979310}" dt="2026-05-14T03:21:35.716" v="53" actId="20577"/>
          <ac:spMkLst>
            <pc:docMk/>
            <pc:sldMk cId="0" sldId="278"/>
            <ac:spMk id="1083" creationId="{00000000-0000-0000-0000-000000000000}"/>
          </ac:spMkLst>
        </pc:spChg>
      </pc:sldChg>
      <pc:sldChg chg="modSp mod">
        <pc:chgData name="Lauren McNally" userId="f41ca301-1e42-4df6-b366-de7a1f7b738f" providerId="ADAL" clId="{6CFED5F7-CA71-4C86-9636-282E33979310}" dt="2026-05-14T03:21:39.901" v="56" actId="20577"/>
        <pc:sldMkLst>
          <pc:docMk/>
          <pc:sldMk cId="0" sldId="279"/>
        </pc:sldMkLst>
        <pc:spChg chg="mod">
          <ac:chgData name="Lauren McNally" userId="f41ca301-1e42-4df6-b366-de7a1f7b738f" providerId="ADAL" clId="{6CFED5F7-CA71-4C86-9636-282E33979310}" dt="2026-05-14T03:21:39.901" v="56" actId="20577"/>
          <ac:spMkLst>
            <pc:docMk/>
            <pc:sldMk cId="0" sldId="279"/>
            <ac:spMk id="1092" creationId="{00000000-0000-0000-0000-000000000000}"/>
          </ac:spMkLst>
        </pc:spChg>
      </pc:sldChg>
      <pc:sldChg chg="del">
        <pc:chgData name="Lauren McNally" userId="f41ca301-1e42-4df6-b366-de7a1f7b738f" providerId="ADAL" clId="{6CFED5F7-CA71-4C86-9636-282E33979310}" dt="2026-05-14T03:18:55.518" v="0" actId="2696"/>
        <pc:sldMkLst>
          <pc:docMk/>
          <pc:sldMk cId="0" sldId="282"/>
        </pc:sldMkLst>
      </pc:sldChg>
      <pc:sldChg chg="del">
        <pc:chgData name="Lauren McNally" userId="f41ca301-1e42-4df6-b366-de7a1f7b738f" providerId="ADAL" clId="{6CFED5F7-CA71-4C86-9636-282E33979310}" dt="2026-05-14T03:18:58.792" v="1" actId="2696"/>
        <pc:sldMkLst>
          <pc:docMk/>
          <pc:sldMk cId="0" sldId="283"/>
        </pc:sldMkLst>
      </pc:sldChg>
      <pc:sldMasterChg chg="delSldLayout">
        <pc:chgData name="Lauren McNally" userId="f41ca301-1e42-4df6-b366-de7a1f7b738f" providerId="ADAL" clId="{6CFED5F7-CA71-4C86-9636-282E33979310}" dt="2026-05-14T03:18:58.792" v="1" actId="2696"/>
        <pc:sldMasterMkLst>
          <pc:docMk/>
          <pc:sldMasterMk cId="0" sldId="2147483648"/>
        </pc:sldMasterMkLst>
        <pc:sldLayoutChg chg="del">
          <pc:chgData name="Lauren McNally" userId="f41ca301-1e42-4df6-b366-de7a1f7b738f" providerId="ADAL" clId="{6CFED5F7-CA71-4C86-9636-282E33979310}" dt="2026-05-14T03:18:55.518" v="0" actId="2696"/>
          <pc:sldLayoutMkLst>
            <pc:docMk/>
            <pc:sldMasterMk cId="0" sldId="2147483648"/>
            <pc:sldLayoutMk cId="0" sldId="2147483653"/>
          </pc:sldLayoutMkLst>
        </pc:sldLayoutChg>
        <pc:sldLayoutChg chg="del">
          <pc:chgData name="Lauren McNally" userId="f41ca301-1e42-4df6-b366-de7a1f7b738f" providerId="ADAL" clId="{6CFED5F7-CA71-4C86-9636-282E33979310}" dt="2026-05-14T03:18:58.792" v="1" actId="2696"/>
          <pc:sldLayoutMkLst>
            <pc:docMk/>
            <pc:sldMasterMk cId="0" sldId="2147483648"/>
            <pc:sldLayoutMk cId="0" sldId="214748365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7" name="Google Shape;72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8" name="Google Shape;72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5" name="Google Shape;75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cfe34223ab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cfe34223ab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cfe34223ab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cfe34223ab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cfe34223ab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cfe34223ab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cfe34223ab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cfe34223ab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cfe34223ab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2cfe34223ab_0_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6" name="Google Shape;1126;g2cfe34223ab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7" name="Google Shape;1127;g2cfe34223ab_0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61653"/>
            <a:ext cx="4850100" cy="14454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387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CVCC ('nk' 'ft' 'st')</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1 - Tuesday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2</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23.xml"/><Relationship Id="rId5" Type="http://schemas.openxmlformats.org/officeDocument/2006/relationships/image" Target="../media/image6.png"/><Relationship Id="rId10" Type="http://schemas.openxmlformats.org/officeDocument/2006/relationships/slide" Target="slide19.xml"/><Relationship Id="rId4" Type="http://schemas.openxmlformats.org/officeDocument/2006/relationships/image" Target="../media/image5.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34" Type="http://schemas.openxmlformats.org/officeDocument/2006/relationships/image" Target="../media/image107.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31" Type="http://schemas.openxmlformats.org/officeDocument/2006/relationships/image" Target="../media/image104.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8" Type="http://schemas.openxmlformats.org/officeDocument/2006/relationships/image" Target="../media/image8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9.png"/></Relationships>
</file>

<file path=ppt/slides/_rels/slide8.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CVCC ('nk' 'ft' 'st')</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20" name="Google Shape;720;p1"/>
          <p:cNvGrpSpPr/>
          <p:nvPr/>
        </p:nvGrpSpPr>
        <p:grpSpPr>
          <a:xfrm>
            <a:off x="4120711" y="4100642"/>
            <a:ext cx="4508443" cy="1632899"/>
            <a:chOff x="4120711" y="4100642"/>
            <a:chExt cx="4508443" cy="1632899"/>
          </a:xfrm>
        </p:grpSpPr>
        <p:pic>
          <p:nvPicPr>
            <p:cNvPr id="721" name="Google Shape;721;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22" name="Google Shape;722;p1"/>
            <p:cNvPicPr preferRelativeResize="0"/>
            <p:nvPr/>
          </p:nvPicPr>
          <p:blipFill rotWithShape="1">
            <a:blip r:embed="rId4">
              <a:alphaModFix/>
            </a:blip>
            <a:srcRect l="139" r="14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23" name="Google Shape;723;p1"/>
            <p:cNvPicPr preferRelativeResize="0"/>
            <p:nvPr/>
          </p:nvPicPr>
          <p:blipFill rotWithShape="1">
            <a:blip r:embed="rId5">
              <a:alphaModFix/>
            </a:blip>
            <a:srcRect t="89" b="99"/>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4" name="Google Shape;724;p1"/>
          <p:cNvGraphicFramePr/>
          <p:nvPr/>
        </p:nvGraphicFramePr>
        <p:xfrm>
          <a:off x="4844200" y="1891197"/>
          <a:ext cx="3785000" cy="1678950"/>
        </p:xfrm>
        <a:graphic>
          <a:graphicData uri="http://schemas.openxmlformats.org/drawingml/2006/table">
            <a:tbl>
              <a:tblPr firstRow="1" bandRow="1">
                <a:noFill/>
                <a:tableStyleId>{B0AC8014-D447-444E-8F28-0B7B8542C402}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(nd mp nt,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nk ft st, lt lk sk)</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(fr br, cr tr,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gr dr pr)</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g2bee4f4af4b_0_204"/>
          <p:cNvSpPr txBox="1">
            <a:spLocks noGrp="1"/>
          </p:cNvSpPr>
          <p:nvPr>
            <p:ph type="body" idx="1"/>
          </p:nvPr>
        </p:nvSpPr>
        <p:spPr>
          <a:xfrm>
            <a:off x="3298550" y="1032250"/>
            <a:ext cx="49404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CVCC words containing </a:t>
            </a:r>
            <a:r>
              <a:rPr lang="en-US">
                <a:solidFill>
                  <a:srgbClr val="8DC63F"/>
                </a:solidFill>
              </a:rPr>
              <a:t>nk ft st</a:t>
            </a:r>
            <a:r>
              <a:rPr lang="en-US"/>
              <a:t>.</a:t>
            </a:r>
            <a:endParaRPr/>
          </a:p>
        </p:txBody>
      </p:sp>
      <p:sp>
        <p:nvSpPr>
          <p:cNvPr id="731" name="Google Shape;731;g2bee4f4af4b_0_204"/>
          <p:cNvSpPr txBox="1">
            <a:spLocks noGrp="1"/>
          </p:cNvSpPr>
          <p:nvPr>
            <p:ph type="body" idx="2"/>
          </p:nvPr>
        </p:nvSpPr>
        <p:spPr>
          <a:xfrm>
            <a:off x="3298550" y="1864300"/>
            <a:ext cx="5065500" cy="14313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Phase 2 Common Exception Words </a:t>
            </a:r>
            <a:br>
              <a:rPr lang="en-US"/>
            </a:br>
            <a:r>
              <a:rPr lang="en-US">
                <a:solidFill>
                  <a:srgbClr val="2356AF"/>
                </a:solidFill>
              </a:rPr>
              <a:t>as I is no go to into the put his has of pull full.</a:t>
            </a:r>
            <a:endParaRPr>
              <a:solidFill>
                <a:srgbClr val="2356AF"/>
              </a:solidFill>
            </a:endParaRPr>
          </a:p>
        </p:txBody>
      </p:sp>
      <p:sp>
        <p:nvSpPr>
          <p:cNvPr id="732" name="Google Shape;732;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7633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63750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61677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6">
            <a:alphaModFix/>
          </a:blip>
          <a:srcRect l="69" r="69"/>
          <a:stretch/>
        </p:blipFill>
        <p:spPr>
          <a:xfrm>
            <a:off x="6388446" y="4363493"/>
            <a:ext cx="786850" cy="590422"/>
          </a:xfrm>
          <a:prstGeom prst="rect">
            <a:avLst/>
          </a:prstGeom>
          <a:noFill/>
          <a:ln>
            <a:noFill/>
          </a:ln>
          <a:effectLst>
            <a:outerShdw blurRad="71438" dist="19050" dir="5220000" algn="bl" rotWithShape="0">
              <a:srgbClr val="D8D8D8"/>
            </a:outerShdw>
          </a:effectLst>
        </p:spPr>
      </p:pic>
      <p:sp>
        <p:nvSpPr>
          <p:cNvPr id="744" name="Google Shape;744;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5" name="Google Shape;745;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6" name="Google Shape;746;g2bee4f4af4b_0_204"/>
          <p:cNvPicPr preferRelativeResize="0"/>
          <p:nvPr/>
        </p:nvPicPr>
        <p:blipFill rotWithShape="1">
          <a:blip r:embed="rId7">
            <a:alphaModFix/>
          </a:blip>
          <a:srcRect t="89" b="99"/>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7" name="Google Shape;747;g2bee4f4af4b_0_204">
            <a:hlinkClick r:id="rId8" action="ppaction://hlinksldjump"/>
          </p:cNvPr>
          <p:cNvSpPr/>
          <p:nvPr/>
        </p:nvSpPr>
        <p:spPr>
          <a:xfrm>
            <a:off x="965875" y="37091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9" action="ppaction://hlinksldjump"/>
          </p:cNvPr>
          <p:cNvSpPr/>
          <p:nvPr/>
        </p:nvSpPr>
        <p:spPr>
          <a:xfrm>
            <a:off x="3835112" y="370498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0" action="ppaction://hlinksldjump"/>
          </p:cNvPr>
          <p:cNvSpPr/>
          <p:nvPr/>
        </p:nvSpPr>
        <p:spPr>
          <a:xfrm>
            <a:off x="4908741" y="370498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g2bee4f4af4b_0_204">
            <a:hlinkClick r:id="rId11" action="ppaction://hlinksldjump"/>
          </p:cNvPr>
          <p:cNvSpPr/>
          <p:nvPr/>
        </p:nvSpPr>
        <p:spPr>
          <a:xfrm>
            <a:off x="6303613" y="371571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1" name="Google Shape;751;g2bee4f4af4b_0_204">
            <a:hlinkClick r:id="rId12" action="ppaction://hlinksldjump"/>
          </p:cNvPr>
          <p:cNvSpPr/>
          <p:nvPr/>
        </p:nvSpPr>
        <p:spPr>
          <a:xfrm>
            <a:off x="2520648" y="371739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8" name="Google Shape;758;g26b641b03cd_0_165"/>
          <p:cNvGrpSpPr/>
          <p:nvPr/>
        </p:nvGrpSpPr>
        <p:grpSpPr>
          <a:xfrm>
            <a:off x="930400" y="2129444"/>
            <a:ext cx="7283200" cy="3724851"/>
            <a:chOff x="930400" y="2129444"/>
            <a:chExt cx="7283200" cy="3724851"/>
          </a:xfrm>
        </p:grpSpPr>
        <p:pic>
          <p:nvPicPr>
            <p:cNvPr id="759" name="Google Shape;75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80" name="Google Shape;78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81" name="Google Shape;78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8" name="Google Shape;78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8" name="Google Shape;79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01" name="Google Shape;80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02" name="Google Shape;80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03" name="Google Shape;80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4" name="Google Shape;80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13" name="Google Shape;81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4" name="Google Shape;81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23" name="Google Shape;823;g26b7edf6e71_0_109"/>
          <p:cNvGrpSpPr/>
          <p:nvPr/>
        </p:nvGrpSpPr>
        <p:grpSpPr>
          <a:xfrm>
            <a:off x="867357" y="2129450"/>
            <a:ext cx="7282807" cy="2686611"/>
            <a:chOff x="867357" y="2129450"/>
            <a:chExt cx="7282807" cy="2686611"/>
          </a:xfrm>
        </p:grpSpPr>
        <p:pic>
          <p:nvPicPr>
            <p:cNvPr id="824" name="Google Shape;82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pic>
        <p:nvPicPr>
          <p:cNvPr id="844" name="Google Shape;844;g2c298d33e0c_0_6"/>
          <p:cNvPicPr preferRelativeResize="0"/>
          <p:nvPr/>
        </p:nvPicPr>
        <p:blipFill rotWithShape="1">
          <a:blip r:embed="rId3">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45" name="Google Shape;845;g2c298d33e0c_0_6"/>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46" name="Google Shape;846;g2c298d33e0c_0_6"/>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47" name="Google Shape;847;g2c298d33e0c_0_6"/>
          <p:cNvPicPr preferRelativeResize="0"/>
          <p:nvPr/>
        </p:nvPicPr>
        <p:blipFill rotWithShape="1">
          <a:blip r:embed="rId6">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48" name="Google Shape;848;g2c298d33e0c_0_6"/>
          <p:cNvPicPr preferRelativeResize="0"/>
          <p:nvPr/>
        </p:nvPicPr>
        <p:blipFill rotWithShape="1">
          <a:blip r:embed="rId7">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49" name="Google Shape;849;g2c298d33e0c_0_6"/>
          <p:cNvPicPr preferRelativeResize="0"/>
          <p:nvPr/>
        </p:nvPicPr>
        <p:blipFill rotWithShape="1">
          <a:blip r:embed="rId8">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50" name="Google Shape;850;g2c298d33e0c_0_6"/>
          <p:cNvPicPr preferRelativeResize="0"/>
          <p:nvPr/>
        </p:nvPicPr>
        <p:blipFill rotWithShape="1">
          <a:blip r:embed="rId9">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51" name="Google Shape;851;g2c298d33e0c_0_6"/>
          <p:cNvPicPr preferRelativeResize="0"/>
          <p:nvPr/>
        </p:nvPicPr>
        <p:blipFill rotWithShape="1">
          <a:blip r:embed="rId10">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52" name="Google Shape;852;g2c298d33e0c_0_6"/>
          <p:cNvPicPr preferRelativeResize="0"/>
          <p:nvPr/>
        </p:nvPicPr>
        <p:blipFill rotWithShape="1">
          <a:blip r:embed="rId11">
            <a:alphaModFix/>
          </a:blip>
          <a:srcRect l="189" r="177"/>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53" name="Google Shape;853;g2c298d33e0c_0_6"/>
          <p:cNvPicPr preferRelativeResize="0"/>
          <p:nvPr/>
        </p:nvPicPr>
        <p:blipFill rotWithShape="1">
          <a:blip r:embed="rId12">
            <a:alphaModFix/>
          </a:blip>
          <a:srcRect l="99" r="97"/>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54" name="Google Shape;854;g2c298d33e0c_0_6"/>
          <p:cNvPicPr preferRelativeResize="0"/>
          <p:nvPr/>
        </p:nvPicPr>
        <p:blipFill rotWithShape="1">
          <a:blip r:embed="rId13">
            <a:alphaModFix/>
          </a:blip>
          <a:srcRect l="99" r="97"/>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55" name="Google Shape;855;g2c298d33e0c_0_6"/>
          <p:cNvPicPr preferRelativeResize="0"/>
          <p:nvPr/>
        </p:nvPicPr>
        <p:blipFill rotWithShape="1">
          <a:blip r:embed="rId14">
            <a:alphaModFix/>
          </a:blip>
          <a:srcRect l="99" r="97"/>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56" name="Google Shape;856;g2c298d33e0c_0_6"/>
          <p:cNvPicPr preferRelativeResize="0"/>
          <p:nvPr/>
        </p:nvPicPr>
        <p:blipFill rotWithShape="1">
          <a:blip r:embed="rId15">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039"/>
              </a:srgbClr>
            </a:outerShdw>
          </a:effectLst>
        </p:spPr>
      </p:pic>
      <p:pic>
        <p:nvPicPr>
          <p:cNvPr id="857" name="Google Shape;857;g2c298d33e0c_0_6"/>
          <p:cNvPicPr preferRelativeResize="0"/>
          <p:nvPr/>
        </p:nvPicPr>
        <p:blipFill rotWithShape="1">
          <a:blip r:embed="rId16">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58" name="Google Shape;858;g2c298d33e0c_0_6"/>
          <p:cNvPicPr preferRelativeResize="0"/>
          <p:nvPr/>
        </p:nvPicPr>
        <p:blipFill rotWithShape="1">
          <a:blip r:embed="rId17">
            <a:alphaModFix/>
          </a:blip>
          <a:srcRect l="189" r="177"/>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59" name="Google Shape;859;g2c298d33e0c_0_6"/>
          <p:cNvPicPr preferRelativeResize="0"/>
          <p:nvPr/>
        </p:nvPicPr>
        <p:blipFill rotWithShape="1">
          <a:blip r:embed="rId18">
            <a:alphaModFix/>
          </a:blip>
          <a:srcRect l="99" r="97"/>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grpSp>
        <p:nvGrpSpPr>
          <p:cNvPr id="860" name="Google Shape;860;g2c298d33e0c_0_6"/>
          <p:cNvGrpSpPr/>
          <p:nvPr/>
        </p:nvGrpSpPr>
        <p:grpSpPr>
          <a:xfrm>
            <a:off x="868300" y="2129450"/>
            <a:ext cx="7281864" cy="2684601"/>
            <a:chOff x="868300" y="2129450"/>
            <a:chExt cx="7281864" cy="2684601"/>
          </a:xfrm>
        </p:grpSpPr>
        <p:pic>
          <p:nvPicPr>
            <p:cNvPr id="861" name="Google Shape;861;g2c298d33e0c_0_6"/>
            <p:cNvPicPr preferRelativeResize="0"/>
            <p:nvPr/>
          </p:nvPicPr>
          <p:blipFill rotWithShape="1">
            <a:blip r:embed="rId19">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0">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1">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2">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65" name="Google Shape;865;g2c298d33e0c_0_6"/>
            <p:cNvPicPr preferRelativeResize="0"/>
            <p:nvPr/>
          </p:nvPicPr>
          <p:blipFill rotWithShape="1">
            <a:blip r:embed="rId23">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3">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8">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9">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10">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4">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25">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26">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27">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28">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29">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30">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31">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32">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33">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3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35">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a:t>
            </a:r>
            <a:r>
              <a:rPr lang="en-US">
                <a:solidFill>
                  <a:schemeClr val="dk1"/>
                </a:solidFill>
              </a:rPr>
              <a:t>.</a:t>
            </a:r>
            <a:endParaRPr/>
          </a:p>
        </p:txBody>
      </p:sp>
      <p:pic>
        <p:nvPicPr>
          <p:cNvPr id="895" name="Google Shape;895;g26b94af6077_0_0"/>
          <p:cNvPicPr preferRelativeResize="0"/>
          <p:nvPr/>
        </p:nvPicPr>
        <p:blipFill rotWithShape="1">
          <a:blip r:embed="rId3">
            <a:alphaModFix/>
          </a:blip>
          <a:srcRect l="59" r="59"/>
          <a:stretch/>
        </p:blipFill>
        <p:spPr>
          <a:xfrm>
            <a:off x="1578362" y="2137000"/>
            <a:ext cx="2837678" cy="2027867"/>
          </a:xfrm>
          <a:prstGeom prst="rect">
            <a:avLst/>
          </a:prstGeom>
          <a:noFill/>
          <a:ln>
            <a:noFill/>
          </a:ln>
          <a:effectLst>
            <a:outerShdw blurRad="71438" dist="19050" dir="5400000" algn="bl" rotWithShape="0">
              <a:srgbClr val="000000">
                <a:alpha val="17647"/>
              </a:srgbClr>
            </a:outerShdw>
          </a:effectLst>
        </p:spPr>
      </p:pic>
      <p:pic>
        <p:nvPicPr>
          <p:cNvPr id="896" name="Google Shape;896;g26b94af6077_0_0"/>
          <p:cNvPicPr preferRelativeResize="0"/>
          <p:nvPr/>
        </p:nvPicPr>
        <p:blipFill rotWithShape="1">
          <a:blip r:embed="rId4">
            <a:alphaModFix/>
          </a:blip>
          <a:srcRect l="159" r="159"/>
          <a:stretch/>
        </p:blipFill>
        <p:spPr>
          <a:xfrm>
            <a:off x="4726705" y="2137000"/>
            <a:ext cx="2838933" cy="203629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03" name="Google Shape;903;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04" name="Google Shape;904;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1" name="Google Shape;91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2" name="Google Shape;912;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913" name="Google Shape;91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20" name="Google Shape;92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21" name="Google Shape;92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22" name="Google Shape;92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29" name="Google Shape;92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30" name="Google Shape;93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7" name="Google Shape;937;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8" name="Google Shape;938;g2c4feb0fda9_1_0"/>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eb0fda9_1_0"/>
          <p:cNvSpPr/>
          <p:nvPr/>
        </p:nvSpPr>
        <p:spPr>
          <a:xfrm>
            <a:off x="38816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4feb0fda9_1_0"/>
          <p:cNvSpPr/>
          <p:nvPr/>
        </p:nvSpPr>
        <p:spPr>
          <a:xfrm>
            <a:off x="4590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1" name="Google Shape;94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2" name="Google Shape;942;g2c4feb0fda9_1_0"/>
          <p:cNvSpPr txBox="1">
            <a:spLocks noGrp="1"/>
          </p:cNvSpPr>
          <p:nvPr>
            <p:ph type="subTitle" idx="4294967295"/>
          </p:nvPr>
        </p:nvSpPr>
        <p:spPr>
          <a:xfrm>
            <a:off x="4020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43" name="Google Shape;943;g2c4feb0fda9_1_0"/>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44" name="Google Shape;944;g2c4feb0fda9_1_0"/>
          <p:cNvSpPr txBox="1">
            <a:spLocks noGrp="1"/>
          </p:cNvSpPr>
          <p:nvPr>
            <p:ph type="subTitle" idx="4294967295"/>
          </p:nvPr>
        </p:nvSpPr>
        <p:spPr>
          <a:xfrm>
            <a:off x="3312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45" name="Google Shape;945;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1" name="Google Shape;951;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2" name="Google Shape;952;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3" name="Google Shape;953;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4" name="Google Shape;954;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5" name="Google Shape;955;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6" name="Google Shape;956;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7" name="Google Shape;957;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8" name="Google Shape;958;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62" name="Google Shape;962;g2c4feb0fda9_1_0"/>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4feb0fda9_1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2cfe34223ab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0" name="Google Shape;970;g2cfe34223ab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1" name="Google Shape;971;g2cfe34223ab_0_13"/>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cfe34223ab_0_13"/>
          <p:cNvSpPr/>
          <p:nvPr/>
        </p:nvSpPr>
        <p:spPr>
          <a:xfrm>
            <a:off x="40721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cfe34223ab_0_13"/>
          <p:cNvSpPr/>
          <p:nvPr/>
        </p:nvSpPr>
        <p:spPr>
          <a:xfrm>
            <a:off x="4704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4" name="Google Shape;974;g2cfe34223ab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5" name="Google Shape;975;g2cfe34223ab_0_13"/>
          <p:cNvSpPr txBox="1">
            <a:spLocks noGrp="1"/>
          </p:cNvSpPr>
          <p:nvPr>
            <p:ph type="subTitle" idx="4294967295"/>
          </p:nvPr>
        </p:nvSpPr>
        <p:spPr>
          <a:xfrm>
            <a:off x="4134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76" name="Google Shape;976;g2cfe34223ab_0_13"/>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77" name="Google Shape;977;g2cfe34223ab_0_13"/>
          <p:cNvSpPr txBox="1">
            <a:spLocks noGrp="1"/>
          </p:cNvSpPr>
          <p:nvPr>
            <p:ph type="subTitle" idx="4294967295"/>
          </p:nvPr>
        </p:nvSpPr>
        <p:spPr>
          <a:xfrm>
            <a:off x="3502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78" name="Google Shape;978;g2cfe34223ab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fe34223ab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fe34223ab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fe34223ab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fe34223ab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fe34223ab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4" name="Google Shape;984;g2cfe34223ab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5" name="Google Shape;985;g2cfe34223ab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6" name="Google Shape;986;g2cfe34223ab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7" name="Google Shape;987;g2cfe34223ab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8" name="Google Shape;988;g2cfe34223ab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9" name="Google Shape;989;g2cfe34223ab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0" name="Google Shape;990;g2cfe34223ab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1" name="Google Shape;991;g2cfe34223ab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cfe34223ab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cfe34223ab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cfe34223ab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5" name="Google Shape;995;g2cfe34223ab_0_13"/>
          <p:cNvSpPr/>
          <p:nvPr/>
        </p:nvSpPr>
        <p:spPr>
          <a:xfrm>
            <a:off x="5466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fe34223ab_0_13"/>
          <p:cNvSpPr txBox="1">
            <a:spLocks noGrp="1"/>
          </p:cNvSpPr>
          <p:nvPr>
            <p:ph type="subTitle" idx="4294967295"/>
          </p:nvPr>
        </p:nvSpPr>
        <p:spPr>
          <a:xfrm>
            <a:off x="4896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3" name="Google Shape;100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4" name="Google Shape;100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1" name="Google Shape;101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2" name="Google Shape;1012;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3" name="Google Shape;101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0" name="Google Shape;102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1" name="Google Shape;1021;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22" name="Google Shape;102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9" name="Google Shape;102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0" name="Google Shape;1030;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1" name="Google Shape;103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J6N92</a:t>
            </a:r>
            <a:endParaRPr dirty="0"/>
          </a:p>
        </p:txBody>
      </p:sp>
      <p:sp>
        <p:nvSpPr>
          <p:cNvPr id="1038" name="Google Shape;103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9" name="Google Shape;1039;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0" name="Google Shape;104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26b641b03cd_0_301"/>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7" name="Google Shape;104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8" name="Google Shape;1048;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9" name="Google Shape;1049;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26b641b03cd_0_308"/>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6" name="Google Shape;105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7" name="Google Shape;1057;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8" name="Google Shape;105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cfe34223ab_0_45"/>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5" name="Google Shape;1065;g2cfe34223ab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6" name="Google Shape;1066;g2cfe34223ab_0_45"/>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7" name="Google Shape;1067;g2cfe34223ab_0_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cfe34223ab_0_53"/>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4" name="Google Shape;1074;g2cfe34223ab_0_5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5" name="Google Shape;1075;g2cfe34223ab_0_53"/>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6" name="Google Shape;1076;g2cfe34223ab_0_5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3" name="Google Shape;1083;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84" name="Google Shape;1084;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85" name="Google Shape;1085;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2" name="Google Shape;1092;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93" name="Google Shape;1093;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94" name="Google Shape;1094;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1" name="Google Shape;110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2" name="Google Shape;1102;g1f3daf8a844_0_64"/>
          <p:cNvGrpSpPr/>
          <p:nvPr/>
        </p:nvGrpSpPr>
        <p:grpSpPr>
          <a:xfrm>
            <a:off x="3024000" y="209875"/>
            <a:ext cx="3096000" cy="454800"/>
            <a:chOff x="3024000" y="209875"/>
            <a:chExt cx="3096000" cy="454800"/>
          </a:xfrm>
        </p:grpSpPr>
        <p:sp>
          <p:nvSpPr>
            <p:cNvPr id="1103" name="Google Shape;110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4" name="Google Shape;110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a:t>
              </a:r>
              <a:r>
                <a:rPr lang="en-US" sz="1600">
                  <a:solidFill>
                    <a:srgbClr val="D8D8D8"/>
                  </a:solidFill>
                  <a:latin typeface="Poppins Medium"/>
                  <a:ea typeface="Poppins Medium"/>
                  <a:cs typeface="Poppins Medium"/>
                  <a:sym typeface="Poppins Medium"/>
                </a:rPr>
                <a:t>S</a:t>
              </a:r>
              <a:r>
                <a:rPr lang="en-US" sz="1600" b="0" i="0" u="none" strike="noStrike" cap="none">
                  <a:solidFill>
                    <a:srgbClr val="D8D8D8"/>
                  </a:solidFill>
                  <a:latin typeface="Poppins Medium"/>
                  <a:ea typeface="Poppins Medium"/>
                  <a:cs typeface="Poppins Medium"/>
                  <a:sym typeface="Poppins Medium"/>
                </a:rPr>
                <a:t>E – 10MINS</a:t>
              </a:r>
              <a:endParaRPr sz="1400" b="0" i="0" u="none" strike="noStrike" cap="none">
                <a:solidFill>
                  <a:srgbClr val="000000"/>
                </a:solidFill>
                <a:latin typeface="Arial"/>
                <a:ea typeface="Arial"/>
                <a:cs typeface="Arial"/>
                <a:sym typeface="Arial"/>
              </a:endParaRPr>
            </a:p>
          </p:txBody>
        </p:sp>
        <p:pic>
          <p:nvPicPr>
            <p:cNvPr id="1105" name="Google Shape;110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6" name="Google Shape;110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7" name="Google Shape;110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8" name="Google Shape;110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9" name="Google Shape;110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0" name="Google Shape;1110;g1f3daf8a844_0_64"/>
          <p:cNvSpPr txBox="1"/>
          <p:nvPr/>
        </p:nvSpPr>
        <p:spPr>
          <a:xfrm>
            <a:off x="5150437" y="960050"/>
            <a:ext cx="79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1" name="Google Shape;111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p:nvPr/>
        </p:nvSpPr>
        <p:spPr>
          <a:xfrm>
            <a:off x="3299118" y="960050"/>
            <a:ext cx="79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4224778" y="960050"/>
            <a:ext cx="79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FFD403"/>
              </a:solidFill>
              <a:latin typeface="Jost"/>
              <a:ea typeface="Jost"/>
              <a:cs typeface="Jost"/>
              <a:sym typeface="Jost"/>
            </a:endParaRPr>
          </a:p>
        </p:txBody>
      </p:sp>
      <p:sp>
        <p:nvSpPr>
          <p:cNvPr id="1117" name="Google Shape;1117;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18" name="Google Shape;1118;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9" name="Google Shape;1119;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0" name="Google Shape;1120;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00904D"/>
              </a:solidFill>
              <a:latin typeface="Jost"/>
              <a:ea typeface="Jost"/>
              <a:cs typeface="Jost"/>
              <a:sym typeface="Jost"/>
            </a:endParaRPr>
          </a:p>
        </p:txBody>
      </p:sp>
      <p:sp>
        <p:nvSpPr>
          <p:cNvPr id="1121" name="Google Shape;1121;g1f3daf8a844_0_64"/>
          <p:cNvSpPr txBox="1"/>
          <p:nvPr/>
        </p:nvSpPr>
        <p:spPr>
          <a:xfrm>
            <a:off x="6076096" y="960050"/>
            <a:ext cx="737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cxnSp>
        <p:nvCxnSpPr>
          <p:cNvPr id="1122" name="Google Shape;112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3" name="Google Shape;1123;g1f3daf8a844_0_64"/>
          <p:cNvSpPr txBox="1"/>
          <p:nvPr/>
        </p:nvSpPr>
        <p:spPr>
          <a:xfrm>
            <a:off x="22577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g2cfe34223ab_0_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0" name="Google Shape;1130;g2cfe34223ab_0_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1" name="Google Shape;1131;g2cfe34223ab_0_63"/>
          <p:cNvGrpSpPr/>
          <p:nvPr/>
        </p:nvGrpSpPr>
        <p:grpSpPr>
          <a:xfrm>
            <a:off x="3024000" y="209875"/>
            <a:ext cx="3096000" cy="454800"/>
            <a:chOff x="3024000" y="209875"/>
            <a:chExt cx="3096000" cy="454800"/>
          </a:xfrm>
        </p:grpSpPr>
        <p:sp>
          <p:nvSpPr>
            <p:cNvPr id="1132" name="Google Shape;1132;g2cfe34223ab_0_6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3" name="Google Shape;1133;g2cfe34223ab_0_6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34" name="Google Shape;1134;g2cfe34223ab_0_63"/>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35" name="Google Shape;1135;g2cfe34223ab_0_63"/>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nk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nk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nk sink gift lift list mist fist</a:t>
            </a:r>
            <a:endParaRPr sz="1800" b="0" i="0" u="none" strike="noStrike" cap="none">
              <a:solidFill>
                <a:srgbClr val="B7B7B7"/>
              </a:solidFill>
              <a:latin typeface="Jost"/>
              <a:ea typeface="Jost"/>
              <a:cs typeface="Jost"/>
              <a:sym typeface="Jost"/>
            </a:endParaRPr>
          </a:p>
        </p:txBody>
      </p:sp>
      <p:cxnSp>
        <p:nvCxnSpPr>
          <p:cNvPr id="1136" name="Google Shape;1136;g2cfe34223ab_0_6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7" name="Google Shape;1137;g2cfe34223ab_0_6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8" name="Google Shape;1138;g2cfe34223ab_0_6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9" name="Google Shape;1139;g2cfe34223ab_0_6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0" name="Google Shape;1140;g2cfe34223ab_0_6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1" name="Google Shape;1141;g2cfe34223ab_0_63"/>
          <p:cNvSpPr txBox="1"/>
          <p:nvPr/>
        </p:nvSpPr>
        <p:spPr>
          <a:xfrm>
            <a:off x="5150437" y="960050"/>
            <a:ext cx="79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2" name="Google Shape;1142;g2cfe34223ab_0_6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3" name="Google Shape;1143;g2cfe34223ab_0_63"/>
          <p:cNvSpPr txBox="1"/>
          <p:nvPr/>
        </p:nvSpPr>
        <p:spPr>
          <a:xfrm>
            <a:off x="3299118" y="960050"/>
            <a:ext cx="79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4" name="Google Shape;1144;g2cfe34223ab_0_63"/>
          <p:cNvSpPr txBox="1"/>
          <p:nvPr/>
        </p:nvSpPr>
        <p:spPr>
          <a:xfrm>
            <a:off x="4224778" y="960050"/>
            <a:ext cx="7935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cxnSp>
        <p:nvCxnSpPr>
          <p:cNvPr id="1145" name="Google Shape;1145;g2cfe34223ab_0_6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6" name="Google Shape;1146;g2cfe34223ab_0_6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7" name="Google Shape;1147;g2cfe34223ab_0_63"/>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8" name="Google Shape;1148;g2cfe34223ab_0_63"/>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FFD403"/>
              </a:solidFill>
              <a:latin typeface="Jost"/>
              <a:ea typeface="Jost"/>
              <a:cs typeface="Jost"/>
              <a:sym typeface="Jost"/>
            </a:endParaRPr>
          </a:p>
        </p:txBody>
      </p:sp>
      <p:sp>
        <p:nvSpPr>
          <p:cNvPr id="1149" name="Google Shape;1149;g2cfe34223ab_0_63"/>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50" name="Google Shape;1150;g2cfe34223ab_0_63"/>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51" name="Google Shape;1151;g2cfe34223ab_0_63"/>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2" name="Google Shape;1152;g2cfe34223ab_0_63"/>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00904D"/>
              </a:solidFill>
              <a:latin typeface="Jost"/>
              <a:ea typeface="Jost"/>
              <a:cs typeface="Jost"/>
              <a:sym typeface="Jost"/>
            </a:endParaRPr>
          </a:p>
        </p:txBody>
      </p:sp>
      <p:sp>
        <p:nvSpPr>
          <p:cNvPr id="1153" name="Google Shape;1153;g2cfe34223ab_0_63"/>
          <p:cNvSpPr txBox="1"/>
          <p:nvPr/>
        </p:nvSpPr>
        <p:spPr>
          <a:xfrm>
            <a:off x="6076096" y="960050"/>
            <a:ext cx="737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4" name="Google Shape;1154;g2cfe34223ab_0_63"/>
          <p:cNvSpPr txBox="1"/>
          <p:nvPr/>
        </p:nvSpPr>
        <p:spPr>
          <a:xfrm>
            <a:off x="22577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514</Words>
  <Application>Microsoft Office PowerPoint</Application>
  <PresentationFormat>On-screen Show (4:3)</PresentationFormat>
  <Paragraphs>160</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Calibri</vt:lpstr>
      <vt:lpstr>Nunito Black</vt:lpstr>
      <vt:lpstr>Poppins SemiBold</vt:lpstr>
      <vt:lpstr>Poppins</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2026-05-14T03:21:47Z</dcterms:modified>
</cp:coreProperties>
</file>