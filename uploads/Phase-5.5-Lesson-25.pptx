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6858000" type="screen4x3"/>
  <p:notesSz cx="6858000" cy="9144000"/>
  <p:embeddedFontLst>
    <p:embeddedFont>
      <p:font typeface="Jost" panose="020B0604020202020204" charset="0"/>
      <p:regular r:id="rId30"/>
      <p:bold r:id="rId31"/>
      <p:italic r:id="rId32"/>
      <p:boldItalic r:id="rId33"/>
    </p:embeddedFont>
    <p:embeddedFont>
      <p:font typeface="Nunito Black" pitchFamily="2" charset="0"/>
      <p:bold r:id="rId34"/>
      <p:boldItalic r:id="rId35"/>
    </p:embeddedFont>
    <p:embeddedFont>
      <p:font typeface="Poppins" panose="00000500000000000000" pitchFamily="2" charset="0"/>
      <p:regular r:id="rId36"/>
      <p:bold r:id="rId37"/>
      <p:italic r:id="rId38"/>
      <p:boldItalic r:id="rId39"/>
    </p:embeddedFont>
    <p:embeddedFont>
      <p:font typeface="Poppins Medium" panose="00000600000000000000" pitchFamily="2" charset="0"/>
      <p:regular r:id="rId40"/>
      <p:bold r:id="rId41"/>
      <p:italic r:id="rId42"/>
      <p:boldItalic r:id="rId43"/>
    </p:embeddedFont>
    <p:embeddedFont>
      <p:font typeface="Poppins SemiBold" panose="00000700000000000000" pitchFamily="2"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g+6Gvh0JtDbbKDlWfeRxi1Fwq6k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0833D2D-2C70-47A6-9BB1-777FE1B67F6E}">
  <a:tblStyle styleId="{E0833D2D-2C70-47A6-9BB1-777FE1B67F6E}"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47" Type="http://schemas.openxmlformats.org/officeDocument/2006/relationships/font" Target="fonts/font18.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font" Target="fonts/font16.fntdata"/><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56"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font" Target="fonts/font17.fntdata"/><Relationship Id="rId20" Type="http://schemas.openxmlformats.org/officeDocument/2006/relationships/slide" Target="slides/slide19.xml"/><Relationship Id="rId41" Type="http://schemas.openxmlformats.org/officeDocument/2006/relationships/font" Target="fonts/font12.fntdata"/><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6" name="Google Shape;67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0" name="Google Shape;690;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1" name="Google Shape;691;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p:cNvGrpSpPr/>
        <p:nvPr/>
      </p:nvGrpSpPr>
      <p:grpSpPr>
        <a:xfrm>
          <a:off x="0" y="0"/>
          <a:ext cx="0" cy="0"/>
          <a:chOff x="0" y="0"/>
          <a:chExt cx="0" cy="0"/>
        </a:xfrm>
      </p:grpSpPr>
      <p:sp>
        <p:nvSpPr>
          <p:cNvPr id="716" name="Google Shape;716;g33c7d3a2c1b_0_8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7" name="Google Shape;717;g33c7d3a2c1b_0_8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8" name="Google Shape;718;g33c7d3a2c1b_0_8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33c7d3a2c1b_0_88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7" name="Google Shape;747;g33c7d3a2c1b_0_8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g33c7d3a2c1b_0_8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g33c7d3a2c1b_0_9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3" name="Google Shape;783;g33c7d3a2c1b_0_9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4" name="Google Shape;784;g33c7d3a2c1b_0_9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33c7d3a2c1b_0_96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1" name="Google Shape;831;g33c7d3a2c1b_0_96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2" name="Google Shape;832;g33c7d3a2c1b_0_96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g33c7d3a2c1b_0_16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7" name="Google Shape;847;g33c7d3a2c1b_0_16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8" name="Google Shape;848;g33c7d3a2c1b_0_16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g33c7d3a2c1b_0_167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8" name="Google Shape;868;g33c7d3a2c1b_0_16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9" name="Google Shape;869;g33c7d3a2c1b_0_167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33c7d3a2c1b_0_17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3" name="Google Shape;903;g33c7d3a2c1b_0_17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4" name="Google Shape;904;g33c7d3a2c1b_0_17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g33c7d3a2c1b_0_17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3" name="Google Shape;923;g33c7d3a2c1b_0_17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4" name="Google Shape;924;g33c7d3a2c1b_0_17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g33c7d3a2c1b_0_175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4" name="Google Shape;944;g33c7d3a2c1b_0_17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5" name="Google Shape;945;g33c7d3a2c1b_0_175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g26f40b1072c_1_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4" name="Google Shape;964;g26f40b1072c_1_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5" name="Google Shape;965;g26f40b1072c_1_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3"/>
        <p:cNvGrpSpPr/>
        <p:nvPr/>
      </p:nvGrpSpPr>
      <p:grpSpPr>
        <a:xfrm>
          <a:off x="0" y="0"/>
          <a:ext cx="0" cy="0"/>
          <a:chOff x="0" y="0"/>
          <a:chExt cx="0" cy="0"/>
        </a:xfrm>
      </p:grpSpPr>
      <p:sp>
        <p:nvSpPr>
          <p:cNvPr id="974" name="Google Shape;974;g26f40b1072c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5" name="Google Shape;975;g26f40b1072c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6" name="Google Shape;976;g26f40b1072c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p:cNvGrpSpPr/>
        <p:nvPr/>
      </p:nvGrpSpPr>
      <p:grpSpPr>
        <a:xfrm>
          <a:off x="0" y="0"/>
          <a:ext cx="0" cy="0"/>
          <a:chOff x="0" y="0"/>
          <a:chExt cx="0" cy="0"/>
        </a:xfrm>
      </p:grpSpPr>
      <p:sp>
        <p:nvSpPr>
          <p:cNvPr id="987" name="Google Shape;987;g2ce718e20f2_0_8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8" name="Google Shape;988;g2ce718e20f2_0_8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9" name="Google Shape;989;g2ce718e20f2_0_8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g2701ceed56d_4_3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0" name="Google Shape;1000;g2701ceed56d_4_3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1" name="Google Shape;1001;g2701ceed56d_4_3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0"/>
        <p:cNvGrpSpPr/>
        <p:nvPr/>
      </p:nvGrpSpPr>
      <p:grpSpPr>
        <a:xfrm>
          <a:off x="0" y="0"/>
          <a:ext cx="0" cy="0"/>
          <a:chOff x="0" y="0"/>
          <a:chExt cx="0" cy="0"/>
        </a:xfrm>
      </p:grpSpPr>
      <p:sp>
        <p:nvSpPr>
          <p:cNvPr id="1011" name="Google Shape;1011;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2" name="Google Shape;1012;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3" name="Google Shape;1013;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2"/>
        <p:cNvGrpSpPr/>
        <p:nvPr/>
      </p:nvGrpSpPr>
      <p:grpSpPr>
        <a:xfrm>
          <a:off x="0" y="0"/>
          <a:ext cx="0" cy="0"/>
          <a:chOff x="0" y="0"/>
          <a:chExt cx="0" cy="0"/>
        </a:xfrm>
      </p:grpSpPr>
      <p:sp>
        <p:nvSpPr>
          <p:cNvPr id="1023" name="Google Shape;1023;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4" name="Google Shape;1024;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5" name="Google Shape;1025;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4"/>
        <p:cNvGrpSpPr/>
        <p:nvPr/>
      </p:nvGrpSpPr>
      <p:grpSpPr>
        <a:xfrm>
          <a:off x="0" y="0"/>
          <a:ext cx="0" cy="0"/>
          <a:chOff x="0" y="0"/>
          <a:chExt cx="0" cy="0"/>
        </a:xfrm>
      </p:grpSpPr>
      <p:sp>
        <p:nvSpPr>
          <p:cNvPr id="1035" name="Google Shape;1035;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6" name="Google Shape;1036;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7" name="Google Shape;1037;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6"/>
        <p:cNvGrpSpPr/>
        <p:nvPr/>
      </p:nvGrpSpPr>
      <p:grpSpPr>
        <a:xfrm>
          <a:off x="0" y="0"/>
          <a:ext cx="0" cy="0"/>
          <a:chOff x="0" y="0"/>
          <a:chExt cx="0" cy="0"/>
        </a:xfrm>
      </p:grpSpPr>
      <p:sp>
        <p:nvSpPr>
          <p:cNvPr id="1047" name="Google Shape;1047;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 name="Google Shape;1048;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9" name="Google Shape;1049;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8"/>
        <p:cNvGrpSpPr/>
        <p:nvPr/>
      </p:nvGrpSpPr>
      <p:grpSpPr>
        <a:xfrm>
          <a:off x="0" y="0"/>
          <a:ext cx="0" cy="0"/>
          <a:chOff x="0" y="0"/>
          <a:chExt cx="0" cy="0"/>
        </a:xfrm>
      </p:grpSpPr>
      <p:sp>
        <p:nvSpPr>
          <p:cNvPr id="1059" name="Google Shape;1059;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0" name="Google Shape;1060;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1" name="Google Shape;1061;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3"/>
        <p:cNvGrpSpPr/>
        <p:nvPr/>
      </p:nvGrpSpPr>
      <p:grpSpPr>
        <a:xfrm>
          <a:off x="0" y="0"/>
          <a:ext cx="0" cy="0"/>
          <a:chOff x="0" y="0"/>
          <a:chExt cx="0" cy="0"/>
        </a:xfrm>
      </p:grpSpPr>
      <p:sp>
        <p:nvSpPr>
          <p:cNvPr id="1074" name="Google Shape;1074;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5" name="Google Shape;1075;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6" name="Google Shape;1076;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8"/>
        <p:cNvGrpSpPr/>
        <p:nvPr/>
      </p:nvGrpSpPr>
      <p:grpSpPr>
        <a:xfrm>
          <a:off x="0" y="0"/>
          <a:ext cx="0" cy="0"/>
          <a:chOff x="0" y="0"/>
          <a:chExt cx="0" cy="0"/>
        </a:xfrm>
      </p:grpSpPr>
      <p:sp>
        <p:nvSpPr>
          <p:cNvPr id="1089" name="Google Shape;1089;g2d9f06da313_0_7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0" name="Google Shape;1090;g2d9f06da313_0_7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1" name="Google Shape;1091;g2d9f06da313_0_7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7"/>
        <p:cNvGrpSpPr/>
        <p:nvPr/>
      </p:nvGrpSpPr>
      <p:grpSpPr>
        <a:xfrm>
          <a:off x="0" y="0"/>
          <a:ext cx="0" cy="0"/>
          <a:chOff x="0" y="0"/>
          <a:chExt cx="0" cy="0"/>
        </a:xfrm>
      </p:grpSpPr>
      <p:sp>
        <p:nvSpPr>
          <p:cNvPr id="1098" name="Google Shape;1098;g2d9f06da313_0_9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9" name="Google Shape;1099;g2d9f06da313_0_9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0" name="Google Shape;1100;g2d9f06da313_0_9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6"/>
        <p:cNvGrpSpPr/>
        <p:nvPr/>
      </p:nvGrpSpPr>
      <p:grpSpPr>
        <a:xfrm>
          <a:off x="0" y="0"/>
          <a:ext cx="0" cy="0"/>
          <a:chOff x="0" y="0"/>
          <a:chExt cx="0" cy="0"/>
        </a:xfrm>
      </p:grpSpPr>
      <p:sp>
        <p:nvSpPr>
          <p:cNvPr id="1107" name="Google Shape;1107;g2d9f06da313_0_12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8" name="Google Shape;1108;g2d9f06da313_0_1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9" name="Google Shape;1109;g2d9f06da313_0_1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5"/>
        <p:cNvGrpSpPr/>
        <p:nvPr/>
      </p:nvGrpSpPr>
      <p:grpSpPr>
        <a:xfrm>
          <a:off x="0" y="0"/>
          <a:ext cx="0" cy="0"/>
          <a:chOff x="0" y="0"/>
          <a:chExt cx="0" cy="0"/>
        </a:xfrm>
      </p:grpSpPr>
      <p:sp>
        <p:nvSpPr>
          <p:cNvPr id="1116" name="Google Shape;1116;g2d9f06da313_0_13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7" name="Google Shape;1117;g2d9f06da313_0_1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8" name="Google Shape;1118;g2d9f06da313_0_1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4"/>
        <p:cNvGrpSpPr/>
        <p:nvPr/>
      </p:nvGrpSpPr>
      <p:grpSpPr>
        <a:xfrm>
          <a:off x="0" y="0"/>
          <a:ext cx="0" cy="0"/>
          <a:chOff x="0" y="0"/>
          <a:chExt cx="0" cy="0"/>
        </a:xfrm>
      </p:grpSpPr>
      <p:sp>
        <p:nvSpPr>
          <p:cNvPr id="1125" name="Google Shape;1125;g2701ceed56d_4_26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6" name="Google Shape;1126;g2701ceed56d_4_2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7" name="Google Shape;1127;g2701ceed56d_4_26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8"/>
        <p:cNvGrpSpPr/>
        <p:nvPr/>
      </p:nvGrpSpPr>
      <p:grpSpPr>
        <a:xfrm>
          <a:off x="0" y="0"/>
          <a:ext cx="0" cy="0"/>
          <a:chOff x="0" y="0"/>
          <a:chExt cx="0" cy="0"/>
        </a:xfrm>
      </p:grpSpPr>
      <p:sp>
        <p:nvSpPr>
          <p:cNvPr id="1149" name="Google Shape;1149;g2d9f06da313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0" name="Google Shape;1150;g2d9f06da313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1" name="Google Shape;1151;g2d9f06da313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51675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50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5.5</a:t>
              </a:r>
              <a:endParaRPr sz="130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215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50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5.5</a:t>
              </a:r>
              <a:endParaRPr sz="130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50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5.5</a:t>
              </a:r>
              <a:endParaRPr sz="130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flipH="1">
            <a:off x="-938345" y="22434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08" name="Google Shape;108;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09" name="Google Shape;109;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0" name="Google Shape;110;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1" name="Google Shape;111;g26b641b03cd_0_33"/>
          <p:cNvGrpSpPr/>
          <p:nvPr/>
        </p:nvGrpSpPr>
        <p:grpSpPr>
          <a:xfrm>
            <a:off x="662575" y="6212475"/>
            <a:ext cx="586800" cy="571500"/>
            <a:chOff x="662575" y="6212475"/>
            <a:chExt cx="586800" cy="571500"/>
          </a:xfrm>
        </p:grpSpPr>
        <p:sp>
          <p:nvSpPr>
            <p:cNvPr id="112" name="Google Shape;112;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 name="Google Shape;114;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5" name="Google Shape;115;g26b641b03cd_0_33"/>
          <p:cNvGrpSpPr/>
          <p:nvPr/>
        </p:nvGrpSpPr>
        <p:grpSpPr>
          <a:xfrm>
            <a:off x="7894350" y="6212475"/>
            <a:ext cx="586800" cy="571500"/>
            <a:chOff x="7894350" y="6212475"/>
            <a:chExt cx="586800" cy="571500"/>
          </a:xfrm>
        </p:grpSpPr>
        <p:sp>
          <p:nvSpPr>
            <p:cNvPr id="116" name="Google Shape;116;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 name="Google Shape;117;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8" name="Google Shape;118;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19" name="Google Shape;119;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21" name="Google Shape;121;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2" name="Google Shape;122;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i="0" u="none" strike="noStrike" cap="none">
                <a:solidFill>
                  <a:srgbClr val="FFFFFF"/>
                </a:solidFill>
                <a:latin typeface="Poppins SemiBold"/>
                <a:ea typeface="Poppins SemiBold"/>
                <a:cs typeface="Poppins SemiBold"/>
                <a:sym typeface="Poppins SemiBold"/>
              </a:rPr>
              <a:t>Phase 5.5 - Sound Families </a:t>
            </a:r>
            <a:endParaRPr sz="1800" i="0" u="none" strike="noStrike" cap="none">
              <a:solidFill>
                <a:srgbClr val="FFFFFF"/>
              </a:solidFill>
              <a:latin typeface="Poppins SemiBold"/>
              <a:ea typeface="Poppins SemiBold"/>
              <a:cs typeface="Poppins SemiBold"/>
              <a:sym typeface="Poppins SemiBold"/>
            </a:endParaRPr>
          </a:p>
        </p:txBody>
      </p:sp>
      <p:sp>
        <p:nvSpPr>
          <p:cNvPr id="123" name="Google Shape;123;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i="0" u="none" strike="noStrike" cap="none">
                <a:solidFill>
                  <a:srgbClr val="FFFFFF"/>
                </a:solidFill>
                <a:latin typeface="Poppins SemiBold"/>
                <a:ea typeface="Poppins SemiBold"/>
                <a:cs typeface="Poppins SemiBold"/>
                <a:sym typeface="Poppins SemiBold"/>
              </a:rPr>
              <a:t>Review Sound Family /oo/</a:t>
            </a:r>
            <a:endParaRPr sz="1800" i="0" u="none" strike="noStrike" cap="none">
              <a:solidFill>
                <a:srgbClr val="FFFFFF"/>
              </a:solidFill>
              <a:latin typeface="Poppins SemiBold"/>
              <a:ea typeface="Poppins SemiBold"/>
              <a:cs typeface="Poppins SemiBold"/>
              <a:sym typeface="Poppins SemiBold"/>
            </a:endParaRPr>
          </a:p>
        </p:txBody>
      </p:sp>
      <p:sp>
        <p:nvSpPr>
          <p:cNvPr id="124" name="Google Shape;124;g26b641b03cd_0_33"/>
          <p:cNvSpPr txBox="1"/>
          <p:nvPr/>
        </p:nvSpPr>
        <p:spPr>
          <a:xfrm rot="-5400000">
            <a:off x="-1852558" y="5885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5 - Friday</a:t>
            </a:r>
            <a:endParaRPr sz="1800" b="0" i="0" u="none" strike="noStrike" cap="none">
              <a:solidFill>
                <a:srgbClr val="CB3D85"/>
              </a:solidFill>
              <a:latin typeface="Poppins Medium"/>
              <a:ea typeface="Poppins Medium"/>
              <a:cs typeface="Poppins Medium"/>
              <a:sym typeface="Poppins Medium"/>
            </a:endParaRPr>
          </a:p>
        </p:txBody>
      </p:sp>
      <p:sp>
        <p:nvSpPr>
          <p:cNvPr id="125" name="Google Shape;125;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25</a:t>
            </a:r>
            <a:endParaRPr sz="1800" b="0" i="0" u="none" strike="noStrike" cap="none">
              <a:solidFill>
                <a:srgbClr val="CB3D85"/>
              </a:solidFill>
              <a:latin typeface="Poppins Medium"/>
              <a:ea typeface="Poppins Medium"/>
              <a:cs typeface="Poppins Medium"/>
              <a:sym typeface="Poppins Medium"/>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dependent Reading">
  <p:cSld name="End of Session_1_1_1">
    <p:spTree>
      <p:nvGrpSpPr>
        <p:cNvPr id="1" name="Shape 126"/>
        <p:cNvGrpSpPr/>
        <p:nvPr/>
      </p:nvGrpSpPr>
      <p:grpSpPr>
        <a:xfrm>
          <a:off x="0" y="0"/>
          <a:ext cx="0" cy="0"/>
          <a:chOff x="0" y="0"/>
          <a:chExt cx="0" cy="0"/>
        </a:xfrm>
      </p:grpSpPr>
      <p:sp>
        <p:nvSpPr>
          <p:cNvPr id="127" name="Google Shape;127;g2ce718e20f2_0_768"/>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Independent Reading</a:t>
            </a:r>
            <a:endParaRPr sz="3200" b="0" i="0" u="none" strike="noStrike" cap="none">
              <a:solidFill>
                <a:srgbClr val="CB3D85"/>
              </a:solidFill>
              <a:latin typeface="Poppins Medium"/>
              <a:ea typeface="Poppins Medium"/>
              <a:cs typeface="Poppins Medium"/>
              <a:sym typeface="Poppins Medium"/>
            </a:endParaRPr>
          </a:p>
        </p:txBody>
      </p:sp>
      <p:cxnSp>
        <p:nvCxnSpPr>
          <p:cNvPr id="128" name="Google Shape;128;g2ce718e20f2_0_768"/>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29" name="Google Shape;129;g2ce718e20f2_0_768"/>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g2ce718e20f2_0_768"/>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chemeClr val="dk1"/>
                </a:solidFill>
                <a:latin typeface="Poppins"/>
                <a:ea typeface="Poppins"/>
                <a:cs typeface="Poppins"/>
                <a:sym typeface="Poppins"/>
              </a:rPr>
              <a:t>Children are given a decodable reader that covers letter sounds previously taught.</a:t>
            </a:r>
            <a:endParaRPr sz="1400" b="0" i="0" u="none" strike="noStrike" cap="none">
              <a:solidFill>
                <a:schemeClr val="dk1"/>
              </a:solidFill>
              <a:latin typeface="Poppins"/>
              <a:ea typeface="Poppins"/>
              <a:cs typeface="Poppins"/>
              <a:sym typeface="Poppins"/>
            </a:endParaRPr>
          </a:p>
        </p:txBody>
      </p:sp>
      <p:sp>
        <p:nvSpPr>
          <p:cNvPr id="131" name="Google Shape;131;g2ce718e20f2_0_768"/>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CB3D85"/>
                </a:solidFill>
                <a:latin typeface="Poppins Medium"/>
                <a:ea typeface="Poppins Medium"/>
                <a:cs typeface="Poppins Medium"/>
                <a:sym typeface="Poppins Medium"/>
              </a:rPr>
              <a:t>Decodable Readers</a:t>
            </a:r>
            <a:endParaRPr sz="1100" b="0" i="0" u="none" strike="noStrike" cap="none">
              <a:solidFill>
                <a:srgbClr val="CB3D85"/>
              </a:solidFill>
              <a:latin typeface="Poppins Medium"/>
              <a:ea typeface="Poppins Medium"/>
              <a:cs typeface="Poppins Medium"/>
              <a:sym typeface="Poppins Medium"/>
            </a:endParaRPr>
          </a:p>
        </p:txBody>
      </p:sp>
      <p:grpSp>
        <p:nvGrpSpPr>
          <p:cNvPr id="133" name="Google Shape;133;g2ce718e20f2_0_768"/>
          <p:cNvGrpSpPr/>
          <p:nvPr/>
        </p:nvGrpSpPr>
        <p:grpSpPr>
          <a:xfrm>
            <a:off x="8199150" y="5983875"/>
            <a:ext cx="586800" cy="571500"/>
            <a:chOff x="7894350" y="6212475"/>
            <a:chExt cx="586800" cy="571500"/>
          </a:xfrm>
        </p:grpSpPr>
        <p:sp>
          <p:nvSpPr>
            <p:cNvPr id="134" name="Google Shape;134;g2ce718e20f2_0_76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5" name="Google Shape;135;g2ce718e20f2_0_76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6" name="Google Shape;136;g2ce718e20f2_0_76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7" name="Google Shape;137;g2ce718e20f2_0_768"/>
          <p:cNvSpPr txBox="1"/>
          <p:nvPr/>
        </p:nvSpPr>
        <p:spPr>
          <a:xfrm>
            <a:off x="5031994" y="2438500"/>
            <a:ext cx="30354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CB3D85"/>
                </a:solidFill>
                <a:latin typeface="Poppins Medium"/>
                <a:ea typeface="Poppins Medium"/>
                <a:cs typeface="Poppins Medium"/>
                <a:sym typeface="Poppins Medium"/>
              </a:rPr>
              <a:t>Sound Family Chart</a:t>
            </a:r>
            <a:endParaRPr sz="1100" b="0" i="1" u="none" strike="noStrike" cap="none">
              <a:solidFill>
                <a:srgbClr val="CB3D85"/>
              </a:solidFill>
              <a:latin typeface="Poppins Medium"/>
              <a:ea typeface="Poppins Medium"/>
              <a:cs typeface="Poppins Medium"/>
              <a:sym typeface="Poppins Medium"/>
            </a:endParaRPr>
          </a:p>
        </p:txBody>
      </p:sp>
      <p:grpSp>
        <p:nvGrpSpPr>
          <p:cNvPr id="138" name="Google Shape;138;g2ce718e20f2_0_768"/>
          <p:cNvGrpSpPr/>
          <p:nvPr/>
        </p:nvGrpSpPr>
        <p:grpSpPr>
          <a:xfrm>
            <a:off x="-36800" y="-52000"/>
            <a:ext cx="9236100" cy="543600"/>
            <a:chOff x="-36800" y="-52000"/>
            <a:chExt cx="9236100" cy="543600"/>
          </a:xfrm>
        </p:grpSpPr>
        <p:sp>
          <p:nvSpPr>
            <p:cNvPr id="139" name="Google Shape;139;g2ce718e20f2_0_768"/>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140" name="Google Shape;140;g2ce718e20f2_0_768"/>
            <p:cNvGrpSpPr/>
            <p:nvPr/>
          </p:nvGrpSpPr>
          <p:grpSpPr>
            <a:xfrm>
              <a:off x="5905920" y="88100"/>
              <a:ext cx="1337400" cy="403500"/>
              <a:chOff x="565600" y="88250"/>
              <a:chExt cx="1337400" cy="403500"/>
            </a:xfrm>
          </p:grpSpPr>
          <p:sp>
            <p:nvSpPr>
              <p:cNvPr id="141" name="Google Shape;141;g2ce718e20f2_0_768"/>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sp>
            <p:nvSpPr>
              <p:cNvPr id="142" name="Google Shape;142;g2ce718e20f2_0_768"/>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grpSp>
        <p:sp>
          <p:nvSpPr>
            <p:cNvPr id="143" name="Google Shape;143;g2ce718e20f2_0_768"/>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500" i="0" u="none" strike="noStrike" cap="none">
                <a:solidFill>
                  <a:srgbClr val="9FC5E8"/>
                </a:solidFill>
                <a:latin typeface="Poppins SemiBold"/>
                <a:ea typeface="Poppins SemiBold"/>
                <a:cs typeface="Poppins SemiBold"/>
                <a:sym typeface="Poppins SemiBold"/>
              </a:endParaRPr>
            </a:p>
          </p:txBody>
        </p:sp>
        <p:sp>
          <p:nvSpPr>
            <p:cNvPr id="144" name="Google Shape;144;g2ce718e20f2_0_768"/>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145" name="Google Shape;145;g2ce718e20f2_0_768"/>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FFFFFF"/>
                </a:solidFill>
                <a:latin typeface="Poppins SemiBold"/>
                <a:ea typeface="Poppins SemiBold"/>
                <a:cs typeface="Poppins SemiBold"/>
                <a:sym typeface="Poppins SemiBold"/>
              </a:endParaRPr>
            </a:p>
          </p:txBody>
        </p:sp>
        <p:sp>
          <p:nvSpPr>
            <p:cNvPr id="146" name="Google Shape;146;g2ce718e20f2_0_768"/>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5.5</a:t>
              </a:r>
              <a:endParaRPr sz="1300" i="0" u="none" strike="noStrike" cap="none">
                <a:solidFill>
                  <a:srgbClr val="FFFFFF"/>
                </a:solidFill>
                <a:latin typeface="Poppins SemiBold"/>
                <a:ea typeface="Poppins SemiBold"/>
                <a:cs typeface="Poppins SemiBold"/>
                <a:sym typeface="Poppins SemiBold"/>
              </a:endParaRPr>
            </a:p>
          </p:txBody>
        </p:sp>
        <p:sp>
          <p:nvSpPr>
            <p:cNvPr id="147" name="Google Shape;147;g2ce718e20f2_0_768"/>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48" name="Google Shape;148;g2ce718e20f2_0_768"/>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149" name="Google Shape;149;g2ce718e20f2_0_768"/>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50" name="Google Shape;150;g2ce718e20f2_0_768"/>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151" name="Google Shape;151;g2ce718e20f2_0_768"/>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152" name="Google Shape;152;g2ce718e20f2_0_768"/>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53" name="Google Shape;153;g2ce718e20f2_0_768"/>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7"/>
        <p:cNvGrpSpPr/>
        <p:nvPr/>
      </p:nvGrpSpPr>
      <p:grpSpPr>
        <a:xfrm>
          <a:off x="0" y="0"/>
          <a:ext cx="0" cy="0"/>
          <a:chOff x="0" y="0"/>
          <a:chExt cx="0" cy="0"/>
        </a:xfrm>
      </p:grpSpPr>
      <p:sp>
        <p:nvSpPr>
          <p:cNvPr id="188" name="Google Shape;188;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89" name="Google Shape;189;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90" name="Google Shape;190;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1" name="Google Shape;191;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4" name="Google Shape;194;g26b641b03cd_0_260"/>
          <p:cNvGrpSpPr/>
          <p:nvPr/>
        </p:nvGrpSpPr>
        <p:grpSpPr>
          <a:xfrm>
            <a:off x="8199150" y="5983875"/>
            <a:ext cx="586800" cy="571500"/>
            <a:chOff x="7894350" y="6212475"/>
            <a:chExt cx="586800" cy="571500"/>
          </a:xfrm>
        </p:grpSpPr>
        <p:sp>
          <p:nvSpPr>
            <p:cNvPr id="195" name="Google Shape;195;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7" name="Google Shape;197;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98" name="Google Shape;198;g26b641b03cd_0_260"/>
          <p:cNvGrpSpPr/>
          <p:nvPr/>
        </p:nvGrpSpPr>
        <p:grpSpPr>
          <a:xfrm>
            <a:off x="-36800" y="-52000"/>
            <a:ext cx="9236100" cy="543600"/>
            <a:chOff x="-36800" y="-52000"/>
            <a:chExt cx="9236100" cy="543600"/>
          </a:xfrm>
        </p:grpSpPr>
        <p:sp>
          <p:nvSpPr>
            <p:cNvPr id="199" name="Google Shape;199;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200" name="Google Shape;200;g26b641b03cd_0_260"/>
            <p:cNvGrpSpPr/>
            <p:nvPr/>
          </p:nvGrpSpPr>
          <p:grpSpPr>
            <a:xfrm>
              <a:off x="5905920" y="88100"/>
              <a:ext cx="1337400" cy="403500"/>
              <a:chOff x="565600" y="88250"/>
              <a:chExt cx="1337400" cy="403500"/>
            </a:xfrm>
          </p:grpSpPr>
          <p:sp>
            <p:nvSpPr>
              <p:cNvPr id="201" name="Google Shape;201;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sp>
            <p:nvSpPr>
              <p:cNvPr id="202" name="Google Shape;202;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grpSp>
        <p:sp>
          <p:nvSpPr>
            <p:cNvPr id="203" name="Google Shape;203;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500" i="0" u="none" strike="noStrike" cap="none">
                <a:solidFill>
                  <a:srgbClr val="9FC5E8"/>
                </a:solidFill>
                <a:latin typeface="Poppins SemiBold"/>
                <a:ea typeface="Poppins SemiBold"/>
                <a:cs typeface="Poppins SemiBold"/>
                <a:sym typeface="Poppins SemiBold"/>
              </a:endParaRPr>
            </a:p>
          </p:txBody>
        </p:sp>
        <p:sp>
          <p:nvSpPr>
            <p:cNvPr id="204" name="Google Shape;204;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205" name="Google Shape;20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FFFFFF"/>
                </a:solidFill>
                <a:latin typeface="Poppins SemiBold"/>
                <a:ea typeface="Poppins SemiBold"/>
                <a:cs typeface="Poppins SemiBold"/>
                <a:sym typeface="Poppins SemiBold"/>
              </a:endParaRPr>
            </a:p>
          </p:txBody>
        </p:sp>
        <p:sp>
          <p:nvSpPr>
            <p:cNvPr id="206" name="Google Shape;206;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5.5</a:t>
              </a:r>
              <a:endParaRPr sz="1300" i="0" u="none" strike="noStrike" cap="none">
                <a:solidFill>
                  <a:srgbClr val="FFFFFF"/>
                </a:solidFill>
                <a:latin typeface="Poppins SemiBold"/>
                <a:ea typeface="Poppins SemiBold"/>
                <a:cs typeface="Poppins SemiBold"/>
                <a:sym typeface="Poppins SemiBold"/>
              </a:endParaRPr>
            </a:p>
          </p:txBody>
        </p:sp>
        <p:sp>
          <p:nvSpPr>
            <p:cNvPr id="207" name="Google Shape;207;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208" name="Google Shape;208;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209" name="Google Shape;209;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210" name="Google Shape;210;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211" name="Google Shape;211;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212" name="Google Shape;212;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213" name="Google Shape;213;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4"/>
        <p:cNvGrpSpPr/>
        <p:nvPr/>
      </p:nvGrpSpPr>
      <p:grpSpPr>
        <a:xfrm>
          <a:off x="0" y="0"/>
          <a:ext cx="0" cy="0"/>
          <a:chOff x="0" y="0"/>
          <a:chExt cx="0" cy="0"/>
        </a:xfrm>
      </p:grpSpPr>
      <p:sp>
        <p:nvSpPr>
          <p:cNvPr id="215" name="Google Shape;215;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6" name="Google Shape;216;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17" name="Google Shape;217;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218" name="Google Shape;218;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19" name="Google Shape;219;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0" name="Google Shape;220;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1" name="Google Shape;221;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2" name="Google Shape;222;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3" name="Google Shape;223;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4" name="Google Shape;224;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5" name="Google Shape;225;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6" name="Google Shape;226;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7" name="Google Shape;227;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8" name="Google Shape;228;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9" name="Google Shape;229;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0" name="Google Shape;230;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3" name="Google Shape;233;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34" name="Google Shape;234;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5" name="Google Shape;235;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6" name="Google Shape;236;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37" name="Google Shape;237;g2c235dd0dad_1_87"/>
          <p:cNvGrpSpPr/>
          <p:nvPr/>
        </p:nvGrpSpPr>
        <p:grpSpPr>
          <a:xfrm>
            <a:off x="662575" y="6212475"/>
            <a:ext cx="586800" cy="571500"/>
            <a:chOff x="662575" y="6212475"/>
            <a:chExt cx="586800" cy="571500"/>
          </a:xfrm>
        </p:grpSpPr>
        <p:sp>
          <p:nvSpPr>
            <p:cNvPr id="238" name="Google Shape;238;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9" name="Google Shape;239;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1" name="Google Shape;241;g2c235dd0dad_1_87"/>
          <p:cNvGrpSpPr/>
          <p:nvPr/>
        </p:nvGrpSpPr>
        <p:grpSpPr>
          <a:xfrm>
            <a:off x="7894350" y="6212475"/>
            <a:ext cx="586800" cy="571500"/>
            <a:chOff x="7894350" y="6212475"/>
            <a:chExt cx="586800" cy="571500"/>
          </a:xfrm>
        </p:grpSpPr>
        <p:sp>
          <p:nvSpPr>
            <p:cNvPr id="242" name="Google Shape;242;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5"/>
        <p:cNvGrpSpPr/>
        <p:nvPr/>
      </p:nvGrpSpPr>
      <p:grpSpPr>
        <a:xfrm>
          <a:off x="0" y="0"/>
          <a:ext cx="0" cy="0"/>
          <a:chOff x="0" y="0"/>
          <a:chExt cx="0" cy="0"/>
        </a:xfrm>
      </p:grpSpPr>
      <p:sp>
        <p:nvSpPr>
          <p:cNvPr id="246" name="Google Shape;246;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47" name="Google Shape;247;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48" name="Google Shape;248;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9" name="Google Shape;249;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50" name="Google Shape;250;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51" name="Google Shape;251;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2" name="Google Shape;252;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3" name="Google Shape;253;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4" name="Google Shape;254;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5" name="Google Shape;255;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6" name="Google Shape;256;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8" name="Google Shape;258;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2" name="Google Shape;262;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63" name="Google Shape;263;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4" name="Google Shape;264;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66" name="Google Shape;266;g1f3daf8a844_0_32"/>
          <p:cNvGrpSpPr/>
          <p:nvPr/>
        </p:nvGrpSpPr>
        <p:grpSpPr>
          <a:xfrm>
            <a:off x="662575" y="6212475"/>
            <a:ext cx="586800" cy="571500"/>
            <a:chOff x="662575" y="6212475"/>
            <a:chExt cx="586800" cy="571500"/>
          </a:xfrm>
        </p:grpSpPr>
        <p:sp>
          <p:nvSpPr>
            <p:cNvPr id="267" name="Google Shape;267;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0" name="Google Shape;270;g1f3daf8a844_0_32"/>
          <p:cNvGrpSpPr/>
          <p:nvPr/>
        </p:nvGrpSpPr>
        <p:grpSpPr>
          <a:xfrm>
            <a:off x="7894350" y="6212475"/>
            <a:ext cx="586800" cy="571500"/>
            <a:chOff x="7894350" y="6212475"/>
            <a:chExt cx="586800" cy="571500"/>
          </a:xfrm>
        </p:grpSpPr>
        <p:sp>
          <p:nvSpPr>
            <p:cNvPr id="271" name="Google Shape;271;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2" name="Google Shape;272;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4"/>
        <p:cNvGrpSpPr/>
        <p:nvPr/>
      </p:nvGrpSpPr>
      <p:grpSpPr>
        <a:xfrm>
          <a:off x="0" y="0"/>
          <a:ext cx="0" cy="0"/>
          <a:chOff x="0" y="0"/>
          <a:chExt cx="0" cy="0"/>
        </a:xfrm>
      </p:grpSpPr>
      <p:sp>
        <p:nvSpPr>
          <p:cNvPr id="275" name="Google Shape;275;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6" name="Google Shape;276;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77" name="Google Shape;277;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8" name="Google Shape;278;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9" name="Google Shape;279;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0" name="Google Shape;280;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1" name="Google Shape;281;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2" name="Google Shape;282;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3" name="Google Shape;283;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84" name="Google Shape;284;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6" name="Google Shape;286;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0" name="Google Shape;290;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91" name="Google Shape;291;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2" name="Google Shape;292;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94" name="Google Shape;294;g2c157a2fb06_0_53"/>
          <p:cNvGrpSpPr/>
          <p:nvPr/>
        </p:nvGrpSpPr>
        <p:grpSpPr>
          <a:xfrm>
            <a:off x="662575" y="6212475"/>
            <a:ext cx="586800" cy="571500"/>
            <a:chOff x="662575" y="6212475"/>
            <a:chExt cx="586800" cy="571500"/>
          </a:xfrm>
        </p:grpSpPr>
        <p:sp>
          <p:nvSpPr>
            <p:cNvPr id="295" name="Google Shape;295;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8" name="Google Shape;298;g2c157a2fb06_0_53"/>
          <p:cNvGrpSpPr/>
          <p:nvPr/>
        </p:nvGrpSpPr>
        <p:grpSpPr>
          <a:xfrm>
            <a:off x="7894350" y="6212475"/>
            <a:ext cx="586800" cy="571500"/>
            <a:chOff x="7894350" y="6212475"/>
            <a:chExt cx="586800" cy="571500"/>
          </a:xfrm>
        </p:grpSpPr>
        <p:sp>
          <p:nvSpPr>
            <p:cNvPr id="299" name="Google Shape;299;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0" name="Google Shape;300;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02"/>
        <p:cNvGrpSpPr/>
        <p:nvPr/>
      </p:nvGrpSpPr>
      <p:grpSpPr>
        <a:xfrm>
          <a:off x="0" y="0"/>
          <a:ext cx="0" cy="0"/>
          <a:chOff x="0" y="0"/>
          <a:chExt cx="0" cy="0"/>
        </a:xfrm>
      </p:grpSpPr>
      <p:pic>
        <p:nvPicPr>
          <p:cNvPr id="303" name="Google Shape;303;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4" name="Google Shape;304;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5" name="Google Shape;305;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1" name="Google Shape;311;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312" name="Google Shape;312;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4" name="Google Shape;314;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5" name="Google Shape;315;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8" name="Google Shape;318;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19" name="Google Shape;319;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0" name="Google Shape;320;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1" name="Google Shape;321;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322" name="Google Shape;322;g2c157a2fb06_0_158"/>
          <p:cNvGrpSpPr/>
          <p:nvPr/>
        </p:nvGrpSpPr>
        <p:grpSpPr>
          <a:xfrm>
            <a:off x="662575" y="6212475"/>
            <a:ext cx="586800" cy="571500"/>
            <a:chOff x="662575" y="6212475"/>
            <a:chExt cx="586800" cy="571500"/>
          </a:xfrm>
        </p:grpSpPr>
        <p:sp>
          <p:nvSpPr>
            <p:cNvPr id="323" name="Google Shape;323;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6" name="Google Shape;326;g2c157a2fb06_0_158"/>
          <p:cNvGrpSpPr/>
          <p:nvPr/>
        </p:nvGrpSpPr>
        <p:grpSpPr>
          <a:xfrm>
            <a:off x="7894350" y="6212475"/>
            <a:ext cx="586800" cy="571500"/>
            <a:chOff x="7894350" y="6212475"/>
            <a:chExt cx="586800" cy="571500"/>
          </a:xfrm>
        </p:grpSpPr>
        <p:sp>
          <p:nvSpPr>
            <p:cNvPr id="327" name="Google Shape;327;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30"/>
        <p:cNvGrpSpPr/>
        <p:nvPr/>
      </p:nvGrpSpPr>
      <p:grpSpPr>
        <a:xfrm>
          <a:off x="0" y="0"/>
          <a:ext cx="0" cy="0"/>
          <a:chOff x="0" y="0"/>
          <a:chExt cx="0" cy="0"/>
        </a:xfrm>
      </p:grpSpPr>
      <p:sp>
        <p:nvSpPr>
          <p:cNvPr id="331" name="Google Shape;331;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2" name="Google Shape;332;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33" name="Google Shape;333;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6" name="Google Shape;336;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7" name="Google Shape;337;g2c157a2fb06_0_263"/>
          <p:cNvSpPr>
            <a:spLocks noGrp="1"/>
          </p:cNvSpPr>
          <p:nvPr>
            <p:ph type="pic" idx="5"/>
          </p:nvPr>
        </p:nvSpPr>
        <p:spPr>
          <a:xfrm>
            <a:off x="5086375" y="4412425"/>
            <a:ext cx="2668800" cy="1291500"/>
          </a:xfrm>
          <a:prstGeom prst="rect">
            <a:avLst/>
          </a:prstGeom>
          <a:noFill/>
          <a:ln>
            <a:noFill/>
          </a:ln>
        </p:spPr>
      </p:sp>
      <p:sp>
        <p:nvSpPr>
          <p:cNvPr id="338" name="Google Shape;338;g2c157a2fb06_0_263"/>
          <p:cNvSpPr>
            <a:spLocks noGrp="1"/>
          </p:cNvSpPr>
          <p:nvPr>
            <p:ph type="pic" idx="6"/>
          </p:nvPr>
        </p:nvSpPr>
        <p:spPr>
          <a:xfrm>
            <a:off x="5086375" y="797675"/>
            <a:ext cx="2668800" cy="1291500"/>
          </a:xfrm>
          <a:prstGeom prst="rect">
            <a:avLst/>
          </a:prstGeom>
          <a:noFill/>
          <a:ln>
            <a:noFill/>
          </a:ln>
        </p:spPr>
      </p:sp>
      <p:sp>
        <p:nvSpPr>
          <p:cNvPr id="339" name="Google Shape;339;g2c157a2fb06_0_263"/>
          <p:cNvSpPr>
            <a:spLocks noGrp="1"/>
          </p:cNvSpPr>
          <p:nvPr>
            <p:ph type="pic" idx="7"/>
          </p:nvPr>
        </p:nvSpPr>
        <p:spPr>
          <a:xfrm>
            <a:off x="5086375" y="2002592"/>
            <a:ext cx="2668800" cy="1291500"/>
          </a:xfrm>
          <a:prstGeom prst="rect">
            <a:avLst/>
          </a:prstGeom>
          <a:noFill/>
          <a:ln>
            <a:noFill/>
          </a:ln>
        </p:spPr>
      </p:sp>
      <p:sp>
        <p:nvSpPr>
          <p:cNvPr id="340" name="Google Shape;340;g2c157a2fb06_0_263"/>
          <p:cNvSpPr>
            <a:spLocks noGrp="1"/>
          </p:cNvSpPr>
          <p:nvPr>
            <p:ph type="pic" idx="8"/>
          </p:nvPr>
        </p:nvSpPr>
        <p:spPr>
          <a:xfrm>
            <a:off x="5086375" y="3207508"/>
            <a:ext cx="2668800" cy="1291500"/>
          </a:xfrm>
          <a:prstGeom prst="rect">
            <a:avLst/>
          </a:prstGeom>
          <a:noFill/>
          <a:ln>
            <a:noFill/>
          </a:ln>
        </p:spPr>
      </p:sp>
      <p:sp>
        <p:nvSpPr>
          <p:cNvPr id="341" name="Google Shape;341;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2" name="Google Shape;342;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3" name="Google Shape;343;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5" name="Google Shape;345;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6" name="Google Shape;346;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9" name="Google Shape;349;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50" name="Google Shape;350;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2" name="Google Shape;352;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353" name="Google Shape;353;g2c157a2fb06_0_263"/>
          <p:cNvGrpSpPr/>
          <p:nvPr/>
        </p:nvGrpSpPr>
        <p:grpSpPr>
          <a:xfrm>
            <a:off x="662575" y="6212475"/>
            <a:ext cx="586800" cy="571500"/>
            <a:chOff x="662575" y="6212475"/>
            <a:chExt cx="586800" cy="571500"/>
          </a:xfrm>
        </p:grpSpPr>
        <p:sp>
          <p:nvSpPr>
            <p:cNvPr id="354" name="Google Shape;354;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7" name="Google Shape;357;g2c157a2fb06_0_263"/>
          <p:cNvGrpSpPr/>
          <p:nvPr/>
        </p:nvGrpSpPr>
        <p:grpSpPr>
          <a:xfrm>
            <a:off x="7894350" y="6212475"/>
            <a:ext cx="586800" cy="571500"/>
            <a:chOff x="7894350" y="6212475"/>
            <a:chExt cx="586800" cy="571500"/>
          </a:xfrm>
        </p:grpSpPr>
        <p:sp>
          <p:nvSpPr>
            <p:cNvPr id="358" name="Google Shape;358;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61"/>
        <p:cNvGrpSpPr/>
        <p:nvPr/>
      </p:nvGrpSpPr>
      <p:grpSpPr>
        <a:xfrm>
          <a:off x="0" y="0"/>
          <a:ext cx="0" cy="0"/>
          <a:chOff x="0" y="0"/>
          <a:chExt cx="0" cy="0"/>
        </a:xfrm>
      </p:grpSpPr>
      <p:cxnSp>
        <p:nvCxnSpPr>
          <p:cNvPr id="362" name="Google Shape;362;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3" name="Google Shape;363;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4" name="Google Shape;364;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5" name="Google Shape;365;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6" name="Google Shape;366;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67" name="Google Shape;367;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8" name="Google Shape;368;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9" name="Google Shape;369;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1" name="Google Shape;371;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2" name="Google Shape;372;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5" name="Google Shape;375;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76" name="Google Shape;376;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8" name="Google Shape;378;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379" name="Google Shape;379;g2c157a2fb06_0_467"/>
          <p:cNvGrpSpPr/>
          <p:nvPr/>
        </p:nvGrpSpPr>
        <p:grpSpPr>
          <a:xfrm>
            <a:off x="662575" y="6212475"/>
            <a:ext cx="586800" cy="571500"/>
            <a:chOff x="662575" y="6212475"/>
            <a:chExt cx="586800" cy="571500"/>
          </a:xfrm>
        </p:grpSpPr>
        <p:sp>
          <p:nvSpPr>
            <p:cNvPr id="380" name="Google Shape;380;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3" name="Google Shape;383;g2c157a2fb06_0_467"/>
          <p:cNvGrpSpPr/>
          <p:nvPr/>
        </p:nvGrpSpPr>
        <p:grpSpPr>
          <a:xfrm>
            <a:off x="7894350" y="6212475"/>
            <a:ext cx="586800" cy="571500"/>
            <a:chOff x="7894350" y="6212475"/>
            <a:chExt cx="586800" cy="571500"/>
          </a:xfrm>
        </p:grpSpPr>
        <p:sp>
          <p:nvSpPr>
            <p:cNvPr id="384" name="Google Shape;384;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7"/>
        <p:cNvGrpSpPr/>
        <p:nvPr/>
      </p:nvGrpSpPr>
      <p:grpSpPr>
        <a:xfrm>
          <a:off x="0" y="0"/>
          <a:ext cx="0" cy="0"/>
          <a:chOff x="0" y="0"/>
          <a:chExt cx="0" cy="0"/>
        </a:xfrm>
      </p:grpSpPr>
      <p:cxnSp>
        <p:nvCxnSpPr>
          <p:cNvPr id="388" name="Google Shape;388;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0" name="Google Shape;390;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1" name="Google Shape;391;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92" name="Google Shape;392;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3" name="Google Shape;393;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629"/>
          <p:cNvGrpSpPr/>
          <p:nvPr/>
        </p:nvGrpSpPr>
        <p:grpSpPr>
          <a:xfrm>
            <a:off x="662575" y="6212475"/>
            <a:ext cx="586800" cy="571500"/>
            <a:chOff x="662575" y="6212475"/>
            <a:chExt cx="586800" cy="571500"/>
          </a:xfrm>
        </p:grpSpPr>
        <p:sp>
          <p:nvSpPr>
            <p:cNvPr id="406" name="Google Shape;406;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629"/>
          <p:cNvGrpSpPr/>
          <p:nvPr/>
        </p:nvGrpSpPr>
        <p:grpSpPr>
          <a:xfrm>
            <a:off x="7894350" y="6212475"/>
            <a:ext cx="586800" cy="571500"/>
            <a:chOff x="7894350" y="6212475"/>
            <a:chExt cx="586800" cy="571500"/>
          </a:xfrm>
        </p:grpSpPr>
        <p:sp>
          <p:nvSpPr>
            <p:cNvPr id="410" name="Google Shape;410;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3"/>
        <p:cNvGrpSpPr/>
        <p:nvPr/>
      </p:nvGrpSpPr>
      <p:grpSpPr>
        <a:xfrm>
          <a:off x="0" y="0"/>
          <a:ext cx="0" cy="0"/>
          <a:chOff x="0" y="0"/>
          <a:chExt cx="0" cy="0"/>
        </a:xfrm>
      </p:grpSpPr>
      <p:cxnSp>
        <p:nvCxnSpPr>
          <p:cNvPr id="414" name="Google Shape;414;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798"/>
          <p:cNvGrpSpPr/>
          <p:nvPr/>
        </p:nvGrpSpPr>
        <p:grpSpPr>
          <a:xfrm>
            <a:off x="662575" y="6212475"/>
            <a:ext cx="586800" cy="571500"/>
            <a:chOff x="662575" y="6212475"/>
            <a:chExt cx="586800" cy="571500"/>
          </a:xfrm>
        </p:grpSpPr>
        <p:sp>
          <p:nvSpPr>
            <p:cNvPr id="433" name="Google Shape;433;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798"/>
          <p:cNvGrpSpPr/>
          <p:nvPr/>
        </p:nvGrpSpPr>
        <p:grpSpPr>
          <a:xfrm>
            <a:off x="7894350" y="6212475"/>
            <a:ext cx="586800" cy="571500"/>
            <a:chOff x="7894350" y="6212475"/>
            <a:chExt cx="586800" cy="571500"/>
          </a:xfrm>
        </p:grpSpPr>
        <p:sp>
          <p:nvSpPr>
            <p:cNvPr id="437" name="Google Shape;437;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0"/>
        <p:cNvGrpSpPr/>
        <p:nvPr/>
      </p:nvGrpSpPr>
      <p:grpSpPr>
        <a:xfrm>
          <a:off x="0" y="0"/>
          <a:ext cx="0" cy="0"/>
          <a:chOff x="0" y="0"/>
          <a:chExt cx="0" cy="0"/>
        </a:xfrm>
      </p:grpSpPr>
      <p:cxnSp>
        <p:nvCxnSpPr>
          <p:cNvPr id="441" name="Google Shape;441;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2" name="Google Shape;442;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3" name="Google Shape;443;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4" name="Google Shape;444;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5" name="Google Shape;44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47" name="Google Shape;44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8" name="Google Shape;44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49" name="Google Shape;449;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1" name="Google Shape;451;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2" name="Google Shape;452;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5" name="Google Shape;455;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56" name="Google Shape;456;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57" name="Google Shape;457;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58" name="Google Shape;458;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1" name="Google Shape;471;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72" name="Google Shape;472;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3" name="Google Shape;473;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6" name="Google Shape;476;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8" name="Google Shape;478;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0" name="Google Shape;480;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2" name="Google Shape;482;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4" name="Google Shape;484;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5" name="Google Shape;485;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7" name="Google Shape;487;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88" name="Google Shape;488;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0" name="Google Shape;490;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1" name="Google Shape;491;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4" name="Google Shape;494;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95" name="Google Shape;495;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96" name="Google Shape;496;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97" name="Google Shape;497;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498" name="Google Shape;498;g2c157a2fb06_0_700"/>
          <p:cNvGrpSpPr/>
          <p:nvPr/>
        </p:nvGrpSpPr>
        <p:grpSpPr>
          <a:xfrm>
            <a:off x="662575" y="6212475"/>
            <a:ext cx="586800" cy="571500"/>
            <a:chOff x="662575" y="6212475"/>
            <a:chExt cx="586800" cy="571500"/>
          </a:xfrm>
        </p:grpSpPr>
        <p:sp>
          <p:nvSpPr>
            <p:cNvPr id="499" name="Google Shape;499;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2" name="Google Shape;502;g2c157a2fb06_0_700"/>
          <p:cNvGrpSpPr/>
          <p:nvPr/>
        </p:nvGrpSpPr>
        <p:grpSpPr>
          <a:xfrm>
            <a:off x="7894350" y="6212475"/>
            <a:ext cx="586800" cy="571500"/>
            <a:chOff x="7894350" y="6212475"/>
            <a:chExt cx="586800" cy="571500"/>
          </a:xfrm>
        </p:grpSpPr>
        <p:sp>
          <p:nvSpPr>
            <p:cNvPr id="503" name="Google Shape;503;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6"/>
        <p:cNvGrpSpPr/>
        <p:nvPr/>
      </p:nvGrpSpPr>
      <p:grpSpPr>
        <a:xfrm>
          <a:off x="0" y="0"/>
          <a:ext cx="0" cy="0"/>
          <a:chOff x="0" y="0"/>
          <a:chExt cx="0" cy="0"/>
        </a:xfrm>
      </p:grpSpPr>
      <p:sp>
        <p:nvSpPr>
          <p:cNvPr id="507" name="Google Shape;507;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508" name="Google Shape;508;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5" name="Google Shape;515;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6" name="Google Shape;516;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7" name="Google Shape;517;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8" name="Google Shape;518;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6" name="Google Shape;526;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7" name="Google Shape;527;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29" name="Google Shape;529;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0" name="Google Shape;530;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1" name="Google Shape;531;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3" name="Google Shape;533;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34" name="Google Shape;534;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35" name="Google Shape;535;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36" name="Google Shape;536;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537" name="Google Shape;537;g2c157a2fb06_0_932"/>
          <p:cNvGrpSpPr/>
          <p:nvPr/>
        </p:nvGrpSpPr>
        <p:grpSpPr>
          <a:xfrm>
            <a:off x="662575" y="6212475"/>
            <a:ext cx="586800" cy="571500"/>
            <a:chOff x="662575" y="6212475"/>
            <a:chExt cx="586800" cy="571500"/>
          </a:xfrm>
        </p:grpSpPr>
        <p:sp>
          <p:nvSpPr>
            <p:cNvPr id="538" name="Google Shape;53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1" name="Google Shape;541;g2c157a2fb06_0_932"/>
          <p:cNvGrpSpPr/>
          <p:nvPr/>
        </p:nvGrpSpPr>
        <p:grpSpPr>
          <a:xfrm>
            <a:off x="7894350" y="6212475"/>
            <a:ext cx="586800" cy="571500"/>
            <a:chOff x="7894350" y="6212475"/>
            <a:chExt cx="586800" cy="571500"/>
          </a:xfrm>
        </p:grpSpPr>
        <p:sp>
          <p:nvSpPr>
            <p:cNvPr id="542" name="Google Shape;54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5"/>
        <p:cNvGrpSpPr/>
        <p:nvPr/>
      </p:nvGrpSpPr>
      <p:grpSpPr>
        <a:xfrm>
          <a:off x="0" y="0"/>
          <a:ext cx="0" cy="0"/>
          <a:chOff x="0" y="0"/>
          <a:chExt cx="0" cy="0"/>
        </a:xfrm>
      </p:grpSpPr>
      <p:cxnSp>
        <p:nvCxnSpPr>
          <p:cNvPr id="546" name="Google Shape;54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7" name="Google Shape;54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8" name="Google Shape;54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8" name="Google Shape;558;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59" name="Google Shape;559;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1" name="Google Shape;561;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2" name="Google Shape;562;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63" name="Google Shape;563;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65" name="Google Shape;565;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6" name="Google Shape;566;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9" name="Google Shape;569;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70" name="Google Shape;570;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71" name="Google Shape;571;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72" name="Google Shape;572;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573" name="Google Shape;573;g2c157a2fb06_0_1045"/>
          <p:cNvGrpSpPr/>
          <p:nvPr/>
        </p:nvGrpSpPr>
        <p:grpSpPr>
          <a:xfrm>
            <a:off x="662575" y="6212475"/>
            <a:ext cx="586800" cy="571500"/>
            <a:chOff x="662575" y="6212475"/>
            <a:chExt cx="586800" cy="571500"/>
          </a:xfrm>
        </p:grpSpPr>
        <p:sp>
          <p:nvSpPr>
            <p:cNvPr id="574" name="Google Shape;574;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7" name="Google Shape;577;g2c157a2fb06_0_1045"/>
          <p:cNvGrpSpPr/>
          <p:nvPr/>
        </p:nvGrpSpPr>
        <p:grpSpPr>
          <a:xfrm>
            <a:off x="7894350" y="6212475"/>
            <a:ext cx="586800" cy="571500"/>
            <a:chOff x="7894350" y="6212475"/>
            <a:chExt cx="586800" cy="571500"/>
          </a:xfrm>
        </p:grpSpPr>
        <p:sp>
          <p:nvSpPr>
            <p:cNvPr id="578" name="Google Shape;578;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1"/>
        <p:cNvGrpSpPr/>
        <p:nvPr/>
      </p:nvGrpSpPr>
      <p:grpSpPr>
        <a:xfrm>
          <a:off x="0" y="0"/>
          <a:ext cx="0" cy="0"/>
          <a:chOff x="0" y="0"/>
          <a:chExt cx="0" cy="0"/>
        </a:xfrm>
      </p:grpSpPr>
      <p:sp>
        <p:nvSpPr>
          <p:cNvPr id="582" name="Google Shape;582;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3" name="Google Shape;583;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7" name="Google Shape;587;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8" name="Google Shape;588;g2c157a2fb06_0_1110"/>
          <p:cNvGrpSpPr/>
          <p:nvPr/>
        </p:nvGrpSpPr>
        <p:grpSpPr>
          <a:xfrm>
            <a:off x="5806200" y="1807463"/>
            <a:ext cx="756300" cy="146700"/>
            <a:chOff x="5806200" y="1807463"/>
            <a:chExt cx="756300" cy="146700"/>
          </a:xfrm>
        </p:grpSpPr>
        <p:sp>
          <p:nvSpPr>
            <p:cNvPr id="589" name="Google Shape;589;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2" name="Google Shape;592;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3" name="Google Shape;593;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4" name="Google Shape;594;g2c157a2fb06_0_1110"/>
          <p:cNvGrpSpPr/>
          <p:nvPr/>
        </p:nvGrpSpPr>
        <p:grpSpPr>
          <a:xfrm>
            <a:off x="5806200" y="2842438"/>
            <a:ext cx="756300" cy="146700"/>
            <a:chOff x="5806200" y="1807463"/>
            <a:chExt cx="756300" cy="146700"/>
          </a:xfrm>
        </p:grpSpPr>
        <p:sp>
          <p:nvSpPr>
            <p:cNvPr id="595" name="Google Shape;595;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8" name="Google Shape;598;g2c157a2fb06_0_1110"/>
          <p:cNvGrpSpPr/>
          <p:nvPr/>
        </p:nvGrpSpPr>
        <p:grpSpPr>
          <a:xfrm>
            <a:off x="5806200" y="3877413"/>
            <a:ext cx="756300" cy="146700"/>
            <a:chOff x="5806200" y="1807463"/>
            <a:chExt cx="756300" cy="146700"/>
          </a:xfrm>
        </p:grpSpPr>
        <p:sp>
          <p:nvSpPr>
            <p:cNvPr id="599" name="Google Shape;599;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1" name="Google Shape;601;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2" name="Google Shape;602;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04" name="Google Shape;604;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5" name="Google Shape;605;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8" name="Google Shape;608;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609" name="Google Shape;609;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610" name="Google Shape;610;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611" name="Google Shape;611;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612" name="Google Shape;612;g2c157a2fb06_0_1110"/>
          <p:cNvGrpSpPr/>
          <p:nvPr/>
        </p:nvGrpSpPr>
        <p:grpSpPr>
          <a:xfrm>
            <a:off x="662575" y="6212475"/>
            <a:ext cx="586800" cy="571500"/>
            <a:chOff x="662575" y="6212475"/>
            <a:chExt cx="586800" cy="571500"/>
          </a:xfrm>
        </p:grpSpPr>
        <p:sp>
          <p:nvSpPr>
            <p:cNvPr id="613" name="Google Shape;613;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7894350" y="6212475"/>
            <a:ext cx="586800" cy="571500"/>
            <a:chOff x="7894350" y="6212475"/>
            <a:chExt cx="586800" cy="571500"/>
          </a:xfrm>
        </p:grpSpPr>
        <p:sp>
          <p:nvSpPr>
            <p:cNvPr id="617" name="Google Shape;617;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0"/>
        <p:cNvGrpSpPr/>
        <p:nvPr/>
      </p:nvGrpSpPr>
      <p:grpSpPr>
        <a:xfrm>
          <a:off x="0" y="0"/>
          <a:ext cx="0" cy="0"/>
          <a:chOff x="0" y="0"/>
          <a:chExt cx="0" cy="0"/>
        </a:xfrm>
      </p:grpSpPr>
      <p:sp>
        <p:nvSpPr>
          <p:cNvPr id="621" name="Google Shape;621;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5" name="Google Shape;625;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28" name="Google Shape;628;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29" name="Google Shape;629;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0" name="Google Shape;630;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1" name="Google Shape;631;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4" name="Google Shape;634;p30"/>
          <p:cNvGrpSpPr/>
          <p:nvPr/>
        </p:nvGrpSpPr>
        <p:grpSpPr>
          <a:xfrm>
            <a:off x="6022940" y="5341706"/>
            <a:ext cx="594501" cy="305904"/>
            <a:chOff x="5672081" y="1914352"/>
            <a:chExt cx="792668" cy="305904"/>
          </a:xfrm>
        </p:grpSpPr>
        <p:sp>
          <p:nvSpPr>
            <p:cNvPr id="635" name="Google Shape;635;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6" name="Google Shape;636;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37" name="Google Shape;637;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38" name="Google Shape;638;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47" name="Google Shape;647;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5" name="Google Shape;655;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56" name="Google Shape;656;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57" name="Google Shape;657;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58" name="Google Shape;658;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1" name="Google Shape;661;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2" name="Google Shape;662;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4" name="Google Shape;664;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5" name="Google Shape;665;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66"/>
        <p:cNvGrpSpPr/>
        <p:nvPr/>
      </p:nvGrpSpPr>
      <p:grpSpPr>
        <a:xfrm>
          <a:off x="0" y="0"/>
          <a:ext cx="0" cy="0"/>
          <a:chOff x="0" y="0"/>
          <a:chExt cx="0" cy="0"/>
        </a:xfrm>
      </p:grpSpPr>
      <p:sp>
        <p:nvSpPr>
          <p:cNvPr id="667" name="Google Shape;667;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8" name="Google Shape;668;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69" name="Google Shape;669;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0"/>
        <p:cNvGrpSpPr/>
        <p:nvPr/>
      </p:nvGrpSpPr>
      <p:grpSpPr>
        <a:xfrm>
          <a:off x="0" y="0"/>
          <a:ext cx="0" cy="0"/>
          <a:chOff x="0" y="0"/>
          <a:chExt cx="0" cy="0"/>
        </a:xfrm>
      </p:grpSpPr>
      <p:sp>
        <p:nvSpPr>
          <p:cNvPr id="671" name="Google Shape;671;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3" name="Google Shape;673;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image" Target="../media/image8.png"/><Relationship Id="rId7" Type="http://schemas.openxmlformats.org/officeDocument/2006/relationships/slide" Target="slide17.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2.png"/><Relationship Id="rId5" Type="http://schemas.openxmlformats.org/officeDocument/2006/relationships/image" Target="../media/image10.png"/><Relationship Id="rId10" Type="http://schemas.openxmlformats.org/officeDocument/2006/relationships/slide" Target="slide12.xml"/><Relationship Id="rId4" Type="http://schemas.openxmlformats.org/officeDocument/2006/relationships/image" Target="../media/image9.png"/><Relationship Id="rId9" Type="http://schemas.openxmlformats.org/officeDocument/2006/relationships/slide" Target="slide20.xml"/></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png"/><Relationship Id="rId3" Type="http://schemas.openxmlformats.org/officeDocument/2006/relationships/image" Target="../media/image13.png"/><Relationship Id="rId21" Type="http://schemas.openxmlformats.org/officeDocument/2006/relationships/image" Target="../media/image31.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5" Type="http://schemas.openxmlformats.org/officeDocument/2006/relationships/image" Target="../media/image35.png"/><Relationship Id="rId2" Type="http://schemas.openxmlformats.org/officeDocument/2006/relationships/notesSlide" Target="../notesSlides/notesSlide3.xml"/><Relationship Id="rId16" Type="http://schemas.openxmlformats.org/officeDocument/2006/relationships/image" Target="../media/image26.png"/><Relationship Id="rId20" Type="http://schemas.openxmlformats.org/officeDocument/2006/relationships/image" Target="../media/image30.png"/><Relationship Id="rId1" Type="http://schemas.openxmlformats.org/officeDocument/2006/relationships/slideLayout" Target="../slideLayouts/slideLayout3.xml"/><Relationship Id="rId6" Type="http://schemas.openxmlformats.org/officeDocument/2006/relationships/image" Target="../media/image16.png"/><Relationship Id="rId11" Type="http://schemas.openxmlformats.org/officeDocument/2006/relationships/image" Target="../media/image21.png"/><Relationship Id="rId24" Type="http://schemas.openxmlformats.org/officeDocument/2006/relationships/image" Target="../media/image34.png"/><Relationship Id="rId5" Type="http://schemas.openxmlformats.org/officeDocument/2006/relationships/image" Target="../media/image15.png"/><Relationship Id="rId15" Type="http://schemas.openxmlformats.org/officeDocument/2006/relationships/image" Target="../media/image25.png"/><Relationship Id="rId23" Type="http://schemas.openxmlformats.org/officeDocument/2006/relationships/image" Target="../media/image33.png"/><Relationship Id="rId10" Type="http://schemas.openxmlformats.org/officeDocument/2006/relationships/image" Target="../media/image20.png"/><Relationship Id="rId19" Type="http://schemas.openxmlformats.org/officeDocument/2006/relationships/image" Target="../media/image29.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 Id="rId22" Type="http://schemas.openxmlformats.org/officeDocument/2006/relationships/image" Target="../media/image32.png"/></Relationships>
</file>

<file path=ppt/slides/_rels/slide4.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5.png"/><Relationship Id="rId18" Type="http://schemas.openxmlformats.org/officeDocument/2006/relationships/image" Target="../media/image50.png"/><Relationship Id="rId26" Type="http://schemas.openxmlformats.org/officeDocument/2006/relationships/image" Target="../media/image58.png"/><Relationship Id="rId3" Type="http://schemas.openxmlformats.org/officeDocument/2006/relationships/image" Target="../media/image36.png"/><Relationship Id="rId21" Type="http://schemas.openxmlformats.org/officeDocument/2006/relationships/image" Target="../media/image53.png"/><Relationship Id="rId7" Type="http://schemas.openxmlformats.org/officeDocument/2006/relationships/image" Target="../media/image40.png"/><Relationship Id="rId12" Type="http://schemas.openxmlformats.org/officeDocument/2006/relationships/image" Target="../media/image8.png"/><Relationship Id="rId17" Type="http://schemas.openxmlformats.org/officeDocument/2006/relationships/image" Target="../media/image49.png"/><Relationship Id="rId25" Type="http://schemas.openxmlformats.org/officeDocument/2006/relationships/image" Target="../media/image57.png"/><Relationship Id="rId2" Type="http://schemas.openxmlformats.org/officeDocument/2006/relationships/notesSlide" Target="../notesSlides/notesSlide4.xml"/><Relationship Id="rId16" Type="http://schemas.openxmlformats.org/officeDocument/2006/relationships/image" Target="../media/image48.png"/><Relationship Id="rId20" Type="http://schemas.openxmlformats.org/officeDocument/2006/relationships/image" Target="../media/image52.png"/><Relationship Id="rId29" Type="http://schemas.openxmlformats.org/officeDocument/2006/relationships/image" Target="../media/image61.png"/><Relationship Id="rId1" Type="http://schemas.openxmlformats.org/officeDocument/2006/relationships/slideLayout" Target="../slideLayouts/slideLayout3.xml"/><Relationship Id="rId6" Type="http://schemas.openxmlformats.org/officeDocument/2006/relationships/image" Target="../media/image39.png"/><Relationship Id="rId11" Type="http://schemas.openxmlformats.org/officeDocument/2006/relationships/image" Target="../media/image44.png"/><Relationship Id="rId24" Type="http://schemas.openxmlformats.org/officeDocument/2006/relationships/image" Target="../media/image56.png"/><Relationship Id="rId5" Type="http://schemas.openxmlformats.org/officeDocument/2006/relationships/image" Target="../media/image38.png"/><Relationship Id="rId15" Type="http://schemas.openxmlformats.org/officeDocument/2006/relationships/image" Target="../media/image47.png"/><Relationship Id="rId23" Type="http://schemas.openxmlformats.org/officeDocument/2006/relationships/image" Target="../media/image55.png"/><Relationship Id="rId28" Type="http://schemas.openxmlformats.org/officeDocument/2006/relationships/image" Target="../media/image60.png"/><Relationship Id="rId10" Type="http://schemas.openxmlformats.org/officeDocument/2006/relationships/image" Target="../media/image43.png"/><Relationship Id="rId19" Type="http://schemas.openxmlformats.org/officeDocument/2006/relationships/image" Target="../media/image51.png"/><Relationship Id="rId31" Type="http://schemas.openxmlformats.org/officeDocument/2006/relationships/image" Target="../media/image63.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6.png"/><Relationship Id="rId22" Type="http://schemas.openxmlformats.org/officeDocument/2006/relationships/image" Target="../media/image54.png"/><Relationship Id="rId27" Type="http://schemas.openxmlformats.org/officeDocument/2006/relationships/image" Target="../media/image59.png"/><Relationship Id="rId30" Type="http://schemas.openxmlformats.org/officeDocument/2006/relationships/image" Target="../media/image62.png"/></Relationships>
</file>

<file path=ppt/slides/_rels/slide5.xml.rels><?xml version="1.0" encoding="UTF-8" standalone="yes"?>
<Relationships xmlns="http://schemas.openxmlformats.org/package/2006/relationships"><Relationship Id="rId13" Type="http://schemas.openxmlformats.org/officeDocument/2006/relationships/image" Target="../media/image73.png"/><Relationship Id="rId18" Type="http://schemas.openxmlformats.org/officeDocument/2006/relationships/image" Target="../media/image78.png"/><Relationship Id="rId26" Type="http://schemas.openxmlformats.org/officeDocument/2006/relationships/image" Target="../media/image86.png"/><Relationship Id="rId39" Type="http://schemas.openxmlformats.org/officeDocument/2006/relationships/image" Target="../media/image99.png"/><Relationship Id="rId21" Type="http://schemas.openxmlformats.org/officeDocument/2006/relationships/image" Target="../media/image81.png"/><Relationship Id="rId34" Type="http://schemas.openxmlformats.org/officeDocument/2006/relationships/image" Target="../media/image94.png"/><Relationship Id="rId42" Type="http://schemas.openxmlformats.org/officeDocument/2006/relationships/image" Target="../media/image101.png"/><Relationship Id="rId7" Type="http://schemas.openxmlformats.org/officeDocument/2006/relationships/image" Target="../media/image67.png"/><Relationship Id="rId2" Type="http://schemas.openxmlformats.org/officeDocument/2006/relationships/notesSlide" Target="../notesSlides/notesSlide5.xml"/><Relationship Id="rId16" Type="http://schemas.openxmlformats.org/officeDocument/2006/relationships/image" Target="../media/image76.png"/><Relationship Id="rId20" Type="http://schemas.openxmlformats.org/officeDocument/2006/relationships/image" Target="../media/image80.png"/><Relationship Id="rId29" Type="http://schemas.openxmlformats.org/officeDocument/2006/relationships/image" Target="../media/image89.png"/><Relationship Id="rId41" Type="http://schemas.openxmlformats.org/officeDocument/2006/relationships/image" Target="../media/image7.png"/><Relationship Id="rId1" Type="http://schemas.openxmlformats.org/officeDocument/2006/relationships/slideLayout" Target="../slideLayouts/slideLayout3.xml"/><Relationship Id="rId6" Type="http://schemas.openxmlformats.org/officeDocument/2006/relationships/image" Target="../media/image66.png"/><Relationship Id="rId11" Type="http://schemas.openxmlformats.org/officeDocument/2006/relationships/image" Target="../media/image71.png"/><Relationship Id="rId24" Type="http://schemas.openxmlformats.org/officeDocument/2006/relationships/image" Target="../media/image84.png"/><Relationship Id="rId32" Type="http://schemas.openxmlformats.org/officeDocument/2006/relationships/image" Target="../media/image92.png"/><Relationship Id="rId37" Type="http://schemas.openxmlformats.org/officeDocument/2006/relationships/image" Target="../media/image97.png"/><Relationship Id="rId40" Type="http://schemas.openxmlformats.org/officeDocument/2006/relationships/image" Target="../media/image100.png"/><Relationship Id="rId5" Type="http://schemas.openxmlformats.org/officeDocument/2006/relationships/image" Target="../media/image6.png"/><Relationship Id="rId15" Type="http://schemas.openxmlformats.org/officeDocument/2006/relationships/image" Target="../media/image75.png"/><Relationship Id="rId23" Type="http://schemas.openxmlformats.org/officeDocument/2006/relationships/image" Target="../media/image83.png"/><Relationship Id="rId28" Type="http://schemas.openxmlformats.org/officeDocument/2006/relationships/image" Target="../media/image88.png"/><Relationship Id="rId36" Type="http://schemas.openxmlformats.org/officeDocument/2006/relationships/image" Target="../media/image96.png"/><Relationship Id="rId10" Type="http://schemas.openxmlformats.org/officeDocument/2006/relationships/image" Target="../media/image70.png"/><Relationship Id="rId19" Type="http://schemas.openxmlformats.org/officeDocument/2006/relationships/image" Target="../media/image79.png"/><Relationship Id="rId31" Type="http://schemas.openxmlformats.org/officeDocument/2006/relationships/image" Target="../media/image91.png"/><Relationship Id="rId4" Type="http://schemas.openxmlformats.org/officeDocument/2006/relationships/image" Target="../media/image65.png"/><Relationship Id="rId9" Type="http://schemas.openxmlformats.org/officeDocument/2006/relationships/image" Target="../media/image69.png"/><Relationship Id="rId14" Type="http://schemas.openxmlformats.org/officeDocument/2006/relationships/image" Target="../media/image74.png"/><Relationship Id="rId22" Type="http://schemas.openxmlformats.org/officeDocument/2006/relationships/image" Target="../media/image82.png"/><Relationship Id="rId27" Type="http://schemas.openxmlformats.org/officeDocument/2006/relationships/image" Target="../media/image87.png"/><Relationship Id="rId30" Type="http://schemas.openxmlformats.org/officeDocument/2006/relationships/image" Target="../media/image90.png"/><Relationship Id="rId35" Type="http://schemas.openxmlformats.org/officeDocument/2006/relationships/image" Target="../media/image95.png"/><Relationship Id="rId43" Type="http://schemas.openxmlformats.org/officeDocument/2006/relationships/image" Target="../media/image102.png"/><Relationship Id="rId8" Type="http://schemas.openxmlformats.org/officeDocument/2006/relationships/image" Target="../media/image68.png"/><Relationship Id="rId3" Type="http://schemas.openxmlformats.org/officeDocument/2006/relationships/image" Target="../media/image64.png"/><Relationship Id="rId12" Type="http://schemas.openxmlformats.org/officeDocument/2006/relationships/image" Target="../media/image72.png"/><Relationship Id="rId17" Type="http://schemas.openxmlformats.org/officeDocument/2006/relationships/image" Target="../media/image77.png"/><Relationship Id="rId25" Type="http://schemas.openxmlformats.org/officeDocument/2006/relationships/image" Target="../media/image85.png"/><Relationship Id="rId33" Type="http://schemas.openxmlformats.org/officeDocument/2006/relationships/image" Target="../media/image93.png"/><Relationship Id="rId38" Type="http://schemas.openxmlformats.org/officeDocument/2006/relationships/image" Target="../media/image98.png"/></Relationships>
</file>

<file path=ppt/slides/_rels/slide6.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image" Target="../media/image103.png"/><Relationship Id="rId7" Type="http://schemas.openxmlformats.org/officeDocument/2006/relationships/image" Target="../media/image107.png"/><Relationship Id="rId12"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06.png"/><Relationship Id="rId11" Type="http://schemas.openxmlformats.org/officeDocument/2006/relationships/image" Target="../media/image111.png"/><Relationship Id="rId5" Type="http://schemas.openxmlformats.org/officeDocument/2006/relationships/image" Target="../media/image105.png"/><Relationship Id="rId10" Type="http://schemas.openxmlformats.org/officeDocument/2006/relationships/image" Target="../media/image110.png"/><Relationship Id="rId4" Type="http://schemas.openxmlformats.org/officeDocument/2006/relationships/image" Target="../media/image104.png"/><Relationship Id="rId9" Type="http://schemas.openxmlformats.org/officeDocument/2006/relationships/image" Target="../media/image109.png"/></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21.png"/><Relationship Id="rId3" Type="http://schemas.openxmlformats.org/officeDocument/2006/relationships/image" Target="../media/image112.png"/><Relationship Id="rId7" Type="http://schemas.openxmlformats.org/officeDocument/2006/relationships/image" Target="../media/image116.png"/><Relationship Id="rId12" Type="http://schemas.openxmlformats.org/officeDocument/2006/relationships/image" Target="../media/image120.png"/><Relationship Id="rId2" Type="http://schemas.openxmlformats.org/officeDocument/2006/relationships/notesSlide" Target="../notesSlides/notesSlide7.xml"/><Relationship Id="rId16" Type="http://schemas.openxmlformats.org/officeDocument/2006/relationships/image" Target="../media/image124.png"/><Relationship Id="rId1" Type="http://schemas.openxmlformats.org/officeDocument/2006/relationships/slideLayout" Target="../slideLayouts/slideLayout3.xml"/><Relationship Id="rId6" Type="http://schemas.openxmlformats.org/officeDocument/2006/relationships/image" Target="../media/image115.png"/><Relationship Id="rId11" Type="http://schemas.openxmlformats.org/officeDocument/2006/relationships/image" Target="../media/image119.png"/><Relationship Id="rId5" Type="http://schemas.openxmlformats.org/officeDocument/2006/relationships/image" Target="../media/image114.png"/><Relationship Id="rId15" Type="http://schemas.openxmlformats.org/officeDocument/2006/relationships/image" Target="../media/image123.png"/><Relationship Id="rId10" Type="http://schemas.openxmlformats.org/officeDocument/2006/relationships/image" Target="../media/image118.png"/><Relationship Id="rId4" Type="http://schemas.openxmlformats.org/officeDocument/2006/relationships/image" Target="../media/image113.png"/><Relationship Id="rId9" Type="http://schemas.openxmlformats.org/officeDocument/2006/relationships/image" Target="../media/image117.png"/><Relationship Id="rId14" Type="http://schemas.openxmlformats.org/officeDocument/2006/relationships/image" Target="../media/image122.png"/></Relationships>
</file>

<file path=ppt/slides/_rels/slide8.xml.rels><?xml version="1.0" encoding="UTF-8" standalone="yes"?>
<Relationships xmlns="http://schemas.openxmlformats.org/package/2006/relationships"><Relationship Id="rId8" Type="http://schemas.openxmlformats.org/officeDocument/2006/relationships/image" Target="../media/image130.png"/><Relationship Id="rId13" Type="http://schemas.openxmlformats.org/officeDocument/2006/relationships/image" Target="../media/image135.png"/><Relationship Id="rId18" Type="http://schemas.openxmlformats.org/officeDocument/2006/relationships/image" Target="../media/image140.png"/><Relationship Id="rId26" Type="http://schemas.openxmlformats.org/officeDocument/2006/relationships/image" Target="../media/image148.png"/><Relationship Id="rId3" Type="http://schemas.openxmlformats.org/officeDocument/2006/relationships/image" Target="../media/image125.png"/><Relationship Id="rId21" Type="http://schemas.openxmlformats.org/officeDocument/2006/relationships/image" Target="../media/image143.png"/><Relationship Id="rId7" Type="http://schemas.openxmlformats.org/officeDocument/2006/relationships/image" Target="../media/image129.png"/><Relationship Id="rId12" Type="http://schemas.openxmlformats.org/officeDocument/2006/relationships/image" Target="../media/image134.png"/><Relationship Id="rId17" Type="http://schemas.openxmlformats.org/officeDocument/2006/relationships/image" Target="../media/image139.png"/><Relationship Id="rId25" Type="http://schemas.openxmlformats.org/officeDocument/2006/relationships/image" Target="../media/image147.png"/><Relationship Id="rId2" Type="http://schemas.openxmlformats.org/officeDocument/2006/relationships/notesSlide" Target="../notesSlides/notesSlide8.xml"/><Relationship Id="rId16" Type="http://schemas.openxmlformats.org/officeDocument/2006/relationships/image" Target="../media/image138.png"/><Relationship Id="rId20" Type="http://schemas.openxmlformats.org/officeDocument/2006/relationships/image" Target="../media/image142.png"/><Relationship Id="rId29" Type="http://schemas.openxmlformats.org/officeDocument/2006/relationships/image" Target="../media/image151.png"/><Relationship Id="rId1" Type="http://schemas.openxmlformats.org/officeDocument/2006/relationships/slideLayout" Target="../slideLayouts/slideLayout3.xml"/><Relationship Id="rId6" Type="http://schemas.openxmlformats.org/officeDocument/2006/relationships/image" Target="../media/image128.png"/><Relationship Id="rId11" Type="http://schemas.openxmlformats.org/officeDocument/2006/relationships/image" Target="../media/image133.png"/><Relationship Id="rId24" Type="http://schemas.openxmlformats.org/officeDocument/2006/relationships/image" Target="../media/image146.png"/><Relationship Id="rId5" Type="http://schemas.openxmlformats.org/officeDocument/2006/relationships/image" Target="../media/image127.png"/><Relationship Id="rId15" Type="http://schemas.openxmlformats.org/officeDocument/2006/relationships/image" Target="../media/image137.png"/><Relationship Id="rId23" Type="http://schemas.openxmlformats.org/officeDocument/2006/relationships/image" Target="../media/image145.png"/><Relationship Id="rId28" Type="http://schemas.openxmlformats.org/officeDocument/2006/relationships/image" Target="../media/image150.png"/><Relationship Id="rId10" Type="http://schemas.openxmlformats.org/officeDocument/2006/relationships/image" Target="../media/image132.png"/><Relationship Id="rId19" Type="http://schemas.openxmlformats.org/officeDocument/2006/relationships/image" Target="../media/image141.png"/><Relationship Id="rId4" Type="http://schemas.openxmlformats.org/officeDocument/2006/relationships/image" Target="../media/image126.png"/><Relationship Id="rId9" Type="http://schemas.openxmlformats.org/officeDocument/2006/relationships/image" Target="../media/image131.png"/><Relationship Id="rId14" Type="http://schemas.openxmlformats.org/officeDocument/2006/relationships/image" Target="../media/image136.png"/><Relationship Id="rId22" Type="http://schemas.openxmlformats.org/officeDocument/2006/relationships/image" Target="../media/image144.png"/><Relationship Id="rId27" Type="http://schemas.openxmlformats.org/officeDocument/2006/relationships/image" Target="../media/image149.png"/><Relationship Id="rId30" Type="http://schemas.openxmlformats.org/officeDocument/2006/relationships/image" Target="../media/image152.png"/></Relationships>
</file>

<file path=ppt/slides/_rels/slide9.xml.rels><?xml version="1.0" encoding="UTF-8" standalone="yes"?>
<Relationships xmlns="http://schemas.openxmlformats.org/package/2006/relationships"><Relationship Id="rId8" Type="http://schemas.openxmlformats.org/officeDocument/2006/relationships/image" Target="../media/image158.png"/><Relationship Id="rId13" Type="http://schemas.openxmlformats.org/officeDocument/2006/relationships/image" Target="../media/image163.png"/><Relationship Id="rId3" Type="http://schemas.openxmlformats.org/officeDocument/2006/relationships/image" Target="../media/image153.png"/><Relationship Id="rId7" Type="http://schemas.openxmlformats.org/officeDocument/2006/relationships/image" Target="../media/image157.png"/><Relationship Id="rId12" Type="http://schemas.openxmlformats.org/officeDocument/2006/relationships/image" Target="../media/image162.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56.png"/><Relationship Id="rId11" Type="http://schemas.openxmlformats.org/officeDocument/2006/relationships/image" Target="../media/image161.png"/><Relationship Id="rId5" Type="http://schemas.openxmlformats.org/officeDocument/2006/relationships/image" Target="../media/image155.png"/><Relationship Id="rId15" Type="http://schemas.openxmlformats.org/officeDocument/2006/relationships/image" Target="../media/image165.png"/><Relationship Id="rId10" Type="http://schemas.openxmlformats.org/officeDocument/2006/relationships/image" Target="../media/image160.png"/><Relationship Id="rId4" Type="http://schemas.openxmlformats.org/officeDocument/2006/relationships/image" Target="../media/image154.png"/><Relationship Id="rId9" Type="http://schemas.openxmlformats.org/officeDocument/2006/relationships/image" Target="../media/image159.png"/><Relationship Id="rId14" Type="http://schemas.openxmlformats.org/officeDocument/2006/relationships/image" Target="../media/image164.png"/></Relationships>
</file>

<file path=ppt/slides/_rels/slide10.xml.rels><?xml version="1.0" encoding="UTF-8" standalone="yes"?>
<Relationships xmlns="http://schemas.openxmlformats.org/package/2006/relationships"><Relationship Id="rId8" Type="http://schemas.openxmlformats.org/officeDocument/2006/relationships/image" Target="../media/image171.png"/><Relationship Id="rId13" Type="http://schemas.openxmlformats.org/officeDocument/2006/relationships/image" Target="../media/image176.png"/><Relationship Id="rId3" Type="http://schemas.openxmlformats.org/officeDocument/2006/relationships/image" Target="../media/image166.png"/><Relationship Id="rId7" Type="http://schemas.openxmlformats.org/officeDocument/2006/relationships/image" Target="../media/image170.png"/><Relationship Id="rId12" Type="http://schemas.openxmlformats.org/officeDocument/2006/relationships/image" Target="../media/image175.png"/><Relationship Id="rId2" Type="http://schemas.openxmlformats.org/officeDocument/2006/relationships/notesSlide" Target="../notesSlides/notesSlide10.xml"/><Relationship Id="rId16" Type="http://schemas.openxmlformats.org/officeDocument/2006/relationships/image" Target="../media/image179.png"/><Relationship Id="rId1" Type="http://schemas.openxmlformats.org/officeDocument/2006/relationships/slideLayout" Target="../slideLayouts/slideLayout3.xml"/><Relationship Id="rId6" Type="http://schemas.openxmlformats.org/officeDocument/2006/relationships/image" Target="../media/image169.png"/><Relationship Id="rId11" Type="http://schemas.openxmlformats.org/officeDocument/2006/relationships/image" Target="../media/image174.png"/><Relationship Id="rId5" Type="http://schemas.openxmlformats.org/officeDocument/2006/relationships/image" Target="../media/image168.png"/><Relationship Id="rId15" Type="http://schemas.openxmlformats.org/officeDocument/2006/relationships/image" Target="../media/image178.png"/><Relationship Id="rId10" Type="http://schemas.openxmlformats.org/officeDocument/2006/relationships/image" Target="../media/image173.png"/><Relationship Id="rId4" Type="http://schemas.openxmlformats.org/officeDocument/2006/relationships/image" Target="../media/image167.png"/><Relationship Id="rId9" Type="http://schemas.openxmlformats.org/officeDocument/2006/relationships/image" Target="../media/image172.png"/><Relationship Id="rId14" Type="http://schemas.openxmlformats.org/officeDocument/2006/relationships/image" Target="../media/image177.png"/></Relationships>
</file>

<file path=ppt/slides/_rels/slide11.xml.rels><?xml version="1.0" encoding="UTF-8" standalone="yes"?>
<Relationships xmlns="http://schemas.openxmlformats.org/package/2006/relationships"><Relationship Id="rId8" Type="http://schemas.openxmlformats.org/officeDocument/2006/relationships/image" Target="../media/image185.png"/><Relationship Id="rId13" Type="http://schemas.openxmlformats.org/officeDocument/2006/relationships/image" Target="../media/image190.png"/><Relationship Id="rId3" Type="http://schemas.openxmlformats.org/officeDocument/2006/relationships/image" Target="../media/image180.png"/><Relationship Id="rId7" Type="http://schemas.openxmlformats.org/officeDocument/2006/relationships/image" Target="../media/image184.png"/><Relationship Id="rId12" Type="http://schemas.openxmlformats.org/officeDocument/2006/relationships/image" Target="../media/image189.png"/><Relationship Id="rId2" Type="http://schemas.openxmlformats.org/officeDocument/2006/relationships/notesSlide" Target="../notesSlides/notesSlide11.xml"/><Relationship Id="rId16" Type="http://schemas.openxmlformats.org/officeDocument/2006/relationships/image" Target="../media/image193.png"/><Relationship Id="rId1" Type="http://schemas.openxmlformats.org/officeDocument/2006/relationships/slideLayout" Target="../slideLayouts/slideLayout3.xml"/><Relationship Id="rId6" Type="http://schemas.openxmlformats.org/officeDocument/2006/relationships/image" Target="../media/image183.png"/><Relationship Id="rId11" Type="http://schemas.openxmlformats.org/officeDocument/2006/relationships/image" Target="../media/image188.png"/><Relationship Id="rId5" Type="http://schemas.openxmlformats.org/officeDocument/2006/relationships/image" Target="../media/image182.png"/><Relationship Id="rId15" Type="http://schemas.openxmlformats.org/officeDocument/2006/relationships/image" Target="../media/image192.png"/><Relationship Id="rId10" Type="http://schemas.openxmlformats.org/officeDocument/2006/relationships/image" Target="../media/image187.png"/><Relationship Id="rId4" Type="http://schemas.openxmlformats.org/officeDocument/2006/relationships/image" Target="../media/image181.png"/><Relationship Id="rId9" Type="http://schemas.openxmlformats.org/officeDocument/2006/relationships/image" Target="../media/image186.png"/><Relationship Id="rId14" Type="http://schemas.openxmlformats.org/officeDocument/2006/relationships/image" Target="../media/image19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97.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96.png"/><Relationship Id="rId5" Type="http://schemas.openxmlformats.org/officeDocument/2006/relationships/image" Target="../media/image195.png"/><Relationship Id="rId4" Type="http://schemas.openxmlformats.org/officeDocument/2006/relationships/image" Target="../media/image194.png"/></Relationships>
</file>

<file path=ppt/slides/_rels/slide13.xml.rels><?xml version="1.0" encoding="UTF-8" standalone="yes"?>
<Relationships xmlns="http://schemas.openxmlformats.org/package/2006/relationships"><Relationship Id="rId8" Type="http://schemas.openxmlformats.org/officeDocument/2006/relationships/image" Target="../media/image180.png"/><Relationship Id="rId3" Type="http://schemas.openxmlformats.org/officeDocument/2006/relationships/image" Target="../media/image10.png"/><Relationship Id="rId7" Type="http://schemas.openxmlformats.org/officeDocument/2006/relationships/image" Target="../media/image181.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173.png"/><Relationship Id="rId5" Type="http://schemas.openxmlformats.org/officeDocument/2006/relationships/image" Target="../media/image154.png"/><Relationship Id="rId4" Type="http://schemas.openxmlformats.org/officeDocument/2006/relationships/image" Target="../media/image117.png"/><Relationship Id="rId9" Type="http://schemas.openxmlformats.org/officeDocument/2006/relationships/image" Target="../media/image166.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198.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201.png"/><Relationship Id="rId5" Type="http://schemas.openxmlformats.org/officeDocument/2006/relationships/image" Target="../media/image200.png"/><Relationship Id="rId4" Type="http://schemas.openxmlformats.org/officeDocument/2006/relationships/image" Target="../media/image199.png"/></Relationships>
</file>

<file path=ppt/slides/_rels/slide16.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205.png"/><Relationship Id="rId5" Type="http://schemas.openxmlformats.org/officeDocument/2006/relationships/image" Target="../media/image204.png"/><Relationship Id="rId4" Type="http://schemas.openxmlformats.org/officeDocument/2006/relationships/image" Target="../media/image203.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208.png"/><Relationship Id="rId5" Type="http://schemas.openxmlformats.org/officeDocument/2006/relationships/image" Target="../media/image207.png"/><Relationship Id="rId4" Type="http://schemas.openxmlformats.org/officeDocument/2006/relationships/image" Target="../media/image206.png"/></Relationships>
</file>

<file path=ppt/slides/_rels/slide18.xml.rels><?xml version="1.0" encoding="UTF-8" standalone="yes"?>
<Relationships xmlns="http://schemas.openxmlformats.org/package/2006/relationships"><Relationship Id="rId3" Type="http://schemas.openxmlformats.org/officeDocument/2006/relationships/image" Target="../media/image209.pn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212.png"/><Relationship Id="rId5" Type="http://schemas.openxmlformats.org/officeDocument/2006/relationships/image" Target="../media/image211.png"/><Relationship Id="rId4" Type="http://schemas.openxmlformats.org/officeDocument/2006/relationships/image" Target="../media/image210.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215.png"/><Relationship Id="rId5" Type="http://schemas.openxmlformats.org/officeDocument/2006/relationships/image" Target="../media/image214.png"/><Relationship Id="rId4" Type="http://schemas.openxmlformats.org/officeDocument/2006/relationships/image" Target="../media/image213.png"/></Relationships>
</file>

<file path=ppt/slides/_rels/slide20.xml.rels><?xml version="1.0" encoding="UTF-8" standalone="yes"?>
<Relationships xmlns="http://schemas.openxmlformats.org/package/2006/relationships"><Relationship Id="rId8" Type="http://schemas.openxmlformats.org/officeDocument/2006/relationships/image" Target="../media/image180.png"/><Relationship Id="rId3" Type="http://schemas.openxmlformats.org/officeDocument/2006/relationships/image" Target="../media/image10.png"/><Relationship Id="rId7" Type="http://schemas.openxmlformats.org/officeDocument/2006/relationships/image" Target="../media/image181.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173.png"/><Relationship Id="rId5" Type="http://schemas.openxmlformats.org/officeDocument/2006/relationships/image" Target="../media/image154.png"/><Relationship Id="rId4" Type="http://schemas.openxmlformats.org/officeDocument/2006/relationships/image" Target="../media/image117.png"/><Relationship Id="rId9" Type="http://schemas.openxmlformats.org/officeDocument/2006/relationships/image" Target="../media/image166.png"/></Relationships>
</file>

<file path=ppt/slides/_rels/slide21.xml.rels><?xml version="1.0" encoding="UTF-8" standalone="yes"?>
<Relationships xmlns="http://schemas.openxmlformats.org/package/2006/relationships"><Relationship Id="rId8" Type="http://schemas.openxmlformats.org/officeDocument/2006/relationships/image" Target="../media/image221.png"/><Relationship Id="rId3" Type="http://schemas.openxmlformats.org/officeDocument/2006/relationships/image" Target="../media/image216.png"/><Relationship Id="rId7" Type="http://schemas.openxmlformats.org/officeDocument/2006/relationships/image" Target="../media/image220.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219.png"/><Relationship Id="rId5" Type="http://schemas.openxmlformats.org/officeDocument/2006/relationships/image" Target="../media/image218.png"/><Relationship Id="rId4" Type="http://schemas.openxmlformats.org/officeDocument/2006/relationships/image" Target="../media/image217.png"/><Relationship Id="rId9" Type="http://schemas.openxmlformats.org/officeDocument/2006/relationships/image" Target="../media/image222.png"/></Relationships>
</file>

<file path=ppt/slides/_rels/slide22.xml.rels><?xml version="1.0" encoding="UTF-8" standalone="yes"?>
<Relationships xmlns="http://schemas.openxmlformats.org/package/2006/relationships"><Relationship Id="rId3" Type="http://schemas.openxmlformats.org/officeDocument/2006/relationships/image" Target="../media/image223.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24.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25.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26.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8" Type="http://schemas.openxmlformats.org/officeDocument/2006/relationships/image" Target="../media/image193.png"/><Relationship Id="rId13" Type="http://schemas.openxmlformats.org/officeDocument/2006/relationships/image" Target="../media/image183.png"/><Relationship Id="rId18" Type="http://schemas.openxmlformats.org/officeDocument/2006/relationships/image" Target="../media/image223.png"/><Relationship Id="rId3" Type="http://schemas.openxmlformats.org/officeDocument/2006/relationships/image" Target="../media/image188.png"/><Relationship Id="rId7" Type="http://schemas.openxmlformats.org/officeDocument/2006/relationships/image" Target="../media/image186.png"/><Relationship Id="rId12" Type="http://schemas.openxmlformats.org/officeDocument/2006/relationships/image" Target="../media/image191.png"/><Relationship Id="rId17" Type="http://schemas.openxmlformats.org/officeDocument/2006/relationships/image" Target="../media/image189.png"/><Relationship Id="rId2" Type="http://schemas.openxmlformats.org/officeDocument/2006/relationships/notesSlide" Target="../notesSlides/notesSlide26.xml"/><Relationship Id="rId16" Type="http://schemas.openxmlformats.org/officeDocument/2006/relationships/image" Target="../media/image182.png"/><Relationship Id="rId1" Type="http://schemas.openxmlformats.org/officeDocument/2006/relationships/slideLayout" Target="../slideLayouts/slideLayout4.xml"/><Relationship Id="rId6" Type="http://schemas.openxmlformats.org/officeDocument/2006/relationships/image" Target="../media/image181.png"/><Relationship Id="rId11" Type="http://schemas.openxmlformats.org/officeDocument/2006/relationships/image" Target="../media/image184.png"/><Relationship Id="rId5" Type="http://schemas.openxmlformats.org/officeDocument/2006/relationships/image" Target="../media/image187.png"/><Relationship Id="rId15" Type="http://schemas.openxmlformats.org/officeDocument/2006/relationships/image" Target="../media/image225.png"/><Relationship Id="rId10" Type="http://schemas.openxmlformats.org/officeDocument/2006/relationships/image" Target="../media/image192.png"/><Relationship Id="rId4" Type="http://schemas.openxmlformats.org/officeDocument/2006/relationships/image" Target="../media/image180.png"/><Relationship Id="rId9" Type="http://schemas.openxmlformats.org/officeDocument/2006/relationships/image" Target="../media/image185.png"/><Relationship Id="rId14" Type="http://schemas.openxmlformats.org/officeDocument/2006/relationships/image" Target="../media/image190.png"/></Relationships>
</file>

<file path=ppt/slides/_rels/slide27.xml.rels><?xml version="1.0" encoding="UTF-8" standalone="yes"?>
<Relationships xmlns="http://schemas.openxmlformats.org/package/2006/relationships"><Relationship Id="rId3" Type="http://schemas.openxmlformats.org/officeDocument/2006/relationships/image" Target="../media/image227.png"/><Relationship Id="rId2" Type="http://schemas.openxmlformats.org/officeDocument/2006/relationships/notesSlide" Target="../notesSlides/notesSlide27.xml"/><Relationship Id="rId1" Type="http://schemas.openxmlformats.org/officeDocument/2006/relationships/slideLayout" Target="../slideLayouts/slideLayout5.xml"/><Relationship Id="rId4" Type="http://schemas.openxmlformats.org/officeDocument/2006/relationships/image" Target="../media/image2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grpSp>
        <p:nvGrpSpPr>
          <p:cNvPr id="678" name="Google Shape;678;p1"/>
          <p:cNvGrpSpPr/>
          <p:nvPr/>
        </p:nvGrpSpPr>
        <p:grpSpPr>
          <a:xfrm>
            <a:off x="4730792" y="3966699"/>
            <a:ext cx="4066935" cy="1850152"/>
            <a:chOff x="4730792" y="3966699"/>
            <a:chExt cx="4066935" cy="1850152"/>
          </a:xfrm>
        </p:grpSpPr>
        <p:sp>
          <p:nvSpPr>
            <p:cNvPr id="679" name="Google Shape;679;p1"/>
            <p:cNvSpPr/>
            <p:nvPr/>
          </p:nvSpPr>
          <p:spPr>
            <a:xfrm>
              <a:off x="5600040" y="5085080"/>
              <a:ext cx="140100" cy="813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0" name="Google Shape;680;p1"/>
            <p:cNvSpPr/>
            <p:nvPr/>
          </p:nvSpPr>
          <p:spPr>
            <a:xfrm>
              <a:off x="5925600" y="5085080"/>
              <a:ext cx="140100" cy="813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1" name="Google Shape;681;p1"/>
            <p:cNvPicPr preferRelativeResize="0"/>
            <p:nvPr/>
          </p:nvPicPr>
          <p:blipFill rotWithShape="1">
            <a:blip r:embed="rId3">
              <a:alphaModFix/>
            </a:blip>
            <a:srcRect b="10"/>
            <a:stretch/>
          </p:blipFill>
          <p:spPr>
            <a:xfrm rot="713626">
              <a:off x="7581275" y="4131198"/>
              <a:ext cx="1071651" cy="1516788"/>
            </a:xfrm>
            <a:prstGeom prst="rect">
              <a:avLst/>
            </a:prstGeom>
            <a:noFill/>
            <a:ln>
              <a:noFill/>
            </a:ln>
            <a:effectLst>
              <a:outerShdw blurRad="71438" dist="38100" dir="5220000" algn="bl" rotWithShape="0">
                <a:srgbClr val="000000">
                  <a:alpha val="20000"/>
                </a:srgbClr>
              </a:outerShdw>
            </a:effectLst>
          </p:spPr>
        </p:pic>
        <p:pic>
          <p:nvPicPr>
            <p:cNvPr id="682" name="Google Shape;682;p1"/>
            <p:cNvPicPr preferRelativeResize="0"/>
            <p:nvPr/>
          </p:nvPicPr>
          <p:blipFill rotWithShape="1">
            <a:blip r:embed="rId4">
              <a:alphaModFix/>
            </a:blip>
            <a:srcRect l="19" r="19"/>
            <a:stretch/>
          </p:blipFill>
          <p:spPr>
            <a:xfrm rot="193083">
              <a:off x="6666994" y="3998204"/>
              <a:ext cx="1071653" cy="1516786"/>
            </a:xfrm>
            <a:prstGeom prst="rect">
              <a:avLst/>
            </a:prstGeom>
            <a:noFill/>
            <a:ln>
              <a:noFill/>
            </a:ln>
            <a:effectLst>
              <a:outerShdw blurRad="71438" dist="38100" dir="5220000" algn="bl" rotWithShape="0">
                <a:srgbClr val="000000">
                  <a:alpha val="20000"/>
                </a:srgbClr>
              </a:outerShdw>
            </a:effectLst>
          </p:spPr>
        </p:pic>
        <p:pic>
          <p:nvPicPr>
            <p:cNvPr id="683" name="Google Shape;683;p1"/>
            <p:cNvPicPr preferRelativeResize="0"/>
            <p:nvPr/>
          </p:nvPicPr>
          <p:blipFill rotWithShape="1">
            <a:blip r:embed="rId5">
              <a:alphaModFix/>
            </a:blip>
            <a:srcRect l="19" r="19"/>
            <a:stretch/>
          </p:blipFill>
          <p:spPr>
            <a:xfrm rot="-313764">
              <a:off x="5805285" y="4012380"/>
              <a:ext cx="1071652" cy="1516785"/>
            </a:xfrm>
            <a:prstGeom prst="rect">
              <a:avLst/>
            </a:prstGeom>
            <a:noFill/>
            <a:ln>
              <a:noFill/>
            </a:ln>
            <a:effectLst>
              <a:outerShdw blurRad="71438" dist="38100" dir="5220000" algn="bl" rotWithShape="0">
                <a:srgbClr val="000000">
                  <a:alpha val="20000"/>
                </a:srgbClr>
              </a:outerShdw>
            </a:effectLst>
          </p:spPr>
        </p:pic>
        <p:pic>
          <p:nvPicPr>
            <p:cNvPr id="684" name="Google Shape;684;p1"/>
            <p:cNvPicPr preferRelativeResize="0"/>
            <p:nvPr/>
          </p:nvPicPr>
          <p:blipFill rotWithShape="1">
            <a:blip r:embed="rId6">
              <a:alphaModFix/>
            </a:blip>
            <a:srcRect l="19" r="19"/>
            <a:stretch/>
          </p:blipFill>
          <p:spPr>
            <a:xfrm rot="-781538">
              <a:off x="4887937" y="4198809"/>
              <a:ext cx="1071653" cy="1516788"/>
            </a:xfrm>
            <a:prstGeom prst="rect">
              <a:avLst/>
            </a:prstGeom>
            <a:noFill/>
            <a:ln>
              <a:noFill/>
            </a:ln>
            <a:effectLst>
              <a:outerShdw blurRad="71438" dist="38100" dir="5220000" algn="bl" rotWithShape="0">
                <a:srgbClr val="000000">
                  <a:alpha val="20000"/>
                </a:srgbClr>
              </a:outerShdw>
            </a:effectLst>
          </p:spPr>
        </p:pic>
      </p:grpSp>
      <p:sp>
        <p:nvSpPr>
          <p:cNvPr id="685" name="Google Shape;685;p1"/>
          <p:cNvSpPr txBox="1"/>
          <p:nvPr/>
        </p:nvSpPr>
        <p:spPr>
          <a:xfrm>
            <a:off x="884092" y="2716660"/>
            <a:ext cx="3882600" cy="8454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3000"/>
              <a:buFont typeface="Arial"/>
              <a:buNone/>
            </a:pPr>
            <a:r>
              <a:rPr lang="en-US" sz="3000" b="0" i="0" u="none" strike="noStrike" cap="none">
                <a:solidFill>
                  <a:srgbClr val="262626"/>
                </a:solidFill>
                <a:latin typeface="Poppins"/>
                <a:ea typeface="Poppins"/>
                <a:cs typeface="Poppins"/>
                <a:sym typeface="Poppins"/>
              </a:rPr>
              <a:t>Review Sound Family /oo/</a:t>
            </a:r>
            <a:endParaRPr sz="3000" b="0" i="0" u="none" strike="noStrike" cap="none">
              <a:solidFill>
                <a:srgbClr val="262626"/>
              </a:solidFill>
              <a:latin typeface="Poppins"/>
              <a:ea typeface="Poppins"/>
              <a:cs typeface="Poppins"/>
              <a:sym typeface="Poppins"/>
            </a:endParaRPr>
          </a:p>
        </p:txBody>
      </p:sp>
      <p:sp>
        <p:nvSpPr>
          <p:cNvPr id="686" name="Google Shape;686;p1"/>
          <p:cNvSpPr txBox="1"/>
          <p:nvPr/>
        </p:nvSpPr>
        <p:spPr>
          <a:xfrm>
            <a:off x="884092" y="3693158"/>
            <a:ext cx="3882600" cy="8454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25</a:t>
            </a:r>
            <a:endParaRPr sz="2200" b="0" i="1" u="none" strike="noStrike" cap="none">
              <a:solidFill>
                <a:srgbClr val="262626"/>
              </a:solidFill>
              <a:latin typeface="Poppins"/>
              <a:ea typeface="Poppins"/>
              <a:cs typeface="Poppins"/>
              <a:sym typeface="Poppins"/>
            </a:endParaRPr>
          </a:p>
        </p:txBody>
      </p:sp>
      <p:graphicFrame>
        <p:nvGraphicFramePr>
          <p:cNvPr id="687" name="Google Shape;687;p1"/>
          <p:cNvGraphicFramePr/>
          <p:nvPr/>
        </p:nvGraphicFramePr>
        <p:xfrm>
          <a:off x="4844200" y="1646527"/>
          <a:ext cx="3784875" cy="2032200"/>
        </p:xfrm>
        <a:graphic>
          <a:graphicData uri="http://schemas.openxmlformats.org/drawingml/2006/table">
            <a:tbl>
              <a:tblPr firstRow="1" bandRow="1">
                <a:noFill/>
                <a:tableStyleId>{E0833D2D-2C70-47A6-9BB1-777FE1B67F6E}</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solidFill>
                            <a:srgbClr val="FFFFFF"/>
                          </a:solidFill>
                          <a:latin typeface="Jost"/>
                          <a:ea typeface="Jost"/>
                          <a:cs typeface="Jost"/>
                          <a:sym typeface="Jost"/>
                        </a:rPr>
                        <a:t>/oo/ </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/y-oo/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/n/</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/m/</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/ch/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/k/</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 </a:t>
            </a:r>
            <a:r>
              <a:rPr lang="en-US">
                <a:solidFill>
                  <a:srgbClr val="8DC63F"/>
                </a:solidFill>
              </a:rPr>
              <a:t>/oo/</a:t>
            </a:r>
            <a:r>
              <a:rPr lang="en-US"/>
              <a:t> sound family spelling patterns, including homophones and Common Exception Words.</a:t>
            </a:r>
            <a:endParaRPr/>
          </a:p>
        </p:txBody>
      </p:sp>
      <p:sp>
        <p:nvSpPr>
          <p:cNvPr id="694" name="Google Shape;694;g2bee4f4af4b_0_204"/>
          <p:cNvSpPr txBox="1">
            <a:spLocks noGrp="1"/>
          </p:cNvSpPr>
          <p:nvPr>
            <p:ph type="body" idx="2"/>
          </p:nvPr>
        </p:nvSpPr>
        <p:spPr>
          <a:xfrm>
            <a:off x="3298550" y="21215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95" name="Google Shape;695;g2bee4f4af4b_0_204"/>
          <p:cNvSpPr txBox="1"/>
          <p:nvPr/>
        </p:nvSpPr>
        <p:spPr>
          <a:xfrm>
            <a:off x="1034404"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JN693</a:t>
            </a:r>
            <a:endParaRPr sz="1000" b="0" i="0" u="none" strike="noStrike" cap="none" dirty="0">
              <a:solidFill>
                <a:srgbClr val="000000"/>
              </a:solidFill>
              <a:latin typeface="Poppins"/>
              <a:ea typeface="Poppins"/>
              <a:cs typeface="Poppins"/>
              <a:sym typeface="Poppins"/>
            </a:endParaRPr>
          </a:p>
        </p:txBody>
      </p:sp>
      <p:sp>
        <p:nvSpPr>
          <p:cNvPr id="696" name="Google Shape;696;g2bee4f4af4b_0_204"/>
          <p:cNvSpPr txBox="1"/>
          <p:nvPr/>
        </p:nvSpPr>
        <p:spPr>
          <a:xfrm>
            <a:off x="827104"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Homophone</a:t>
            </a:r>
            <a:r>
              <a:rPr lang="en-US" sz="900">
                <a:solidFill>
                  <a:srgbClr val="757070"/>
                </a:solidFill>
                <a:latin typeface="Poppins Medium"/>
                <a:ea typeface="Poppins Medium"/>
                <a:cs typeface="Poppins Medium"/>
                <a:sym typeface="Poppins Medium"/>
              </a:rPr>
              <a:t> Cards</a:t>
            </a:r>
            <a:endParaRPr sz="1400" b="0" i="0" u="none" strike="noStrike" cap="none">
              <a:solidFill>
                <a:srgbClr val="000000"/>
              </a:solidFill>
              <a:latin typeface="Poppins Medium"/>
              <a:ea typeface="Poppins Medium"/>
              <a:cs typeface="Poppins Medium"/>
              <a:sym typeface="Poppins Medium"/>
            </a:endParaRPr>
          </a:p>
        </p:txBody>
      </p:sp>
      <p:sp>
        <p:nvSpPr>
          <p:cNvPr id="697" name="Google Shape;697;g2bee4f4af4b_0_204"/>
          <p:cNvSpPr txBox="1"/>
          <p:nvPr/>
        </p:nvSpPr>
        <p:spPr>
          <a:xfrm>
            <a:off x="2301304"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98" name="Google Shape;698;g2bee4f4af4b_0_204"/>
          <p:cNvSpPr txBox="1"/>
          <p:nvPr/>
        </p:nvSpPr>
        <p:spPr>
          <a:xfrm>
            <a:off x="2094004"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99" name="Google Shape;699;g2bee4f4af4b_0_204"/>
          <p:cNvPicPr preferRelativeResize="0"/>
          <p:nvPr/>
        </p:nvPicPr>
        <p:blipFill rotWithShape="1">
          <a:blip r:embed="rId3">
            <a:alphaModFix/>
          </a:blip>
          <a:srcRect l="19" r="19"/>
          <a:stretch/>
        </p:blipFill>
        <p:spPr>
          <a:xfrm>
            <a:off x="2314679" y="4101860"/>
            <a:ext cx="786850" cy="1113688"/>
          </a:xfrm>
          <a:prstGeom prst="rect">
            <a:avLst/>
          </a:prstGeom>
          <a:noFill/>
          <a:ln>
            <a:noFill/>
          </a:ln>
          <a:effectLst>
            <a:outerShdw blurRad="71438" dist="19050" dir="5220000" algn="bl" rotWithShape="0">
              <a:srgbClr val="D8D8D8"/>
            </a:outerShdw>
          </a:effectLst>
        </p:spPr>
      </p:pic>
      <p:sp>
        <p:nvSpPr>
          <p:cNvPr id="700" name="Google Shape;700;g2bee4f4af4b_0_204"/>
          <p:cNvSpPr txBox="1"/>
          <p:nvPr/>
        </p:nvSpPr>
        <p:spPr>
          <a:xfrm>
            <a:off x="3581559"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01" name="Google Shape;701;g2bee4f4af4b_0_204"/>
          <p:cNvSpPr txBox="1"/>
          <p:nvPr/>
        </p:nvSpPr>
        <p:spPr>
          <a:xfrm>
            <a:off x="3374259"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2" name="Google Shape;702;g2bee4f4af4b_0_204"/>
          <p:cNvPicPr preferRelativeResize="0"/>
          <p:nvPr/>
        </p:nvPicPr>
        <p:blipFill rotWithShape="1">
          <a:blip r:embed="rId4">
            <a:alphaModFix/>
          </a:blip>
          <a:srcRect l="69" r="69"/>
          <a:stretch/>
        </p:blipFill>
        <p:spPr>
          <a:xfrm>
            <a:off x="3581559" y="4169988"/>
            <a:ext cx="813600" cy="977433"/>
          </a:xfrm>
          <a:prstGeom prst="rect">
            <a:avLst/>
          </a:prstGeom>
          <a:noFill/>
          <a:ln>
            <a:noFill/>
          </a:ln>
          <a:effectLst>
            <a:outerShdw blurRad="71438" dist="19050" dir="5220000" algn="bl" rotWithShape="0">
              <a:srgbClr val="D8D8D8"/>
            </a:outerShdw>
          </a:effectLst>
        </p:spPr>
      </p:pic>
      <p:sp>
        <p:nvSpPr>
          <p:cNvPr id="703" name="Google Shape;703;g2bee4f4af4b_0_204"/>
          <p:cNvSpPr txBox="1"/>
          <p:nvPr/>
        </p:nvSpPr>
        <p:spPr>
          <a:xfrm>
            <a:off x="5956669"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04" name="Google Shape;704;g2bee4f4af4b_0_204"/>
          <p:cNvSpPr txBox="1"/>
          <p:nvPr/>
        </p:nvSpPr>
        <p:spPr>
          <a:xfrm>
            <a:off x="5749369"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Words</a:t>
            </a:r>
            <a:endParaRPr sz="1400" b="0" i="0" u="none" strike="noStrike" cap="none">
              <a:solidFill>
                <a:srgbClr val="000000"/>
              </a:solidFill>
              <a:latin typeface="Poppins Medium"/>
              <a:ea typeface="Poppins Medium"/>
              <a:cs typeface="Poppins Medium"/>
              <a:sym typeface="Poppins Medium"/>
            </a:endParaRPr>
          </a:p>
        </p:txBody>
      </p:sp>
      <p:pic>
        <p:nvPicPr>
          <p:cNvPr id="705" name="Google Shape;705;g2bee4f4af4b_0_204"/>
          <p:cNvPicPr preferRelativeResize="0"/>
          <p:nvPr/>
        </p:nvPicPr>
        <p:blipFill rotWithShape="1">
          <a:blip r:embed="rId5">
            <a:alphaModFix/>
          </a:blip>
          <a:srcRect t="59" b="59"/>
          <a:stretch/>
        </p:blipFill>
        <p:spPr>
          <a:xfrm>
            <a:off x="5897482" y="4326104"/>
            <a:ext cx="931973" cy="665200"/>
          </a:xfrm>
          <a:prstGeom prst="rect">
            <a:avLst/>
          </a:prstGeom>
          <a:noFill/>
          <a:ln>
            <a:noFill/>
          </a:ln>
          <a:effectLst>
            <a:outerShdw blurRad="71438" dist="19050" dir="5220000" algn="bl" rotWithShape="0">
              <a:srgbClr val="D8D8D8"/>
            </a:outerShdw>
          </a:effectLst>
        </p:spPr>
      </p:pic>
      <p:sp>
        <p:nvSpPr>
          <p:cNvPr id="706" name="Google Shape;706;g2bee4f4af4b_0_204"/>
          <p:cNvSpPr txBox="1"/>
          <p:nvPr/>
        </p:nvSpPr>
        <p:spPr>
          <a:xfrm>
            <a:off x="4769114"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07" name="Google Shape;707;g2bee4f4af4b_0_204"/>
          <p:cNvSpPr txBox="1"/>
          <p:nvPr/>
        </p:nvSpPr>
        <p:spPr>
          <a:xfrm>
            <a:off x="4654514"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08" name="Google Shape;708;g2bee4f4af4b_0_204"/>
          <p:cNvPicPr preferRelativeResize="0"/>
          <p:nvPr/>
        </p:nvPicPr>
        <p:blipFill rotWithShape="1">
          <a:blip r:embed="rId6">
            <a:alphaModFix/>
          </a:blip>
          <a:srcRect/>
          <a:stretch/>
        </p:blipFill>
        <p:spPr>
          <a:xfrm>
            <a:off x="4868652" y="4232253"/>
            <a:ext cx="614525" cy="852902"/>
          </a:xfrm>
          <a:prstGeom prst="rect">
            <a:avLst/>
          </a:prstGeom>
          <a:noFill/>
          <a:ln>
            <a:noFill/>
          </a:ln>
          <a:effectLst>
            <a:outerShdw blurRad="71438" dist="19050" dir="5220000" algn="bl" rotWithShape="0">
              <a:srgbClr val="D8D8D8"/>
            </a:outerShdw>
          </a:effectLst>
        </p:spPr>
      </p:pic>
      <p:sp>
        <p:nvSpPr>
          <p:cNvPr id="709" name="Google Shape;709;g2bee4f4af4b_0_204"/>
          <p:cNvSpPr/>
          <p:nvPr/>
        </p:nvSpPr>
        <p:spPr>
          <a:xfrm>
            <a:off x="2217628" y="412775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0" name="Google Shape;710;g2bee4f4af4b_0_204">
            <a:hlinkClick r:id="rId7" action="ppaction://hlinksldjump"/>
          </p:cNvPr>
          <p:cNvSpPr/>
          <p:nvPr/>
        </p:nvSpPr>
        <p:spPr>
          <a:xfrm>
            <a:off x="3374259" y="381742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1" name="Google Shape;711;g2bee4f4af4b_0_204">
            <a:hlinkClick r:id="rId8" action="ppaction://hlinksldjump"/>
          </p:cNvPr>
          <p:cNvSpPr/>
          <p:nvPr/>
        </p:nvSpPr>
        <p:spPr>
          <a:xfrm>
            <a:off x="4654514" y="3754504"/>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2" name="Google Shape;712;g2bee4f4af4b_0_204">
            <a:hlinkClick r:id="rId9" action="ppaction://hlinksldjump"/>
          </p:cNvPr>
          <p:cNvSpPr/>
          <p:nvPr/>
        </p:nvSpPr>
        <p:spPr>
          <a:xfrm>
            <a:off x="5749368" y="375450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3" name="Google Shape;713;g2bee4f4af4b_0_204">
            <a:hlinkClick r:id="rId10" action="ppaction://hlinksldjump"/>
          </p:cNvPr>
          <p:cNvSpPr/>
          <p:nvPr/>
        </p:nvSpPr>
        <p:spPr>
          <a:xfrm>
            <a:off x="983102" y="375450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pic>
        <p:nvPicPr>
          <p:cNvPr id="714" name="Google Shape;714;g2bee4f4af4b_0_204"/>
          <p:cNvPicPr preferRelativeResize="0"/>
          <p:nvPr/>
        </p:nvPicPr>
        <p:blipFill rotWithShape="1">
          <a:blip r:embed="rId11">
            <a:alphaModFix/>
          </a:blip>
          <a:srcRect t="49" b="59"/>
          <a:stretch/>
        </p:blipFill>
        <p:spPr>
          <a:xfrm>
            <a:off x="845550" y="4364250"/>
            <a:ext cx="1177926" cy="588950"/>
          </a:xfrm>
          <a:prstGeom prst="rect">
            <a:avLst/>
          </a:prstGeom>
          <a:noFill/>
          <a:ln>
            <a:noFill/>
          </a:ln>
          <a:effectLst>
            <a:outerShdw blurRad="57150" dist="19050" dir="5400000" algn="bl" rotWithShape="0">
              <a:srgbClr val="BFBFBF"/>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g33c7d3a2c1b_0_8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21" name="Google Shape;721;g33c7d3a2c1b_0_858"/>
          <p:cNvGrpSpPr/>
          <p:nvPr/>
        </p:nvGrpSpPr>
        <p:grpSpPr>
          <a:xfrm>
            <a:off x="930400" y="2053244"/>
            <a:ext cx="7283200" cy="3724851"/>
            <a:chOff x="930400" y="2129444"/>
            <a:chExt cx="7283200" cy="3724851"/>
          </a:xfrm>
        </p:grpSpPr>
        <p:pic>
          <p:nvPicPr>
            <p:cNvPr id="722" name="Google Shape;722;g33c7d3a2c1b_0_858"/>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33c7d3a2c1b_0_858"/>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33c7d3a2c1b_0_858"/>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33c7d3a2c1b_0_858"/>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33c7d3a2c1b_0_858"/>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33c7d3a2c1b_0_858"/>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33c7d3a2c1b_0_858"/>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33c7d3a2c1b_0_858"/>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33c7d3a2c1b_0_858"/>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33c7d3a2c1b_0_858"/>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33c7d3a2c1b_0_858"/>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33c7d3a2c1b_0_858"/>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33c7d3a2c1b_0_858"/>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33c7d3a2c1b_0_858"/>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33c7d3a2c1b_0_858"/>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33c7d3a2c1b_0_858"/>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33c7d3a2c1b_0_858"/>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33c7d3a2c1b_0_858"/>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33c7d3a2c1b_0_858"/>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33c7d3a2c1b_0_858"/>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33c7d3a2c1b_0_858"/>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33c7d3a2c1b_0_858"/>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33c7d3a2c1b_0_858"/>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33c7d3a2c1b_0_88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1" name="Google Shape;751;g33c7d3a2c1b_0_887"/>
          <p:cNvGrpSpPr/>
          <p:nvPr/>
        </p:nvGrpSpPr>
        <p:grpSpPr>
          <a:xfrm>
            <a:off x="930400" y="2053250"/>
            <a:ext cx="7283201" cy="2971674"/>
            <a:chOff x="930400" y="2129450"/>
            <a:chExt cx="7283201" cy="2971674"/>
          </a:xfrm>
        </p:grpSpPr>
        <p:pic>
          <p:nvPicPr>
            <p:cNvPr id="752" name="Google Shape;752;g33c7d3a2c1b_0_887"/>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53" name="Google Shape;753;g33c7d3a2c1b_0_887"/>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54" name="Google Shape;754;g33c7d3a2c1b_0_887"/>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55" name="Google Shape;755;g33c7d3a2c1b_0_887"/>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56" name="Google Shape;756;g33c7d3a2c1b_0_887"/>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57" name="Google Shape;757;g33c7d3a2c1b_0_887"/>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58" name="Google Shape;758;g33c7d3a2c1b_0_887"/>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59" name="Google Shape;759;g33c7d3a2c1b_0_887"/>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60" name="Google Shape;760;g33c7d3a2c1b_0_887"/>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61" name="Google Shape;761;g33c7d3a2c1b_0_887"/>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62" name="Google Shape;762;g33c7d3a2c1b_0_887"/>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63" name="Google Shape;763;g33c7d3a2c1b_0_887"/>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64" name="Google Shape;764;g33c7d3a2c1b_0_887"/>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65" name="Google Shape;765;g33c7d3a2c1b_0_887"/>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66" name="Google Shape;766;g33c7d3a2c1b_0_887"/>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67" name="Google Shape;767;g33c7d3a2c1b_0_887"/>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68" name="Google Shape;768;g33c7d3a2c1b_0_887"/>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9" name="Google Shape;769;g33c7d3a2c1b_0_887"/>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0" name="Google Shape;770;g33c7d3a2c1b_0_887"/>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1" name="Google Shape;771;g33c7d3a2c1b_0_887"/>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33c7d3a2c1b_0_887"/>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73" name="Google Shape;773;g33c7d3a2c1b_0_887"/>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4" name="Google Shape;774;g33c7d3a2c1b_0_887"/>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75" name="Google Shape;775;g33c7d3a2c1b_0_887"/>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33c7d3a2c1b_0_887"/>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33c7d3a2c1b_0_887"/>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78" name="Google Shape;778;g33c7d3a2c1b_0_887"/>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79" name="Google Shape;779;g33c7d3a2c1b_0_887"/>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80" name="Google Shape;780;g33c7d3a2c1b_0_887"/>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5"/>
        <p:cNvGrpSpPr/>
        <p:nvPr/>
      </p:nvGrpSpPr>
      <p:grpSpPr>
        <a:xfrm>
          <a:off x="0" y="0"/>
          <a:ext cx="0" cy="0"/>
          <a:chOff x="0" y="0"/>
          <a:chExt cx="0" cy="0"/>
        </a:xfrm>
      </p:grpSpPr>
      <p:sp>
        <p:nvSpPr>
          <p:cNvPr id="786" name="Google Shape;786;g33c7d3a2c1b_0_92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87" name="Google Shape;787;g33c7d3a2c1b_0_922"/>
          <p:cNvGrpSpPr/>
          <p:nvPr/>
        </p:nvGrpSpPr>
        <p:grpSpPr>
          <a:xfrm>
            <a:off x="930400" y="2053250"/>
            <a:ext cx="7283201" cy="2971674"/>
            <a:chOff x="930400" y="2053250"/>
            <a:chExt cx="7283201" cy="2971674"/>
          </a:xfrm>
        </p:grpSpPr>
        <p:pic>
          <p:nvPicPr>
            <p:cNvPr id="788" name="Google Shape;788;g33c7d3a2c1b_0_922"/>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89" name="Google Shape;789;g33c7d3a2c1b_0_922"/>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90" name="Google Shape;790;g33c7d3a2c1b_0_922"/>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91" name="Google Shape;791;g33c7d3a2c1b_0_922"/>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92" name="Google Shape;792;g33c7d3a2c1b_0_922"/>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93" name="Google Shape;793;g33c7d3a2c1b_0_922"/>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94" name="Google Shape;794;g33c7d3a2c1b_0_922"/>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95" name="Google Shape;795;g33c7d3a2c1b_0_922"/>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96" name="Google Shape;796;g33c7d3a2c1b_0_922"/>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97" name="Google Shape;797;g33c7d3a2c1b_0_922"/>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98" name="Google Shape;798;g33c7d3a2c1b_0_922"/>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99" name="Google Shape;799;g33c7d3a2c1b_0_922"/>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800" name="Google Shape;800;g33c7d3a2c1b_0_922"/>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01" name="Google Shape;801;g33c7d3a2c1b_0_922"/>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02" name="Google Shape;802;g33c7d3a2c1b_0_922"/>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03" name="Google Shape;803;g33c7d3a2c1b_0_922"/>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04" name="Google Shape;804;g33c7d3a2c1b_0_922"/>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805" name="Google Shape;805;g33c7d3a2c1b_0_922"/>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06" name="Google Shape;806;g33c7d3a2c1b_0_922"/>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07" name="Google Shape;807;g33c7d3a2c1b_0_922"/>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808" name="Google Shape;808;g33c7d3a2c1b_0_922"/>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809" name="Google Shape;809;g33c7d3a2c1b_0_922"/>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10" name="Google Shape;810;g33c7d3a2c1b_0_922"/>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811" name="Google Shape;811;g33c7d3a2c1b_0_922"/>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12" name="Google Shape;812;g33c7d3a2c1b_0_922"/>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813" name="Google Shape;813;g33c7d3a2c1b_0_922"/>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14" name="Google Shape;814;g33c7d3a2c1b_0_922"/>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15" name="Google Shape;815;g33c7d3a2c1b_0_922"/>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816" name="Google Shape;816;g33c7d3a2c1b_0_922"/>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817" name="Google Shape;817;g33c7d3a2c1b_0_922"/>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18" name="Google Shape;818;g33c7d3a2c1b_0_922"/>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19" name="Google Shape;819;g33c7d3a2c1b_0_922"/>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820" name="Google Shape;820;g33c7d3a2c1b_0_922"/>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21" name="Google Shape;821;g33c7d3a2c1b_0_922"/>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822" name="Google Shape;822;g33c7d3a2c1b_0_922"/>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823" name="Google Shape;823;g33c7d3a2c1b_0_922"/>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24" name="Google Shape;824;g33c7d3a2c1b_0_922"/>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25" name="Google Shape;825;g33c7d3a2c1b_0_922"/>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826" name="Google Shape;826;g33c7d3a2c1b_0_922"/>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27" name="Google Shape;827;g33c7d3a2c1b_0_922"/>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828" name="Google Shape;828;g33c7d3a2c1b_0_922"/>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g33c7d3a2c1b_0_96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835" name="Google Shape;835;g33c7d3a2c1b_0_969"/>
          <p:cNvPicPr preferRelativeResize="0"/>
          <p:nvPr/>
        </p:nvPicPr>
        <p:blipFill rotWithShape="1">
          <a:blip r:embed="rId3">
            <a:alphaModFix/>
          </a:blip>
          <a:srcRect l="79" r="79"/>
          <a:stretch/>
        </p:blipFill>
        <p:spPr>
          <a:xfrm>
            <a:off x="930400" y="2053250"/>
            <a:ext cx="650175" cy="920300"/>
          </a:xfrm>
          <a:prstGeom prst="rect">
            <a:avLst/>
          </a:prstGeom>
          <a:noFill/>
          <a:ln>
            <a:noFill/>
          </a:ln>
          <a:effectLst>
            <a:outerShdw blurRad="71438" dist="28575" dir="5400000" algn="bl" rotWithShape="0">
              <a:srgbClr val="000000">
                <a:alpha val="15290"/>
              </a:srgbClr>
            </a:outerShdw>
          </a:effectLst>
        </p:spPr>
      </p:pic>
      <p:pic>
        <p:nvPicPr>
          <p:cNvPr id="836" name="Google Shape;836;g33c7d3a2c1b_0_969"/>
          <p:cNvPicPr preferRelativeResize="0"/>
          <p:nvPr/>
        </p:nvPicPr>
        <p:blipFill rotWithShape="1">
          <a:blip r:embed="rId4">
            <a:alphaModFix/>
          </a:blip>
          <a:srcRect l="79" r="79"/>
          <a:stretch/>
        </p:blipFill>
        <p:spPr>
          <a:xfrm>
            <a:off x="3119078" y="2053250"/>
            <a:ext cx="650175" cy="920300"/>
          </a:xfrm>
          <a:prstGeom prst="rect">
            <a:avLst/>
          </a:prstGeom>
          <a:noFill/>
          <a:ln>
            <a:noFill/>
          </a:ln>
          <a:effectLst>
            <a:outerShdw blurRad="71438" dist="28575" dir="5400000" algn="bl" rotWithShape="0">
              <a:srgbClr val="000000">
                <a:alpha val="15290"/>
              </a:srgbClr>
            </a:outerShdw>
          </a:effectLst>
        </p:spPr>
      </p:pic>
      <p:pic>
        <p:nvPicPr>
          <p:cNvPr id="837" name="Google Shape;837;g33c7d3a2c1b_0_969"/>
          <p:cNvPicPr preferRelativeResize="0"/>
          <p:nvPr/>
        </p:nvPicPr>
        <p:blipFill rotWithShape="1">
          <a:blip r:embed="rId5">
            <a:alphaModFix/>
          </a:blip>
          <a:srcRect l="19" r="29"/>
          <a:stretch/>
        </p:blipFill>
        <p:spPr>
          <a:xfrm>
            <a:off x="1659959" y="2053250"/>
            <a:ext cx="650175" cy="920300"/>
          </a:xfrm>
          <a:prstGeom prst="rect">
            <a:avLst/>
          </a:prstGeom>
          <a:noFill/>
          <a:ln>
            <a:noFill/>
          </a:ln>
          <a:effectLst>
            <a:outerShdw blurRad="71438" dist="28575" dir="5400000" algn="bl" rotWithShape="0">
              <a:srgbClr val="000000">
                <a:alpha val="15290"/>
              </a:srgbClr>
            </a:outerShdw>
          </a:effectLst>
        </p:spPr>
      </p:pic>
      <p:pic>
        <p:nvPicPr>
          <p:cNvPr id="838" name="Google Shape;838;g33c7d3a2c1b_0_969"/>
          <p:cNvPicPr preferRelativeResize="0"/>
          <p:nvPr/>
        </p:nvPicPr>
        <p:blipFill rotWithShape="1">
          <a:blip r:embed="rId6">
            <a:alphaModFix/>
          </a:blip>
          <a:srcRect l="19" r="29"/>
          <a:stretch/>
        </p:blipFill>
        <p:spPr>
          <a:xfrm>
            <a:off x="2389520" y="2053250"/>
            <a:ext cx="650175" cy="920300"/>
          </a:xfrm>
          <a:prstGeom prst="rect">
            <a:avLst/>
          </a:prstGeom>
          <a:noFill/>
          <a:ln>
            <a:noFill/>
          </a:ln>
          <a:effectLst>
            <a:outerShdw blurRad="71438" dist="28575" dir="5400000" algn="bl" rotWithShape="0">
              <a:srgbClr val="000000">
                <a:alpha val="15290"/>
              </a:srgbClr>
            </a:outerShdw>
          </a:effectLst>
        </p:spPr>
      </p:pic>
      <p:pic>
        <p:nvPicPr>
          <p:cNvPr id="839" name="Google Shape;839;g33c7d3a2c1b_0_969"/>
          <p:cNvPicPr preferRelativeResize="0"/>
          <p:nvPr/>
        </p:nvPicPr>
        <p:blipFill rotWithShape="1">
          <a:blip r:embed="rId7">
            <a:alphaModFix/>
          </a:blip>
          <a:srcRect l="19" r="29"/>
          <a:stretch/>
        </p:blipFill>
        <p:spPr>
          <a:xfrm>
            <a:off x="3848637" y="2053250"/>
            <a:ext cx="650175" cy="920300"/>
          </a:xfrm>
          <a:prstGeom prst="rect">
            <a:avLst/>
          </a:prstGeom>
          <a:noFill/>
          <a:ln>
            <a:noFill/>
          </a:ln>
          <a:effectLst>
            <a:outerShdw blurRad="71438" dist="28575" dir="5400000" algn="bl" rotWithShape="0">
              <a:srgbClr val="000000">
                <a:alpha val="15290"/>
              </a:srgbClr>
            </a:outerShdw>
          </a:effectLst>
        </p:spPr>
      </p:pic>
      <p:pic>
        <p:nvPicPr>
          <p:cNvPr id="840" name="Google Shape;840;g33c7d3a2c1b_0_969"/>
          <p:cNvPicPr preferRelativeResize="0"/>
          <p:nvPr/>
        </p:nvPicPr>
        <p:blipFill rotWithShape="1">
          <a:blip r:embed="rId8">
            <a:alphaModFix/>
          </a:blip>
          <a:srcRect l="79" r="79"/>
          <a:stretch/>
        </p:blipFill>
        <p:spPr>
          <a:xfrm>
            <a:off x="6037316" y="2053250"/>
            <a:ext cx="650175" cy="920300"/>
          </a:xfrm>
          <a:prstGeom prst="rect">
            <a:avLst/>
          </a:prstGeom>
          <a:noFill/>
          <a:ln>
            <a:noFill/>
          </a:ln>
          <a:effectLst>
            <a:outerShdw blurRad="71438" dist="28575" dir="5400000" algn="bl" rotWithShape="0">
              <a:srgbClr val="000000">
                <a:alpha val="15290"/>
              </a:srgbClr>
            </a:outerShdw>
          </a:effectLst>
        </p:spPr>
      </p:pic>
      <p:pic>
        <p:nvPicPr>
          <p:cNvPr id="841" name="Google Shape;841;g33c7d3a2c1b_0_969"/>
          <p:cNvPicPr preferRelativeResize="0"/>
          <p:nvPr/>
        </p:nvPicPr>
        <p:blipFill rotWithShape="1">
          <a:blip r:embed="rId9">
            <a:alphaModFix/>
          </a:blip>
          <a:srcRect l="79" r="79"/>
          <a:stretch/>
        </p:blipFill>
        <p:spPr>
          <a:xfrm>
            <a:off x="4578198" y="2053250"/>
            <a:ext cx="650175" cy="920300"/>
          </a:xfrm>
          <a:prstGeom prst="rect">
            <a:avLst/>
          </a:prstGeom>
          <a:noFill/>
          <a:ln>
            <a:noFill/>
          </a:ln>
          <a:effectLst>
            <a:outerShdw blurRad="71438" dist="28575" dir="5400000" algn="bl" rotWithShape="0">
              <a:srgbClr val="000000">
                <a:alpha val="15290"/>
              </a:srgbClr>
            </a:outerShdw>
          </a:effectLst>
        </p:spPr>
      </p:pic>
      <p:pic>
        <p:nvPicPr>
          <p:cNvPr id="842" name="Google Shape;842;g33c7d3a2c1b_0_969"/>
          <p:cNvPicPr preferRelativeResize="0"/>
          <p:nvPr/>
        </p:nvPicPr>
        <p:blipFill rotWithShape="1">
          <a:blip r:embed="rId10">
            <a:alphaModFix/>
          </a:blip>
          <a:srcRect l="79" r="79"/>
          <a:stretch/>
        </p:blipFill>
        <p:spPr>
          <a:xfrm>
            <a:off x="5307757" y="2053250"/>
            <a:ext cx="650175" cy="920300"/>
          </a:xfrm>
          <a:prstGeom prst="rect">
            <a:avLst/>
          </a:prstGeom>
          <a:noFill/>
          <a:ln>
            <a:noFill/>
          </a:ln>
          <a:effectLst>
            <a:outerShdw blurRad="71438" dist="28575" dir="5400000" algn="bl" rotWithShape="0">
              <a:srgbClr val="000000">
                <a:alpha val="15290"/>
              </a:srgbClr>
            </a:outerShdw>
          </a:effectLst>
        </p:spPr>
      </p:pic>
      <p:pic>
        <p:nvPicPr>
          <p:cNvPr id="843" name="Google Shape;843;g33c7d3a2c1b_0_969"/>
          <p:cNvPicPr preferRelativeResize="0"/>
          <p:nvPr/>
        </p:nvPicPr>
        <p:blipFill rotWithShape="1">
          <a:blip r:embed="rId11">
            <a:alphaModFix/>
          </a:blip>
          <a:srcRect l="19" r="29"/>
          <a:stretch/>
        </p:blipFill>
        <p:spPr>
          <a:xfrm>
            <a:off x="6766872" y="2053250"/>
            <a:ext cx="650175" cy="920300"/>
          </a:xfrm>
          <a:prstGeom prst="rect">
            <a:avLst/>
          </a:prstGeom>
          <a:noFill/>
          <a:ln>
            <a:noFill/>
          </a:ln>
          <a:effectLst>
            <a:outerShdw blurRad="71438" dist="28575" dir="5400000" algn="bl" rotWithShape="0">
              <a:srgbClr val="000000">
                <a:alpha val="15290"/>
              </a:srgbClr>
            </a:outerShdw>
          </a:effectLst>
        </p:spPr>
      </p:pic>
      <p:pic>
        <p:nvPicPr>
          <p:cNvPr id="844" name="Google Shape;844;g33c7d3a2c1b_0_969"/>
          <p:cNvPicPr preferRelativeResize="0"/>
          <p:nvPr/>
        </p:nvPicPr>
        <p:blipFill rotWithShape="1">
          <a:blip r:embed="rId12">
            <a:alphaModFix/>
          </a:blip>
          <a:srcRect/>
          <a:stretch/>
        </p:blipFill>
        <p:spPr>
          <a:xfrm>
            <a:off x="7496424" y="2053250"/>
            <a:ext cx="650176" cy="920300"/>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g33c7d3a2c1b_0_16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51" name="Google Shape;851;g33c7d3a2c1b_0_1658"/>
          <p:cNvGrpSpPr/>
          <p:nvPr/>
        </p:nvGrpSpPr>
        <p:grpSpPr>
          <a:xfrm>
            <a:off x="865957" y="2135925"/>
            <a:ext cx="7282807" cy="2686611"/>
            <a:chOff x="867357" y="2129450"/>
            <a:chExt cx="7282807" cy="2686611"/>
          </a:xfrm>
        </p:grpSpPr>
        <p:pic>
          <p:nvPicPr>
            <p:cNvPr id="852" name="Google Shape;852;g33c7d3a2c1b_0_1658"/>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3" name="Google Shape;853;g33c7d3a2c1b_0_1658"/>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4" name="Google Shape;854;g33c7d3a2c1b_0_1658"/>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5" name="Google Shape;855;g33c7d3a2c1b_0_1658"/>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56" name="Google Shape;856;g33c7d3a2c1b_0_1658"/>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57" name="Google Shape;857;g33c7d3a2c1b_0_1658"/>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8" name="Google Shape;858;g33c7d3a2c1b_0_1658"/>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9" name="Google Shape;859;g33c7d3a2c1b_0_1658"/>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60" name="Google Shape;860;g33c7d3a2c1b_0_1658"/>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1" name="Google Shape;861;g33c7d3a2c1b_0_1658"/>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2" name="Google Shape;862;g33c7d3a2c1b_0_1658"/>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63" name="Google Shape;863;g33c7d3a2c1b_0_1658"/>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64" name="Google Shape;864;g33c7d3a2c1b_0_1658"/>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65" name="Google Shape;865;g33c7d3a2c1b_0_1658"/>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sp>
        <p:nvSpPr>
          <p:cNvPr id="871" name="Google Shape;871;g33c7d3a2c1b_0_167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72" name="Google Shape;872;g33c7d3a2c1b_0_1678"/>
          <p:cNvGrpSpPr/>
          <p:nvPr/>
        </p:nvGrpSpPr>
        <p:grpSpPr>
          <a:xfrm>
            <a:off x="866900" y="2133161"/>
            <a:ext cx="7281864" cy="2684601"/>
            <a:chOff x="868300" y="2129450"/>
            <a:chExt cx="7281864" cy="2684601"/>
          </a:xfrm>
        </p:grpSpPr>
        <p:pic>
          <p:nvPicPr>
            <p:cNvPr id="873" name="Google Shape;873;g33c7d3a2c1b_0_1678"/>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74" name="Google Shape;874;g33c7d3a2c1b_0_1678"/>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75" name="Google Shape;875;g33c7d3a2c1b_0_1678"/>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76" name="Google Shape;876;g33c7d3a2c1b_0_1678"/>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77" name="Google Shape;877;g33c7d3a2c1b_0_1678"/>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78" name="Google Shape;878;g33c7d3a2c1b_0_1678"/>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79" name="Google Shape;879;g33c7d3a2c1b_0_1678"/>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80" name="Google Shape;880;g33c7d3a2c1b_0_1678"/>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81" name="Google Shape;881;g33c7d3a2c1b_0_1678"/>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82" name="Google Shape;882;g33c7d3a2c1b_0_1678"/>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83" name="Google Shape;883;g33c7d3a2c1b_0_1678"/>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84" name="Google Shape;884;g33c7d3a2c1b_0_1678"/>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85" name="Google Shape;885;g33c7d3a2c1b_0_1678"/>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86" name="Google Shape;886;g33c7d3a2c1b_0_1678"/>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87" name="Google Shape;887;g33c7d3a2c1b_0_1678"/>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88" name="Google Shape;888;g33c7d3a2c1b_0_1678"/>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89" name="Google Shape;889;g33c7d3a2c1b_0_1678"/>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90" name="Google Shape;890;g33c7d3a2c1b_0_1678"/>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91" name="Google Shape;891;g33c7d3a2c1b_0_1678"/>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92" name="Google Shape;892;g33c7d3a2c1b_0_1678"/>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93" name="Google Shape;893;g33c7d3a2c1b_0_1678"/>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94" name="Google Shape;894;g33c7d3a2c1b_0_1678"/>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95" name="Google Shape;895;g33c7d3a2c1b_0_1678"/>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96" name="Google Shape;896;g33c7d3a2c1b_0_1678"/>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97" name="Google Shape;897;g33c7d3a2c1b_0_1678"/>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98" name="Google Shape;898;g33c7d3a2c1b_0_1678"/>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99" name="Google Shape;899;g33c7d3a2c1b_0_1678"/>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00" name="Google Shape;900;g33c7d3a2c1b_0_1678"/>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6" name="Google Shape;906;g33c7d3a2c1b_0_171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907" name="Google Shape;907;g33c7d3a2c1b_0_1712"/>
          <p:cNvGrpSpPr/>
          <p:nvPr/>
        </p:nvGrpSpPr>
        <p:grpSpPr>
          <a:xfrm>
            <a:off x="868300" y="2129450"/>
            <a:ext cx="7281864" cy="2684601"/>
            <a:chOff x="868300" y="2053250"/>
            <a:chExt cx="7281864" cy="2684601"/>
          </a:xfrm>
        </p:grpSpPr>
        <p:pic>
          <p:nvPicPr>
            <p:cNvPr id="908" name="Google Shape;908;g33c7d3a2c1b_0_1712"/>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909" name="Google Shape;909;g33c7d3a2c1b_0_1712"/>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910" name="Google Shape;910;g33c7d3a2c1b_0_1712"/>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911" name="Google Shape;911;g33c7d3a2c1b_0_1712"/>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912" name="Google Shape;912;g33c7d3a2c1b_0_1712"/>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913" name="Google Shape;913;g33c7d3a2c1b_0_1712"/>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914" name="Google Shape;914;g33c7d3a2c1b_0_1712"/>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915" name="Google Shape;915;g33c7d3a2c1b_0_1712"/>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916" name="Google Shape;916;g33c7d3a2c1b_0_1712"/>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917" name="Google Shape;917;g33c7d3a2c1b_0_1712"/>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918" name="Google Shape;918;g33c7d3a2c1b_0_1712"/>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919" name="Google Shape;919;g33c7d3a2c1b_0_1712"/>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920" name="Google Shape;920;g33c7d3a2c1b_0_1712"/>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25"/>
        <p:cNvGrpSpPr/>
        <p:nvPr/>
      </p:nvGrpSpPr>
      <p:grpSpPr>
        <a:xfrm>
          <a:off x="0" y="0"/>
          <a:ext cx="0" cy="0"/>
          <a:chOff x="0" y="0"/>
          <a:chExt cx="0" cy="0"/>
        </a:xfrm>
      </p:grpSpPr>
      <p:sp>
        <p:nvSpPr>
          <p:cNvPr id="926" name="Google Shape;926;g33c7d3a2c1b_0_1731"/>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927" name="Google Shape;927;g33c7d3a2c1b_0_1731"/>
          <p:cNvGrpSpPr/>
          <p:nvPr/>
        </p:nvGrpSpPr>
        <p:grpSpPr>
          <a:xfrm>
            <a:off x="868300" y="2129450"/>
            <a:ext cx="7281864" cy="2688001"/>
            <a:chOff x="868300" y="2129450"/>
            <a:chExt cx="7281864" cy="2688001"/>
          </a:xfrm>
        </p:grpSpPr>
        <p:pic>
          <p:nvPicPr>
            <p:cNvPr id="928" name="Google Shape;928;g33c7d3a2c1b_0_1731"/>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29" name="Google Shape;929;g33c7d3a2c1b_0_1731"/>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30" name="Google Shape;930;g33c7d3a2c1b_0_1731"/>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31" name="Google Shape;931;g33c7d3a2c1b_0_1731"/>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32" name="Google Shape;932;g33c7d3a2c1b_0_1731"/>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33" name="Google Shape;933;g33c7d3a2c1b_0_1731"/>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34" name="Google Shape;934;g33c7d3a2c1b_0_1731"/>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35" name="Google Shape;935;g33c7d3a2c1b_0_1731"/>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36" name="Google Shape;936;g33c7d3a2c1b_0_1731"/>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37" name="Google Shape;937;g33c7d3a2c1b_0_1731"/>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38" name="Google Shape;938;g33c7d3a2c1b_0_1731"/>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39" name="Google Shape;939;g33c7d3a2c1b_0_1731"/>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40" name="Google Shape;940;g33c7d3a2c1b_0_1731"/>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41" name="Google Shape;941;g33c7d3a2c1b_0_1731"/>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46"/>
        <p:cNvGrpSpPr/>
        <p:nvPr/>
      </p:nvGrpSpPr>
      <p:grpSpPr>
        <a:xfrm>
          <a:off x="0" y="0"/>
          <a:ext cx="0" cy="0"/>
          <a:chOff x="0" y="0"/>
          <a:chExt cx="0" cy="0"/>
        </a:xfrm>
      </p:grpSpPr>
      <p:sp>
        <p:nvSpPr>
          <p:cNvPr id="947" name="Google Shape;947;g33c7d3a2c1b_0_1751"/>
          <p:cNvSpPr txBox="1">
            <a:spLocks noGrp="1"/>
          </p:cNvSpPr>
          <p:nvPr>
            <p:ph type="title"/>
          </p:nvPr>
        </p:nvSpPr>
        <p:spPr>
          <a:xfrm>
            <a:off x="995575" y="582900"/>
            <a:ext cx="71532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200"/>
              <a:t>Review Phase 5.5 Common Exception Words </a:t>
            </a:r>
            <a:br>
              <a:rPr lang="en-US" sz="2200"/>
            </a:br>
            <a:r>
              <a:rPr lang="en-US" sz="2200">
                <a:solidFill>
                  <a:srgbClr val="2356AF"/>
                </a:solidFill>
              </a:rPr>
              <a:t>people wild child mind kind behind eye oh most only both though through who</a:t>
            </a:r>
            <a:r>
              <a:rPr lang="en-US" sz="2200"/>
              <a:t>.</a:t>
            </a:r>
            <a:endParaRPr sz="2200"/>
          </a:p>
        </p:txBody>
      </p:sp>
      <p:pic>
        <p:nvPicPr>
          <p:cNvPr id="948" name="Google Shape;948;g33c7d3a2c1b_0_1751"/>
          <p:cNvPicPr preferRelativeResize="0"/>
          <p:nvPr/>
        </p:nvPicPr>
        <p:blipFill rotWithShape="1">
          <a:blip r:embed="rId3">
            <a:alphaModFix/>
          </a:blip>
          <a:srcRect l="159" r="159"/>
          <a:stretch/>
        </p:blipFill>
        <p:spPr>
          <a:xfrm>
            <a:off x="2094526" y="3994500"/>
            <a:ext cx="1147320" cy="822955"/>
          </a:xfrm>
          <a:prstGeom prst="rect">
            <a:avLst/>
          </a:prstGeom>
          <a:noFill/>
          <a:ln>
            <a:noFill/>
          </a:ln>
          <a:effectLst>
            <a:outerShdw blurRad="71438" dist="19050" dir="5400000" algn="bl" rotWithShape="0">
              <a:srgbClr val="000000">
                <a:alpha val="17650"/>
              </a:srgbClr>
            </a:outerShdw>
          </a:effectLst>
        </p:spPr>
      </p:pic>
      <p:pic>
        <p:nvPicPr>
          <p:cNvPr id="949" name="Google Shape;949;g33c7d3a2c1b_0_1751"/>
          <p:cNvPicPr preferRelativeResize="0"/>
          <p:nvPr/>
        </p:nvPicPr>
        <p:blipFill rotWithShape="1">
          <a:blip r:embed="rId4">
            <a:alphaModFix/>
          </a:blip>
          <a:srcRect l="59" r="59"/>
          <a:stretch/>
        </p:blipFill>
        <p:spPr>
          <a:xfrm>
            <a:off x="868300" y="3994500"/>
            <a:ext cx="1146813" cy="819547"/>
          </a:xfrm>
          <a:prstGeom prst="rect">
            <a:avLst/>
          </a:prstGeom>
          <a:noFill/>
          <a:ln>
            <a:noFill/>
          </a:ln>
          <a:effectLst>
            <a:outerShdw blurRad="71438" dist="19050" dir="5400000" algn="bl" rotWithShape="0">
              <a:srgbClr val="000000">
                <a:alpha val="17650"/>
              </a:srgbClr>
            </a:outerShdw>
          </a:effectLst>
        </p:spPr>
      </p:pic>
      <p:pic>
        <p:nvPicPr>
          <p:cNvPr id="950" name="Google Shape;950;g33c7d3a2c1b_0_1751"/>
          <p:cNvPicPr preferRelativeResize="0"/>
          <p:nvPr/>
        </p:nvPicPr>
        <p:blipFill rotWithShape="1">
          <a:blip r:embed="rId5">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51" name="Google Shape;951;g33c7d3a2c1b_0_1751"/>
          <p:cNvPicPr preferRelativeResize="0"/>
          <p:nvPr/>
        </p:nvPicPr>
        <p:blipFill rotWithShape="1">
          <a:blip r:embed="rId6">
            <a:alphaModFix/>
          </a:blip>
          <a:srcRect l="189" r="179"/>
          <a:stretch/>
        </p:blipFill>
        <p:spPr>
          <a:xfrm>
            <a:off x="2094526" y="2129450"/>
            <a:ext cx="1147320" cy="822956"/>
          </a:xfrm>
          <a:prstGeom prst="rect">
            <a:avLst/>
          </a:prstGeom>
          <a:noFill/>
          <a:ln>
            <a:noFill/>
          </a:ln>
          <a:effectLst>
            <a:outerShdw blurRad="71438" dist="19050" dir="5400000" algn="bl" rotWithShape="0">
              <a:srgbClr val="000000">
                <a:alpha val="17650"/>
              </a:srgbClr>
            </a:outerShdw>
          </a:effectLst>
        </p:spPr>
      </p:pic>
      <p:pic>
        <p:nvPicPr>
          <p:cNvPr id="952" name="Google Shape;952;g33c7d3a2c1b_0_1751"/>
          <p:cNvPicPr preferRelativeResize="0"/>
          <p:nvPr/>
        </p:nvPicPr>
        <p:blipFill rotWithShape="1">
          <a:blip r:embed="rId7">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953" name="Google Shape;953;g33c7d3a2c1b_0_1751"/>
          <p:cNvPicPr preferRelativeResize="0"/>
          <p:nvPr/>
        </p:nvPicPr>
        <p:blipFill rotWithShape="1">
          <a:blip r:embed="rId8">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954" name="Google Shape;954;g33c7d3a2c1b_0_1751"/>
          <p:cNvPicPr preferRelativeResize="0"/>
          <p:nvPr/>
        </p:nvPicPr>
        <p:blipFill rotWithShape="1">
          <a:blip r:embed="rId9">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7650"/>
              </a:srgbClr>
            </a:outerShdw>
          </a:effectLst>
        </p:spPr>
      </p:pic>
      <p:pic>
        <p:nvPicPr>
          <p:cNvPr id="955" name="Google Shape;955;g33c7d3a2c1b_0_1751"/>
          <p:cNvPicPr preferRelativeResize="0"/>
          <p:nvPr/>
        </p:nvPicPr>
        <p:blipFill rotWithShape="1">
          <a:blip r:embed="rId10">
            <a:alphaModFix/>
          </a:blip>
          <a:srcRect l="19" r="9"/>
          <a:stretch/>
        </p:blipFill>
        <p:spPr>
          <a:xfrm>
            <a:off x="7001457" y="2129450"/>
            <a:ext cx="1147320" cy="821566"/>
          </a:xfrm>
          <a:prstGeom prst="rect">
            <a:avLst/>
          </a:prstGeom>
          <a:noFill/>
          <a:ln>
            <a:noFill/>
          </a:ln>
          <a:effectLst>
            <a:outerShdw blurRad="71438" dist="19050" dir="5400000" algn="bl" rotWithShape="0">
              <a:srgbClr val="000000">
                <a:alpha val="17650"/>
              </a:srgbClr>
            </a:outerShdw>
          </a:effectLst>
        </p:spPr>
      </p:pic>
      <p:pic>
        <p:nvPicPr>
          <p:cNvPr id="956" name="Google Shape;956;g33c7d3a2c1b_0_1751"/>
          <p:cNvPicPr preferRelativeResize="0"/>
          <p:nvPr/>
        </p:nvPicPr>
        <p:blipFill rotWithShape="1">
          <a:blip r:embed="rId11">
            <a:alphaModFix/>
          </a:blip>
          <a:srcRect t="79" b="89"/>
          <a:stretch/>
        </p:blipFill>
        <p:spPr>
          <a:xfrm>
            <a:off x="868300" y="3060275"/>
            <a:ext cx="1146813" cy="819547"/>
          </a:xfrm>
          <a:prstGeom prst="rect">
            <a:avLst/>
          </a:prstGeom>
          <a:noFill/>
          <a:ln>
            <a:noFill/>
          </a:ln>
          <a:effectLst>
            <a:outerShdw blurRad="71438" dist="19050" dir="5400000" algn="bl" rotWithShape="0">
              <a:srgbClr val="000000">
                <a:alpha val="17650"/>
              </a:srgbClr>
            </a:outerShdw>
          </a:effectLst>
        </p:spPr>
      </p:pic>
      <p:pic>
        <p:nvPicPr>
          <p:cNvPr id="957" name="Google Shape;957;g33c7d3a2c1b_0_1751"/>
          <p:cNvPicPr preferRelativeResize="0"/>
          <p:nvPr/>
        </p:nvPicPr>
        <p:blipFill rotWithShape="1">
          <a:blip r:embed="rId12">
            <a:alphaModFix/>
          </a:blip>
          <a:srcRect l="99" r="99"/>
          <a:stretch/>
        </p:blipFill>
        <p:spPr>
          <a:xfrm>
            <a:off x="2094526" y="3060275"/>
            <a:ext cx="1147320" cy="822955"/>
          </a:xfrm>
          <a:prstGeom prst="rect">
            <a:avLst/>
          </a:prstGeom>
          <a:noFill/>
          <a:ln>
            <a:noFill/>
          </a:ln>
          <a:effectLst>
            <a:outerShdw blurRad="71438" dist="19050" dir="5400000" algn="bl" rotWithShape="0">
              <a:srgbClr val="000000">
                <a:alpha val="17650"/>
              </a:srgbClr>
            </a:outerShdw>
          </a:effectLst>
        </p:spPr>
      </p:pic>
      <p:pic>
        <p:nvPicPr>
          <p:cNvPr id="958" name="Google Shape;958;g33c7d3a2c1b_0_1751"/>
          <p:cNvPicPr preferRelativeResize="0"/>
          <p:nvPr/>
        </p:nvPicPr>
        <p:blipFill rotWithShape="1">
          <a:blip r:embed="rId13">
            <a:alphaModFix/>
          </a:blip>
          <a:srcRect l="159" r="159"/>
          <a:stretch/>
        </p:blipFill>
        <p:spPr>
          <a:xfrm>
            <a:off x="3321259" y="3060275"/>
            <a:ext cx="1147320" cy="821565"/>
          </a:xfrm>
          <a:prstGeom prst="rect">
            <a:avLst/>
          </a:prstGeom>
          <a:noFill/>
          <a:ln>
            <a:noFill/>
          </a:ln>
          <a:effectLst>
            <a:outerShdw blurRad="71438" dist="19050" dir="5400000" algn="bl" rotWithShape="0">
              <a:srgbClr val="000000">
                <a:alpha val="17650"/>
              </a:srgbClr>
            </a:outerShdw>
          </a:effectLst>
        </p:spPr>
      </p:pic>
      <p:pic>
        <p:nvPicPr>
          <p:cNvPr id="959" name="Google Shape;959;g33c7d3a2c1b_0_1751"/>
          <p:cNvPicPr preferRelativeResize="0"/>
          <p:nvPr/>
        </p:nvPicPr>
        <p:blipFill rotWithShape="1">
          <a:blip r:embed="rId14">
            <a:alphaModFix/>
          </a:blip>
          <a:srcRect l="159" r="159"/>
          <a:stretch/>
        </p:blipFill>
        <p:spPr>
          <a:xfrm>
            <a:off x="4547991" y="3060275"/>
            <a:ext cx="1147320" cy="821565"/>
          </a:xfrm>
          <a:prstGeom prst="rect">
            <a:avLst/>
          </a:prstGeom>
          <a:noFill/>
          <a:ln>
            <a:noFill/>
          </a:ln>
          <a:effectLst>
            <a:outerShdw blurRad="71438" dist="19050" dir="5400000" algn="bl" rotWithShape="0">
              <a:srgbClr val="000000">
                <a:alpha val="17650"/>
              </a:srgbClr>
            </a:outerShdw>
          </a:effectLst>
        </p:spPr>
      </p:pic>
      <p:pic>
        <p:nvPicPr>
          <p:cNvPr id="960" name="Google Shape;960;g33c7d3a2c1b_0_1751"/>
          <p:cNvPicPr preferRelativeResize="0"/>
          <p:nvPr/>
        </p:nvPicPr>
        <p:blipFill rotWithShape="1">
          <a:blip r:embed="rId15">
            <a:alphaModFix/>
          </a:blip>
          <a:srcRect l="159" r="159"/>
          <a:stretch/>
        </p:blipFill>
        <p:spPr>
          <a:xfrm>
            <a:off x="5774724" y="3060275"/>
            <a:ext cx="1147320" cy="821565"/>
          </a:xfrm>
          <a:prstGeom prst="rect">
            <a:avLst/>
          </a:prstGeom>
          <a:noFill/>
          <a:ln>
            <a:noFill/>
          </a:ln>
          <a:effectLst>
            <a:outerShdw blurRad="71438" dist="19050" dir="5400000" algn="bl" rotWithShape="0">
              <a:srgbClr val="000000">
                <a:alpha val="17650"/>
              </a:srgbClr>
            </a:outerShdw>
          </a:effectLst>
        </p:spPr>
      </p:pic>
      <p:pic>
        <p:nvPicPr>
          <p:cNvPr id="961" name="Google Shape;961;g33c7d3a2c1b_0_1751"/>
          <p:cNvPicPr preferRelativeResize="0"/>
          <p:nvPr/>
        </p:nvPicPr>
        <p:blipFill rotWithShape="1">
          <a:blip r:embed="rId16">
            <a:alphaModFix/>
          </a:blip>
          <a:srcRect l="79" r="69"/>
          <a:stretch/>
        </p:blipFill>
        <p:spPr>
          <a:xfrm>
            <a:off x="7001457" y="3060275"/>
            <a:ext cx="1147320" cy="821566"/>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7" name="Google Shape;967;g26f40b1072c_1_2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100"/>
              <a:buFont typeface="Arial"/>
              <a:buNone/>
            </a:pPr>
            <a:r>
              <a:rPr lang="en-US" sz="2000"/>
              <a:t>Teach Homophones within </a:t>
            </a:r>
            <a:r>
              <a:rPr lang="en-US" sz="2000">
                <a:solidFill>
                  <a:srgbClr val="8DC63F"/>
                </a:solidFill>
              </a:rPr>
              <a:t>/oo/</a:t>
            </a:r>
            <a:r>
              <a:rPr lang="en-US" sz="2000"/>
              <a:t> family:</a:t>
            </a:r>
            <a:endParaRPr sz="2000"/>
          </a:p>
          <a:p>
            <a:pPr marL="0" lvl="0" indent="0" algn="ctr" rtl="0">
              <a:lnSpc>
                <a:spcPct val="100000"/>
              </a:lnSpc>
              <a:spcBef>
                <a:spcPts val="0"/>
              </a:spcBef>
              <a:spcAft>
                <a:spcPts val="0"/>
              </a:spcAft>
              <a:buSzPts val="1100"/>
              <a:buNone/>
            </a:pPr>
            <a:r>
              <a:rPr lang="en-US" sz="2000">
                <a:solidFill>
                  <a:srgbClr val="2356AF"/>
                </a:solidFill>
              </a:rPr>
              <a:t>to / too / two, blue / blew, knew / new, </a:t>
            </a:r>
            <a:br>
              <a:rPr lang="en-US" sz="2000">
                <a:solidFill>
                  <a:srgbClr val="2356AF"/>
                </a:solidFill>
              </a:rPr>
            </a:br>
            <a:r>
              <a:rPr lang="en-US" sz="2000">
                <a:solidFill>
                  <a:srgbClr val="2356AF"/>
                </a:solidFill>
              </a:rPr>
              <a:t>threw / through, moose / mousse</a:t>
            </a:r>
            <a:r>
              <a:rPr lang="en-US" sz="2000"/>
              <a:t>.</a:t>
            </a:r>
            <a:endParaRPr sz="2000"/>
          </a:p>
        </p:txBody>
      </p:sp>
      <p:pic>
        <p:nvPicPr>
          <p:cNvPr id="968" name="Google Shape;968;g26f40b1072c_1_28"/>
          <p:cNvPicPr preferRelativeResize="0"/>
          <p:nvPr/>
        </p:nvPicPr>
        <p:blipFill rotWithShape="1">
          <a:blip r:embed="rId3">
            <a:alphaModFix/>
          </a:blip>
          <a:srcRect t="-4525" b="-4525"/>
          <a:stretch/>
        </p:blipFill>
        <p:spPr>
          <a:xfrm>
            <a:off x="886100" y="2062800"/>
            <a:ext cx="2342700" cy="1278675"/>
          </a:xfrm>
          <a:prstGeom prst="rect">
            <a:avLst/>
          </a:prstGeom>
          <a:noFill/>
          <a:ln>
            <a:noFill/>
          </a:ln>
          <a:effectLst>
            <a:outerShdw blurRad="57150" dist="19050" dir="5400000" algn="bl" rotWithShape="0">
              <a:srgbClr val="BFBFBF"/>
            </a:outerShdw>
          </a:effectLst>
        </p:spPr>
      </p:pic>
      <p:pic>
        <p:nvPicPr>
          <p:cNvPr id="969" name="Google Shape;969;g26f40b1072c_1_28"/>
          <p:cNvPicPr preferRelativeResize="0"/>
          <p:nvPr/>
        </p:nvPicPr>
        <p:blipFill rotWithShape="1">
          <a:blip r:embed="rId4">
            <a:alphaModFix/>
          </a:blip>
          <a:srcRect t="-4525" b="-4525"/>
          <a:stretch/>
        </p:blipFill>
        <p:spPr>
          <a:xfrm>
            <a:off x="3329375" y="2062800"/>
            <a:ext cx="2337750" cy="1278675"/>
          </a:xfrm>
          <a:prstGeom prst="rect">
            <a:avLst/>
          </a:prstGeom>
          <a:noFill/>
          <a:ln>
            <a:noFill/>
          </a:ln>
          <a:effectLst>
            <a:outerShdw blurRad="57150" dist="19050" dir="5400000" algn="bl" rotWithShape="0">
              <a:srgbClr val="BFBFBF"/>
            </a:outerShdw>
          </a:effectLst>
        </p:spPr>
      </p:pic>
      <p:pic>
        <p:nvPicPr>
          <p:cNvPr id="970" name="Google Shape;970;g26f40b1072c_1_28"/>
          <p:cNvPicPr preferRelativeResize="0"/>
          <p:nvPr/>
        </p:nvPicPr>
        <p:blipFill rotWithShape="1">
          <a:blip r:embed="rId5">
            <a:alphaModFix/>
          </a:blip>
          <a:srcRect t="-4644" b="-4633"/>
          <a:stretch/>
        </p:blipFill>
        <p:spPr>
          <a:xfrm>
            <a:off x="5767700" y="2062787"/>
            <a:ext cx="2337800" cy="1278675"/>
          </a:xfrm>
          <a:prstGeom prst="rect">
            <a:avLst/>
          </a:prstGeom>
          <a:noFill/>
          <a:ln>
            <a:noFill/>
          </a:ln>
          <a:effectLst>
            <a:outerShdw blurRad="57150" dist="19050" dir="5400000" algn="bl" rotWithShape="0">
              <a:srgbClr val="BFBFBF"/>
            </a:outerShdw>
          </a:effectLst>
        </p:spPr>
      </p:pic>
      <p:pic>
        <p:nvPicPr>
          <p:cNvPr id="971" name="Google Shape;971;g26f40b1072c_1_28"/>
          <p:cNvPicPr preferRelativeResize="0"/>
          <p:nvPr/>
        </p:nvPicPr>
        <p:blipFill rotWithShape="1">
          <a:blip r:embed="rId6">
            <a:alphaModFix/>
          </a:blip>
          <a:srcRect t="-4525" b="-4514"/>
          <a:stretch/>
        </p:blipFill>
        <p:spPr>
          <a:xfrm>
            <a:off x="2110175" y="3336187"/>
            <a:ext cx="2337800" cy="1278675"/>
          </a:xfrm>
          <a:prstGeom prst="rect">
            <a:avLst/>
          </a:prstGeom>
          <a:noFill/>
          <a:ln>
            <a:noFill/>
          </a:ln>
          <a:effectLst>
            <a:outerShdw blurRad="57150" dist="19050" dir="5400000" algn="bl" rotWithShape="0">
              <a:srgbClr val="BFBFBF"/>
            </a:outerShdw>
          </a:effectLst>
        </p:spPr>
      </p:pic>
      <p:pic>
        <p:nvPicPr>
          <p:cNvPr id="972" name="Google Shape;972;g26f40b1072c_1_28"/>
          <p:cNvPicPr preferRelativeResize="0"/>
          <p:nvPr/>
        </p:nvPicPr>
        <p:blipFill rotWithShape="1">
          <a:blip r:embed="rId7">
            <a:alphaModFix/>
          </a:blip>
          <a:srcRect t="-4525" b="-4514"/>
          <a:stretch/>
        </p:blipFill>
        <p:spPr>
          <a:xfrm>
            <a:off x="4548525" y="3336187"/>
            <a:ext cx="2337800" cy="1278675"/>
          </a:xfrm>
          <a:prstGeom prst="rect">
            <a:avLst/>
          </a:prstGeom>
          <a:noFill/>
          <a:ln>
            <a:noFill/>
          </a:ln>
          <a:effectLst>
            <a:outerShdw blurRad="57150" dist="19050" dir="5400000" algn="bl" rotWithShape="0">
              <a:srgbClr val="BFBFBF"/>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77"/>
        <p:cNvGrpSpPr/>
        <p:nvPr/>
      </p:nvGrpSpPr>
      <p:grpSpPr>
        <a:xfrm>
          <a:off x="0" y="0"/>
          <a:ext cx="0" cy="0"/>
          <a:chOff x="0" y="0"/>
          <a:chExt cx="0" cy="0"/>
        </a:xfrm>
      </p:grpSpPr>
      <p:pic>
        <p:nvPicPr>
          <p:cNvPr id="978" name="Google Shape;978;g26f40b1072c_1_0"/>
          <p:cNvPicPr preferRelativeResize="0"/>
          <p:nvPr/>
        </p:nvPicPr>
        <p:blipFill rotWithShape="1">
          <a:blip r:embed="rId3">
            <a:alphaModFix/>
          </a:blip>
          <a:srcRect/>
          <a:stretch/>
        </p:blipFill>
        <p:spPr>
          <a:xfrm>
            <a:off x="928525" y="2129450"/>
            <a:ext cx="1731250" cy="1237205"/>
          </a:xfrm>
          <a:prstGeom prst="rect">
            <a:avLst/>
          </a:prstGeom>
          <a:noFill/>
          <a:ln>
            <a:noFill/>
          </a:ln>
          <a:effectLst>
            <a:outerShdw blurRad="71438" dist="19050" dir="5400000" algn="bl" rotWithShape="0">
              <a:srgbClr val="000000">
                <a:alpha val="17647"/>
              </a:srgbClr>
            </a:outerShdw>
          </a:effectLst>
        </p:spPr>
      </p:pic>
      <p:pic>
        <p:nvPicPr>
          <p:cNvPr id="979" name="Google Shape;979;g26f40b1072c_1_0"/>
          <p:cNvPicPr preferRelativeResize="0"/>
          <p:nvPr/>
        </p:nvPicPr>
        <p:blipFill rotWithShape="1">
          <a:blip r:embed="rId4">
            <a:alphaModFix/>
          </a:blip>
          <a:srcRect t="79" b="89"/>
          <a:stretch/>
        </p:blipFill>
        <p:spPr>
          <a:xfrm>
            <a:off x="2780424" y="2129450"/>
            <a:ext cx="1731250" cy="1237205"/>
          </a:xfrm>
          <a:prstGeom prst="rect">
            <a:avLst/>
          </a:prstGeom>
          <a:noFill/>
          <a:ln>
            <a:noFill/>
          </a:ln>
          <a:effectLst>
            <a:outerShdw blurRad="71438" dist="19050" dir="5400000" algn="bl" rotWithShape="0">
              <a:srgbClr val="000000">
                <a:alpha val="17647"/>
              </a:srgbClr>
            </a:outerShdw>
          </a:effectLst>
        </p:spPr>
      </p:pic>
      <p:pic>
        <p:nvPicPr>
          <p:cNvPr id="980" name="Google Shape;980;g26f40b1072c_1_0"/>
          <p:cNvPicPr preferRelativeResize="0"/>
          <p:nvPr/>
        </p:nvPicPr>
        <p:blipFill rotWithShape="1">
          <a:blip r:embed="rId5">
            <a:alphaModFix/>
          </a:blip>
          <a:srcRect t="79" b="89"/>
          <a:stretch/>
        </p:blipFill>
        <p:spPr>
          <a:xfrm>
            <a:off x="4632324" y="2129450"/>
            <a:ext cx="1731250" cy="1237206"/>
          </a:xfrm>
          <a:prstGeom prst="rect">
            <a:avLst/>
          </a:prstGeom>
          <a:noFill/>
          <a:ln>
            <a:noFill/>
          </a:ln>
          <a:effectLst>
            <a:outerShdw blurRad="71438" dist="19050" dir="5400000" algn="bl" rotWithShape="0">
              <a:srgbClr val="000000">
                <a:alpha val="17647"/>
              </a:srgbClr>
            </a:outerShdw>
          </a:effectLst>
        </p:spPr>
      </p:pic>
      <p:pic>
        <p:nvPicPr>
          <p:cNvPr id="981" name="Google Shape;981;g26f40b1072c_1_0"/>
          <p:cNvPicPr preferRelativeResize="0"/>
          <p:nvPr/>
        </p:nvPicPr>
        <p:blipFill rotWithShape="1">
          <a:blip r:embed="rId6">
            <a:alphaModFix/>
          </a:blip>
          <a:srcRect l="59" r="59"/>
          <a:stretch/>
        </p:blipFill>
        <p:spPr>
          <a:xfrm>
            <a:off x="6484224" y="2129450"/>
            <a:ext cx="1731251" cy="1237204"/>
          </a:xfrm>
          <a:prstGeom prst="rect">
            <a:avLst/>
          </a:prstGeom>
          <a:noFill/>
          <a:ln>
            <a:noFill/>
          </a:ln>
          <a:effectLst>
            <a:outerShdw blurRad="71438" dist="19050" dir="5400000" algn="bl" rotWithShape="0">
              <a:srgbClr val="000000">
                <a:alpha val="17647"/>
              </a:srgbClr>
            </a:outerShdw>
          </a:effectLst>
        </p:spPr>
      </p:pic>
      <p:pic>
        <p:nvPicPr>
          <p:cNvPr id="982" name="Google Shape;982;g26f40b1072c_1_0"/>
          <p:cNvPicPr preferRelativeResize="0"/>
          <p:nvPr/>
        </p:nvPicPr>
        <p:blipFill rotWithShape="1">
          <a:blip r:embed="rId7">
            <a:alphaModFix/>
          </a:blip>
          <a:srcRect l="59" r="59"/>
          <a:stretch/>
        </p:blipFill>
        <p:spPr>
          <a:xfrm>
            <a:off x="3706374" y="3436275"/>
            <a:ext cx="1731251" cy="1237205"/>
          </a:xfrm>
          <a:prstGeom prst="rect">
            <a:avLst/>
          </a:prstGeom>
          <a:noFill/>
          <a:ln>
            <a:noFill/>
          </a:ln>
          <a:effectLst>
            <a:outerShdw blurRad="71438" dist="19050" dir="5400000" algn="bl" rotWithShape="0">
              <a:srgbClr val="000000">
                <a:alpha val="17647"/>
              </a:srgbClr>
            </a:outerShdw>
          </a:effectLst>
        </p:spPr>
      </p:pic>
      <p:pic>
        <p:nvPicPr>
          <p:cNvPr id="983" name="Google Shape;983;g26f40b1072c_1_0"/>
          <p:cNvPicPr preferRelativeResize="0"/>
          <p:nvPr/>
        </p:nvPicPr>
        <p:blipFill rotWithShape="1">
          <a:blip r:embed="rId8">
            <a:alphaModFix/>
          </a:blip>
          <a:srcRect t="19" b="29"/>
          <a:stretch/>
        </p:blipFill>
        <p:spPr>
          <a:xfrm>
            <a:off x="5558274" y="3436275"/>
            <a:ext cx="1731251" cy="1237205"/>
          </a:xfrm>
          <a:prstGeom prst="rect">
            <a:avLst/>
          </a:prstGeom>
          <a:noFill/>
          <a:ln>
            <a:noFill/>
          </a:ln>
          <a:effectLst>
            <a:outerShdw blurRad="71438" dist="19050" dir="5400000" algn="bl" rotWithShape="0">
              <a:srgbClr val="000000">
                <a:alpha val="17647"/>
              </a:srgbClr>
            </a:outerShdw>
          </a:effectLst>
        </p:spPr>
      </p:pic>
      <p:sp>
        <p:nvSpPr>
          <p:cNvPr id="984" name="Google Shape;984;g26f40b1072c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100"/>
              <a:buNone/>
            </a:pPr>
            <a:r>
              <a:rPr lang="en-US" sz="2000"/>
              <a:t>Review Common Exception Words containing </a:t>
            </a:r>
            <a:r>
              <a:rPr lang="en-US" sz="2000">
                <a:solidFill>
                  <a:srgbClr val="8DC63F"/>
                </a:solidFill>
              </a:rPr>
              <a:t>/oo/</a:t>
            </a:r>
            <a:r>
              <a:rPr lang="en-US" sz="2000"/>
              <a:t> sound </a:t>
            </a:r>
            <a:r>
              <a:rPr lang="en-US" sz="2000">
                <a:solidFill>
                  <a:srgbClr val="2356AF"/>
                </a:solidFill>
              </a:rPr>
              <a:t>to into do today move through who</a:t>
            </a:r>
            <a:r>
              <a:rPr lang="en-US" sz="2000"/>
              <a:t>.</a:t>
            </a:r>
            <a:endParaRPr sz="2000"/>
          </a:p>
        </p:txBody>
      </p:sp>
      <p:pic>
        <p:nvPicPr>
          <p:cNvPr id="985" name="Google Shape;985;g26f40b1072c_1_0"/>
          <p:cNvPicPr preferRelativeResize="0"/>
          <p:nvPr/>
        </p:nvPicPr>
        <p:blipFill rotWithShape="1">
          <a:blip r:embed="rId9">
            <a:alphaModFix/>
          </a:blip>
          <a:srcRect l="59" r="59"/>
          <a:stretch/>
        </p:blipFill>
        <p:spPr>
          <a:xfrm>
            <a:off x="1854475" y="3436275"/>
            <a:ext cx="1731251" cy="1237204"/>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90"/>
        <p:cNvGrpSpPr/>
        <p:nvPr/>
      </p:nvGrpSpPr>
      <p:grpSpPr>
        <a:xfrm>
          <a:off x="0" y="0"/>
          <a:ext cx="0" cy="0"/>
          <a:chOff x="0" y="0"/>
          <a:chExt cx="0" cy="0"/>
        </a:xfrm>
      </p:grpSpPr>
      <p:sp>
        <p:nvSpPr>
          <p:cNvPr id="991" name="Google Shape;991;g2ce718e20f2_0_84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92" name="Google Shape;992;g2ce718e20f2_0_84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Captions</a:t>
            </a:r>
            <a:endParaRPr/>
          </a:p>
        </p:txBody>
      </p:sp>
      <p:sp>
        <p:nvSpPr>
          <p:cNvPr id="993" name="Google Shape;993;g2ce718e20f2_0_84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94" name="Google Shape;994;g2ce718e20f2_0_845"/>
          <p:cNvPicPr preferRelativeResize="0"/>
          <p:nvPr/>
        </p:nvPicPr>
        <p:blipFill rotWithShape="1">
          <a:blip r:embed="rId3">
            <a:alphaModFix/>
          </a:blip>
          <a:srcRect l="19" r="29"/>
          <a:stretch/>
        </p:blipFill>
        <p:spPr>
          <a:xfrm>
            <a:off x="930445" y="2001075"/>
            <a:ext cx="1747050" cy="2472848"/>
          </a:xfrm>
          <a:prstGeom prst="rect">
            <a:avLst/>
          </a:prstGeom>
          <a:noFill/>
          <a:ln>
            <a:noFill/>
          </a:ln>
          <a:effectLst>
            <a:outerShdw blurRad="71438" dist="28575" dir="5400000" algn="bl" rotWithShape="0">
              <a:srgbClr val="000000">
                <a:alpha val="15294"/>
              </a:srgbClr>
            </a:outerShdw>
          </a:effectLst>
        </p:spPr>
      </p:pic>
      <p:pic>
        <p:nvPicPr>
          <p:cNvPr id="995" name="Google Shape;995;g2ce718e20f2_0_845"/>
          <p:cNvPicPr preferRelativeResize="0"/>
          <p:nvPr/>
        </p:nvPicPr>
        <p:blipFill rotWithShape="1">
          <a:blip r:embed="rId4">
            <a:alphaModFix/>
          </a:blip>
          <a:srcRect l="19" r="29"/>
          <a:stretch/>
        </p:blipFill>
        <p:spPr>
          <a:xfrm>
            <a:off x="2775799" y="2001075"/>
            <a:ext cx="1747050" cy="2472848"/>
          </a:xfrm>
          <a:prstGeom prst="rect">
            <a:avLst/>
          </a:prstGeom>
          <a:noFill/>
          <a:ln>
            <a:noFill/>
          </a:ln>
          <a:effectLst>
            <a:outerShdw blurRad="71438" dist="28575" dir="5400000" algn="bl" rotWithShape="0">
              <a:srgbClr val="000000">
                <a:alpha val="15294"/>
              </a:srgbClr>
            </a:outerShdw>
          </a:effectLst>
        </p:spPr>
      </p:pic>
      <p:pic>
        <p:nvPicPr>
          <p:cNvPr id="996" name="Google Shape;996;g2ce718e20f2_0_845"/>
          <p:cNvPicPr preferRelativeResize="0"/>
          <p:nvPr/>
        </p:nvPicPr>
        <p:blipFill rotWithShape="1">
          <a:blip r:embed="rId5">
            <a:alphaModFix/>
          </a:blip>
          <a:srcRect l="19" r="29"/>
          <a:stretch/>
        </p:blipFill>
        <p:spPr>
          <a:xfrm>
            <a:off x="4621153" y="2001075"/>
            <a:ext cx="1747050" cy="2472848"/>
          </a:xfrm>
          <a:prstGeom prst="rect">
            <a:avLst/>
          </a:prstGeom>
          <a:noFill/>
          <a:ln>
            <a:noFill/>
          </a:ln>
          <a:effectLst>
            <a:outerShdw blurRad="71438" dist="28575" dir="5400000" algn="bl" rotWithShape="0">
              <a:srgbClr val="000000">
                <a:alpha val="15294"/>
              </a:srgbClr>
            </a:outerShdw>
          </a:effectLst>
        </p:spPr>
      </p:pic>
      <p:pic>
        <p:nvPicPr>
          <p:cNvPr id="997" name="Google Shape;997;g2ce718e20f2_0_845"/>
          <p:cNvPicPr preferRelativeResize="0"/>
          <p:nvPr/>
        </p:nvPicPr>
        <p:blipFill rotWithShape="1">
          <a:blip r:embed="rId6">
            <a:alphaModFix/>
          </a:blip>
          <a:srcRect/>
          <a:stretch/>
        </p:blipFill>
        <p:spPr>
          <a:xfrm>
            <a:off x="6466506" y="2001075"/>
            <a:ext cx="1747050" cy="2472849"/>
          </a:xfrm>
          <a:prstGeom prst="rect">
            <a:avLst/>
          </a:prstGeom>
          <a:noFill/>
          <a:ln>
            <a:noFill/>
          </a:ln>
          <a:effectLst>
            <a:outerShdw blurRad="71438" dist="28575" dir="5400000" algn="bl" rotWithShape="0">
              <a:srgbClr val="000000">
                <a:alpha val="15294"/>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02"/>
        <p:cNvGrpSpPr/>
        <p:nvPr/>
      </p:nvGrpSpPr>
      <p:grpSpPr>
        <a:xfrm>
          <a:off x="0" y="0"/>
          <a:ext cx="0" cy="0"/>
          <a:chOff x="0" y="0"/>
          <a:chExt cx="0" cy="0"/>
        </a:xfrm>
      </p:grpSpPr>
      <p:sp>
        <p:nvSpPr>
          <p:cNvPr id="1003" name="Google Shape;1003;g2701ceed56d_4_32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1004" name="Google Shape;1004;g2701ceed56d_4_32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Captions</a:t>
            </a:r>
            <a:endParaRPr/>
          </a:p>
        </p:txBody>
      </p:sp>
      <p:sp>
        <p:nvSpPr>
          <p:cNvPr id="1005" name="Google Shape;1005;g2701ceed56d_4_32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06" name="Google Shape;1006;g2701ceed56d_4_329"/>
          <p:cNvPicPr preferRelativeResize="0"/>
          <p:nvPr/>
        </p:nvPicPr>
        <p:blipFill rotWithShape="1">
          <a:blip r:embed="rId3">
            <a:alphaModFix/>
          </a:blip>
          <a:srcRect l="19" r="29"/>
          <a:stretch/>
        </p:blipFill>
        <p:spPr>
          <a:xfrm>
            <a:off x="930445" y="2001075"/>
            <a:ext cx="1747050" cy="2472848"/>
          </a:xfrm>
          <a:prstGeom prst="rect">
            <a:avLst/>
          </a:prstGeom>
          <a:noFill/>
          <a:ln>
            <a:noFill/>
          </a:ln>
          <a:effectLst>
            <a:outerShdw blurRad="71438" dist="28575" dir="5400000" algn="bl" rotWithShape="0">
              <a:srgbClr val="000000">
                <a:alpha val="15686"/>
              </a:srgbClr>
            </a:outerShdw>
          </a:effectLst>
        </p:spPr>
      </p:pic>
      <p:pic>
        <p:nvPicPr>
          <p:cNvPr id="1007" name="Google Shape;1007;g2701ceed56d_4_329"/>
          <p:cNvPicPr preferRelativeResize="0"/>
          <p:nvPr/>
        </p:nvPicPr>
        <p:blipFill rotWithShape="1">
          <a:blip r:embed="rId4">
            <a:alphaModFix/>
          </a:blip>
          <a:srcRect t="59" b="49"/>
          <a:stretch/>
        </p:blipFill>
        <p:spPr>
          <a:xfrm>
            <a:off x="2775799" y="2001075"/>
            <a:ext cx="1747050" cy="2472848"/>
          </a:xfrm>
          <a:prstGeom prst="rect">
            <a:avLst/>
          </a:prstGeom>
          <a:noFill/>
          <a:ln>
            <a:noFill/>
          </a:ln>
          <a:effectLst>
            <a:outerShdw blurRad="71438" dist="28575" dir="5400000" algn="bl" rotWithShape="0">
              <a:srgbClr val="000000">
                <a:alpha val="15686"/>
              </a:srgbClr>
            </a:outerShdw>
          </a:effectLst>
        </p:spPr>
      </p:pic>
      <p:pic>
        <p:nvPicPr>
          <p:cNvPr id="1008" name="Google Shape;1008;g2701ceed56d_4_329"/>
          <p:cNvPicPr preferRelativeResize="0"/>
          <p:nvPr/>
        </p:nvPicPr>
        <p:blipFill rotWithShape="1">
          <a:blip r:embed="rId5">
            <a:alphaModFix/>
          </a:blip>
          <a:srcRect l="19" r="29"/>
          <a:stretch/>
        </p:blipFill>
        <p:spPr>
          <a:xfrm>
            <a:off x="4621153" y="2001075"/>
            <a:ext cx="1747050" cy="2472848"/>
          </a:xfrm>
          <a:prstGeom prst="rect">
            <a:avLst/>
          </a:prstGeom>
          <a:noFill/>
          <a:ln>
            <a:noFill/>
          </a:ln>
          <a:effectLst>
            <a:outerShdw blurRad="71438" dist="28575" dir="5400000" algn="bl" rotWithShape="0">
              <a:srgbClr val="000000">
                <a:alpha val="15686"/>
              </a:srgbClr>
            </a:outerShdw>
          </a:effectLst>
        </p:spPr>
      </p:pic>
      <p:pic>
        <p:nvPicPr>
          <p:cNvPr id="1009" name="Google Shape;1009;g2701ceed56d_4_329"/>
          <p:cNvPicPr preferRelativeResize="0"/>
          <p:nvPr/>
        </p:nvPicPr>
        <p:blipFill rotWithShape="1">
          <a:blip r:embed="rId6">
            <a:alphaModFix/>
          </a:blip>
          <a:srcRect l="79" r="79"/>
          <a:stretch/>
        </p:blipFill>
        <p:spPr>
          <a:xfrm>
            <a:off x="6466506" y="2001075"/>
            <a:ext cx="1747050" cy="2472849"/>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1015" name="Google Shape;1015;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16" name="Google Shape;1016;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17" name="Google Shape;1017;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18" name="Google Shape;1018;g26b641b03cd_0_204"/>
          <p:cNvPicPr preferRelativeResize="0"/>
          <p:nvPr/>
        </p:nvPicPr>
        <p:blipFill rotWithShape="1">
          <a:blip r:embed="rId3">
            <a:alphaModFix/>
          </a:blip>
          <a:srcRect l="69" r="69"/>
          <a:stretch/>
        </p:blipFill>
        <p:spPr>
          <a:xfrm>
            <a:off x="9304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19" name="Google Shape;1019;g26b641b03cd_0_204"/>
          <p:cNvPicPr preferRelativeResize="0"/>
          <p:nvPr/>
        </p:nvPicPr>
        <p:blipFill rotWithShape="1">
          <a:blip r:embed="rId4">
            <a:alphaModFix/>
          </a:blip>
          <a:srcRect/>
          <a:stretch/>
        </p:blipFill>
        <p:spPr>
          <a:xfrm>
            <a:off x="6466501"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20" name="Google Shape;1020;g26b641b03cd_0_204"/>
          <p:cNvPicPr preferRelativeResize="0"/>
          <p:nvPr/>
        </p:nvPicPr>
        <p:blipFill rotWithShape="1">
          <a:blip r:embed="rId5">
            <a:alphaModFix/>
          </a:blip>
          <a:srcRect/>
          <a:stretch/>
        </p:blipFill>
        <p:spPr>
          <a:xfrm>
            <a:off x="46211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21" name="Google Shape;1021;g26b641b03cd_0_204"/>
          <p:cNvPicPr preferRelativeResize="0"/>
          <p:nvPr/>
        </p:nvPicPr>
        <p:blipFill rotWithShape="1">
          <a:blip r:embed="rId6">
            <a:alphaModFix/>
          </a:blip>
          <a:srcRect l="69" r="69"/>
          <a:stretch/>
        </p:blipFill>
        <p:spPr>
          <a:xfrm>
            <a:off x="2775800" y="2188099"/>
            <a:ext cx="1747051" cy="20988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7" name="Google Shape;1027;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28" name="Google Shape;1028;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29" name="Google Shape;1029;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30" name="Google Shape;1030;g2c186218c5a_0_48"/>
          <p:cNvPicPr preferRelativeResize="0"/>
          <p:nvPr/>
        </p:nvPicPr>
        <p:blipFill rotWithShape="1">
          <a:blip r:embed="rId3">
            <a:alphaModFix/>
          </a:blip>
          <a:srcRect l="69" r="69"/>
          <a:stretch/>
        </p:blipFill>
        <p:spPr>
          <a:xfrm>
            <a:off x="9304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31" name="Google Shape;1031;g2c186218c5a_0_48"/>
          <p:cNvPicPr preferRelativeResize="0"/>
          <p:nvPr/>
        </p:nvPicPr>
        <p:blipFill rotWithShape="1">
          <a:blip r:embed="rId4">
            <a:alphaModFix/>
          </a:blip>
          <a:srcRect/>
          <a:stretch/>
        </p:blipFill>
        <p:spPr>
          <a:xfrm>
            <a:off x="6466501"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32" name="Google Shape;1032;g2c186218c5a_0_48"/>
          <p:cNvPicPr preferRelativeResize="0"/>
          <p:nvPr/>
        </p:nvPicPr>
        <p:blipFill rotWithShape="1">
          <a:blip r:embed="rId5">
            <a:alphaModFix/>
          </a:blip>
          <a:srcRect/>
          <a:stretch/>
        </p:blipFill>
        <p:spPr>
          <a:xfrm>
            <a:off x="46211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33" name="Google Shape;1033;g2c186218c5a_0_48"/>
          <p:cNvPicPr preferRelativeResize="0"/>
          <p:nvPr/>
        </p:nvPicPr>
        <p:blipFill rotWithShape="1">
          <a:blip r:embed="rId6">
            <a:alphaModFix/>
          </a:blip>
          <a:srcRect l="69" r="69"/>
          <a:stretch/>
        </p:blipFill>
        <p:spPr>
          <a:xfrm>
            <a:off x="2775800" y="2188099"/>
            <a:ext cx="1747051" cy="20988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38"/>
        <p:cNvGrpSpPr/>
        <p:nvPr/>
      </p:nvGrpSpPr>
      <p:grpSpPr>
        <a:xfrm>
          <a:off x="0" y="0"/>
          <a:ext cx="0" cy="0"/>
          <a:chOff x="0" y="0"/>
          <a:chExt cx="0" cy="0"/>
        </a:xfrm>
      </p:grpSpPr>
      <p:sp>
        <p:nvSpPr>
          <p:cNvPr id="1039" name="Google Shape;1039;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40" name="Google Shape;1040;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41" name="Google Shape;1041;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42" name="Google Shape;1042;g26b641b03cd_0_213"/>
          <p:cNvPicPr preferRelativeResize="0"/>
          <p:nvPr/>
        </p:nvPicPr>
        <p:blipFill rotWithShape="1">
          <a:blip r:embed="rId3">
            <a:alphaModFix/>
          </a:blip>
          <a:srcRect l="228" r="228"/>
          <a:stretch/>
        </p:blipFill>
        <p:spPr>
          <a:xfrm>
            <a:off x="855725" y="1962801"/>
            <a:ext cx="1740570" cy="2426701"/>
          </a:xfrm>
          <a:prstGeom prst="rect">
            <a:avLst/>
          </a:prstGeom>
          <a:noFill/>
          <a:ln>
            <a:noFill/>
          </a:ln>
          <a:effectLst>
            <a:outerShdw blurRad="85725" dist="19050" dir="5400000" algn="bl" rotWithShape="0">
              <a:srgbClr val="000000">
                <a:alpha val="20000"/>
              </a:srgbClr>
            </a:outerShdw>
          </a:effectLst>
        </p:spPr>
      </p:pic>
      <p:pic>
        <p:nvPicPr>
          <p:cNvPr id="1043" name="Google Shape;1043;g26b641b03cd_0_213"/>
          <p:cNvPicPr preferRelativeResize="0"/>
          <p:nvPr/>
        </p:nvPicPr>
        <p:blipFill rotWithShape="1">
          <a:blip r:embed="rId4">
            <a:alphaModFix/>
          </a:blip>
          <a:srcRect l="228" r="228"/>
          <a:stretch/>
        </p:blipFill>
        <p:spPr>
          <a:xfrm>
            <a:off x="2753052" y="1962801"/>
            <a:ext cx="1740570" cy="2426701"/>
          </a:xfrm>
          <a:prstGeom prst="rect">
            <a:avLst/>
          </a:prstGeom>
          <a:noFill/>
          <a:ln>
            <a:noFill/>
          </a:ln>
          <a:effectLst>
            <a:outerShdw blurRad="85725" dist="19050" dir="5400000" algn="bl" rotWithShape="0">
              <a:srgbClr val="000000">
                <a:alpha val="20000"/>
              </a:srgbClr>
            </a:outerShdw>
          </a:effectLst>
        </p:spPr>
      </p:pic>
      <p:pic>
        <p:nvPicPr>
          <p:cNvPr id="1044" name="Google Shape;1044;g26b641b03cd_0_213"/>
          <p:cNvPicPr preferRelativeResize="0"/>
          <p:nvPr/>
        </p:nvPicPr>
        <p:blipFill rotWithShape="1">
          <a:blip r:embed="rId5">
            <a:alphaModFix/>
          </a:blip>
          <a:srcRect l="129" r="139"/>
          <a:stretch/>
        </p:blipFill>
        <p:spPr>
          <a:xfrm>
            <a:off x="4650378" y="1962801"/>
            <a:ext cx="1740570" cy="2426701"/>
          </a:xfrm>
          <a:prstGeom prst="rect">
            <a:avLst/>
          </a:prstGeom>
          <a:noFill/>
          <a:ln>
            <a:noFill/>
          </a:ln>
          <a:effectLst>
            <a:outerShdw blurRad="85725" dist="19050" dir="5400000" algn="bl" rotWithShape="0">
              <a:srgbClr val="000000">
                <a:alpha val="20000"/>
              </a:srgbClr>
            </a:outerShdw>
          </a:effectLst>
        </p:spPr>
      </p:pic>
      <p:pic>
        <p:nvPicPr>
          <p:cNvPr id="1045" name="Google Shape;1045;g26b641b03cd_0_213"/>
          <p:cNvPicPr preferRelativeResize="0"/>
          <p:nvPr/>
        </p:nvPicPr>
        <p:blipFill rotWithShape="1">
          <a:blip r:embed="rId6">
            <a:alphaModFix/>
          </a:blip>
          <a:srcRect l="129" r="139"/>
          <a:stretch/>
        </p:blipFill>
        <p:spPr>
          <a:xfrm>
            <a:off x="6547705" y="1962801"/>
            <a:ext cx="1740570" cy="242670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50"/>
        <p:cNvGrpSpPr/>
        <p:nvPr/>
      </p:nvGrpSpPr>
      <p:grpSpPr>
        <a:xfrm>
          <a:off x="0" y="0"/>
          <a:ext cx="0" cy="0"/>
          <a:chOff x="0" y="0"/>
          <a:chExt cx="0" cy="0"/>
        </a:xfrm>
      </p:grpSpPr>
      <p:sp>
        <p:nvSpPr>
          <p:cNvPr id="1051" name="Google Shape;1051;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52" name="Google Shape;1052;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53" name="Google Shape;1053;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54" name="Google Shape;1054;g2c186218c5a_0_149"/>
          <p:cNvPicPr preferRelativeResize="0"/>
          <p:nvPr/>
        </p:nvPicPr>
        <p:blipFill rotWithShape="1">
          <a:blip r:embed="rId3">
            <a:alphaModFix/>
          </a:blip>
          <a:srcRect l="228" r="228"/>
          <a:stretch/>
        </p:blipFill>
        <p:spPr>
          <a:xfrm>
            <a:off x="855725" y="1962801"/>
            <a:ext cx="1740570" cy="2426701"/>
          </a:xfrm>
          <a:prstGeom prst="rect">
            <a:avLst/>
          </a:prstGeom>
          <a:noFill/>
          <a:ln>
            <a:noFill/>
          </a:ln>
          <a:effectLst>
            <a:outerShdw blurRad="85725" dist="19050" dir="5400000" algn="bl" rotWithShape="0">
              <a:srgbClr val="000000">
                <a:alpha val="20000"/>
              </a:srgbClr>
            </a:outerShdw>
          </a:effectLst>
        </p:spPr>
      </p:pic>
      <p:pic>
        <p:nvPicPr>
          <p:cNvPr id="1055" name="Google Shape;1055;g2c186218c5a_0_149"/>
          <p:cNvPicPr preferRelativeResize="0"/>
          <p:nvPr/>
        </p:nvPicPr>
        <p:blipFill rotWithShape="1">
          <a:blip r:embed="rId4">
            <a:alphaModFix/>
          </a:blip>
          <a:srcRect l="228" r="228"/>
          <a:stretch/>
        </p:blipFill>
        <p:spPr>
          <a:xfrm>
            <a:off x="2753052" y="1962801"/>
            <a:ext cx="1740570" cy="2426701"/>
          </a:xfrm>
          <a:prstGeom prst="rect">
            <a:avLst/>
          </a:prstGeom>
          <a:noFill/>
          <a:ln>
            <a:noFill/>
          </a:ln>
          <a:effectLst>
            <a:outerShdw blurRad="85725" dist="19050" dir="5400000" algn="bl" rotWithShape="0">
              <a:srgbClr val="000000">
                <a:alpha val="20000"/>
              </a:srgbClr>
            </a:outerShdw>
          </a:effectLst>
        </p:spPr>
      </p:pic>
      <p:pic>
        <p:nvPicPr>
          <p:cNvPr id="1056" name="Google Shape;1056;g2c186218c5a_0_149"/>
          <p:cNvPicPr preferRelativeResize="0"/>
          <p:nvPr/>
        </p:nvPicPr>
        <p:blipFill rotWithShape="1">
          <a:blip r:embed="rId5">
            <a:alphaModFix/>
          </a:blip>
          <a:srcRect l="129" r="139"/>
          <a:stretch/>
        </p:blipFill>
        <p:spPr>
          <a:xfrm>
            <a:off x="4650378" y="1962801"/>
            <a:ext cx="1740570" cy="2426701"/>
          </a:xfrm>
          <a:prstGeom prst="rect">
            <a:avLst/>
          </a:prstGeom>
          <a:noFill/>
          <a:ln>
            <a:noFill/>
          </a:ln>
          <a:effectLst>
            <a:outerShdw blurRad="85725" dist="19050" dir="5400000" algn="bl" rotWithShape="0">
              <a:srgbClr val="000000">
                <a:alpha val="20000"/>
              </a:srgbClr>
            </a:outerShdw>
          </a:effectLst>
        </p:spPr>
      </p:pic>
      <p:pic>
        <p:nvPicPr>
          <p:cNvPr id="1057" name="Google Shape;1057;g2c186218c5a_0_149"/>
          <p:cNvPicPr preferRelativeResize="0"/>
          <p:nvPr/>
        </p:nvPicPr>
        <p:blipFill rotWithShape="1">
          <a:blip r:embed="rId6">
            <a:alphaModFix/>
          </a:blip>
          <a:srcRect l="129" r="139"/>
          <a:stretch/>
        </p:blipFill>
        <p:spPr>
          <a:xfrm>
            <a:off x="6547705" y="1962801"/>
            <a:ext cx="1740570" cy="242670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62"/>
        <p:cNvGrpSpPr/>
        <p:nvPr/>
      </p:nvGrpSpPr>
      <p:grpSpPr>
        <a:xfrm>
          <a:off x="0" y="0"/>
          <a:ext cx="0" cy="0"/>
          <a:chOff x="0" y="0"/>
          <a:chExt cx="0" cy="0"/>
        </a:xfrm>
      </p:grpSpPr>
      <p:sp>
        <p:nvSpPr>
          <p:cNvPr id="1063" name="Google Shape;1063;g26b641b03cd_0_301"/>
          <p:cNvSpPr txBox="1">
            <a:spLocks noGrp="1"/>
          </p:cNvSpPr>
          <p:nvPr>
            <p:ph type="title"/>
          </p:nvPr>
        </p:nvSpPr>
        <p:spPr>
          <a:xfrm>
            <a:off x="594575" y="5568500"/>
            <a:ext cx="79548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64" name="Google Shape;1064;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65" name="Google Shape;1065;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66" name="Google Shape;1066;g26b641b03cd_0_301"/>
          <p:cNvPicPr preferRelativeResize="0"/>
          <p:nvPr/>
        </p:nvPicPr>
        <p:blipFill rotWithShape="1">
          <a:blip r:embed="rId3">
            <a:alphaModFix/>
          </a:blip>
          <a:srcRect/>
          <a:stretch/>
        </p:blipFill>
        <p:spPr>
          <a:xfrm>
            <a:off x="1482800" y="946706"/>
            <a:ext cx="1945935" cy="1390626"/>
          </a:xfrm>
          <a:prstGeom prst="rect">
            <a:avLst/>
          </a:prstGeom>
          <a:noFill/>
          <a:ln>
            <a:noFill/>
          </a:ln>
          <a:effectLst>
            <a:outerShdw blurRad="71438" dist="19050" dir="5400000" algn="bl" rotWithShape="0">
              <a:srgbClr val="000000">
                <a:alpha val="17650"/>
              </a:srgbClr>
            </a:outerShdw>
          </a:effectLst>
        </p:spPr>
      </p:pic>
      <p:pic>
        <p:nvPicPr>
          <p:cNvPr id="1067" name="Google Shape;1067;g26b641b03cd_0_301"/>
          <p:cNvPicPr preferRelativeResize="0"/>
          <p:nvPr/>
        </p:nvPicPr>
        <p:blipFill rotWithShape="1">
          <a:blip r:embed="rId4">
            <a:alphaModFix/>
          </a:blip>
          <a:srcRect t="79" b="89"/>
          <a:stretch/>
        </p:blipFill>
        <p:spPr>
          <a:xfrm>
            <a:off x="3599032" y="946706"/>
            <a:ext cx="1945935" cy="1390626"/>
          </a:xfrm>
          <a:prstGeom prst="rect">
            <a:avLst/>
          </a:prstGeom>
          <a:noFill/>
          <a:ln>
            <a:noFill/>
          </a:ln>
          <a:effectLst>
            <a:outerShdw blurRad="71438" dist="19050" dir="5400000" algn="bl" rotWithShape="0">
              <a:srgbClr val="000000">
                <a:alpha val="17650"/>
              </a:srgbClr>
            </a:outerShdw>
          </a:effectLst>
        </p:spPr>
      </p:pic>
      <p:pic>
        <p:nvPicPr>
          <p:cNvPr id="1068" name="Google Shape;1068;g26b641b03cd_0_301"/>
          <p:cNvPicPr preferRelativeResize="0"/>
          <p:nvPr/>
        </p:nvPicPr>
        <p:blipFill rotWithShape="1">
          <a:blip r:embed="rId5">
            <a:alphaModFix/>
          </a:blip>
          <a:srcRect t="79" b="89"/>
          <a:stretch/>
        </p:blipFill>
        <p:spPr>
          <a:xfrm>
            <a:off x="5715265" y="946706"/>
            <a:ext cx="1945935" cy="1390627"/>
          </a:xfrm>
          <a:prstGeom prst="rect">
            <a:avLst/>
          </a:prstGeom>
          <a:noFill/>
          <a:ln>
            <a:noFill/>
          </a:ln>
          <a:effectLst>
            <a:outerShdw blurRad="71438" dist="19050" dir="5400000" algn="bl" rotWithShape="0">
              <a:srgbClr val="000000">
                <a:alpha val="17650"/>
              </a:srgbClr>
            </a:outerShdw>
          </a:effectLst>
        </p:spPr>
      </p:pic>
      <p:pic>
        <p:nvPicPr>
          <p:cNvPr id="1069" name="Google Shape;1069;g26b641b03cd_0_301"/>
          <p:cNvPicPr preferRelativeResize="0"/>
          <p:nvPr/>
        </p:nvPicPr>
        <p:blipFill rotWithShape="1">
          <a:blip r:embed="rId6">
            <a:alphaModFix/>
          </a:blip>
          <a:srcRect l="59" r="59"/>
          <a:stretch/>
        </p:blipFill>
        <p:spPr>
          <a:xfrm>
            <a:off x="1482800" y="2470376"/>
            <a:ext cx="1945937" cy="1390624"/>
          </a:xfrm>
          <a:prstGeom prst="rect">
            <a:avLst/>
          </a:prstGeom>
          <a:noFill/>
          <a:ln>
            <a:noFill/>
          </a:ln>
          <a:effectLst>
            <a:outerShdw blurRad="71438" dist="19050" dir="5400000" algn="bl" rotWithShape="0">
              <a:srgbClr val="000000">
                <a:alpha val="17650"/>
              </a:srgbClr>
            </a:outerShdw>
          </a:effectLst>
        </p:spPr>
      </p:pic>
      <p:pic>
        <p:nvPicPr>
          <p:cNvPr id="1070" name="Google Shape;1070;g26b641b03cd_0_301"/>
          <p:cNvPicPr preferRelativeResize="0"/>
          <p:nvPr/>
        </p:nvPicPr>
        <p:blipFill rotWithShape="1">
          <a:blip r:embed="rId7">
            <a:alphaModFix/>
          </a:blip>
          <a:srcRect l="59" r="59"/>
          <a:stretch/>
        </p:blipFill>
        <p:spPr>
          <a:xfrm>
            <a:off x="5715263" y="2470375"/>
            <a:ext cx="1945937" cy="1390626"/>
          </a:xfrm>
          <a:prstGeom prst="rect">
            <a:avLst/>
          </a:prstGeom>
          <a:noFill/>
          <a:ln>
            <a:noFill/>
          </a:ln>
          <a:effectLst>
            <a:outerShdw blurRad="71438" dist="19050" dir="5400000" algn="bl" rotWithShape="0">
              <a:srgbClr val="000000">
                <a:alpha val="17650"/>
              </a:srgbClr>
            </a:outerShdw>
          </a:effectLst>
        </p:spPr>
      </p:pic>
      <p:pic>
        <p:nvPicPr>
          <p:cNvPr id="1071" name="Google Shape;1071;g26b641b03cd_0_301"/>
          <p:cNvPicPr preferRelativeResize="0"/>
          <p:nvPr/>
        </p:nvPicPr>
        <p:blipFill rotWithShape="1">
          <a:blip r:embed="rId8">
            <a:alphaModFix/>
          </a:blip>
          <a:srcRect t="19" b="29"/>
          <a:stretch/>
        </p:blipFill>
        <p:spPr>
          <a:xfrm>
            <a:off x="3599041" y="3994055"/>
            <a:ext cx="1945937" cy="1390626"/>
          </a:xfrm>
          <a:prstGeom prst="rect">
            <a:avLst/>
          </a:prstGeom>
          <a:noFill/>
          <a:ln>
            <a:noFill/>
          </a:ln>
          <a:effectLst>
            <a:outerShdw blurRad="71438" dist="19050" dir="5400000" algn="bl" rotWithShape="0">
              <a:srgbClr val="000000">
                <a:alpha val="17650"/>
              </a:srgbClr>
            </a:outerShdw>
          </a:effectLst>
        </p:spPr>
      </p:pic>
      <p:pic>
        <p:nvPicPr>
          <p:cNvPr id="1072" name="Google Shape;1072;g26b641b03cd_0_301"/>
          <p:cNvPicPr preferRelativeResize="0"/>
          <p:nvPr/>
        </p:nvPicPr>
        <p:blipFill rotWithShape="1">
          <a:blip r:embed="rId9">
            <a:alphaModFix/>
          </a:blip>
          <a:srcRect l="59" r="59"/>
          <a:stretch/>
        </p:blipFill>
        <p:spPr>
          <a:xfrm>
            <a:off x="3599031" y="2470381"/>
            <a:ext cx="1945937" cy="1390624"/>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77"/>
        <p:cNvGrpSpPr/>
        <p:nvPr/>
      </p:nvGrpSpPr>
      <p:grpSpPr>
        <a:xfrm>
          <a:off x="0" y="0"/>
          <a:ext cx="0" cy="0"/>
          <a:chOff x="0" y="0"/>
          <a:chExt cx="0" cy="0"/>
        </a:xfrm>
      </p:grpSpPr>
      <p:sp>
        <p:nvSpPr>
          <p:cNvPr id="1078" name="Google Shape;1078;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79" name="Google Shape;1079;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80" name="Google Shape;1080;g26b641b03cd_0_308"/>
          <p:cNvSpPr txBox="1">
            <a:spLocks noGrp="1"/>
          </p:cNvSpPr>
          <p:nvPr>
            <p:ph type="title"/>
          </p:nvPr>
        </p:nvSpPr>
        <p:spPr>
          <a:xfrm>
            <a:off x="594575" y="5568500"/>
            <a:ext cx="79548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081" name="Google Shape;1081;g26b641b03cd_0_308"/>
          <p:cNvPicPr preferRelativeResize="0"/>
          <p:nvPr/>
        </p:nvPicPr>
        <p:blipFill rotWithShape="1">
          <a:blip r:embed="rId3">
            <a:alphaModFix/>
          </a:blip>
          <a:srcRect l="59" r="59"/>
          <a:stretch/>
        </p:blipFill>
        <p:spPr>
          <a:xfrm>
            <a:off x="1482800" y="946706"/>
            <a:ext cx="1945935" cy="1390626"/>
          </a:xfrm>
          <a:prstGeom prst="rect">
            <a:avLst/>
          </a:prstGeom>
          <a:noFill/>
          <a:ln>
            <a:noFill/>
          </a:ln>
          <a:effectLst>
            <a:outerShdw blurRad="71438" dist="19050" dir="5400000" algn="bl" rotWithShape="0">
              <a:srgbClr val="000000">
                <a:alpha val="17650"/>
              </a:srgbClr>
            </a:outerShdw>
          </a:effectLst>
        </p:spPr>
      </p:pic>
      <p:pic>
        <p:nvPicPr>
          <p:cNvPr id="1082" name="Google Shape;1082;g26b641b03cd_0_308"/>
          <p:cNvPicPr preferRelativeResize="0"/>
          <p:nvPr/>
        </p:nvPicPr>
        <p:blipFill rotWithShape="1">
          <a:blip r:embed="rId4">
            <a:alphaModFix/>
          </a:blip>
          <a:srcRect t="19" b="29"/>
          <a:stretch/>
        </p:blipFill>
        <p:spPr>
          <a:xfrm>
            <a:off x="3599032" y="946706"/>
            <a:ext cx="1945935" cy="1390626"/>
          </a:xfrm>
          <a:prstGeom prst="rect">
            <a:avLst/>
          </a:prstGeom>
          <a:noFill/>
          <a:ln>
            <a:noFill/>
          </a:ln>
          <a:effectLst>
            <a:outerShdw blurRad="71438" dist="19050" dir="5400000" algn="bl" rotWithShape="0">
              <a:srgbClr val="000000">
                <a:alpha val="17650"/>
              </a:srgbClr>
            </a:outerShdw>
          </a:effectLst>
        </p:spPr>
      </p:pic>
      <p:pic>
        <p:nvPicPr>
          <p:cNvPr id="1083" name="Google Shape;1083;g26b641b03cd_0_308"/>
          <p:cNvPicPr preferRelativeResize="0"/>
          <p:nvPr/>
        </p:nvPicPr>
        <p:blipFill rotWithShape="1">
          <a:blip r:embed="rId5">
            <a:alphaModFix/>
          </a:blip>
          <a:srcRect t="19" b="29"/>
          <a:stretch/>
        </p:blipFill>
        <p:spPr>
          <a:xfrm>
            <a:off x="5715265" y="946706"/>
            <a:ext cx="1945935" cy="1390627"/>
          </a:xfrm>
          <a:prstGeom prst="rect">
            <a:avLst/>
          </a:prstGeom>
          <a:noFill/>
          <a:ln>
            <a:noFill/>
          </a:ln>
          <a:effectLst>
            <a:outerShdw blurRad="71438" dist="19050" dir="5400000" algn="bl" rotWithShape="0">
              <a:srgbClr val="000000">
                <a:alpha val="17650"/>
              </a:srgbClr>
            </a:outerShdw>
          </a:effectLst>
        </p:spPr>
      </p:pic>
      <p:pic>
        <p:nvPicPr>
          <p:cNvPr id="1084" name="Google Shape;1084;g26b641b03cd_0_308"/>
          <p:cNvPicPr preferRelativeResize="0"/>
          <p:nvPr/>
        </p:nvPicPr>
        <p:blipFill rotWithShape="1">
          <a:blip r:embed="rId6">
            <a:alphaModFix/>
          </a:blip>
          <a:srcRect l="59" r="59"/>
          <a:stretch/>
        </p:blipFill>
        <p:spPr>
          <a:xfrm>
            <a:off x="1482800" y="2470376"/>
            <a:ext cx="1945937" cy="1390624"/>
          </a:xfrm>
          <a:prstGeom prst="rect">
            <a:avLst/>
          </a:prstGeom>
          <a:noFill/>
          <a:ln>
            <a:noFill/>
          </a:ln>
          <a:effectLst>
            <a:outerShdw blurRad="71438" dist="19050" dir="5400000" algn="bl" rotWithShape="0">
              <a:srgbClr val="000000">
                <a:alpha val="17650"/>
              </a:srgbClr>
            </a:outerShdw>
          </a:effectLst>
        </p:spPr>
      </p:pic>
      <p:pic>
        <p:nvPicPr>
          <p:cNvPr id="1085" name="Google Shape;1085;g26b641b03cd_0_308"/>
          <p:cNvPicPr preferRelativeResize="0"/>
          <p:nvPr/>
        </p:nvPicPr>
        <p:blipFill rotWithShape="1">
          <a:blip r:embed="rId7">
            <a:alphaModFix/>
          </a:blip>
          <a:srcRect l="59" r="59"/>
          <a:stretch/>
        </p:blipFill>
        <p:spPr>
          <a:xfrm>
            <a:off x="5715263" y="2470375"/>
            <a:ext cx="1945937" cy="1390626"/>
          </a:xfrm>
          <a:prstGeom prst="rect">
            <a:avLst/>
          </a:prstGeom>
          <a:noFill/>
          <a:ln>
            <a:noFill/>
          </a:ln>
          <a:effectLst>
            <a:outerShdw blurRad="71438" dist="19050" dir="5400000" algn="bl" rotWithShape="0">
              <a:srgbClr val="000000">
                <a:alpha val="17650"/>
              </a:srgbClr>
            </a:outerShdw>
          </a:effectLst>
        </p:spPr>
      </p:pic>
      <p:pic>
        <p:nvPicPr>
          <p:cNvPr id="1086" name="Google Shape;1086;g26b641b03cd_0_308"/>
          <p:cNvPicPr preferRelativeResize="0"/>
          <p:nvPr/>
        </p:nvPicPr>
        <p:blipFill rotWithShape="1">
          <a:blip r:embed="rId8">
            <a:alphaModFix/>
          </a:blip>
          <a:srcRect t="19" b="29"/>
          <a:stretch/>
        </p:blipFill>
        <p:spPr>
          <a:xfrm>
            <a:off x="3599041" y="3994055"/>
            <a:ext cx="1945937" cy="1390626"/>
          </a:xfrm>
          <a:prstGeom prst="rect">
            <a:avLst/>
          </a:prstGeom>
          <a:noFill/>
          <a:ln>
            <a:noFill/>
          </a:ln>
          <a:effectLst>
            <a:outerShdw blurRad="71438" dist="19050" dir="5400000" algn="bl" rotWithShape="0">
              <a:srgbClr val="000000">
                <a:alpha val="17650"/>
              </a:srgbClr>
            </a:outerShdw>
          </a:effectLst>
        </p:spPr>
      </p:pic>
      <p:pic>
        <p:nvPicPr>
          <p:cNvPr id="1087" name="Google Shape;1087;g26b641b03cd_0_308"/>
          <p:cNvPicPr preferRelativeResize="0"/>
          <p:nvPr/>
        </p:nvPicPr>
        <p:blipFill rotWithShape="1">
          <a:blip r:embed="rId9">
            <a:alphaModFix/>
          </a:blip>
          <a:srcRect l="59" r="59"/>
          <a:stretch/>
        </p:blipFill>
        <p:spPr>
          <a:xfrm>
            <a:off x="3599031" y="2470381"/>
            <a:ext cx="1945937" cy="1390624"/>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92"/>
        <p:cNvGrpSpPr/>
        <p:nvPr/>
      </p:nvGrpSpPr>
      <p:grpSpPr>
        <a:xfrm>
          <a:off x="0" y="0"/>
          <a:ext cx="0" cy="0"/>
          <a:chOff x="0" y="0"/>
          <a:chExt cx="0" cy="0"/>
        </a:xfrm>
      </p:grpSpPr>
      <p:sp>
        <p:nvSpPr>
          <p:cNvPr id="1093" name="Google Shape;1093;g2d9f06da313_0_7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94" name="Google Shape;1094;g2d9f06da313_0_7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95" name="Google Shape;1095;g2d9f06da313_0_71"/>
          <p:cNvSpPr txBox="1">
            <a:spLocks noGrp="1"/>
          </p:cNvSpPr>
          <p:nvPr>
            <p:ph type="title"/>
          </p:nvPr>
        </p:nvSpPr>
        <p:spPr>
          <a:xfrm>
            <a:off x="586850" y="5568500"/>
            <a:ext cx="79701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Teach Common Exception Word</a:t>
            </a:r>
            <a:endParaRPr/>
          </a:p>
        </p:txBody>
      </p:sp>
      <p:pic>
        <p:nvPicPr>
          <p:cNvPr id="1096" name="Google Shape;1096;g2d9f06da313_0_71"/>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01"/>
        <p:cNvGrpSpPr/>
        <p:nvPr/>
      </p:nvGrpSpPr>
      <p:grpSpPr>
        <a:xfrm>
          <a:off x="0" y="0"/>
          <a:ext cx="0" cy="0"/>
          <a:chOff x="0" y="0"/>
          <a:chExt cx="0" cy="0"/>
        </a:xfrm>
      </p:grpSpPr>
      <p:sp>
        <p:nvSpPr>
          <p:cNvPr id="1102" name="Google Shape;1102;g2d9f06da313_0_9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03" name="Google Shape;1103;g2d9f06da313_0_9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04" name="Google Shape;1104;g2d9f06da313_0_99"/>
          <p:cNvSpPr txBox="1">
            <a:spLocks noGrp="1"/>
          </p:cNvSpPr>
          <p:nvPr>
            <p:ph type="title"/>
          </p:nvPr>
        </p:nvSpPr>
        <p:spPr>
          <a:xfrm>
            <a:off x="594575" y="5568500"/>
            <a:ext cx="79548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Teach Common Exception Word</a:t>
            </a:r>
            <a:endParaRPr/>
          </a:p>
        </p:txBody>
      </p:sp>
      <p:pic>
        <p:nvPicPr>
          <p:cNvPr id="1105" name="Google Shape;1105;g2d9f06da313_0_99"/>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10"/>
        <p:cNvGrpSpPr/>
        <p:nvPr/>
      </p:nvGrpSpPr>
      <p:grpSpPr>
        <a:xfrm>
          <a:off x="0" y="0"/>
          <a:ext cx="0" cy="0"/>
          <a:chOff x="0" y="0"/>
          <a:chExt cx="0" cy="0"/>
        </a:xfrm>
      </p:grpSpPr>
      <p:sp>
        <p:nvSpPr>
          <p:cNvPr id="1111" name="Google Shape;1111;g2d9f06da313_0_12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12" name="Google Shape;1112;g2d9f06da313_0_12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13" name="Google Shape;1113;g2d9f06da313_0_127"/>
          <p:cNvSpPr txBox="1">
            <a:spLocks noGrp="1"/>
          </p:cNvSpPr>
          <p:nvPr>
            <p:ph type="title"/>
          </p:nvPr>
        </p:nvSpPr>
        <p:spPr>
          <a:xfrm>
            <a:off x="586850" y="5568500"/>
            <a:ext cx="79701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Teach Common Exception Word</a:t>
            </a:r>
            <a:endParaRPr/>
          </a:p>
        </p:txBody>
      </p:sp>
      <p:pic>
        <p:nvPicPr>
          <p:cNvPr id="1114" name="Google Shape;1114;g2d9f06da313_0_127"/>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19"/>
        <p:cNvGrpSpPr/>
        <p:nvPr/>
      </p:nvGrpSpPr>
      <p:grpSpPr>
        <a:xfrm>
          <a:off x="0" y="0"/>
          <a:ext cx="0" cy="0"/>
          <a:chOff x="0" y="0"/>
          <a:chExt cx="0" cy="0"/>
        </a:xfrm>
      </p:grpSpPr>
      <p:sp>
        <p:nvSpPr>
          <p:cNvPr id="1120" name="Google Shape;1120;g2d9f06da313_0_13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21" name="Google Shape;1121;g2d9f06da313_0_13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22" name="Google Shape;1122;g2d9f06da313_0_135"/>
          <p:cNvSpPr txBox="1">
            <a:spLocks noGrp="1"/>
          </p:cNvSpPr>
          <p:nvPr>
            <p:ph type="title"/>
          </p:nvPr>
        </p:nvSpPr>
        <p:spPr>
          <a:xfrm>
            <a:off x="586850" y="5568500"/>
            <a:ext cx="79701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Teach Common Exception Word</a:t>
            </a:r>
            <a:endParaRPr/>
          </a:p>
        </p:txBody>
      </p:sp>
      <p:pic>
        <p:nvPicPr>
          <p:cNvPr id="1123" name="Google Shape;1123;g2d9f06da313_0_135"/>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28"/>
        <p:cNvGrpSpPr/>
        <p:nvPr/>
      </p:nvGrpSpPr>
      <p:grpSpPr>
        <a:xfrm>
          <a:off x="0" y="0"/>
          <a:ext cx="0" cy="0"/>
          <a:chOff x="0" y="0"/>
          <a:chExt cx="0" cy="0"/>
        </a:xfrm>
      </p:grpSpPr>
      <p:sp>
        <p:nvSpPr>
          <p:cNvPr id="1129" name="Google Shape;1129;g2701ceed56d_4_26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30" name="Google Shape;1130;g2701ceed56d_4_26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31" name="Google Shape;1131;g2701ceed56d_4_260"/>
          <p:cNvSpPr txBox="1">
            <a:spLocks noGrp="1"/>
          </p:cNvSpPr>
          <p:nvPr>
            <p:ph type="title"/>
          </p:nvPr>
        </p:nvSpPr>
        <p:spPr>
          <a:xfrm>
            <a:off x="594575" y="5568500"/>
            <a:ext cx="79548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132" name="Google Shape;1132;g2701ceed56d_4_260"/>
          <p:cNvPicPr preferRelativeResize="0"/>
          <p:nvPr/>
        </p:nvPicPr>
        <p:blipFill rotWithShape="1">
          <a:blip r:embed="rId3">
            <a:alphaModFix/>
          </a:blip>
          <a:srcRect t="79" b="89"/>
          <a:stretch/>
        </p:blipFill>
        <p:spPr>
          <a:xfrm>
            <a:off x="6430515" y="841625"/>
            <a:ext cx="828489" cy="592062"/>
          </a:xfrm>
          <a:prstGeom prst="rect">
            <a:avLst/>
          </a:prstGeom>
          <a:noFill/>
          <a:ln>
            <a:noFill/>
          </a:ln>
          <a:effectLst>
            <a:outerShdw blurRad="57150" dist="19050" dir="5400000" algn="bl" rotWithShape="0">
              <a:srgbClr val="000000">
                <a:alpha val="20000"/>
              </a:srgbClr>
            </a:outerShdw>
          </a:effectLst>
        </p:spPr>
      </p:pic>
      <p:pic>
        <p:nvPicPr>
          <p:cNvPr id="1133" name="Google Shape;1133;g2701ceed56d_4_260"/>
          <p:cNvPicPr preferRelativeResize="0"/>
          <p:nvPr/>
        </p:nvPicPr>
        <p:blipFill rotWithShape="1">
          <a:blip r:embed="rId4">
            <a:alphaModFix/>
          </a:blip>
          <a:srcRect t="19" b="29"/>
          <a:stretch/>
        </p:blipFill>
        <p:spPr>
          <a:xfrm>
            <a:off x="5521390" y="1524573"/>
            <a:ext cx="828489" cy="592062"/>
          </a:xfrm>
          <a:prstGeom prst="rect">
            <a:avLst/>
          </a:prstGeom>
          <a:noFill/>
          <a:ln>
            <a:noFill/>
          </a:ln>
          <a:effectLst>
            <a:outerShdw blurRad="57150" dist="19050" dir="5400000" algn="bl" rotWithShape="0">
              <a:srgbClr val="000000">
                <a:alpha val="20000"/>
              </a:srgbClr>
            </a:outerShdw>
          </a:effectLst>
        </p:spPr>
      </p:pic>
      <p:pic>
        <p:nvPicPr>
          <p:cNvPr id="1134" name="Google Shape;1134;g2701ceed56d_4_260"/>
          <p:cNvPicPr preferRelativeResize="0"/>
          <p:nvPr/>
        </p:nvPicPr>
        <p:blipFill rotWithShape="1">
          <a:blip r:embed="rId5">
            <a:alphaModFix/>
          </a:blip>
          <a:srcRect t="79" b="89"/>
          <a:stretch/>
        </p:blipFill>
        <p:spPr>
          <a:xfrm>
            <a:off x="5521405" y="841625"/>
            <a:ext cx="828489" cy="592062"/>
          </a:xfrm>
          <a:prstGeom prst="rect">
            <a:avLst/>
          </a:prstGeom>
          <a:noFill/>
          <a:ln>
            <a:noFill/>
          </a:ln>
          <a:effectLst>
            <a:outerShdw blurRad="57150" dist="19050" dir="5400000" algn="bl" rotWithShape="0">
              <a:srgbClr val="000000">
                <a:alpha val="20000"/>
              </a:srgbClr>
            </a:outerShdw>
          </a:effectLst>
        </p:spPr>
      </p:pic>
      <p:pic>
        <p:nvPicPr>
          <p:cNvPr id="1135" name="Google Shape;1135;g2701ceed56d_4_260"/>
          <p:cNvPicPr preferRelativeResize="0"/>
          <p:nvPr/>
        </p:nvPicPr>
        <p:blipFill rotWithShape="1">
          <a:blip r:embed="rId6">
            <a:alphaModFix/>
          </a:blip>
          <a:srcRect l="59" r="59"/>
          <a:stretch/>
        </p:blipFill>
        <p:spPr>
          <a:xfrm>
            <a:off x="4612280" y="1524573"/>
            <a:ext cx="828489" cy="592062"/>
          </a:xfrm>
          <a:prstGeom prst="rect">
            <a:avLst/>
          </a:prstGeom>
          <a:noFill/>
          <a:ln>
            <a:noFill/>
          </a:ln>
          <a:effectLst>
            <a:outerShdw blurRad="57150" dist="19050" dir="5400000" algn="bl" rotWithShape="0">
              <a:srgbClr val="000000">
                <a:alpha val="20000"/>
              </a:srgbClr>
            </a:outerShdw>
          </a:effectLst>
        </p:spPr>
      </p:pic>
      <p:pic>
        <p:nvPicPr>
          <p:cNvPr id="1136" name="Google Shape;1136;g2701ceed56d_4_260"/>
          <p:cNvPicPr preferRelativeResize="0"/>
          <p:nvPr/>
        </p:nvPicPr>
        <p:blipFill rotWithShape="1">
          <a:blip r:embed="rId7">
            <a:alphaModFix/>
          </a:blip>
          <a:srcRect/>
          <a:stretch/>
        </p:blipFill>
        <p:spPr>
          <a:xfrm>
            <a:off x="4612307" y="841625"/>
            <a:ext cx="828489" cy="592062"/>
          </a:xfrm>
          <a:prstGeom prst="rect">
            <a:avLst/>
          </a:prstGeom>
          <a:noFill/>
          <a:ln>
            <a:noFill/>
          </a:ln>
          <a:effectLst>
            <a:outerShdw blurRad="57150" dist="19050" dir="5400000" algn="bl" rotWithShape="0">
              <a:srgbClr val="000000">
                <a:alpha val="20000"/>
              </a:srgbClr>
            </a:outerShdw>
          </a:effectLst>
        </p:spPr>
      </p:pic>
      <p:pic>
        <p:nvPicPr>
          <p:cNvPr id="1137" name="Google Shape;1137;g2701ceed56d_4_260"/>
          <p:cNvPicPr preferRelativeResize="0"/>
          <p:nvPr/>
        </p:nvPicPr>
        <p:blipFill rotWithShape="1">
          <a:blip r:embed="rId8">
            <a:alphaModFix/>
          </a:blip>
          <a:srcRect t="19" b="29"/>
          <a:stretch/>
        </p:blipFill>
        <p:spPr>
          <a:xfrm>
            <a:off x="3703182" y="1524573"/>
            <a:ext cx="828489" cy="592062"/>
          </a:xfrm>
          <a:prstGeom prst="rect">
            <a:avLst/>
          </a:prstGeom>
          <a:noFill/>
          <a:ln>
            <a:noFill/>
          </a:ln>
          <a:effectLst>
            <a:outerShdw blurRad="57150" dist="19050" dir="5400000" algn="bl" rotWithShape="0">
              <a:srgbClr val="000000">
                <a:alpha val="20000"/>
              </a:srgbClr>
            </a:outerShdw>
          </a:effectLst>
        </p:spPr>
      </p:pic>
      <p:pic>
        <p:nvPicPr>
          <p:cNvPr id="1138" name="Google Shape;1138;g2701ceed56d_4_260"/>
          <p:cNvPicPr preferRelativeResize="0"/>
          <p:nvPr/>
        </p:nvPicPr>
        <p:blipFill rotWithShape="1">
          <a:blip r:embed="rId9">
            <a:alphaModFix/>
          </a:blip>
          <a:srcRect t="79" b="89"/>
          <a:stretch/>
        </p:blipFill>
        <p:spPr>
          <a:xfrm>
            <a:off x="3703209" y="841625"/>
            <a:ext cx="828489" cy="592062"/>
          </a:xfrm>
          <a:prstGeom prst="rect">
            <a:avLst/>
          </a:prstGeom>
          <a:noFill/>
          <a:ln>
            <a:noFill/>
          </a:ln>
          <a:effectLst>
            <a:outerShdw blurRad="57150" dist="19050" dir="5400000" algn="bl" rotWithShape="0">
              <a:srgbClr val="000000">
                <a:alpha val="20000"/>
              </a:srgbClr>
            </a:outerShdw>
          </a:effectLst>
        </p:spPr>
      </p:pic>
      <p:pic>
        <p:nvPicPr>
          <p:cNvPr id="1139" name="Google Shape;1139;g2701ceed56d_4_260"/>
          <p:cNvPicPr preferRelativeResize="0"/>
          <p:nvPr/>
        </p:nvPicPr>
        <p:blipFill rotWithShape="1">
          <a:blip r:embed="rId10">
            <a:alphaModFix/>
          </a:blip>
          <a:srcRect l="59" r="59"/>
          <a:stretch/>
        </p:blipFill>
        <p:spPr>
          <a:xfrm>
            <a:off x="2794084" y="1524573"/>
            <a:ext cx="828489" cy="592062"/>
          </a:xfrm>
          <a:prstGeom prst="rect">
            <a:avLst/>
          </a:prstGeom>
          <a:noFill/>
          <a:ln>
            <a:noFill/>
          </a:ln>
          <a:effectLst>
            <a:outerShdw blurRad="57150" dist="19050" dir="5400000" algn="bl" rotWithShape="0">
              <a:srgbClr val="000000">
                <a:alpha val="20000"/>
              </a:srgbClr>
            </a:outerShdw>
          </a:effectLst>
        </p:spPr>
      </p:pic>
      <p:pic>
        <p:nvPicPr>
          <p:cNvPr id="1140" name="Google Shape;1140;g2701ceed56d_4_260"/>
          <p:cNvPicPr preferRelativeResize="0"/>
          <p:nvPr/>
        </p:nvPicPr>
        <p:blipFill rotWithShape="1">
          <a:blip r:embed="rId11">
            <a:alphaModFix/>
          </a:blip>
          <a:srcRect/>
          <a:stretch/>
        </p:blipFill>
        <p:spPr>
          <a:xfrm>
            <a:off x="2794110" y="841625"/>
            <a:ext cx="828489" cy="592062"/>
          </a:xfrm>
          <a:prstGeom prst="rect">
            <a:avLst/>
          </a:prstGeom>
          <a:noFill/>
          <a:ln>
            <a:noFill/>
          </a:ln>
          <a:effectLst>
            <a:outerShdw blurRad="57150" dist="19050" dir="5400000" algn="bl" rotWithShape="0">
              <a:srgbClr val="000000">
                <a:alpha val="20000"/>
              </a:srgbClr>
            </a:outerShdw>
          </a:effectLst>
        </p:spPr>
      </p:pic>
      <p:pic>
        <p:nvPicPr>
          <p:cNvPr id="1141" name="Google Shape;1141;g2701ceed56d_4_260"/>
          <p:cNvPicPr preferRelativeResize="0"/>
          <p:nvPr/>
        </p:nvPicPr>
        <p:blipFill rotWithShape="1">
          <a:blip r:embed="rId12">
            <a:alphaModFix/>
          </a:blip>
          <a:srcRect l="59" r="59"/>
          <a:stretch/>
        </p:blipFill>
        <p:spPr>
          <a:xfrm>
            <a:off x="1884985" y="1524573"/>
            <a:ext cx="828489" cy="592062"/>
          </a:xfrm>
          <a:prstGeom prst="rect">
            <a:avLst/>
          </a:prstGeom>
          <a:noFill/>
          <a:ln>
            <a:noFill/>
          </a:ln>
          <a:effectLst>
            <a:outerShdw blurRad="57150" dist="19050" dir="5400000" algn="bl" rotWithShape="0">
              <a:srgbClr val="000000">
                <a:alpha val="20000"/>
              </a:srgbClr>
            </a:outerShdw>
          </a:effectLst>
        </p:spPr>
      </p:pic>
      <p:pic>
        <p:nvPicPr>
          <p:cNvPr id="1142" name="Google Shape;1142;g2701ceed56d_4_260"/>
          <p:cNvPicPr preferRelativeResize="0"/>
          <p:nvPr/>
        </p:nvPicPr>
        <p:blipFill rotWithShape="1">
          <a:blip r:embed="rId13">
            <a:alphaModFix/>
          </a:blip>
          <a:srcRect/>
          <a:stretch/>
        </p:blipFill>
        <p:spPr>
          <a:xfrm>
            <a:off x="1885001" y="841625"/>
            <a:ext cx="828489" cy="592062"/>
          </a:xfrm>
          <a:prstGeom prst="rect">
            <a:avLst/>
          </a:prstGeom>
          <a:noFill/>
          <a:ln>
            <a:noFill/>
          </a:ln>
          <a:effectLst>
            <a:outerShdw blurRad="57150" dist="19050" dir="5400000" algn="bl" rotWithShape="0">
              <a:srgbClr val="000000">
                <a:alpha val="20000"/>
              </a:srgbClr>
            </a:outerShdw>
          </a:effectLst>
        </p:spPr>
      </p:pic>
      <p:pic>
        <p:nvPicPr>
          <p:cNvPr id="1143" name="Google Shape;1143;g2701ceed56d_4_260"/>
          <p:cNvPicPr preferRelativeResize="0"/>
          <p:nvPr/>
        </p:nvPicPr>
        <p:blipFill rotWithShape="1">
          <a:blip r:embed="rId14">
            <a:alphaModFix/>
          </a:blip>
          <a:srcRect l="59" r="59"/>
          <a:stretch/>
        </p:blipFill>
        <p:spPr>
          <a:xfrm>
            <a:off x="975876" y="1524573"/>
            <a:ext cx="828489" cy="592062"/>
          </a:xfrm>
          <a:prstGeom prst="rect">
            <a:avLst/>
          </a:prstGeom>
          <a:noFill/>
          <a:ln>
            <a:noFill/>
          </a:ln>
          <a:effectLst>
            <a:outerShdw blurRad="57150" dist="19050" dir="5400000" algn="bl" rotWithShape="0">
              <a:srgbClr val="000000">
                <a:alpha val="20000"/>
              </a:srgbClr>
            </a:outerShdw>
          </a:effectLst>
        </p:spPr>
      </p:pic>
      <p:pic>
        <p:nvPicPr>
          <p:cNvPr id="1144" name="Google Shape;1144;g2701ceed56d_4_260"/>
          <p:cNvPicPr preferRelativeResize="0"/>
          <p:nvPr/>
        </p:nvPicPr>
        <p:blipFill rotWithShape="1">
          <a:blip r:embed="rId15">
            <a:alphaModFix/>
          </a:blip>
          <a:srcRect t="19" b="29"/>
          <a:stretch/>
        </p:blipFill>
        <p:spPr>
          <a:xfrm>
            <a:off x="7339601" y="1524570"/>
            <a:ext cx="828489" cy="592062"/>
          </a:xfrm>
          <a:prstGeom prst="rect">
            <a:avLst/>
          </a:prstGeom>
          <a:noFill/>
          <a:ln>
            <a:noFill/>
          </a:ln>
          <a:effectLst>
            <a:outerShdw blurRad="57150" dist="19050" dir="5400000" algn="bl" rotWithShape="0">
              <a:srgbClr val="000000">
                <a:alpha val="20000"/>
              </a:srgbClr>
            </a:outerShdw>
          </a:effectLst>
        </p:spPr>
      </p:pic>
      <p:pic>
        <p:nvPicPr>
          <p:cNvPr id="1145" name="Google Shape;1145;g2701ceed56d_4_260"/>
          <p:cNvPicPr preferRelativeResize="0"/>
          <p:nvPr/>
        </p:nvPicPr>
        <p:blipFill rotWithShape="1">
          <a:blip r:embed="rId16">
            <a:alphaModFix/>
          </a:blip>
          <a:srcRect/>
          <a:stretch/>
        </p:blipFill>
        <p:spPr>
          <a:xfrm>
            <a:off x="975880" y="841625"/>
            <a:ext cx="828489" cy="592062"/>
          </a:xfrm>
          <a:prstGeom prst="rect">
            <a:avLst/>
          </a:prstGeom>
          <a:noFill/>
          <a:ln>
            <a:noFill/>
          </a:ln>
          <a:effectLst>
            <a:outerShdw blurRad="57150" dist="19050" dir="5400000" algn="bl" rotWithShape="0">
              <a:srgbClr val="000000">
                <a:alpha val="20000"/>
              </a:srgbClr>
            </a:outerShdw>
          </a:effectLst>
        </p:spPr>
      </p:pic>
      <p:pic>
        <p:nvPicPr>
          <p:cNvPr id="1146" name="Google Shape;1146;g2701ceed56d_4_260"/>
          <p:cNvPicPr preferRelativeResize="0"/>
          <p:nvPr/>
        </p:nvPicPr>
        <p:blipFill rotWithShape="1">
          <a:blip r:embed="rId17">
            <a:alphaModFix/>
          </a:blip>
          <a:srcRect t="79" b="89"/>
          <a:stretch/>
        </p:blipFill>
        <p:spPr>
          <a:xfrm>
            <a:off x="7339605" y="841623"/>
            <a:ext cx="828489" cy="592062"/>
          </a:xfrm>
          <a:prstGeom prst="rect">
            <a:avLst/>
          </a:prstGeom>
          <a:noFill/>
          <a:ln>
            <a:noFill/>
          </a:ln>
          <a:effectLst>
            <a:outerShdw blurRad="57150" dist="19050" dir="5400000" algn="bl" rotWithShape="0">
              <a:srgbClr val="000000">
                <a:alpha val="20000"/>
              </a:srgbClr>
            </a:outerShdw>
          </a:effectLst>
        </p:spPr>
      </p:pic>
      <p:pic>
        <p:nvPicPr>
          <p:cNvPr id="1147" name="Google Shape;1147;g2701ceed56d_4_260"/>
          <p:cNvPicPr preferRelativeResize="0"/>
          <p:nvPr/>
        </p:nvPicPr>
        <p:blipFill rotWithShape="1">
          <a:blip r:embed="rId18">
            <a:alphaModFix/>
          </a:blip>
          <a:srcRect t="19" b="29"/>
          <a:stretch/>
        </p:blipFill>
        <p:spPr>
          <a:xfrm>
            <a:off x="6430480" y="1524570"/>
            <a:ext cx="828489" cy="592062"/>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52"/>
        <p:cNvGrpSpPr/>
        <p:nvPr/>
      </p:nvGrpSpPr>
      <p:grpSpPr>
        <a:xfrm>
          <a:off x="0" y="0"/>
          <a:ext cx="0" cy="0"/>
          <a:chOff x="0" y="0"/>
          <a:chExt cx="0" cy="0"/>
        </a:xfrm>
      </p:grpSpPr>
      <p:pic>
        <p:nvPicPr>
          <p:cNvPr id="1153" name="Google Shape;1153;g2d9f06da313_1_0"/>
          <p:cNvPicPr preferRelativeResize="0"/>
          <p:nvPr/>
        </p:nvPicPr>
        <p:blipFill rotWithShape="1">
          <a:blip r:embed="rId3">
            <a:alphaModFix/>
          </a:blip>
          <a:srcRect/>
          <a:stretch/>
        </p:blipFill>
        <p:spPr>
          <a:xfrm>
            <a:off x="661750" y="2729650"/>
            <a:ext cx="4363975" cy="1154266"/>
          </a:xfrm>
          <a:prstGeom prst="rect">
            <a:avLst/>
          </a:prstGeom>
          <a:noFill/>
          <a:ln>
            <a:noFill/>
          </a:ln>
        </p:spPr>
      </p:pic>
      <p:pic>
        <p:nvPicPr>
          <p:cNvPr id="1154" name="Google Shape;1154;g2d9f06da313_1_0"/>
          <p:cNvPicPr preferRelativeResize="0"/>
          <p:nvPr/>
        </p:nvPicPr>
        <p:blipFill rotWithShape="1">
          <a:blip r:embed="rId4">
            <a:alphaModFix/>
          </a:blip>
          <a:srcRect/>
          <a:stretch/>
        </p:blipFill>
        <p:spPr>
          <a:xfrm>
            <a:off x="5102925" y="2730300"/>
            <a:ext cx="3533527" cy="1290251"/>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438</Words>
  <Application>Microsoft Office PowerPoint</Application>
  <PresentationFormat>On-screen Show (4:3)</PresentationFormat>
  <Paragraphs>116</Paragraphs>
  <Slides>27</Slides>
  <Notes>27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Poppins SemiBold</vt:lpstr>
      <vt:lpstr>Poppins Medium</vt:lpstr>
      <vt:lpstr>Calibri</vt:lpstr>
      <vt:lpstr>Arial</vt:lpstr>
      <vt:lpstr>Jost</vt:lpstr>
      <vt:lpstr>Poppins</vt:lpstr>
      <vt:lpstr>Nunito Black</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Phase 5.5 Common Exception Words  people wild child mind kind behind eye oh most only both though through who.</vt:lpstr>
      <vt:lpstr>Teach Homophones within /oo/ family: to / too / two, blue / blew, knew / new,  threw / through, moose / mousse.</vt:lpstr>
      <vt:lpstr>Review Common Exception Words containing /oo/ sound to into do today move through who.</vt:lpstr>
      <vt:lpstr>Review Grapheme Captions</vt:lpstr>
      <vt:lpstr>Review Grapheme Captions</vt:lpstr>
      <vt:lpstr>Build a Decodable Word</vt:lpstr>
      <vt:lpstr>Build a Decodable Word</vt:lpstr>
      <vt:lpstr>Practise with Alien Words</vt:lpstr>
      <vt:lpstr>Practise with Alien Words</vt:lpstr>
      <vt:lpstr>Practise Common Exception Words</vt:lpstr>
      <vt:lpstr>Practise Common Exception Words</vt:lpstr>
      <vt:lpstr>Teach Common Exception Word</vt:lpstr>
      <vt:lpstr>Teach Common Exception Word</vt:lpstr>
      <vt:lpstr>Teach Common Exception Word</vt:lpstr>
      <vt:lpstr>Teach Common Exception Word</vt:lpstr>
      <vt:lpstr>Practise Common Exception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2026-05-25T05:20:45Z</dcterms:modified>
</cp:coreProperties>
</file>