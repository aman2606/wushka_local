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6858000" type="screen4x3"/>
  <p:notesSz cx="6858000" cy="9144000"/>
  <p:embeddedFontLst>
    <p:embeddedFont>
      <p:font typeface="Jost" panose="020B0604020202020204" charset="0"/>
      <p:regular r:id="rId27"/>
      <p:bold r:id="rId28"/>
      <p:italic r:id="rId29"/>
      <p:boldItalic r:id="rId30"/>
    </p:embeddedFont>
    <p:embeddedFont>
      <p:font typeface="Nunito Black" pitchFamily="2" charset="0"/>
      <p:bold r:id="rId31"/>
      <p:boldItalic r:id="rId32"/>
    </p:embeddedFont>
    <p:embeddedFont>
      <p:font typeface="Poppins" panose="00000500000000000000" pitchFamily="2" charset="0"/>
      <p:regular r:id="rId33"/>
      <p:bold r:id="rId34"/>
      <p:italic r:id="rId35"/>
      <p:boldItalic r:id="rId36"/>
    </p:embeddedFont>
    <p:embeddedFont>
      <p:font typeface="Poppins Medium" panose="00000600000000000000" pitchFamily="2" charset="0"/>
      <p:regular r:id="rId37"/>
      <p:bold r:id="rId38"/>
      <p:italic r:id="rId39"/>
      <p:boldItalic r:id="rId40"/>
    </p:embeddedFont>
    <p:embeddedFont>
      <p:font typeface="Poppins SemiBold" panose="00000700000000000000"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1" roundtripDataSignature="AMtx7mgphy4nRAC0cdJ5Uv/c/HIqvQrB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221929-09E9-411C-92B0-902A66C2A3C2}">
  <a:tblStyle styleId="{F1221929-09E9-411C-92B0-902A66C2A3C2}" styleName="Table_0">
    <a:wholeTbl>
      <a:tcTxStyle b="off" i="off">
        <a:font>
          <a:latin typeface="Calibri"/>
          <a:ea typeface="Calibri"/>
          <a:cs typeface="Calibri"/>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9" d="100"/>
          <a:sy n="59" d="100"/>
        </p:scale>
        <p:origin x="1500" y="28"/>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21" Type="http://schemas.openxmlformats.org/officeDocument/2006/relationships/slide" Target="slides/slide20.xml"/><Relationship Id="rId34" Type="http://schemas.openxmlformats.org/officeDocument/2006/relationships/font" Target="fonts/font8.fntdata"/><Relationship Id="rId42" Type="http://schemas.openxmlformats.org/officeDocument/2006/relationships/font" Target="fonts/font16.fntdata"/><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3.fntdata"/><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3"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4" Type="http://schemas.openxmlformats.org/officeDocument/2006/relationships/font" Target="fonts/font18.fntdata"/><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43" Type="http://schemas.openxmlformats.org/officeDocument/2006/relationships/font" Target="fonts/font17.fntdata"/><Relationship Id="rId8" Type="http://schemas.openxmlformats.org/officeDocument/2006/relationships/slide" Target="slides/slide7.xml"/><Relationship Id="rId51" Type="http://customschemas.google.com/relationships/presentationmetadata" Target="meta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20" Type="http://schemas.openxmlformats.org/officeDocument/2006/relationships/slide" Target="slides/slide19.xml"/><Relationship Id="rId41" Type="http://schemas.openxmlformats.org/officeDocument/2006/relationships/font" Target="fonts/font15.fntdata"/><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2"/>
        <p:cNvGrpSpPr/>
        <p:nvPr/>
      </p:nvGrpSpPr>
      <p:grpSpPr>
        <a:xfrm>
          <a:off x="0" y="0"/>
          <a:ext cx="0" cy="0"/>
          <a:chOff x="0" y="0"/>
          <a:chExt cx="0" cy="0"/>
        </a:xfrm>
      </p:grpSpPr>
      <p:sp>
        <p:nvSpPr>
          <p:cNvPr id="723" name="Google Shape;723;g2bee4f4af4b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24" name="Google Shape;724;g2bee4f4af4b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5" name="Google Shape;725;g2bee4f4af4b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26b641b03cd_0_16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47" name="Google Shape;747;g26b641b03cd_0_16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8" name="Google Shape;748;g26b641b03cd_0_16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5"/>
        <p:cNvGrpSpPr/>
        <p:nvPr/>
      </p:nvGrpSpPr>
      <p:grpSpPr>
        <a:xfrm>
          <a:off x="0" y="0"/>
          <a:ext cx="0" cy="0"/>
          <a:chOff x="0" y="0"/>
          <a:chExt cx="0" cy="0"/>
        </a:xfrm>
      </p:grpSpPr>
      <p:sp>
        <p:nvSpPr>
          <p:cNvPr id="776" name="Google Shape;776;g26b7edf6e71_0_2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7" name="Google Shape;777;g26b7edf6e71_0_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8" name="Google Shape;778;g26b7edf6e71_0_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g26b7edf6e71_0_10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2" name="Google Shape;812;g26b7edf6e71_0_10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3" name="Google Shape;813;g26b7edf6e71_0_10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1"/>
        <p:cNvGrpSpPr/>
        <p:nvPr/>
      </p:nvGrpSpPr>
      <p:grpSpPr>
        <a:xfrm>
          <a:off x="0" y="0"/>
          <a:ext cx="0" cy="0"/>
          <a:chOff x="0" y="0"/>
          <a:chExt cx="0" cy="0"/>
        </a:xfrm>
      </p:grpSpPr>
      <p:sp>
        <p:nvSpPr>
          <p:cNvPr id="832" name="Google Shape;832;g2c298d33e0c_0_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3" name="Google Shape;833;g2c298d33e0c_0_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34" name="Google Shape;834;g2c298d33e0c_0_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6"/>
        <p:cNvGrpSpPr/>
        <p:nvPr/>
      </p:nvGrpSpPr>
      <p:grpSpPr>
        <a:xfrm>
          <a:off x="0" y="0"/>
          <a:ext cx="0" cy="0"/>
          <a:chOff x="0" y="0"/>
          <a:chExt cx="0" cy="0"/>
        </a:xfrm>
      </p:grpSpPr>
      <p:sp>
        <p:nvSpPr>
          <p:cNvPr id="867" name="Google Shape;867;g26b94af6077_0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68" name="Google Shape;868;g26b94af6077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69" name="Google Shape;869;g26b94af6077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8"/>
        <p:cNvGrpSpPr/>
        <p:nvPr/>
      </p:nvGrpSpPr>
      <p:grpSpPr>
        <a:xfrm>
          <a:off x="0" y="0"/>
          <a:ext cx="0" cy="0"/>
          <a:chOff x="0" y="0"/>
          <a:chExt cx="0" cy="0"/>
        </a:xfrm>
      </p:grpSpPr>
      <p:sp>
        <p:nvSpPr>
          <p:cNvPr id="879" name="Google Shape;879;g2cf1f75ecdd_0_15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0" name="Google Shape;880;g2cf1f75ecdd_0_15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1" name="Google Shape;881;g2cf1f75ecdd_0_15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6"/>
        <p:cNvGrpSpPr/>
        <p:nvPr/>
      </p:nvGrpSpPr>
      <p:grpSpPr>
        <a:xfrm>
          <a:off x="0" y="0"/>
          <a:ext cx="0" cy="0"/>
          <a:chOff x="0" y="0"/>
          <a:chExt cx="0" cy="0"/>
        </a:xfrm>
      </p:grpSpPr>
      <p:sp>
        <p:nvSpPr>
          <p:cNvPr id="887" name="Google Shape;887;g2c186218c5a_0_1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8" name="Google Shape;888;g2c186218c5a_0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89" name="Google Shape;889;g2c186218c5a_0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g26b641b03cd_0_18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97" name="Google Shape;897;g26b641b03cd_0_18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98" name="Google Shape;898;g26b641b03cd_0_18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2c186218c5a_0_4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6" name="Google Shape;906;g2c186218c5a_0_4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07" name="Google Shape;907;g2c186218c5a_0_4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2"/>
        <p:cNvGrpSpPr/>
        <p:nvPr/>
      </p:nvGrpSpPr>
      <p:grpSpPr>
        <a:xfrm>
          <a:off x="0" y="0"/>
          <a:ext cx="0" cy="0"/>
          <a:chOff x="0" y="0"/>
          <a:chExt cx="0" cy="0"/>
        </a:xfrm>
      </p:grpSpPr>
      <p:sp>
        <p:nvSpPr>
          <p:cNvPr id="913" name="Google Shape;913;g2c4feb0fda9_1_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14" name="Google Shape;914;g2c4feb0fda9_1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15" name="Google Shape;915;g2c4feb0fda9_1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5"/>
        <p:cNvGrpSpPr/>
        <p:nvPr/>
      </p:nvGrpSpPr>
      <p:grpSpPr>
        <a:xfrm>
          <a:off x="0" y="0"/>
          <a:ext cx="0" cy="0"/>
          <a:chOff x="0" y="0"/>
          <a:chExt cx="0" cy="0"/>
        </a:xfrm>
      </p:grpSpPr>
      <p:sp>
        <p:nvSpPr>
          <p:cNvPr id="946" name="Google Shape;946;g2d0611754fe_0_1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7" name="Google Shape;947;g2d0611754fe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48" name="Google Shape;948;g2d0611754fe_0_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2c186218c5a_0_4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0" name="Google Shape;980;g2c186218c5a_0_4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1" name="Google Shape;981;g2c186218c5a_0_4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6"/>
        <p:cNvGrpSpPr/>
        <p:nvPr/>
      </p:nvGrpSpPr>
      <p:grpSpPr>
        <a:xfrm>
          <a:off x="0" y="0"/>
          <a:ext cx="0" cy="0"/>
          <a:chOff x="0" y="0"/>
          <a:chExt cx="0" cy="0"/>
        </a:xfrm>
      </p:grpSpPr>
      <p:sp>
        <p:nvSpPr>
          <p:cNvPr id="987" name="Google Shape;987;g26b641b03cd_0_20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88" name="Google Shape;988;g26b641b03cd_0_20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9" name="Google Shape;989;g26b641b03cd_0_20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2c186218c5a_0_4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7" name="Google Shape;997;g2c186218c5a_0_4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98" name="Google Shape;998;g2c186218c5a_0_4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4"/>
        <p:cNvGrpSpPr/>
        <p:nvPr/>
      </p:nvGrpSpPr>
      <p:grpSpPr>
        <a:xfrm>
          <a:off x="0" y="0"/>
          <a:ext cx="0" cy="0"/>
          <a:chOff x="0" y="0"/>
          <a:chExt cx="0" cy="0"/>
        </a:xfrm>
      </p:grpSpPr>
      <p:sp>
        <p:nvSpPr>
          <p:cNvPr id="1005" name="Google Shape;1005;g26b641b03cd_0_21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6" name="Google Shape;1006;g26b641b03cd_0_2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07" name="Google Shape;1007;g26b641b03cd_0_2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2c186218c5a_0_149: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15" name="Google Shape;1015;g2c186218c5a_0_14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16" name="Google Shape;1016;g2c186218c5a_0_14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g26b641b03cd_0_30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24" name="Google Shape;1024;g26b641b03cd_0_30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5" name="Google Shape;1025;g26b641b03cd_0_30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1"/>
        <p:cNvGrpSpPr/>
        <p:nvPr/>
      </p:nvGrpSpPr>
      <p:grpSpPr>
        <a:xfrm>
          <a:off x="0" y="0"/>
          <a:ext cx="0" cy="0"/>
          <a:chOff x="0" y="0"/>
          <a:chExt cx="0" cy="0"/>
        </a:xfrm>
      </p:grpSpPr>
      <p:sp>
        <p:nvSpPr>
          <p:cNvPr id="1032" name="Google Shape;1032;g2d0611754fe_0_5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3" name="Google Shape;1033;g2d0611754fe_0_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g2d0611754fe_0_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0"/>
        <p:cNvGrpSpPr/>
        <p:nvPr/>
      </p:nvGrpSpPr>
      <p:grpSpPr>
        <a:xfrm>
          <a:off x="0" y="0"/>
          <a:ext cx="0" cy="0"/>
          <a:chOff x="0" y="0"/>
          <a:chExt cx="0" cy="0"/>
        </a:xfrm>
      </p:grpSpPr>
      <p:sp>
        <p:nvSpPr>
          <p:cNvPr id="1041" name="Google Shape;1041;g2d0611754fe_0_4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42" name="Google Shape;1042;g2d0611754fe_0_4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3" name="Google Shape;1043;g2d0611754fe_0_4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9"/>
        <p:cNvGrpSpPr/>
        <p:nvPr/>
      </p:nvGrpSpPr>
      <p:grpSpPr>
        <a:xfrm>
          <a:off x="0" y="0"/>
          <a:ext cx="0" cy="0"/>
          <a:chOff x="0" y="0"/>
          <a:chExt cx="0" cy="0"/>
        </a:xfrm>
      </p:grpSpPr>
      <p:sp>
        <p:nvSpPr>
          <p:cNvPr id="1050" name="Google Shape;1050;g26b641b03cd_0_308: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1" name="Google Shape;1051;g26b641b03cd_0_30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2" name="Google Shape;1052;g26b641b03cd_0_30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8"/>
        <p:cNvGrpSpPr/>
        <p:nvPr/>
      </p:nvGrpSpPr>
      <p:grpSpPr>
        <a:xfrm>
          <a:off x="0" y="0"/>
          <a:ext cx="0" cy="0"/>
          <a:chOff x="0" y="0"/>
          <a:chExt cx="0" cy="0"/>
        </a:xfrm>
      </p:grpSpPr>
      <p:sp>
        <p:nvSpPr>
          <p:cNvPr id="1059" name="Google Shape;1059;g1f3daf8a844_0_6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0" name="Google Shape;1060;g1f3daf8a844_0_6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1" name="Google Shape;1061;g1f3daf8a844_0_6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2d0611754fe_0_60: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87" name="Google Shape;1087;g2d0611754fe_0_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88" name="Google Shape;1088;g2d0611754fe_0_6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200"/>
              <a:buFont typeface="Arial"/>
              <a:buNone/>
            </a:pPr>
            <a:fld id="{00000000-1234-1234-1234-123412341234}" type="slidenum">
              <a:rPr lang="en-US"/>
              <a:t>24</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Phase, week, lesson">
  <p:cSld name="Title Slide-Phase, week, lesson">
    <p:spTree>
      <p:nvGrpSpPr>
        <p:cNvPr id="1" name="Shape 15"/>
        <p:cNvGrpSpPr/>
        <p:nvPr/>
      </p:nvGrpSpPr>
      <p:grpSpPr>
        <a:xfrm>
          <a:off x="0" y="0"/>
          <a:ext cx="0" cy="0"/>
          <a:chOff x="0" y="0"/>
          <a:chExt cx="0" cy="0"/>
        </a:xfrm>
      </p:grpSpPr>
      <p:sp>
        <p:nvSpPr>
          <p:cNvPr id="16" name="Google Shape;16;p14"/>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3200"/>
              <a:buNone/>
              <a:defRPr sz="3200" b="0">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7" name="Google Shape;17;p14"/>
          <p:cNvSpPr txBox="1"/>
          <p:nvPr/>
        </p:nvSpPr>
        <p:spPr>
          <a:xfrm>
            <a:off x="804224" y="1600125"/>
            <a:ext cx="3962400" cy="1015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000">
                <a:solidFill>
                  <a:srgbClr val="8DC63F"/>
                </a:solidFill>
                <a:latin typeface="Poppins SemiBold"/>
                <a:ea typeface="Poppins SemiBold"/>
                <a:cs typeface="Poppins SemiBold"/>
                <a:sym typeface="Poppins SemiBold"/>
              </a:rPr>
              <a:t>Phase 4</a:t>
            </a:r>
            <a:endParaRPr sz="6000" b="0" i="0" u="none" strike="noStrike" cap="none">
              <a:solidFill>
                <a:srgbClr val="8DC63F"/>
              </a:solidFill>
              <a:latin typeface="Poppins SemiBold"/>
              <a:ea typeface="Poppins SemiBold"/>
              <a:cs typeface="Poppins SemiBold"/>
              <a:sym typeface="Poppins SemiBold"/>
            </a:endParaRPr>
          </a:p>
        </p:txBody>
      </p:sp>
      <p:sp>
        <p:nvSpPr>
          <p:cNvPr id="18" name="Google Shape;18;p14"/>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 name="Google Shape;19;p14"/>
          <p:cNvSpPr txBox="1">
            <a:spLocks noGrp="1"/>
          </p:cNvSpPr>
          <p:nvPr>
            <p:ph type="subTitle" idx="2"/>
          </p:nvPr>
        </p:nvSpPr>
        <p:spPr>
          <a:xfrm>
            <a:off x="884092" y="3677905"/>
            <a:ext cx="3882600" cy="845400"/>
          </a:xfrm>
          <a:prstGeom prst="rect">
            <a:avLst/>
          </a:prstGeom>
          <a:noFill/>
          <a:ln>
            <a:noFill/>
          </a:ln>
        </p:spPr>
        <p:txBody>
          <a:bodyPr spcFirstLastPara="1" wrap="square" lIns="0" tIns="0" rIns="0" bIns="0" anchor="t" anchorCtr="0">
            <a:normAutofit/>
          </a:bodyPr>
          <a:lstStyle>
            <a:lvl1pPr lvl="0" algn="l">
              <a:lnSpc>
                <a:spcPct val="90000"/>
              </a:lnSpc>
              <a:spcBef>
                <a:spcPts val="1000"/>
              </a:spcBef>
              <a:spcAft>
                <a:spcPts val="0"/>
              </a:spcAft>
              <a:buClr>
                <a:srgbClr val="262626"/>
              </a:buClr>
              <a:buSzPts val="2200"/>
              <a:buNone/>
              <a:defRPr sz="2200" b="0" i="1">
                <a:solidFill>
                  <a:srgbClr val="262626"/>
                </a:solidFill>
                <a:latin typeface="Poppins"/>
                <a:ea typeface="Poppins"/>
                <a:cs typeface="Poppins"/>
                <a:sym typeface="Poppins"/>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grpSp>
        <p:nvGrpSpPr>
          <p:cNvPr id="21" name="Google Shape;21;p14"/>
          <p:cNvGrpSpPr/>
          <p:nvPr/>
        </p:nvGrpSpPr>
        <p:grpSpPr>
          <a:xfrm>
            <a:off x="8199150" y="5983875"/>
            <a:ext cx="586800" cy="571500"/>
            <a:chOff x="7894350" y="6212475"/>
            <a:chExt cx="586800" cy="571500"/>
          </a:xfrm>
        </p:grpSpPr>
        <p:sp>
          <p:nvSpPr>
            <p:cNvPr id="22" name="Google Shape;22;p14">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3" name="Google Shape;23;p14">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 name="Google Shape;24;p14">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5" name="Google Shape;25;p14"/>
          <p:cNvGrpSpPr/>
          <p:nvPr/>
        </p:nvGrpSpPr>
        <p:grpSpPr>
          <a:xfrm>
            <a:off x="-36800" y="-52000"/>
            <a:ext cx="9236100" cy="543750"/>
            <a:chOff x="-36800" y="-52000"/>
            <a:chExt cx="9236100" cy="543750"/>
          </a:xfrm>
        </p:grpSpPr>
        <p:sp>
          <p:nvSpPr>
            <p:cNvPr id="26" name="Google Shape;26;p14"/>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27" name="Google Shape;27;p14"/>
            <p:cNvGrpSpPr/>
            <p:nvPr/>
          </p:nvGrpSpPr>
          <p:grpSpPr>
            <a:xfrm>
              <a:off x="3235760" y="88250"/>
              <a:ext cx="1337400" cy="403500"/>
              <a:chOff x="565600" y="88250"/>
              <a:chExt cx="1337400" cy="403500"/>
            </a:xfrm>
          </p:grpSpPr>
          <p:sp>
            <p:nvSpPr>
              <p:cNvPr id="28" name="Google Shape;28;p14"/>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 name="Google Shape;29;p14"/>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30" name="Google Shape;30;p14"/>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31" name="Google Shape;31;p14"/>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32" name="Google Shape;32;p14"/>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33" name="Google Shape;33;p14"/>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 name="Google Shape;34;p14"/>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35" name="Google Shape;35;p14"/>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6" name="Google Shape;36;p14"/>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37" name="Google Shape;37;p14"/>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 name="Google Shape;38;p14"/>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39" name="Google Shape;39;p14"/>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40" name="Google Shape;40;p14"/>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Daily objective">
  <p:cSld name="1_Daily objective, Revision">
    <p:spTree>
      <p:nvGrpSpPr>
        <p:cNvPr id="1" name="Shape 41"/>
        <p:cNvGrpSpPr/>
        <p:nvPr/>
      </p:nvGrpSpPr>
      <p:grpSpPr>
        <a:xfrm>
          <a:off x="0" y="0"/>
          <a:ext cx="0" cy="0"/>
          <a:chOff x="0" y="0"/>
          <a:chExt cx="0" cy="0"/>
        </a:xfrm>
      </p:grpSpPr>
      <p:sp>
        <p:nvSpPr>
          <p:cNvPr id="42" name="Google Shape;42;p15"/>
          <p:cNvSpPr txBox="1">
            <a:spLocks noGrp="1"/>
          </p:cNvSpPr>
          <p:nvPr>
            <p:ph type="body" idx="1"/>
          </p:nvPr>
        </p:nvSpPr>
        <p:spPr>
          <a:xfrm>
            <a:off x="3298550" y="103225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228600" algn="l">
              <a:lnSpc>
                <a:spcPct val="100000"/>
              </a:lnSpc>
              <a:spcBef>
                <a:spcPts val="1000"/>
              </a:spcBef>
              <a:spcAft>
                <a:spcPts val="0"/>
              </a:spcAft>
              <a:buClr>
                <a:schemeClr val="dk1"/>
              </a:buClr>
              <a:buSzPts val="1600"/>
              <a:buNone/>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3" name="Google Shape;43;p15"/>
          <p:cNvSpPr txBox="1">
            <a:spLocks noGrp="1"/>
          </p:cNvSpPr>
          <p:nvPr>
            <p:ph type="body" idx="2"/>
          </p:nvPr>
        </p:nvSpPr>
        <p:spPr>
          <a:xfrm>
            <a:off x="3298550" y="2159660"/>
            <a:ext cx="4850100" cy="620700"/>
          </a:xfrm>
          <a:prstGeom prst="rect">
            <a:avLst/>
          </a:prstGeom>
          <a:noFill/>
          <a:ln>
            <a:noFill/>
          </a:ln>
        </p:spPr>
        <p:txBody>
          <a:bodyPr spcFirstLastPara="1" wrap="square" lIns="0" tIns="0" rIns="0" bIns="0" anchor="ctr" anchorCtr="0">
            <a:no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1000"/>
              </a:spcBef>
              <a:spcAft>
                <a:spcPts val="0"/>
              </a:spcAft>
              <a:buClr>
                <a:schemeClr val="dk1"/>
              </a:buClr>
              <a:buSzPts val="1600"/>
              <a:buChar char="•"/>
              <a:defRPr sz="1600"/>
            </a:lvl2pPr>
            <a:lvl3pPr marL="1371600" lvl="2" indent="-330200" algn="l">
              <a:lnSpc>
                <a:spcPct val="100000"/>
              </a:lnSpc>
              <a:spcBef>
                <a:spcPts val="1000"/>
              </a:spcBef>
              <a:spcAft>
                <a:spcPts val="0"/>
              </a:spcAft>
              <a:buClr>
                <a:schemeClr val="dk1"/>
              </a:buClr>
              <a:buSzPts val="1600"/>
              <a:buChar char="•"/>
              <a:defRPr sz="1600"/>
            </a:lvl3pPr>
            <a:lvl4pPr marL="1828800" lvl="3" indent="-330200" algn="l">
              <a:lnSpc>
                <a:spcPct val="100000"/>
              </a:lnSpc>
              <a:spcBef>
                <a:spcPts val="1000"/>
              </a:spcBef>
              <a:spcAft>
                <a:spcPts val="0"/>
              </a:spcAft>
              <a:buClr>
                <a:schemeClr val="dk1"/>
              </a:buClr>
              <a:buSzPts val="1600"/>
              <a:buChar char="•"/>
              <a:defRPr sz="1600"/>
            </a:lvl4pPr>
            <a:lvl5pPr marL="2286000" lvl="4" indent="-330200" algn="l">
              <a:lnSpc>
                <a:spcPct val="100000"/>
              </a:lnSpc>
              <a:spcBef>
                <a:spcPts val="500"/>
              </a:spcBef>
              <a:spcAft>
                <a:spcPts val="0"/>
              </a:spcAft>
              <a:buClr>
                <a:schemeClr val="dk1"/>
              </a:buClr>
              <a:buSzPts val="1600"/>
              <a:buChar char="•"/>
              <a:defRPr sz="1600"/>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4" name="Google Shape;44;p15"/>
          <p:cNvSpPr txBox="1"/>
          <p:nvPr/>
        </p:nvSpPr>
        <p:spPr>
          <a:xfrm>
            <a:off x="856314" y="3490275"/>
            <a:ext cx="6198000" cy="497700"/>
          </a:xfrm>
          <a:prstGeom prst="rect">
            <a:avLst/>
          </a:prstGeom>
          <a:noFill/>
          <a:ln>
            <a:noFill/>
          </a:ln>
        </p:spPr>
        <p:txBody>
          <a:bodyPr spcFirstLastPara="1" wrap="square" lIns="0" tIns="0" rIns="0" bIns="0" anchor="ctr" anchorCtr="0">
            <a:noAutofit/>
          </a:bodyPr>
          <a:lstStyle/>
          <a:p>
            <a:pPr marL="0" marR="0" lvl="0" indent="0" algn="l" rtl="0">
              <a:lnSpc>
                <a:spcPct val="90000"/>
              </a:lnSpc>
              <a:spcBef>
                <a:spcPts val="0"/>
              </a:spcBef>
              <a:spcAft>
                <a:spcPts val="0"/>
              </a:spcAft>
              <a:buClr>
                <a:srgbClr val="262626"/>
              </a:buClr>
              <a:buSzPts val="2400"/>
              <a:buFont typeface="Poppins"/>
              <a:buNone/>
            </a:pPr>
            <a:r>
              <a:rPr lang="en-US" sz="2400" b="0" i="0" u="none" strike="noStrike" cap="none">
                <a:solidFill>
                  <a:srgbClr val="262626"/>
                </a:solidFill>
                <a:latin typeface="Poppins"/>
                <a:ea typeface="Poppins"/>
                <a:cs typeface="Poppins"/>
                <a:sym typeface="Poppins"/>
              </a:rPr>
              <a:t>Supplementary Resources:</a:t>
            </a:r>
            <a:endParaRPr sz="2400" b="0" i="0" u="none" strike="noStrike" cap="none">
              <a:solidFill>
                <a:srgbClr val="262626"/>
              </a:solidFill>
              <a:latin typeface="Poppins"/>
              <a:ea typeface="Poppins"/>
              <a:cs typeface="Poppins"/>
              <a:sym typeface="Poppins"/>
            </a:endParaRPr>
          </a:p>
        </p:txBody>
      </p:sp>
      <p:sp>
        <p:nvSpPr>
          <p:cNvPr id="45" name="Google Shape;45;p15"/>
          <p:cNvSpPr txBox="1">
            <a:spLocks noGrp="1"/>
          </p:cNvSpPr>
          <p:nvPr>
            <p:ph type="body" idx="3"/>
          </p:nvPr>
        </p:nvSpPr>
        <p:spPr>
          <a:xfrm>
            <a:off x="856325" y="3990125"/>
            <a:ext cx="7215900" cy="338700"/>
          </a:xfrm>
          <a:prstGeom prst="rect">
            <a:avLst/>
          </a:prstGeom>
          <a:noFill/>
          <a:ln>
            <a:noFill/>
          </a:ln>
        </p:spPr>
        <p:txBody>
          <a:bodyPr spcFirstLastPara="1" wrap="square" lIns="91425" tIns="45700" rIns="91425" bIns="45700" anchor="t" anchorCtr="0">
            <a:normAutofit/>
          </a:bodyPr>
          <a:lstStyle>
            <a:lvl1pPr marL="457200" lvl="0" indent="-330200" algn="l">
              <a:lnSpc>
                <a:spcPct val="100000"/>
              </a:lnSpc>
              <a:spcBef>
                <a:spcPts val="1000"/>
              </a:spcBef>
              <a:spcAft>
                <a:spcPts val="0"/>
              </a:spcAft>
              <a:buClr>
                <a:srgbClr val="262626"/>
              </a:buClr>
              <a:buSzPts val="1600"/>
              <a:buChar char="•"/>
              <a:defRPr sz="1600">
                <a:solidFill>
                  <a:srgbClr val="262626"/>
                </a:solidFill>
              </a:defRPr>
            </a:lvl1pPr>
            <a:lvl2pPr marL="914400" lvl="1" indent="-330200" algn="l">
              <a:lnSpc>
                <a:spcPct val="100000"/>
              </a:lnSpc>
              <a:spcBef>
                <a:spcPts val="500"/>
              </a:spcBef>
              <a:spcAft>
                <a:spcPts val="0"/>
              </a:spcAft>
              <a:buClr>
                <a:srgbClr val="262626"/>
              </a:buClr>
              <a:buSzPts val="1600"/>
              <a:buChar char="•"/>
              <a:defRPr sz="1600">
                <a:solidFill>
                  <a:srgbClr val="262626"/>
                </a:solidFill>
              </a:defRPr>
            </a:lvl2pPr>
            <a:lvl3pPr marL="1371600" lvl="2" indent="-330200" algn="l">
              <a:lnSpc>
                <a:spcPct val="100000"/>
              </a:lnSpc>
              <a:spcBef>
                <a:spcPts val="500"/>
              </a:spcBef>
              <a:spcAft>
                <a:spcPts val="0"/>
              </a:spcAft>
              <a:buClr>
                <a:srgbClr val="262626"/>
              </a:buClr>
              <a:buSzPts val="1600"/>
              <a:buChar char="•"/>
              <a:defRPr sz="1600">
                <a:solidFill>
                  <a:srgbClr val="262626"/>
                </a:solidFill>
              </a:defRPr>
            </a:lvl3pPr>
            <a:lvl4pPr marL="1828800" lvl="3" indent="-330200" algn="l">
              <a:lnSpc>
                <a:spcPct val="100000"/>
              </a:lnSpc>
              <a:spcBef>
                <a:spcPts val="500"/>
              </a:spcBef>
              <a:spcAft>
                <a:spcPts val="0"/>
              </a:spcAft>
              <a:buClr>
                <a:srgbClr val="262626"/>
              </a:buClr>
              <a:buSzPts val="1600"/>
              <a:buChar char="•"/>
              <a:defRPr sz="1600">
                <a:solidFill>
                  <a:srgbClr val="262626"/>
                </a:solidFill>
              </a:defRPr>
            </a:lvl4pPr>
            <a:lvl5pPr marL="2286000" lvl="4" indent="-330200" algn="l">
              <a:lnSpc>
                <a:spcPct val="100000"/>
              </a:lnSpc>
              <a:spcBef>
                <a:spcPts val="500"/>
              </a:spcBef>
              <a:spcAft>
                <a:spcPts val="0"/>
              </a:spcAft>
              <a:buClr>
                <a:srgbClr val="262626"/>
              </a:buClr>
              <a:buSzPts val="1600"/>
              <a:buChar char="•"/>
              <a:defRPr sz="1600">
                <a:solidFill>
                  <a:srgbClr val="262626"/>
                </a:solidFill>
              </a:defRPr>
            </a:lvl5pPr>
            <a:lvl6pPr marL="2743200" lvl="5" indent="-330200" algn="l">
              <a:lnSpc>
                <a:spcPct val="100000"/>
              </a:lnSpc>
              <a:spcBef>
                <a:spcPts val="500"/>
              </a:spcBef>
              <a:spcAft>
                <a:spcPts val="0"/>
              </a:spcAft>
              <a:buClr>
                <a:schemeClr val="dk1"/>
              </a:buClr>
              <a:buSzPts val="1600"/>
              <a:buChar char="•"/>
              <a:defRPr sz="1600"/>
            </a:lvl6pPr>
            <a:lvl7pPr marL="3200400" lvl="6" indent="-330200" algn="l">
              <a:lnSpc>
                <a:spcPct val="100000"/>
              </a:lnSpc>
              <a:spcBef>
                <a:spcPts val="500"/>
              </a:spcBef>
              <a:spcAft>
                <a:spcPts val="0"/>
              </a:spcAft>
              <a:buClr>
                <a:schemeClr val="dk1"/>
              </a:buClr>
              <a:buSzPts val="1600"/>
              <a:buChar char="•"/>
              <a:defRPr sz="1600"/>
            </a:lvl7pPr>
            <a:lvl8pPr marL="3657600" lvl="7" indent="-330200" algn="l">
              <a:lnSpc>
                <a:spcPct val="100000"/>
              </a:lnSpc>
              <a:spcBef>
                <a:spcPts val="500"/>
              </a:spcBef>
              <a:spcAft>
                <a:spcPts val="0"/>
              </a:spcAft>
              <a:buClr>
                <a:schemeClr val="dk1"/>
              </a:buClr>
              <a:buSzPts val="1600"/>
              <a:buChar char="•"/>
              <a:defRPr sz="1600"/>
            </a:lvl8pPr>
            <a:lvl9pPr marL="4114800" lvl="8" indent="-330200" algn="l">
              <a:lnSpc>
                <a:spcPct val="100000"/>
              </a:lnSpc>
              <a:spcBef>
                <a:spcPts val="500"/>
              </a:spcBef>
              <a:spcAft>
                <a:spcPts val="0"/>
              </a:spcAft>
              <a:buClr>
                <a:schemeClr val="dk1"/>
              </a:buClr>
              <a:buSzPts val="1600"/>
              <a:buChar char="•"/>
              <a:defRPr sz="1600"/>
            </a:lvl9pPr>
          </a:lstStyle>
          <a:p>
            <a:endParaRPr/>
          </a:p>
        </p:txBody>
      </p:sp>
      <p:sp>
        <p:nvSpPr>
          <p:cNvPr id="46" name="Google Shape;46;p15"/>
          <p:cNvSpPr txBox="1"/>
          <p:nvPr/>
        </p:nvSpPr>
        <p:spPr>
          <a:xfrm>
            <a:off x="856323" y="1003020"/>
            <a:ext cx="23817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Objective</a:t>
            </a:r>
            <a:endParaRPr sz="3200" b="0" i="0" u="none" strike="noStrike" cap="none">
              <a:solidFill>
                <a:srgbClr val="8DC63F"/>
              </a:solidFill>
              <a:latin typeface="Poppins Medium"/>
              <a:ea typeface="Poppins Medium"/>
              <a:cs typeface="Poppins Medium"/>
              <a:sym typeface="Poppins Medium"/>
            </a:endParaRPr>
          </a:p>
        </p:txBody>
      </p:sp>
      <p:sp>
        <p:nvSpPr>
          <p:cNvPr id="47" name="Google Shape;47;p15"/>
          <p:cNvSpPr txBox="1"/>
          <p:nvPr/>
        </p:nvSpPr>
        <p:spPr>
          <a:xfrm>
            <a:off x="856314" y="2276810"/>
            <a:ext cx="22449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Review</a:t>
            </a:r>
            <a:endParaRPr sz="3200" b="0" i="0" u="none" strike="noStrike" cap="none">
              <a:solidFill>
                <a:srgbClr val="8DC63F"/>
              </a:solidFill>
              <a:latin typeface="Poppins Medium"/>
              <a:ea typeface="Poppins Medium"/>
              <a:cs typeface="Poppins Medium"/>
              <a:sym typeface="Poppins Medium"/>
            </a:endParaRPr>
          </a:p>
        </p:txBody>
      </p:sp>
      <p:cxnSp>
        <p:nvCxnSpPr>
          <p:cNvPr id="48" name="Google Shape;48;p15"/>
          <p:cNvCxnSpPr/>
          <p:nvPr/>
        </p:nvCxnSpPr>
        <p:spPr>
          <a:xfrm>
            <a:off x="865586" y="3383160"/>
            <a:ext cx="7283100" cy="0"/>
          </a:xfrm>
          <a:prstGeom prst="straightConnector1">
            <a:avLst/>
          </a:prstGeom>
          <a:noFill/>
          <a:ln w="9525" cap="flat" cmpd="sng">
            <a:solidFill>
              <a:srgbClr val="BFBFBF"/>
            </a:solidFill>
            <a:prstDash val="solid"/>
            <a:miter lim="800000"/>
            <a:headEnd type="none" w="sm" len="sm"/>
            <a:tailEnd type="none" w="sm" len="sm"/>
          </a:ln>
        </p:spPr>
      </p:cxnSp>
      <p:sp>
        <p:nvSpPr>
          <p:cNvPr id="49" name="Google Shape;49;p15"/>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50" name="Google Shape;50;p15"/>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51" name="Google Shape;51;p15"/>
          <p:cNvGrpSpPr/>
          <p:nvPr/>
        </p:nvGrpSpPr>
        <p:grpSpPr>
          <a:xfrm>
            <a:off x="357775" y="5983875"/>
            <a:ext cx="586800" cy="571500"/>
            <a:chOff x="662575" y="6212475"/>
            <a:chExt cx="586800" cy="571500"/>
          </a:xfrm>
        </p:grpSpPr>
        <p:sp>
          <p:nvSpPr>
            <p:cNvPr id="52" name="Google Shape;52;p1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 name="Google Shape;53;p1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 name="Google Shape;54;p1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5" name="Google Shape;55;p15"/>
          <p:cNvGrpSpPr/>
          <p:nvPr/>
        </p:nvGrpSpPr>
        <p:grpSpPr>
          <a:xfrm>
            <a:off x="8199150" y="5983875"/>
            <a:ext cx="586800" cy="571500"/>
            <a:chOff x="7894350" y="6212475"/>
            <a:chExt cx="586800" cy="571500"/>
          </a:xfrm>
        </p:grpSpPr>
        <p:sp>
          <p:nvSpPr>
            <p:cNvPr id="56" name="Google Shape;56;p1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 name="Google Shape;57;p1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 name="Google Shape;58;p1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 name="Google Shape;59;p15"/>
          <p:cNvGrpSpPr/>
          <p:nvPr/>
        </p:nvGrpSpPr>
        <p:grpSpPr>
          <a:xfrm>
            <a:off x="-36800" y="-52000"/>
            <a:ext cx="9236100" cy="543750"/>
            <a:chOff x="-36800" y="-52000"/>
            <a:chExt cx="9236100" cy="543750"/>
          </a:xfrm>
        </p:grpSpPr>
        <p:sp>
          <p:nvSpPr>
            <p:cNvPr id="60" name="Google Shape;60;p15"/>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61" name="Google Shape;61;p15"/>
            <p:cNvGrpSpPr/>
            <p:nvPr/>
          </p:nvGrpSpPr>
          <p:grpSpPr>
            <a:xfrm>
              <a:off x="3235760" y="88250"/>
              <a:ext cx="1337400" cy="403500"/>
              <a:chOff x="565600" y="88250"/>
              <a:chExt cx="1337400" cy="403500"/>
            </a:xfrm>
          </p:grpSpPr>
          <p:sp>
            <p:nvSpPr>
              <p:cNvPr id="62" name="Google Shape;62;p15"/>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3" name="Google Shape;63;p15"/>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64" name="Google Shape;64;p15"/>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65" name="Google Shape;65;p15"/>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66" name="Google Shape;66;p15"/>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67" name="Google Shape;67;p15"/>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8" name="Google Shape;68;p15"/>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69" name="Google Shape;69;p15"/>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 name="Google Shape;70;p15"/>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71" name="Google Shape;71;p15"/>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 name="Google Shape;72;p15"/>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73" name="Google Shape;73;p15"/>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74" name="Google Shape;74;p15"/>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view Content">
  <p:cSld name="Alien Word of the Day_2_1_1">
    <p:spTree>
      <p:nvGrpSpPr>
        <p:cNvPr id="1" name="Shape 75"/>
        <p:cNvGrpSpPr/>
        <p:nvPr/>
      </p:nvGrpSpPr>
      <p:grpSpPr>
        <a:xfrm>
          <a:off x="0" y="0"/>
          <a:ext cx="0" cy="0"/>
          <a:chOff x="0" y="0"/>
          <a:chExt cx="0" cy="0"/>
        </a:xfrm>
      </p:grpSpPr>
      <p:sp>
        <p:nvSpPr>
          <p:cNvPr id="76" name="Google Shape;76;g26b641b03cd_1_92"/>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g26b641b03cd_1_92"/>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rgbClr val="000000"/>
              </a:buClr>
              <a:buSzPts val="2400"/>
              <a:buNone/>
              <a:defRPr sz="2400">
                <a:solidFill>
                  <a:srgbClr val="000000"/>
                </a:solidFill>
              </a:defRPr>
            </a:lvl1pPr>
            <a:lvl2pPr lvl="1" algn="l">
              <a:lnSpc>
                <a:spcPct val="100000"/>
              </a:lnSpc>
              <a:spcBef>
                <a:spcPts val="0"/>
              </a:spcBef>
              <a:spcAft>
                <a:spcPts val="0"/>
              </a:spcAft>
              <a:buClr>
                <a:srgbClr val="FFFFFF"/>
              </a:buClr>
              <a:buSzPts val="1600"/>
              <a:buNone/>
              <a:defRPr sz="1600">
                <a:solidFill>
                  <a:srgbClr val="FFFFFF"/>
                </a:solidFill>
              </a:defRPr>
            </a:lvl2pPr>
            <a:lvl3pPr lvl="2" algn="l">
              <a:lnSpc>
                <a:spcPct val="100000"/>
              </a:lnSpc>
              <a:spcBef>
                <a:spcPts val="0"/>
              </a:spcBef>
              <a:spcAft>
                <a:spcPts val="0"/>
              </a:spcAft>
              <a:buClr>
                <a:srgbClr val="FFFFFF"/>
              </a:buClr>
              <a:buSzPts val="1600"/>
              <a:buNone/>
              <a:defRPr sz="1600">
                <a:solidFill>
                  <a:srgbClr val="FFFFFF"/>
                </a:solidFill>
              </a:defRPr>
            </a:lvl3pPr>
            <a:lvl4pPr lvl="3" algn="l">
              <a:lnSpc>
                <a:spcPct val="100000"/>
              </a:lnSpc>
              <a:spcBef>
                <a:spcPts val="0"/>
              </a:spcBef>
              <a:spcAft>
                <a:spcPts val="0"/>
              </a:spcAft>
              <a:buClr>
                <a:srgbClr val="FFFFFF"/>
              </a:buClr>
              <a:buSzPts val="1600"/>
              <a:buNone/>
              <a:defRPr sz="1600">
                <a:solidFill>
                  <a:srgbClr val="FFFFFF"/>
                </a:solidFill>
              </a:defRPr>
            </a:lvl4pPr>
            <a:lvl5pPr lvl="4" algn="l">
              <a:lnSpc>
                <a:spcPct val="100000"/>
              </a:lnSpc>
              <a:spcBef>
                <a:spcPts val="0"/>
              </a:spcBef>
              <a:spcAft>
                <a:spcPts val="0"/>
              </a:spcAft>
              <a:buClr>
                <a:srgbClr val="FFFFFF"/>
              </a:buClr>
              <a:buSzPts val="1600"/>
              <a:buNone/>
              <a:defRPr sz="1600">
                <a:solidFill>
                  <a:srgbClr val="FFFFFF"/>
                </a:solidFill>
              </a:defRPr>
            </a:lvl5pPr>
            <a:lvl6pPr lvl="5" algn="l">
              <a:lnSpc>
                <a:spcPct val="100000"/>
              </a:lnSpc>
              <a:spcBef>
                <a:spcPts val="0"/>
              </a:spcBef>
              <a:spcAft>
                <a:spcPts val="0"/>
              </a:spcAft>
              <a:buClr>
                <a:srgbClr val="FFFFFF"/>
              </a:buClr>
              <a:buSzPts val="1600"/>
              <a:buNone/>
              <a:defRPr sz="1600">
                <a:solidFill>
                  <a:srgbClr val="FFFFFF"/>
                </a:solidFill>
              </a:defRPr>
            </a:lvl6pPr>
            <a:lvl7pPr lvl="6" algn="l">
              <a:lnSpc>
                <a:spcPct val="100000"/>
              </a:lnSpc>
              <a:spcBef>
                <a:spcPts val="0"/>
              </a:spcBef>
              <a:spcAft>
                <a:spcPts val="0"/>
              </a:spcAft>
              <a:buClr>
                <a:srgbClr val="FFFFFF"/>
              </a:buClr>
              <a:buSzPts val="1600"/>
              <a:buNone/>
              <a:defRPr sz="1600">
                <a:solidFill>
                  <a:srgbClr val="FFFFFF"/>
                </a:solidFill>
              </a:defRPr>
            </a:lvl7pPr>
            <a:lvl8pPr lvl="7" algn="l">
              <a:lnSpc>
                <a:spcPct val="100000"/>
              </a:lnSpc>
              <a:spcBef>
                <a:spcPts val="0"/>
              </a:spcBef>
              <a:spcAft>
                <a:spcPts val="0"/>
              </a:spcAft>
              <a:buClr>
                <a:srgbClr val="FFFFFF"/>
              </a:buClr>
              <a:buSzPts val="1600"/>
              <a:buNone/>
              <a:defRPr sz="1600">
                <a:solidFill>
                  <a:srgbClr val="FFFFFF"/>
                </a:solidFill>
              </a:defRPr>
            </a:lvl8pPr>
            <a:lvl9pPr lvl="8" algn="l">
              <a:lnSpc>
                <a:spcPct val="100000"/>
              </a:lnSpc>
              <a:spcBef>
                <a:spcPts val="0"/>
              </a:spcBef>
              <a:spcAft>
                <a:spcPts val="0"/>
              </a:spcAft>
              <a:buClr>
                <a:srgbClr val="FFFFFF"/>
              </a:buClr>
              <a:buSzPts val="1600"/>
              <a:buNone/>
              <a:defRPr sz="1600">
                <a:solidFill>
                  <a:srgbClr val="FFFFFF"/>
                </a:solidFill>
              </a:defRPr>
            </a:lvl9pPr>
          </a:lstStyle>
          <a:p>
            <a:endParaRPr/>
          </a:p>
        </p:txBody>
      </p:sp>
      <p:cxnSp>
        <p:nvCxnSpPr>
          <p:cNvPr id="78" name="Google Shape;78;g26b641b03cd_1_92"/>
          <p:cNvCxnSpPr/>
          <p:nvPr/>
        </p:nvCxnSpPr>
        <p:spPr>
          <a:xfrm>
            <a:off x="865586" y="1861660"/>
            <a:ext cx="7283100" cy="0"/>
          </a:xfrm>
          <a:prstGeom prst="straightConnector1">
            <a:avLst/>
          </a:prstGeom>
          <a:noFill/>
          <a:ln w="9525" cap="flat" cmpd="sng">
            <a:solidFill>
              <a:srgbClr val="BFBFBF"/>
            </a:solidFill>
            <a:prstDash val="solid"/>
            <a:miter lim="800000"/>
            <a:headEnd type="none" w="sm" len="sm"/>
            <a:tailEnd type="none" w="sm" len="sm"/>
          </a:ln>
        </p:spPr>
      </p:cxnSp>
      <p:grpSp>
        <p:nvGrpSpPr>
          <p:cNvPr id="79" name="Google Shape;79;g26b641b03cd_1_92"/>
          <p:cNvGrpSpPr/>
          <p:nvPr/>
        </p:nvGrpSpPr>
        <p:grpSpPr>
          <a:xfrm>
            <a:off x="357775" y="5983875"/>
            <a:ext cx="586800" cy="571500"/>
            <a:chOff x="662575" y="6212475"/>
            <a:chExt cx="586800" cy="571500"/>
          </a:xfrm>
        </p:grpSpPr>
        <p:sp>
          <p:nvSpPr>
            <p:cNvPr id="80" name="Google Shape;80;g26b641b03cd_1_9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1" name="Google Shape;81;g26b641b03cd_1_9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2" name="Google Shape;82;g26b641b03cd_1_9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3" name="Google Shape;83;g26b641b03cd_1_92"/>
          <p:cNvGrpSpPr/>
          <p:nvPr/>
        </p:nvGrpSpPr>
        <p:grpSpPr>
          <a:xfrm>
            <a:off x="8199150" y="5983875"/>
            <a:ext cx="586800" cy="571500"/>
            <a:chOff x="7894350" y="6212475"/>
            <a:chExt cx="586800" cy="571500"/>
          </a:xfrm>
        </p:grpSpPr>
        <p:sp>
          <p:nvSpPr>
            <p:cNvPr id="84" name="Google Shape;84;g26b641b03cd_1_9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5" name="Google Shape;85;g26b641b03cd_1_9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86" name="Google Shape;86;g26b641b03cd_1_9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87" name="Google Shape;87;g26b641b03cd_1_92"/>
          <p:cNvGrpSpPr/>
          <p:nvPr/>
        </p:nvGrpSpPr>
        <p:grpSpPr>
          <a:xfrm>
            <a:off x="-36800" y="-52000"/>
            <a:ext cx="9236100" cy="543750"/>
            <a:chOff x="-36800" y="-52000"/>
            <a:chExt cx="9236100" cy="543750"/>
          </a:xfrm>
        </p:grpSpPr>
        <p:sp>
          <p:nvSpPr>
            <p:cNvPr id="88" name="Google Shape;88;g26b641b03cd_1_92"/>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89" name="Google Shape;89;g26b641b03cd_1_92"/>
            <p:cNvGrpSpPr/>
            <p:nvPr/>
          </p:nvGrpSpPr>
          <p:grpSpPr>
            <a:xfrm>
              <a:off x="3235760" y="88250"/>
              <a:ext cx="1337400" cy="403500"/>
              <a:chOff x="565600" y="88250"/>
              <a:chExt cx="1337400" cy="403500"/>
            </a:xfrm>
          </p:grpSpPr>
          <p:sp>
            <p:nvSpPr>
              <p:cNvPr id="90" name="Google Shape;90;g26b641b03cd_1_92"/>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91" name="Google Shape;91;g26b641b03cd_1_92"/>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92" name="Google Shape;92;g26b641b03cd_1_92"/>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93" name="Google Shape;93;g26b641b03cd_1_92"/>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94" name="Google Shape;94;g26b641b03cd_1_92"/>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95" name="Google Shape;95;g26b641b03cd_1_92"/>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6" name="Google Shape;96;g26b641b03cd_1_92"/>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97" name="Google Shape;97;g26b641b03cd_1_92"/>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8" name="Google Shape;98;g26b641b03cd_1_92"/>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99" name="Google Shape;99;g26b641b03cd_1_92"/>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0" name="Google Shape;100;g26b641b03cd_1_92"/>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01" name="Google Shape;101;g26b641b03cd_1_92"/>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02" name="Google Shape;102;g26b641b03cd_1_92"/>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eneric Layout">
  <p:cSld name="Alien Word of the Day_2_1">
    <p:spTree>
      <p:nvGrpSpPr>
        <p:cNvPr id="1" name="Shape 103"/>
        <p:cNvGrpSpPr/>
        <p:nvPr/>
      </p:nvGrpSpPr>
      <p:grpSpPr>
        <a:xfrm>
          <a:off x="0" y="0"/>
          <a:ext cx="0" cy="0"/>
          <a:chOff x="0" y="0"/>
          <a:chExt cx="0" cy="0"/>
        </a:xfrm>
      </p:grpSpPr>
      <p:sp>
        <p:nvSpPr>
          <p:cNvPr id="104" name="Google Shape;104;g26b641b03cd_0_3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5" name="Google Shape;105;g26b641b03cd_0_3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06" name="Google Shape;106;g26b641b03cd_0_3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g26b641b03cd_0_3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8" name="Google Shape;108;g26b641b03cd_0_3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 name="Google Shape;109;g26b641b03cd_0_3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10" name="Google Shape;110;g26b641b03cd_0_33"/>
          <p:cNvSpPr txBox="1"/>
          <p:nvPr/>
        </p:nvSpPr>
        <p:spPr>
          <a:xfrm rot="-5400000">
            <a:off x="-1852558" y="218850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CCVC ('sm' 'sw')</a:t>
            </a:r>
            <a:endParaRPr sz="1800" b="0" i="0" u="none" strike="noStrike" cap="none">
              <a:solidFill>
                <a:srgbClr val="FFFFFF"/>
              </a:solidFill>
              <a:latin typeface="Poppins SemiBold"/>
              <a:ea typeface="Poppins SemiBold"/>
              <a:cs typeface="Poppins SemiBold"/>
              <a:sym typeface="Poppins SemiBold"/>
            </a:endParaRPr>
          </a:p>
        </p:txBody>
      </p:sp>
      <p:sp>
        <p:nvSpPr>
          <p:cNvPr id="111" name="Google Shape;111;g26b641b03cd_0_33"/>
          <p:cNvSpPr txBox="1"/>
          <p:nvPr/>
        </p:nvSpPr>
        <p:spPr>
          <a:xfrm rot="-5400000">
            <a:off x="-1852558" y="5504250"/>
            <a:ext cx="4288500" cy="52110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Week 3 - Thursday</a:t>
            </a:r>
            <a:endParaRPr sz="1800" b="0" i="0" u="none" strike="noStrike" cap="none">
              <a:solidFill>
                <a:srgbClr val="8DC63F"/>
              </a:solidFill>
              <a:latin typeface="Poppins Medium"/>
              <a:ea typeface="Poppins Medium"/>
              <a:cs typeface="Poppins Medium"/>
              <a:sym typeface="Poppins Medium"/>
            </a:endParaRPr>
          </a:p>
        </p:txBody>
      </p:sp>
      <p:sp>
        <p:nvSpPr>
          <p:cNvPr id="112" name="Google Shape;112;g26b641b03cd_0_33"/>
          <p:cNvSpPr txBox="1"/>
          <p:nvPr/>
        </p:nvSpPr>
        <p:spPr>
          <a:xfrm rot="5400000">
            <a:off x="6707775" y="5504250"/>
            <a:ext cx="4288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8DC63F"/>
                </a:solidFill>
                <a:latin typeface="Poppins Medium"/>
                <a:ea typeface="Poppins Medium"/>
                <a:cs typeface="Poppins Medium"/>
                <a:sym typeface="Poppins Medium"/>
              </a:rPr>
              <a:t>Lesson 14</a:t>
            </a:r>
            <a:endParaRPr sz="1800" b="0" i="0" u="none" strike="noStrike" cap="none">
              <a:solidFill>
                <a:srgbClr val="8DC63F"/>
              </a:solidFill>
              <a:latin typeface="Poppins Medium"/>
              <a:ea typeface="Poppins Medium"/>
              <a:cs typeface="Poppins Medium"/>
              <a:sym typeface="Poppins Medium"/>
            </a:endParaRPr>
          </a:p>
        </p:txBody>
      </p:sp>
      <p:sp>
        <p:nvSpPr>
          <p:cNvPr id="113" name="Google Shape;113;g26b641b03cd_0_3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14" name="Google Shape;114;g26b641b03cd_0_3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115" name="Google Shape;115;g26b641b03cd_0_33"/>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116" name="Google Shape;116;g26b641b03cd_0_3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8DC63F"/>
              </a:buClr>
              <a:buSzPts val="3200"/>
              <a:buFont typeface="Poppins Medium"/>
              <a:buNone/>
              <a:defRPr sz="3200">
                <a:solidFill>
                  <a:srgbClr val="8DC63F"/>
                </a:solidFill>
                <a:latin typeface="Poppins Medium"/>
                <a:ea typeface="Poppins Medium"/>
                <a:cs typeface="Poppins Medium"/>
                <a:sym typeface="Poppins Medium"/>
              </a:defRPr>
            </a:lvl1pPr>
            <a:lvl2pPr lvl="1" algn="ctr">
              <a:lnSpc>
                <a:spcPct val="100000"/>
              </a:lnSpc>
              <a:spcBef>
                <a:spcPts val="0"/>
              </a:spcBef>
              <a:spcAft>
                <a:spcPts val="0"/>
              </a:spcAft>
              <a:buClr>
                <a:srgbClr val="F7941D"/>
              </a:buClr>
              <a:buSzPts val="3600"/>
              <a:buNone/>
              <a:defRPr sz="3600">
                <a:solidFill>
                  <a:srgbClr val="F7941D"/>
                </a:solidFill>
              </a:defRPr>
            </a:lvl2pPr>
            <a:lvl3pPr lvl="2" algn="ctr">
              <a:lnSpc>
                <a:spcPct val="100000"/>
              </a:lnSpc>
              <a:spcBef>
                <a:spcPts val="0"/>
              </a:spcBef>
              <a:spcAft>
                <a:spcPts val="0"/>
              </a:spcAft>
              <a:buClr>
                <a:srgbClr val="F7941D"/>
              </a:buClr>
              <a:buSzPts val="3600"/>
              <a:buNone/>
              <a:defRPr sz="3600">
                <a:solidFill>
                  <a:srgbClr val="F7941D"/>
                </a:solidFill>
              </a:defRPr>
            </a:lvl3pPr>
            <a:lvl4pPr lvl="3" algn="ctr">
              <a:lnSpc>
                <a:spcPct val="100000"/>
              </a:lnSpc>
              <a:spcBef>
                <a:spcPts val="0"/>
              </a:spcBef>
              <a:spcAft>
                <a:spcPts val="0"/>
              </a:spcAft>
              <a:buClr>
                <a:srgbClr val="F7941D"/>
              </a:buClr>
              <a:buSzPts val="3600"/>
              <a:buNone/>
              <a:defRPr sz="3600">
                <a:solidFill>
                  <a:srgbClr val="F7941D"/>
                </a:solidFill>
              </a:defRPr>
            </a:lvl4pPr>
            <a:lvl5pPr lvl="4" algn="ctr">
              <a:lnSpc>
                <a:spcPct val="100000"/>
              </a:lnSpc>
              <a:spcBef>
                <a:spcPts val="0"/>
              </a:spcBef>
              <a:spcAft>
                <a:spcPts val="0"/>
              </a:spcAft>
              <a:buClr>
                <a:srgbClr val="F7941D"/>
              </a:buClr>
              <a:buSzPts val="3600"/>
              <a:buNone/>
              <a:defRPr sz="3600">
                <a:solidFill>
                  <a:srgbClr val="F7941D"/>
                </a:solidFill>
              </a:defRPr>
            </a:lvl5pPr>
            <a:lvl6pPr lvl="5" algn="ctr">
              <a:lnSpc>
                <a:spcPct val="100000"/>
              </a:lnSpc>
              <a:spcBef>
                <a:spcPts val="0"/>
              </a:spcBef>
              <a:spcAft>
                <a:spcPts val="0"/>
              </a:spcAft>
              <a:buClr>
                <a:srgbClr val="F7941D"/>
              </a:buClr>
              <a:buSzPts val="3600"/>
              <a:buNone/>
              <a:defRPr sz="3600">
                <a:solidFill>
                  <a:srgbClr val="F7941D"/>
                </a:solidFill>
              </a:defRPr>
            </a:lvl6pPr>
            <a:lvl7pPr lvl="6" algn="ctr">
              <a:lnSpc>
                <a:spcPct val="100000"/>
              </a:lnSpc>
              <a:spcBef>
                <a:spcPts val="0"/>
              </a:spcBef>
              <a:spcAft>
                <a:spcPts val="0"/>
              </a:spcAft>
              <a:buClr>
                <a:srgbClr val="F7941D"/>
              </a:buClr>
              <a:buSzPts val="3600"/>
              <a:buNone/>
              <a:defRPr sz="3600">
                <a:solidFill>
                  <a:srgbClr val="F7941D"/>
                </a:solidFill>
              </a:defRPr>
            </a:lvl7pPr>
            <a:lvl8pPr lvl="7" algn="ctr">
              <a:lnSpc>
                <a:spcPct val="100000"/>
              </a:lnSpc>
              <a:spcBef>
                <a:spcPts val="0"/>
              </a:spcBef>
              <a:spcAft>
                <a:spcPts val="0"/>
              </a:spcAft>
              <a:buClr>
                <a:srgbClr val="F7941D"/>
              </a:buClr>
              <a:buSzPts val="3600"/>
              <a:buNone/>
              <a:defRPr sz="3600">
                <a:solidFill>
                  <a:srgbClr val="F7941D"/>
                </a:solidFill>
              </a:defRPr>
            </a:lvl8pPr>
            <a:lvl9pPr lvl="8" algn="ctr">
              <a:lnSpc>
                <a:spcPct val="100000"/>
              </a:lnSpc>
              <a:spcBef>
                <a:spcPts val="0"/>
              </a:spcBef>
              <a:spcAft>
                <a:spcPts val="0"/>
              </a:spcAft>
              <a:buClr>
                <a:srgbClr val="F7941D"/>
              </a:buClr>
              <a:buSzPts val="3600"/>
              <a:buNone/>
              <a:defRPr sz="3600">
                <a:solidFill>
                  <a:srgbClr val="F7941D"/>
                </a:solidFill>
              </a:defRPr>
            </a:lvl9pPr>
          </a:lstStyle>
          <a:p>
            <a:endParaRPr/>
          </a:p>
        </p:txBody>
      </p:sp>
      <p:sp>
        <p:nvSpPr>
          <p:cNvPr id="117" name="Google Shape;117;g26b641b03cd_0_3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AEABAB"/>
              </a:buClr>
              <a:buSzPts val="1800"/>
              <a:buFont typeface="Poppins Medium"/>
              <a:buNone/>
              <a:defRPr sz="1800">
                <a:solidFill>
                  <a:srgbClr val="AEABAB"/>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118" name="Google Shape;118;g26b641b03cd_0_33"/>
          <p:cNvGrpSpPr/>
          <p:nvPr/>
        </p:nvGrpSpPr>
        <p:grpSpPr>
          <a:xfrm>
            <a:off x="662575" y="6212475"/>
            <a:ext cx="586800" cy="571500"/>
            <a:chOff x="662575" y="6212475"/>
            <a:chExt cx="586800" cy="571500"/>
          </a:xfrm>
        </p:grpSpPr>
        <p:sp>
          <p:nvSpPr>
            <p:cNvPr id="119" name="Google Shape;119;g26b641b03cd_0_3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0" name="Google Shape;120;g26b641b03cd_0_3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1" name="Google Shape;121;g26b641b03cd_0_3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22" name="Google Shape;122;g26b641b03cd_0_33"/>
          <p:cNvGrpSpPr/>
          <p:nvPr/>
        </p:nvGrpSpPr>
        <p:grpSpPr>
          <a:xfrm>
            <a:off x="7894350" y="6212475"/>
            <a:ext cx="586800" cy="571500"/>
            <a:chOff x="7894350" y="6212475"/>
            <a:chExt cx="586800" cy="571500"/>
          </a:xfrm>
        </p:grpSpPr>
        <p:sp>
          <p:nvSpPr>
            <p:cNvPr id="123" name="Google Shape;123;g26b641b03cd_0_3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4" name="Google Shape;124;g26b641b03cd_0_3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25" name="Google Shape;125;g26b641b03cd_0_3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End of Session">
  <p:cSld name="End of Session_1_1">
    <p:spTree>
      <p:nvGrpSpPr>
        <p:cNvPr id="1" name="Shape 160"/>
        <p:cNvGrpSpPr/>
        <p:nvPr/>
      </p:nvGrpSpPr>
      <p:grpSpPr>
        <a:xfrm>
          <a:off x="0" y="0"/>
          <a:ext cx="0" cy="0"/>
          <a:chOff x="0" y="0"/>
          <a:chExt cx="0" cy="0"/>
        </a:xfrm>
      </p:grpSpPr>
      <p:sp>
        <p:nvSpPr>
          <p:cNvPr id="161" name="Google Shape;161;g26b641b03cd_0_260"/>
          <p:cNvSpPr txBox="1">
            <a:spLocks noGrp="1"/>
          </p:cNvSpPr>
          <p:nvPr>
            <p:ph type="body" idx="1"/>
          </p:nvPr>
        </p:nvSpPr>
        <p:spPr>
          <a:xfrm>
            <a:off x="4277375" y="987225"/>
            <a:ext cx="3944400" cy="4475100"/>
          </a:xfrm>
          <a:prstGeom prst="rect">
            <a:avLst/>
          </a:prstGeom>
          <a:noFill/>
          <a:ln>
            <a:noFill/>
          </a:ln>
        </p:spPr>
        <p:txBody>
          <a:bodyPr spcFirstLastPara="1" wrap="square" lIns="0" tIns="274300" rIns="0" bIns="0" anchor="t" anchorCtr="0">
            <a:noAutofit/>
          </a:bodyPr>
          <a:lstStyle>
            <a:lvl1pPr marL="457200" lvl="0" indent="-330200" algn="l">
              <a:lnSpc>
                <a:spcPct val="115000"/>
              </a:lnSpc>
              <a:spcBef>
                <a:spcPts val="1000"/>
              </a:spcBef>
              <a:spcAft>
                <a:spcPts val="0"/>
              </a:spcAft>
              <a:buClr>
                <a:srgbClr val="262626"/>
              </a:buClr>
              <a:buSzPts val="1600"/>
              <a:buChar char="•"/>
              <a:defRPr sz="1600">
                <a:solidFill>
                  <a:srgbClr val="262626"/>
                </a:solidFill>
              </a:defRPr>
            </a:lvl1pPr>
            <a:lvl2pPr marL="914400" lvl="1" indent="-330200" algn="l">
              <a:lnSpc>
                <a:spcPct val="115000"/>
              </a:lnSpc>
              <a:spcBef>
                <a:spcPts val="1000"/>
              </a:spcBef>
              <a:spcAft>
                <a:spcPts val="0"/>
              </a:spcAft>
              <a:buClr>
                <a:schemeClr val="dk1"/>
              </a:buClr>
              <a:buSzPts val="1600"/>
              <a:buChar char="•"/>
              <a:defRPr sz="1600"/>
            </a:lvl2pPr>
            <a:lvl3pPr marL="1371600" lvl="2" indent="-228600" algn="l">
              <a:lnSpc>
                <a:spcPct val="115000"/>
              </a:lnSpc>
              <a:spcBef>
                <a:spcPts val="1000"/>
              </a:spcBef>
              <a:spcAft>
                <a:spcPts val="0"/>
              </a:spcAft>
              <a:buClr>
                <a:schemeClr val="dk1"/>
              </a:buClr>
              <a:buSzPts val="1600"/>
              <a:buNone/>
              <a:defRPr sz="1600"/>
            </a:lvl3pPr>
            <a:lvl4pPr marL="1828800" lvl="3" indent="-330200" algn="l">
              <a:lnSpc>
                <a:spcPct val="115000"/>
              </a:lnSpc>
              <a:spcBef>
                <a:spcPts val="1000"/>
              </a:spcBef>
              <a:spcAft>
                <a:spcPts val="0"/>
              </a:spcAft>
              <a:buClr>
                <a:schemeClr val="dk1"/>
              </a:buClr>
              <a:buSzPts val="1600"/>
              <a:buChar char="•"/>
              <a:defRPr sz="1600"/>
            </a:lvl4pPr>
            <a:lvl5pPr marL="2286000" lvl="4" indent="-330200" algn="l">
              <a:lnSpc>
                <a:spcPct val="115000"/>
              </a:lnSpc>
              <a:spcBef>
                <a:spcPts val="500"/>
              </a:spcBef>
              <a:spcAft>
                <a:spcPts val="0"/>
              </a:spcAft>
              <a:buClr>
                <a:schemeClr val="dk1"/>
              </a:buClr>
              <a:buSzPts val="1600"/>
              <a:buChar char="•"/>
              <a:defRPr sz="1600"/>
            </a:lvl5pPr>
            <a:lvl6pPr marL="2743200" lvl="5" indent="-330200" algn="l">
              <a:lnSpc>
                <a:spcPct val="115000"/>
              </a:lnSpc>
              <a:spcBef>
                <a:spcPts val="500"/>
              </a:spcBef>
              <a:spcAft>
                <a:spcPts val="0"/>
              </a:spcAft>
              <a:buClr>
                <a:schemeClr val="dk1"/>
              </a:buClr>
              <a:buSzPts val="1600"/>
              <a:buChar char="•"/>
              <a:defRPr sz="1600"/>
            </a:lvl6pPr>
            <a:lvl7pPr marL="3200400" lvl="6" indent="-330200" algn="l">
              <a:lnSpc>
                <a:spcPct val="115000"/>
              </a:lnSpc>
              <a:spcBef>
                <a:spcPts val="500"/>
              </a:spcBef>
              <a:spcAft>
                <a:spcPts val="0"/>
              </a:spcAft>
              <a:buClr>
                <a:schemeClr val="dk1"/>
              </a:buClr>
              <a:buSzPts val="1600"/>
              <a:buChar char="•"/>
              <a:defRPr sz="1600"/>
            </a:lvl7pPr>
            <a:lvl8pPr marL="3657600" lvl="7" indent="-330200" algn="l">
              <a:lnSpc>
                <a:spcPct val="115000"/>
              </a:lnSpc>
              <a:spcBef>
                <a:spcPts val="500"/>
              </a:spcBef>
              <a:spcAft>
                <a:spcPts val="0"/>
              </a:spcAft>
              <a:buClr>
                <a:schemeClr val="dk1"/>
              </a:buClr>
              <a:buSzPts val="1600"/>
              <a:buChar char="•"/>
              <a:defRPr sz="1600"/>
            </a:lvl8pPr>
            <a:lvl9pPr marL="4114800" lvl="8" indent="-330200" algn="l">
              <a:lnSpc>
                <a:spcPct val="115000"/>
              </a:lnSpc>
              <a:spcBef>
                <a:spcPts val="500"/>
              </a:spcBef>
              <a:spcAft>
                <a:spcPts val="0"/>
              </a:spcAft>
              <a:buClr>
                <a:schemeClr val="dk1"/>
              </a:buClr>
              <a:buSzPts val="1600"/>
              <a:buChar char="•"/>
              <a:defRPr sz="1600"/>
            </a:lvl9pPr>
          </a:lstStyle>
          <a:p>
            <a:endParaRPr/>
          </a:p>
        </p:txBody>
      </p:sp>
      <p:sp>
        <p:nvSpPr>
          <p:cNvPr id="162" name="Google Shape;162;g26b641b03cd_0_260"/>
          <p:cNvSpPr txBox="1"/>
          <p:nvPr/>
        </p:nvSpPr>
        <p:spPr>
          <a:xfrm>
            <a:off x="856325" y="958000"/>
            <a:ext cx="3225600" cy="69120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3200" b="0" i="0" u="none" strike="noStrike" cap="none">
                <a:solidFill>
                  <a:srgbClr val="8DC63F"/>
                </a:solidFill>
                <a:latin typeface="Poppins Medium"/>
                <a:ea typeface="Poppins Medium"/>
                <a:cs typeface="Poppins Medium"/>
                <a:sym typeface="Poppins Medium"/>
              </a:rPr>
              <a:t>End of Session</a:t>
            </a:r>
            <a:endParaRPr sz="3200" b="0" i="0" u="none" strike="noStrike" cap="none">
              <a:solidFill>
                <a:srgbClr val="8DC63F"/>
              </a:solidFill>
              <a:latin typeface="Poppins Medium"/>
              <a:ea typeface="Poppins Medium"/>
              <a:cs typeface="Poppins Medium"/>
              <a:sym typeface="Poppins Medium"/>
            </a:endParaRPr>
          </a:p>
        </p:txBody>
      </p:sp>
      <p:cxnSp>
        <p:nvCxnSpPr>
          <p:cNvPr id="163" name="Google Shape;163;g26b641b03cd_0_260"/>
          <p:cNvCxnSpPr/>
          <p:nvPr/>
        </p:nvCxnSpPr>
        <p:spPr>
          <a:xfrm>
            <a:off x="941786" y="1709260"/>
            <a:ext cx="2946000" cy="0"/>
          </a:xfrm>
          <a:prstGeom prst="straightConnector1">
            <a:avLst/>
          </a:prstGeom>
          <a:noFill/>
          <a:ln w="9525" cap="flat" cmpd="sng">
            <a:solidFill>
              <a:srgbClr val="BFBFBF"/>
            </a:solidFill>
            <a:prstDash val="solid"/>
            <a:miter lim="800000"/>
            <a:headEnd type="none" w="sm" len="sm"/>
            <a:tailEnd type="none" w="sm" len="sm"/>
          </a:ln>
        </p:spPr>
      </p:cxnSp>
      <p:sp>
        <p:nvSpPr>
          <p:cNvPr id="164" name="Google Shape;164;g26b641b03cd_0_260"/>
          <p:cNvSpPr/>
          <p:nvPr/>
        </p:nvSpPr>
        <p:spPr>
          <a:xfrm>
            <a:off x="-36800" y="6252300"/>
            <a:ext cx="9236100" cy="663000"/>
          </a:xfrm>
          <a:prstGeom prst="rect">
            <a:avLst/>
          </a:prstGeom>
          <a:solidFill>
            <a:srgbClr val="07376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5" name="Google Shape;165;g26b641b03cd_0_260"/>
          <p:cNvSpPr>
            <a:spLocks noGrp="1"/>
          </p:cNvSpPr>
          <p:nvPr>
            <p:ph type="pic" idx="2"/>
          </p:nvPr>
        </p:nvSpPr>
        <p:spPr>
          <a:xfrm>
            <a:off x="960225" y="1993200"/>
            <a:ext cx="2946000" cy="1949700"/>
          </a:xfrm>
          <a:prstGeom prst="roundRect">
            <a:avLst>
              <a:gd name="adj" fmla="val 16667"/>
            </a:avLst>
          </a:prstGeom>
          <a:noFill/>
          <a:ln>
            <a:noFill/>
          </a:ln>
        </p:spPr>
      </p:sp>
      <p:grpSp>
        <p:nvGrpSpPr>
          <p:cNvPr id="167" name="Google Shape;167;g26b641b03cd_0_260"/>
          <p:cNvGrpSpPr/>
          <p:nvPr/>
        </p:nvGrpSpPr>
        <p:grpSpPr>
          <a:xfrm>
            <a:off x="8199150" y="5983875"/>
            <a:ext cx="586800" cy="571500"/>
            <a:chOff x="7894350" y="6212475"/>
            <a:chExt cx="586800" cy="571500"/>
          </a:xfrm>
        </p:grpSpPr>
        <p:sp>
          <p:nvSpPr>
            <p:cNvPr id="168" name="Google Shape;168;g26b641b03cd_0_26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69" name="Google Shape;169;g26b641b03cd_0_26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70" name="Google Shape;170;g26b641b03cd_0_26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171" name="Google Shape;171;g26b641b03cd_0_260"/>
          <p:cNvGrpSpPr/>
          <p:nvPr/>
        </p:nvGrpSpPr>
        <p:grpSpPr>
          <a:xfrm>
            <a:off x="-36800" y="-52000"/>
            <a:ext cx="9236100" cy="543750"/>
            <a:chOff x="-36800" y="-52000"/>
            <a:chExt cx="9236100" cy="543750"/>
          </a:xfrm>
        </p:grpSpPr>
        <p:sp>
          <p:nvSpPr>
            <p:cNvPr id="172" name="Google Shape;172;g26b641b03cd_0_260"/>
            <p:cNvSpPr/>
            <p:nvPr/>
          </p:nvSpPr>
          <p:spPr>
            <a:xfrm>
              <a:off x="-36800" y="-52000"/>
              <a:ext cx="9236100" cy="543600"/>
            </a:xfrm>
            <a:prstGeom prst="rect">
              <a:avLst/>
            </a:prstGeom>
            <a:solidFill>
              <a:srgbClr val="CFE2F3"/>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nvGrpSpPr>
            <p:cNvPr id="173" name="Google Shape;173;g26b641b03cd_0_260"/>
            <p:cNvGrpSpPr/>
            <p:nvPr/>
          </p:nvGrpSpPr>
          <p:grpSpPr>
            <a:xfrm>
              <a:off x="3235760" y="88250"/>
              <a:ext cx="1337400" cy="403500"/>
              <a:chOff x="565600" y="88250"/>
              <a:chExt cx="1337400" cy="403500"/>
            </a:xfrm>
          </p:grpSpPr>
          <p:sp>
            <p:nvSpPr>
              <p:cNvPr id="174" name="Google Shape;174;g26b641b03cd_0_260"/>
              <p:cNvSpPr/>
              <p:nvPr/>
            </p:nvSpPr>
            <p:spPr>
              <a:xfrm>
                <a:off x="565600" y="88250"/>
                <a:ext cx="1337400" cy="240000"/>
              </a:xfrm>
              <a:prstGeom prst="roundRect">
                <a:avLst>
                  <a:gd name="adj" fmla="val 16667"/>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75" name="Google Shape;175;g26b641b03cd_0_260"/>
              <p:cNvSpPr/>
              <p:nvPr/>
            </p:nvSpPr>
            <p:spPr>
              <a:xfrm>
                <a:off x="565600" y="251750"/>
                <a:ext cx="1337400" cy="2400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grpSp>
        <p:sp>
          <p:nvSpPr>
            <p:cNvPr id="176" name="Google Shape;176;g26b641b03cd_0_260"/>
            <p:cNvSpPr txBox="1"/>
            <p:nvPr/>
          </p:nvSpPr>
          <p:spPr>
            <a:xfrm>
              <a:off x="789125" y="88250"/>
              <a:ext cx="974100" cy="365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r>
                <a:rPr lang="en-US" sz="1300" b="0" i="0" u="none" strike="noStrike" cap="none">
                  <a:solidFill>
                    <a:srgbClr val="9FC5E8"/>
                  </a:solidFill>
                  <a:latin typeface="Poppins SemiBold"/>
                  <a:ea typeface="Poppins SemiBold"/>
                  <a:cs typeface="Poppins SemiBold"/>
                  <a:sym typeface="Poppins SemiBold"/>
                </a:rPr>
                <a:t>Phase 2</a:t>
              </a:r>
              <a:endParaRPr sz="1300" b="0" i="0" u="none" strike="noStrike" cap="none">
                <a:solidFill>
                  <a:srgbClr val="9FC5E8"/>
                </a:solidFill>
                <a:latin typeface="Poppins SemiBold"/>
                <a:ea typeface="Poppins SemiBold"/>
                <a:cs typeface="Poppins SemiBold"/>
                <a:sym typeface="Poppins SemiBold"/>
              </a:endParaRPr>
            </a:p>
          </p:txBody>
        </p:sp>
        <p:sp>
          <p:nvSpPr>
            <p:cNvPr id="177" name="Google Shape;177;g26b641b03cd_0_260"/>
            <p:cNvSpPr txBox="1"/>
            <p:nvPr/>
          </p:nvSpPr>
          <p:spPr>
            <a:xfrm>
              <a:off x="34220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FFFFFF"/>
                  </a:solidFill>
                  <a:latin typeface="Poppins SemiBold"/>
                  <a:ea typeface="Poppins SemiBold"/>
                  <a:cs typeface="Poppins SemiBold"/>
                  <a:sym typeface="Poppins SemiBold"/>
                </a:rPr>
                <a:t>Phase 4</a:t>
              </a:r>
              <a:endParaRPr sz="1300" b="0" i="0" u="none" strike="noStrike" cap="none">
                <a:solidFill>
                  <a:srgbClr val="FFFFFF"/>
                </a:solidFill>
                <a:latin typeface="Poppins SemiBold"/>
                <a:ea typeface="Poppins SemiBold"/>
                <a:cs typeface="Poppins SemiBold"/>
                <a:sym typeface="Poppins SemiBold"/>
              </a:endParaRPr>
            </a:p>
          </p:txBody>
        </p:sp>
        <p:sp>
          <p:nvSpPr>
            <p:cNvPr id="178" name="Google Shape;178;g26b641b03cd_0_260"/>
            <p:cNvSpPr txBox="1"/>
            <p:nvPr/>
          </p:nvSpPr>
          <p:spPr>
            <a:xfrm>
              <a:off x="4753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a:t>
              </a:r>
              <a:endParaRPr sz="1300" b="0" i="0" u="none" strike="noStrike" cap="none">
                <a:solidFill>
                  <a:srgbClr val="9FC5E8"/>
                </a:solidFill>
                <a:latin typeface="Poppins SemiBold"/>
                <a:ea typeface="Poppins SemiBold"/>
                <a:cs typeface="Poppins SemiBold"/>
                <a:sym typeface="Poppins SemiBold"/>
              </a:endParaRPr>
            </a:p>
          </p:txBody>
        </p:sp>
        <p:sp>
          <p:nvSpPr>
            <p:cNvPr id="179" name="Google Shape;179;g26b641b03cd_0_260"/>
            <p:cNvSpPr/>
            <p:nvPr/>
          </p:nvSpPr>
          <p:spPr>
            <a:xfrm>
              <a:off x="457084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0" name="Google Shape;180;g26b641b03cd_0_260"/>
            <p:cNvSpPr txBox="1"/>
            <p:nvPr/>
          </p:nvSpPr>
          <p:spPr>
            <a:xfrm>
              <a:off x="60968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5.5</a:t>
              </a:r>
              <a:endParaRPr sz="1300" b="0" i="0" u="none" strike="noStrike" cap="none">
                <a:solidFill>
                  <a:srgbClr val="9FC5E8"/>
                </a:solidFill>
                <a:latin typeface="Poppins SemiBold"/>
                <a:ea typeface="Poppins SemiBold"/>
                <a:cs typeface="Poppins SemiBold"/>
                <a:sym typeface="Poppins SemiBold"/>
              </a:endParaRPr>
            </a:p>
          </p:txBody>
        </p:sp>
        <p:sp>
          <p:nvSpPr>
            <p:cNvPr id="181" name="Google Shape;181;g26b641b03cd_0_260"/>
            <p:cNvSpPr/>
            <p:nvPr/>
          </p:nvSpPr>
          <p:spPr>
            <a:xfrm>
              <a:off x="590592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2" name="Google Shape;182;g26b641b03cd_0_260"/>
            <p:cNvSpPr txBox="1"/>
            <p:nvPr/>
          </p:nvSpPr>
          <p:spPr>
            <a:xfrm>
              <a:off x="7422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6</a:t>
              </a:r>
              <a:endParaRPr sz="1300" b="0" i="0" u="none" strike="noStrike" cap="none">
                <a:solidFill>
                  <a:srgbClr val="9FC5E8"/>
                </a:solidFill>
                <a:latin typeface="Poppins SemiBold"/>
                <a:ea typeface="Poppins SemiBold"/>
                <a:cs typeface="Poppins SemiBold"/>
                <a:sym typeface="Poppins SemiBold"/>
              </a:endParaRPr>
            </a:p>
          </p:txBody>
        </p:sp>
        <p:sp>
          <p:nvSpPr>
            <p:cNvPr id="183" name="Google Shape;183;g26b641b03cd_0_260"/>
            <p:cNvSpPr/>
            <p:nvPr/>
          </p:nvSpPr>
          <p:spPr>
            <a:xfrm>
              <a:off x="72410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4" name="Google Shape;184;g26b641b03cd_0_260"/>
            <p:cNvSpPr/>
            <p:nvPr/>
          </p:nvSpPr>
          <p:spPr>
            <a:xfrm>
              <a:off x="56560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163B7E"/>
                </a:solidFill>
                <a:latin typeface="Poppins"/>
                <a:ea typeface="Poppins"/>
                <a:cs typeface="Poppins"/>
                <a:sym typeface="Poppins"/>
              </a:endParaRPr>
            </a:p>
          </p:txBody>
        </p:sp>
        <p:sp>
          <p:nvSpPr>
            <p:cNvPr id="185" name="Google Shape;185;g26b641b03cd_0_260"/>
            <p:cNvSpPr txBox="1"/>
            <p:nvPr/>
          </p:nvSpPr>
          <p:spPr>
            <a:xfrm>
              <a:off x="2084638" y="101716"/>
              <a:ext cx="974100" cy="338700"/>
            </a:xfrm>
            <a:prstGeom prst="rect">
              <a:avLst/>
            </a:prstGeom>
            <a:noFill/>
            <a:ln>
              <a:noFill/>
            </a:ln>
          </p:spPr>
          <p:txBody>
            <a:bodyPr spcFirstLastPara="1" wrap="square" lIns="0" tIns="91425" rIns="0"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US" sz="1300" b="0" i="0" u="none" strike="noStrike" cap="none">
                  <a:solidFill>
                    <a:srgbClr val="9FC5E8"/>
                  </a:solidFill>
                  <a:latin typeface="Poppins SemiBold"/>
                  <a:ea typeface="Poppins SemiBold"/>
                  <a:cs typeface="Poppins SemiBold"/>
                  <a:sym typeface="Poppins SemiBold"/>
                </a:rPr>
                <a:t>Phase 3</a:t>
              </a:r>
              <a:endParaRPr sz="1300" b="0" i="0" u="none" strike="noStrike" cap="none">
                <a:solidFill>
                  <a:srgbClr val="9FC5E8"/>
                </a:solidFill>
                <a:latin typeface="Poppins SemiBold"/>
                <a:ea typeface="Poppins SemiBold"/>
                <a:cs typeface="Poppins SemiBold"/>
                <a:sym typeface="Poppins SemiBold"/>
              </a:endParaRPr>
            </a:p>
          </p:txBody>
        </p:sp>
        <p:sp>
          <p:nvSpPr>
            <p:cNvPr id="186" name="Google Shape;186;g26b641b03cd_0_260"/>
            <p:cNvSpPr/>
            <p:nvPr/>
          </p:nvSpPr>
          <p:spPr>
            <a:xfrm>
              <a:off x="1900680" y="446900"/>
              <a:ext cx="1337400" cy="44700"/>
            </a:xfrm>
            <a:prstGeom prst="rect">
              <a:avLst/>
            </a:prstGeom>
            <a:solidFill>
              <a:srgbClr val="9FC5E8"/>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0-Magnetic Letters-V2">
  <p:cSld name="Alien Word of the Day_1_1_1_1_1_1_1_1_1_1_3">
    <p:spTree>
      <p:nvGrpSpPr>
        <p:cNvPr id="1" name="Shape 187"/>
        <p:cNvGrpSpPr/>
        <p:nvPr/>
      </p:nvGrpSpPr>
      <p:grpSpPr>
        <a:xfrm>
          <a:off x="0" y="0"/>
          <a:ext cx="0" cy="0"/>
          <a:chOff x="0" y="0"/>
          <a:chExt cx="0" cy="0"/>
        </a:xfrm>
      </p:grpSpPr>
      <p:sp>
        <p:nvSpPr>
          <p:cNvPr id="188" name="Google Shape;188;g2c235dd0dad_1_8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89" name="Google Shape;189;g2c235dd0dad_1_8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190" name="Google Shape;190;g2c235dd0dad_1_8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1" name="Google Shape;191;g2c235dd0dad_1_8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2" name="Google Shape;192;g2c235dd0dad_1_8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93" name="Google Shape;193;g2c235dd0dad_1_8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94" name="Google Shape;194;g2c235dd0dad_1_8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195" name="Google Shape;195;g2c235dd0dad_1_87"/>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6" name="Google Shape;196;g2c235dd0dad_1_87"/>
          <p:cNvSpPr txBox="1">
            <a:spLocks noGrp="1"/>
          </p:cNvSpPr>
          <p:nvPr>
            <p:ph type="subTitle" idx="2"/>
          </p:nvPr>
        </p:nvSpPr>
        <p:spPr>
          <a:xfrm>
            <a:off x="1181100" y="3423025"/>
            <a:ext cx="6781800" cy="20610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197" name="Google Shape;197;g2c235dd0dad_1_87"/>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8" name="Google Shape;198;g2c235dd0dad_1_87"/>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199" name="Google Shape;199;g2c235dd0dad_1_87"/>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00" name="Google Shape;200;g2c235dd0dad_1_8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201" name="Google Shape;201;g2c235dd0dad_1_87"/>
          <p:cNvSpPr txBox="1">
            <a:spLocks noGrp="1"/>
          </p:cNvSpPr>
          <p:nvPr>
            <p:ph type="subTitle" idx="5"/>
          </p:nvPr>
        </p:nvSpPr>
        <p:spPr>
          <a:xfrm>
            <a:off x="1181100" y="824863"/>
            <a:ext cx="6781800" cy="1945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2356AF"/>
              </a:buClr>
              <a:buSzPts val="8000"/>
              <a:buFont typeface="Jost"/>
              <a:buNone/>
              <a:defRPr sz="8000">
                <a:solidFill>
                  <a:srgbClr val="2356AF"/>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cxnSp>
        <p:nvCxnSpPr>
          <p:cNvPr id="202" name="Google Shape;202;g2c235dd0dad_1_87"/>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03" name="Google Shape;203;g2c235dd0dad_1_8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04" name="Google Shape;204;g2c235dd0dad_1_87"/>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05" name="Google Shape;205;g2c235dd0dad_1_87"/>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6" name="Google Shape;206;g2c235dd0dad_1_87"/>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07" name="Google Shape;207;g2c235dd0dad_1_87"/>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08" name="Google Shape;208;g2c235dd0dad_1_87"/>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09" name="Google Shape;209;g2c235dd0dad_1_87"/>
          <p:cNvSpPr txBox="1">
            <a:spLocks noGrp="1"/>
          </p:cNvSpPr>
          <p:nvPr>
            <p:ph type="subTitle" idx="6"/>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10" name="Google Shape;210;g2c235dd0dad_1_87"/>
          <p:cNvGrpSpPr/>
          <p:nvPr/>
        </p:nvGrpSpPr>
        <p:grpSpPr>
          <a:xfrm>
            <a:off x="662575" y="6212475"/>
            <a:ext cx="586800" cy="571500"/>
            <a:chOff x="662575" y="6212475"/>
            <a:chExt cx="586800" cy="571500"/>
          </a:xfrm>
        </p:grpSpPr>
        <p:sp>
          <p:nvSpPr>
            <p:cNvPr id="211" name="Google Shape;211;g2c235dd0dad_1_8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2" name="Google Shape;212;g2c235dd0dad_1_8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3" name="Google Shape;213;g2c235dd0dad_1_8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14" name="Google Shape;214;g2c235dd0dad_1_87"/>
          <p:cNvGrpSpPr/>
          <p:nvPr/>
        </p:nvGrpSpPr>
        <p:grpSpPr>
          <a:xfrm>
            <a:off x="7894350" y="6212475"/>
            <a:ext cx="586800" cy="571500"/>
            <a:chOff x="7894350" y="6212475"/>
            <a:chExt cx="586800" cy="571500"/>
          </a:xfrm>
        </p:grpSpPr>
        <p:sp>
          <p:nvSpPr>
            <p:cNvPr id="215" name="Google Shape;215;g2c235dd0dad_1_8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6" name="Google Shape;216;g2c235dd0dad_1_8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17" name="Google Shape;217;g2c235dd0dad_1_8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0-Magnetic Letters-V1">
  <p:cSld name="Alien Word of the Day_1_1_1_1_1_1_1_1_1_1_3_1">
    <p:spTree>
      <p:nvGrpSpPr>
        <p:cNvPr id="1" name="Shape 218"/>
        <p:cNvGrpSpPr/>
        <p:nvPr/>
      </p:nvGrpSpPr>
      <p:grpSpPr>
        <a:xfrm>
          <a:off x="0" y="0"/>
          <a:ext cx="0" cy="0"/>
          <a:chOff x="0" y="0"/>
          <a:chExt cx="0" cy="0"/>
        </a:xfrm>
      </p:grpSpPr>
      <p:sp>
        <p:nvSpPr>
          <p:cNvPr id="219" name="Google Shape;219;g1f3daf8a844_0_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0" name="Google Shape;220;g1f3daf8a844_0_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21" name="Google Shape;221;g1f3daf8a844_0_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2" name="Google Shape;222;g1f3daf8a844_0_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3" name="Google Shape;223;g1f3daf8a844_0_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24" name="Google Shape;224;g1f3daf8a844_0_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25" name="Google Shape;225;g1f3daf8a844_0_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26" name="Google Shape;226;g1f3daf8a844_0_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Clr>
                <a:srgbClr val="2F286F"/>
              </a:buClr>
              <a:buSzPts val="2400"/>
              <a:buNone/>
              <a:defRPr>
                <a:solidFill>
                  <a:srgbClr val="2F286F"/>
                </a:solidFill>
              </a:defRPr>
            </a:lvl2pPr>
            <a:lvl3pPr lvl="2" algn="l">
              <a:lnSpc>
                <a:spcPct val="90000"/>
              </a:lnSpc>
              <a:spcBef>
                <a:spcPts val="500"/>
              </a:spcBef>
              <a:spcAft>
                <a:spcPts val="0"/>
              </a:spcAft>
              <a:buClr>
                <a:srgbClr val="2F286F"/>
              </a:buClr>
              <a:buSzPts val="2000"/>
              <a:buNone/>
              <a:defRPr>
                <a:solidFill>
                  <a:srgbClr val="2F286F"/>
                </a:solidFill>
              </a:defRPr>
            </a:lvl3pPr>
            <a:lvl4pPr lvl="3" algn="l">
              <a:lnSpc>
                <a:spcPct val="90000"/>
              </a:lnSpc>
              <a:spcBef>
                <a:spcPts val="500"/>
              </a:spcBef>
              <a:spcAft>
                <a:spcPts val="0"/>
              </a:spcAft>
              <a:buClr>
                <a:srgbClr val="2F286F"/>
              </a:buClr>
              <a:buSzPts val="1800"/>
              <a:buNone/>
              <a:defRPr>
                <a:solidFill>
                  <a:srgbClr val="2F286F"/>
                </a:solidFill>
              </a:defRPr>
            </a:lvl4pPr>
            <a:lvl5pPr lvl="4" algn="l">
              <a:lnSpc>
                <a:spcPct val="90000"/>
              </a:lnSpc>
              <a:spcBef>
                <a:spcPts val="500"/>
              </a:spcBef>
              <a:spcAft>
                <a:spcPts val="0"/>
              </a:spcAft>
              <a:buClr>
                <a:srgbClr val="2F286F"/>
              </a:buClr>
              <a:buSzPts val="1800"/>
              <a:buNone/>
              <a:defRPr>
                <a:solidFill>
                  <a:srgbClr val="2F286F"/>
                </a:solidFill>
              </a:defRPr>
            </a:lvl5pPr>
            <a:lvl6pPr lvl="5" algn="l">
              <a:lnSpc>
                <a:spcPct val="90000"/>
              </a:lnSpc>
              <a:spcBef>
                <a:spcPts val="500"/>
              </a:spcBef>
              <a:spcAft>
                <a:spcPts val="0"/>
              </a:spcAft>
              <a:buClr>
                <a:srgbClr val="2F286F"/>
              </a:buClr>
              <a:buSzPts val="1800"/>
              <a:buNone/>
              <a:defRPr>
                <a:solidFill>
                  <a:srgbClr val="2F286F"/>
                </a:solidFill>
              </a:defRPr>
            </a:lvl6pPr>
            <a:lvl7pPr lvl="6" algn="l">
              <a:lnSpc>
                <a:spcPct val="90000"/>
              </a:lnSpc>
              <a:spcBef>
                <a:spcPts val="500"/>
              </a:spcBef>
              <a:spcAft>
                <a:spcPts val="0"/>
              </a:spcAft>
              <a:buClr>
                <a:srgbClr val="2F286F"/>
              </a:buClr>
              <a:buSzPts val="1800"/>
              <a:buNone/>
              <a:defRPr>
                <a:solidFill>
                  <a:srgbClr val="2F286F"/>
                </a:solidFill>
              </a:defRPr>
            </a:lvl7pPr>
            <a:lvl8pPr lvl="7" algn="l">
              <a:lnSpc>
                <a:spcPct val="90000"/>
              </a:lnSpc>
              <a:spcBef>
                <a:spcPts val="500"/>
              </a:spcBef>
              <a:spcAft>
                <a:spcPts val="0"/>
              </a:spcAft>
              <a:buClr>
                <a:srgbClr val="2F286F"/>
              </a:buClr>
              <a:buSzPts val="1800"/>
              <a:buNone/>
              <a:defRPr>
                <a:solidFill>
                  <a:srgbClr val="2F286F"/>
                </a:solidFill>
              </a:defRPr>
            </a:lvl8pPr>
            <a:lvl9pPr lvl="8" algn="l">
              <a:lnSpc>
                <a:spcPct val="90000"/>
              </a:lnSpc>
              <a:spcBef>
                <a:spcPts val="500"/>
              </a:spcBef>
              <a:spcAft>
                <a:spcPts val="0"/>
              </a:spcAft>
              <a:buClr>
                <a:srgbClr val="2F286F"/>
              </a:buClr>
              <a:buSzPts val="1800"/>
              <a:buNone/>
              <a:defRPr>
                <a:solidFill>
                  <a:srgbClr val="2F286F"/>
                </a:solidFill>
              </a:defRPr>
            </a:lvl9pPr>
          </a:lstStyle>
          <a:p>
            <a:endParaRPr/>
          </a:p>
        </p:txBody>
      </p:sp>
      <p:sp>
        <p:nvSpPr>
          <p:cNvPr id="227" name="Google Shape;227;g1f3daf8a844_0_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8" name="Google Shape;228;g1f3daf8a844_0_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29" name="Google Shape;229;g1f3daf8a844_0_32"/>
          <p:cNvSpPr/>
          <p:nvPr/>
        </p:nvSpPr>
        <p:spPr>
          <a:xfrm>
            <a:off x="1728299" y="6212475"/>
            <a:ext cx="56874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SLANT BOARD</a:t>
            </a:r>
            <a:endParaRPr sz="1400" b="0" i="0" u="none" strike="noStrike" cap="none">
              <a:solidFill>
                <a:srgbClr val="000000"/>
              </a:solidFill>
              <a:latin typeface="Arial"/>
              <a:ea typeface="Arial"/>
              <a:cs typeface="Arial"/>
              <a:sym typeface="Arial"/>
            </a:endParaRPr>
          </a:p>
        </p:txBody>
      </p:sp>
      <p:sp>
        <p:nvSpPr>
          <p:cNvPr id="230" name="Google Shape;230;g1f3daf8a844_0_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a:solidFill>
                  <a:srgbClr val="8DC63F"/>
                </a:solidFill>
                <a:latin typeface="Poppins Medium"/>
                <a:ea typeface="Poppins Medium"/>
                <a:cs typeface="Poppins Medium"/>
                <a:sym typeface="Poppins Medium"/>
              </a:rPr>
              <a:t>Practise</a:t>
            </a:r>
            <a:r>
              <a:rPr lang="en-US" sz="30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cxnSp>
        <p:nvCxnSpPr>
          <p:cNvPr id="231" name="Google Shape;231;g1f3daf8a844_0_32"/>
          <p:cNvCxnSpPr/>
          <p:nvPr/>
        </p:nvCxnSpPr>
        <p:spPr>
          <a:xfrm>
            <a:off x="1181100" y="3461850"/>
            <a:ext cx="6781800" cy="0"/>
          </a:xfrm>
          <a:prstGeom prst="straightConnector1">
            <a:avLst/>
          </a:prstGeom>
          <a:noFill/>
          <a:ln w="28575" cap="flat" cmpd="sng">
            <a:solidFill>
              <a:srgbClr val="CFD9EF"/>
            </a:solidFill>
            <a:prstDash val="solid"/>
            <a:miter lim="800000"/>
            <a:headEnd type="none" w="sm" len="sm"/>
            <a:tailEnd type="none" w="sm" len="sm"/>
          </a:ln>
        </p:spPr>
      </p:cxnSp>
      <p:sp>
        <p:nvSpPr>
          <p:cNvPr id="232" name="Google Shape;232;g1f3daf8a844_0_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233" name="Google Shape;233;g1f3daf8a844_0_32"/>
          <p:cNvPicPr preferRelativeResize="0"/>
          <p:nvPr/>
        </p:nvPicPr>
        <p:blipFill rotWithShape="1">
          <a:blip r:embed="rId2">
            <a:alphaModFix/>
          </a:blip>
          <a:srcRect/>
          <a:stretch/>
        </p:blipFill>
        <p:spPr>
          <a:xfrm>
            <a:off x="3278989" y="302008"/>
            <a:ext cx="214317" cy="246300"/>
          </a:xfrm>
          <a:prstGeom prst="rect">
            <a:avLst/>
          </a:prstGeom>
          <a:noFill/>
          <a:ln>
            <a:noFill/>
          </a:ln>
        </p:spPr>
      </p:pic>
      <p:cxnSp>
        <p:nvCxnSpPr>
          <p:cNvPr id="234" name="Google Shape;234;g1f3daf8a844_0_32"/>
          <p:cNvCxnSpPr/>
          <p:nvPr/>
        </p:nvCxnSpPr>
        <p:spPr>
          <a:xfrm>
            <a:off x="1181100" y="424463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5" name="Google Shape;235;g1f3daf8a844_0_32"/>
          <p:cNvCxnSpPr/>
          <p:nvPr/>
        </p:nvCxnSpPr>
        <p:spPr>
          <a:xfrm>
            <a:off x="1181100" y="3940789"/>
            <a:ext cx="6781800" cy="0"/>
          </a:xfrm>
          <a:prstGeom prst="straightConnector1">
            <a:avLst/>
          </a:prstGeom>
          <a:noFill/>
          <a:ln w="28575" cap="flat" cmpd="sng">
            <a:solidFill>
              <a:srgbClr val="8ED8F8"/>
            </a:solidFill>
            <a:prstDash val="lgDash"/>
            <a:miter lim="800000"/>
            <a:headEnd type="none" w="sm" len="sm"/>
            <a:tailEnd type="none" w="sm" len="sm"/>
          </a:ln>
        </p:spPr>
      </p:cxnSp>
      <p:cxnSp>
        <p:nvCxnSpPr>
          <p:cNvPr id="236" name="Google Shape;236;g1f3daf8a844_0_32"/>
          <p:cNvCxnSpPr/>
          <p:nvPr/>
        </p:nvCxnSpPr>
        <p:spPr>
          <a:xfrm>
            <a:off x="1181100" y="4848175"/>
            <a:ext cx="6781800" cy="0"/>
          </a:xfrm>
          <a:prstGeom prst="straightConnector1">
            <a:avLst/>
          </a:prstGeom>
          <a:noFill/>
          <a:ln w="28575" cap="flat" cmpd="sng">
            <a:solidFill>
              <a:srgbClr val="8ED8F8"/>
            </a:solidFill>
            <a:prstDash val="solid"/>
            <a:miter lim="800000"/>
            <a:headEnd type="none" w="sm" len="sm"/>
            <a:tailEnd type="none" w="sm" len="sm"/>
          </a:ln>
        </p:spPr>
      </p:cxnSp>
      <p:cxnSp>
        <p:nvCxnSpPr>
          <p:cNvPr id="237" name="Google Shape;237;g1f3daf8a844_0_32"/>
          <p:cNvCxnSpPr/>
          <p:nvPr/>
        </p:nvCxnSpPr>
        <p:spPr>
          <a:xfrm>
            <a:off x="1181100" y="5111514"/>
            <a:ext cx="6781800" cy="0"/>
          </a:xfrm>
          <a:prstGeom prst="straightConnector1">
            <a:avLst/>
          </a:prstGeom>
          <a:noFill/>
          <a:ln w="28575" cap="flat" cmpd="sng">
            <a:solidFill>
              <a:srgbClr val="8ED8F8"/>
            </a:solidFill>
            <a:prstDash val="lgDash"/>
            <a:miter lim="800000"/>
            <a:headEnd type="none" w="sm" len="sm"/>
            <a:tailEnd type="none" w="sm" len="sm"/>
          </a:ln>
        </p:spPr>
      </p:cxnSp>
      <p:sp>
        <p:nvSpPr>
          <p:cNvPr id="238" name="Google Shape;238;g1f3daf8a844_0_32"/>
          <p:cNvSpPr txBox="1">
            <a:spLocks noGrp="1"/>
          </p:cNvSpPr>
          <p:nvPr>
            <p:ph type="subTitle" idx="4"/>
          </p:nvPr>
        </p:nvSpPr>
        <p:spPr>
          <a:xfrm>
            <a:off x="1193375" y="3007366"/>
            <a:ext cx="6781800" cy="2931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999999"/>
              </a:buClr>
              <a:buSzPts val="2000"/>
              <a:buFont typeface="Jost"/>
              <a:buNone/>
              <a:defRPr sz="2000">
                <a:solidFill>
                  <a:srgbClr val="999999"/>
                </a:solidFill>
                <a:latin typeface="Jost"/>
                <a:ea typeface="Jost"/>
                <a:cs typeface="Jost"/>
                <a:sym typeface="Jost"/>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grpSp>
        <p:nvGrpSpPr>
          <p:cNvPr id="239" name="Google Shape;239;g1f3daf8a844_0_32"/>
          <p:cNvGrpSpPr/>
          <p:nvPr/>
        </p:nvGrpSpPr>
        <p:grpSpPr>
          <a:xfrm>
            <a:off x="662575" y="6212475"/>
            <a:ext cx="586800" cy="571500"/>
            <a:chOff x="662575" y="6212475"/>
            <a:chExt cx="586800" cy="571500"/>
          </a:xfrm>
        </p:grpSpPr>
        <p:sp>
          <p:nvSpPr>
            <p:cNvPr id="240" name="Google Shape;240;g1f3daf8a844_0_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1" name="Google Shape;241;g1f3daf8a844_0_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2" name="Google Shape;242;g1f3daf8a844_0_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43" name="Google Shape;243;g1f3daf8a844_0_32"/>
          <p:cNvGrpSpPr/>
          <p:nvPr/>
        </p:nvGrpSpPr>
        <p:grpSpPr>
          <a:xfrm>
            <a:off x="7894350" y="6212475"/>
            <a:ext cx="586800" cy="571500"/>
            <a:chOff x="7894350" y="6212475"/>
            <a:chExt cx="586800" cy="571500"/>
          </a:xfrm>
        </p:grpSpPr>
        <p:sp>
          <p:nvSpPr>
            <p:cNvPr id="244" name="Google Shape;244;g1f3daf8a844_0_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5" name="Google Shape;245;g1f3daf8a844_0_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6" name="Google Shape;246;g1f3daf8a844_0_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11-Quickwrite">
  <p:cSld name="Alien Word of the Day_1_1_1_1_1_1_1_1_1_1_1">
    <p:spTree>
      <p:nvGrpSpPr>
        <p:cNvPr id="1" name="Shape 247"/>
        <p:cNvGrpSpPr/>
        <p:nvPr/>
      </p:nvGrpSpPr>
      <p:grpSpPr>
        <a:xfrm>
          <a:off x="0" y="0"/>
          <a:ext cx="0" cy="0"/>
          <a:chOff x="0" y="0"/>
          <a:chExt cx="0" cy="0"/>
        </a:xfrm>
      </p:grpSpPr>
      <p:sp>
        <p:nvSpPr>
          <p:cNvPr id="248" name="Google Shape;248;g2c157a2fb06_0_5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49" name="Google Shape;249;g2c157a2fb06_0_5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50" name="Google Shape;250;g2c157a2fb06_0_5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1" name="Google Shape;251;g2c157a2fb06_0_5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2" name="Google Shape;252;g2c157a2fb06_0_5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53" name="Google Shape;253;g2c157a2fb06_0_5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54" name="Google Shape;254;g2c157a2fb06_0_5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255" name="Google Shape;255;g2c157a2fb06_0_53"/>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56" name="Google Shape;256;g2c157a2fb06_0_53"/>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7" name="Google Shape;257;g2c157a2fb06_0_53"/>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258" name="Google Shape;258;g2c157a2fb06_0_5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259" name="Google Shape;259;g2c157a2fb06_0_5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Quickwrite</a:t>
            </a:r>
            <a:endParaRPr sz="3000" b="0" i="0" u="none" strike="noStrike" cap="none">
              <a:solidFill>
                <a:srgbClr val="8DC63F"/>
              </a:solidFill>
              <a:latin typeface="Poppins Medium"/>
              <a:ea typeface="Poppins Medium"/>
              <a:cs typeface="Poppins Medium"/>
              <a:sym typeface="Poppins Medium"/>
            </a:endParaRPr>
          </a:p>
        </p:txBody>
      </p:sp>
      <p:sp>
        <p:nvSpPr>
          <p:cNvPr id="260" name="Google Shape;260;g2c157a2fb06_0_53"/>
          <p:cNvSpPr txBox="1">
            <a:spLocks noGrp="1"/>
          </p:cNvSpPr>
          <p:nvPr>
            <p:ph type="subTitle" idx="4"/>
          </p:nvPr>
        </p:nvSpPr>
        <p:spPr>
          <a:xfrm>
            <a:off x="12573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1" name="Google Shape;261;g2c157a2fb06_0_53"/>
          <p:cNvSpPr txBox="1">
            <a:spLocks noGrp="1"/>
          </p:cNvSpPr>
          <p:nvPr>
            <p:ph type="subTitle" idx="5"/>
          </p:nvPr>
        </p:nvSpPr>
        <p:spPr>
          <a:xfrm>
            <a:off x="34956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2" name="Google Shape;262;g2c157a2fb06_0_53"/>
          <p:cNvSpPr txBox="1">
            <a:spLocks noGrp="1"/>
          </p:cNvSpPr>
          <p:nvPr>
            <p:ph type="subTitle" idx="6"/>
          </p:nvPr>
        </p:nvSpPr>
        <p:spPr>
          <a:xfrm>
            <a:off x="5733900" y="3458625"/>
            <a:ext cx="2229000" cy="12582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Clr>
                <a:srgbClr val="666666"/>
              </a:buClr>
              <a:buSzPts val="3200"/>
              <a:buNone/>
              <a:defRPr sz="32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263" name="Google Shape;263;g2c157a2fb06_0_53"/>
          <p:cNvSpPr txBox="1">
            <a:spLocks noGrp="1"/>
          </p:cNvSpPr>
          <p:nvPr>
            <p:ph type="subTitle" idx="7"/>
          </p:nvPr>
        </p:nvSpPr>
        <p:spPr>
          <a:xfrm>
            <a:off x="1249500" y="11549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264" name="Google Shape;264;g2c157a2fb06_0_53"/>
          <p:cNvSpPr/>
          <p:nvPr/>
        </p:nvSpPr>
        <p:spPr>
          <a:xfrm>
            <a:off x="3997207" y="7459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5" name="Google Shape;265;g2c157a2fb06_0_53"/>
          <p:cNvSpPr/>
          <p:nvPr/>
        </p:nvSpPr>
        <p:spPr>
          <a:xfrm>
            <a:off x="5249829" y="7459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6" name="Google Shape;266;g2c157a2fb06_0_53"/>
          <p:cNvSpPr/>
          <p:nvPr/>
        </p:nvSpPr>
        <p:spPr>
          <a:xfrm>
            <a:off x="2744584" y="7459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7" name="Google Shape;267;g2c157a2fb06_0_53"/>
          <p:cNvSpPr/>
          <p:nvPr/>
        </p:nvSpPr>
        <p:spPr>
          <a:xfrm>
            <a:off x="6502452" y="7459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268" name="Google Shape;268;g2c157a2fb06_0_53"/>
          <p:cNvSpPr/>
          <p:nvPr/>
        </p:nvSpPr>
        <p:spPr>
          <a:xfrm>
            <a:off x="7755075" y="7317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nvGrpSpPr>
          <p:cNvPr id="269" name="Google Shape;269;g2c157a2fb06_0_53"/>
          <p:cNvGrpSpPr/>
          <p:nvPr/>
        </p:nvGrpSpPr>
        <p:grpSpPr>
          <a:xfrm>
            <a:off x="1403031" y="6958923"/>
            <a:ext cx="6774848" cy="1291477"/>
            <a:chOff x="717231" y="7263723"/>
            <a:chExt cx="6774848" cy="1291477"/>
          </a:xfrm>
        </p:grpSpPr>
        <p:sp>
          <p:nvSpPr>
            <p:cNvPr id="270" name="Google Shape;270;g2c157a2fb06_0_53"/>
            <p:cNvSpPr txBox="1"/>
            <p:nvPr/>
          </p:nvSpPr>
          <p:spPr>
            <a:xfrm>
              <a:off x="777232" y="7263723"/>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FFFFFF"/>
                  </a:solidFill>
                  <a:latin typeface="Poppins"/>
                  <a:ea typeface="Poppins"/>
                  <a:cs typeface="Poppins"/>
                  <a:sym typeface="Poppins"/>
                </a:rPr>
                <a:t>Sound Buttons</a:t>
              </a:r>
              <a:endParaRPr sz="2000" b="0" i="0" u="none" strike="noStrike" cap="none">
                <a:solidFill>
                  <a:srgbClr val="FFFFFF"/>
                </a:solidFill>
                <a:latin typeface="Poppins"/>
                <a:ea typeface="Poppins"/>
                <a:cs typeface="Poppins"/>
                <a:sym typeface="Poppins"/>
              </a:endParaRPr>
            </a:p>
          </p:txBody>
        </p:sp>
        <p:sp>
          <p:nvSpPr>
            <p:cNvPr id="271" name="Google Shape;271;g2c157a2fb06_0_53"/>
            <p:cNvSpPr txBox="1"/>
            <p:nvPr/>
          </p:nvSpPr>
          <p:spPr>
            <a:xfrm>
              <a:off x="717231" y="8178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Vowel</a:t>
              </a:r>
              <a:endParaRPr sz="950" b="0" i="0" u="none" strike="noStrike" cap="none">
                <a:solidFill>
                  <a:srgbClr val="FFFFFF"/>
                </a:solidFill>
                <a:latin typeface="Poppins"/>
                <a:ea typeface="Poppins"/>
                <a:cs typeface="Poppins"/>
                <a:sym typeface="Poppins"/>
              </a:endParaRPr>
            </a:p>
          </p:txBody>
        </p:sp>
        <p:sp>
          <p:nvSpPr>
            <p:cNvPr id="272" name="Google Shape;272;g2c157a2fb06_0_53"/>
            <p:cNvSpPr txBox="1"/>
            <p:nvPr/>
          </p:nvSpPr>
          <p:spPr>
            <a:xfrm>
              <a:off x="1278224" y="8179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a:t>
              </a:r>
              <a:endParaRPr sz="950" b="0" i="0" u="none" strike="noStrike" cap="none">
                <a:solidFill>
                  <a:srgbClr val="FFFFFF"/>
                </a:solidFill>
                <a:latin typeface="Poppins"/>
                <a:ea typeface="Poppins"/>
                <a:cs typeface="Poppins"/>
                <a:sym typeface="Poppins"/>
              </a:endParaRPr>
            </a:p>
          </p:txBody>
        </p:sp>
        <p:sp>
          <p:nvSpPr>
            <p:cNvPr id="273" name="Google Shape;273;g2c157a2fb06_0_53"/>
            <p:cNvSpPr txBox="1"/>
            <p:nvPr/>
          </p:nvSpPr>
          <p:spPr>
            <a:xfrm>
              <a:off x="2048446"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Consonant Digraph</a:t>
              </a:r>
              <a:endParaRPr sz="950" b="0" i="0" u="none" strike="noStrike" cap="none">
                <a:solidFill>
                  <a:srgbClr val="FFFFFF"/>
                </a:solidFill>
                <a:latin typeface="Poppins"/>
                <a:ea typeface="Poppins"/>
                <a:cs typeface="Poppins"/>
                <a:sym typeface="Poppins"/>
              </a:endParaRPr>
            </a:p>
          </p:txBody>
        </p:sp>
        <p:sp>
          <p:nvSpPr>
            <p:cNvPr id="274" name="Google Shape;274;g2c157a2fb06_0_53"/>
            <p:cNvSpPr txBox="1"/>
            <p:nvPr/>
          </p:nvSpPr>
          <p:spPr>
            <a:xfrm>
              <a:off x="3341753"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Long Vowel Sound</a:t>
              </a:r>
              <a:endParaRPr sz="950" b="0" i="0" u="none" strike="noStrike" cap="none">
                <a:solidFill>
                  <a:srgbClr val="FFFFFF"/>
                </a:solidFill>
                <a:latin typeface="Poppins"/>
                <a:ea typeface="Poppins"/>
                <a:cs typeface="Poppins"/>
                <a:sym typeface="Poppins"/>
              </a:endParaRPr>
            </a:p>
          </p:txBody>
        </p:sp>
        <p:sp>
          <p:nvSpPr>
            <p:cNvPr id="275" name="Google Shape;275;g2c157a2fb06_0_53"/>
            <p:cNvSpPr txBox="1"/>
            <p:nvPr/>
          </p:nvSpPr>
          <p:spPr>
            <a:xfrm>
              <a:off x="4562812"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R-controlled Digraph</a:t>
              </a:r>
              <a:endParaRPr sz="950" b="0" i="0" u="none" strike="noStrike" cap="none">
                <a:solidFill>
                  <a:srgbClr val="FFFFFF"/>
                </a:solidFill>
                <a:latin typeface="Poppins"/>
                <a:ea typeface="Poppins"/>
                <a:cs typeface="Poppins"/>
                <a:sym typeface="Poppins"/>
              </a:endParaRPr>
            </a:p>
          </p:txBody>
        </p:sp>
        <p:sp>
          <p:nvSpPr>
            <p:cNvPr id="276" name="Google Shape;276;g2c157a2fb06_0_53"/>
            <p:cNvSpPr txBox="1"/>
            <p:nvPr/>
          </p:nvSpPr>
          <p:spPr>
            <a:xfrm>
              <a:off x="5848919" y="8178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Split Digraph</a:t>
              </a:r>
              <a:endParaRPr sz="950" b="0" i="0" u="none" strike="noStrike" cap="none">
                <a:solidFill>
                  <a:srgbClr val="FFFFFF"/>
                </a:solidFill>
                <a:latin typeface="Poppins"/>
                <a:ea typeface="Poppins"/>
                <a:cs typeface="Poppins"/>
                <a:sym typeface="Poppins"/>
              </a:endParaRPr>
            </a:p>
          </p:txBody>
        </p:sp>
        <p:sp>
          <p:nvSpPr>
            <p:cNvPr id="277" name="Google Shape;277;g2c157a2fb06_0_53"/>
            <p:cNvSpPr txBox="1"/>
            <p:nvPr/>
          </p:nvSpPr>
          <p:spPr>
            <a:xfrm>
              <a:off x="6771179" y="8178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FFFFFF"/>
                  </a:solidFill>
                  <a:latin typeface="Poppins"/>
                  <a:ea typeface="Poppins"/>
                  <a:cs typeface="Poppins"/>
                  <a:sym typeface="Poppins"/>
                </a:rPr>
                <a:t>Syllable / Silent Letter</a:t>
              </a:r>
              <a:endParaRPr sz="950" b="0" i="0" u="none" strike="noStrike" cap="none">
                <a:solidFill>
                  <a:srgbClr val="FFFFFF"/>
                </a:solidFill>
                <a:latin typeface="Poppins"/>
                <a:ea typeface="Poppins"/>
                <a:cs typeface="Poppins"/>
                <a:sym typeface="Poppins"/>
              </a:endParaRPr>
            </a:p>
          </p:txBody>
        </p:sp>
      </p:grpSp>
      <p:sp>
        <p:nvSpPr>
          <p:cNvPr id="278" name="Google Shape;278;g2c157a2fb06_0_53"/>
          <p:cNvSpPr/>
          <p:nvPr/>
        </p:nvSpPr>
        <p:spPr>
          <a:xfrm>
            <a:off x="1498738" y="7358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79" name="Google Shape;279;g2c157a2fb06_0_53"/>
          <p:cNvSpPr/>
          <p:nvPr/>
        </p:nvSpPr>
        <p:spPr>
          <a:xfrm>
            <a:off x="2121661" y="7358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0" name="Google Shape;280;g2c157a2fb06_0_5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281" name="Google Shape;281;g2c157a2fb06_0_53"/>
          <p:cNvPicPr preferRelativeResize="0"/>
          <p:nvPr/>
        </p:nvPicPr>
        <p:blipFill rotWithShape="1">
          <a:blip r:embed="rId2">
            <a:alphaModFix/>
          </a:blip>
          <a:srcRect/>
          <a:stretch/>
        </p:blipFill>
        <p:spPr>
          <a:xfrm>
            <a:off x="3459875" y="302008"/>
            <a:ext cx="214317" cy="246300"/>
          </a:xfrm>
          <a:prstGeom prst="rect">
            <a:avLst/>
          </a:prstGeom>
          <a:noFill/>
          <a:ln>
            <a:noFill/>
          </a:ln>
        </p:spPr>
      </p:pic>
      <p:cxnSp>
        <p:nvCxnSpPr>
          <p:cNvPr id="282" name="Google Shape;282;g2c157a2fb06_0_53"/>
          <p:cNvCxnSpPr/>
          <p:nvPr/>
        </p:nvCxnSpPr>
        <p:spPr>
          <a:xfrm>
            <a:off x="1181100" y="3233250"/>
            <a:ext cx="6781800" cy="0"/>
          </a:xfrm>
          <a:prstGeom prst="straightConnector1">
            <a:avLst/>
          </a:prstGeom>
          <a:noFill/>
          <a:ln w="28575" cap="flat" cmpd="sng">
            <a:solidFill>
              <a:srgbClr val="CFD9EF"/>
            </a:solidFill>
            <a:prstDash val="solid"/>
            <a:miter lim="800000"/>
            <a:headEnd type="none" w="sm" len="sm"/>
            <a:tailEnd type="none" w="sm" len="sm"/>
          </a:ln>
        </p:spPr>
      </p:cxnSp>
      <p:grpSp>
        <p:nvGrpSpPr>
          <p:cNvPr id="283" name="Google Shape;283;g2c157a2fb06_0_53"/>
          <p:cNvGrpSpPr/>
          <p:nvPr/>
        </p:nvGrpSpPr>
        <p:grpSpPr>
          <a:xfrm>
            <a:off x="662575" y="6212475"/>
            <a:ext cx="586800" cy="571500"/>
            <a:chOff x="662575" y="6212475"/>
            <a:chExt cx="586800" cy="571500"/>
          </a:xfrm>
        </p:grpSpPr>
        <p:sp>
          <p:nvSpPr>
            <p:cNvPr id="284" name="Google Shape;284;g2c157a2fb06_0_5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5" name="Google Shape;285;g2c157a2fb06_0_5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6" name="Google Shape;286;g2c157a2fb06_0_5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287" name="Google Shape;287;g2c157a2fb06_0_53"/>
          <p:cNvGrpSpPr/>
          <p:nvPr/>
        </p:nvGrpSpPr>
        <p:grpSpPr>
          <a:xfrm>
            <a:off x="7894350" y="6212475"/>
            <a:ext cx="586800" cy="571500"/>
            <a:chOff x="7894350" y="6212475"/>
            <a:chExt cx="586800" cy="571500"/>
          </a:xfrm>
        </p:grpSpPr>
        <p:sp>
          <p:nvSpPr>
            <p:cNvPr id="288" name="Google Shape;288;g2c157a2fb06_0_5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89" name="Google Shape;289;g2c157a2fb06_0_5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0" name="Google Shape;290;g2c157a2fb06_0_5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12 - Full Circle">
  <p:cSld name="Alien Word of the Day_1_1_1_1_1_1_1_1_1_1_1_1">
    <p:spTree>
      <p:nvGrpSpPr>
        <p:cNvPr id="1" name="Shape 291"/>
        <p:cNvGrpSpPr/>
        <p:nvPr/>
      </p:nvGrpSpPr>
      <p:grpSpPr>
        <a:xfrm>
          <a:off x="0" y="0"/>
          <a:ext cx="0" cy="0"/>
          <a:chOff x="0" y="0"/>
          <a:chExt cx="0" cy="0"/>
        </a:xfrm>
      </p:grpSpPr>
      <p:sp>
        <p:nvSpPr>
          <p:cNvPr id="292" name="Google Shape;292;g2c157a2fb06_0_15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3" name="Google Shape;293;g2c157a2fb06_0_15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294" name="Google Shape;294;g2c157a2fb06_0_15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5" name="Google Shape;295;g2c157a2fb06_0_15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6" name="Google Shape;296;g2c157a2fb06_0_15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297" name="Google Shape;297;g2c157a2fb06_0_15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298" name="Google Shape;298;g2c157a2fb06_0_15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pic>
        <p:nvPicPr>
          <p:cNvPr id="299" name="Google Shape;299;g2c157a2fb06_0_158"/>
          <p:cNvPicPr preferRelativeResize="0"/>
          <p:nvPr/>
        </p:nvPicPr>
        <p:blipFill rotWithShape="1">
          <a:blip r:embed="rId2">
            <a:alphaModFix/>
          </a:blip>
          <a:srcRect/>
          <a:stretch/>
        </p:blipFill>
        <p:spPr>
          <a:xfrm>
            <a:off x="2544887" y="1334376"/>
            <a:ext cx="4054226" cy="4189251"/>
          </a:xfrm>
          <a:prstGeom prst="rect">
            <a:avLst/>
          </a:prstGeom>
          <a:noFill/>
          <a:ln>
            <a:noFill/>
          </a:ln>
        </p:spPr>
      </p:pic>
      <p:sp>
        <p:nvSpPr>
          <p:cNvPr id="300" name="Google Shape;300;g2c157a2fb06_0_158"/>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01" name="Google Shape;301;g2c157a2fb06_0_158"/>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8DC63F"/>
              </a:buClr>
              <a:buSzPts val="2400"/>
              <a:buNone/>
              <a:defRPr>
                <a:solidFill>
                  <a:srgbClr val="8DC63F"/>
                </a:solidFill>
              </a:defRPr>
            </a:lvl2pPr>
            <a:lvl3pPr lvl="2" algn="r">
              <a:lnSpc>
                <a:spcPct val="90000"/>
              </a:lnSpc>
              <a:spcBef>
                <a:spcPts val="500"/>
              </a:spcBef>
              <a:spcAft>
                <a:spcPts val="0"/>
              </a:spcAft>
              <a:buClr>
                <a:srgbClr val="8DC63F"/>
              </a:buClr>
              <a:buSzPts val="2000"/>
              <a:buNone/>
              <a:defRPr>
                <a:solidFill>
                  <a:srgbClr val="8DC63F"/>
                </a:solidFill>
              </a:defRPr>
            </a:lvl3pPr>
            <a:lvl4pPr lvl="3" algn="r">
              <a:lnSpc>
                <a:spcPct val="90000"/>
              </a:lnSpc>
              <a:spcBef>
                <a:spcPts val="500"/>
              </a:spcBef>
              <a:spcAft>
                <a:spcPts val="0"/>
              </a:spcAft>
              <a:buClr>
                <a:srgbClr val="8DC63F"/>
              </a:buClr>
              <a:buSzPts val="1800"/>
              <a:buNone/>
              <a:defRPr>
                <a:solidFill>
                  <a:srgbClr val="8DC63F"/>
                </a:solidFill>
              </a:defRPr>
            </a:lvl4pPr>
            <a:lvl5pPr lvl="4" algn="r">
              <a:lnSpc>
                <a:spcPct val="90000"/>
              </a:lnSpc>
              <a:spcBef>
                <a:spcPts val="500"/>
              </a:spcBef>
              <a:spcAft>
                <a:spcPts val="0"/>
              </a:spcAft>
              <a:buClr>
                <a:srgbClr val="8DC63F"/>
              </a:buClr>
              <a:buSzPts val="1800"/>
              <a:buNone/>
              <a:defRPr>
                <a:solidFill>
                  <a:srgbClr val="8DC63F"/>
                </a:solidFill>
              </a:defRPr>
            </a:lvl5pPr>
            <a:lvl6pPr lvl="5" algn="r">
              <a:lnSpc>
                <a:spcPct val="90000"/>
              </a:lnSpc>
              <a:spcBef>
                <a:spcPts val="500"/>
              </a:spcBef>
              <a:spcAft>
                <a:spcPts val="0"/>
              </a:spcAft>
              <a:buClr>
                <a:srgbClr val="8DC63F"/>
              </a:buClr>
              <a:buSzPts val="1800"/>
              <a:buNone/>
              <a:defRPr>
                <a:solidFill>
                  <a:srgbClr val="8DC63F"/>
                </a:solidFill>
              </a:defRPr>
            </a:lvl6pPr>
            <a:lvl7pPr lvl="6" algn="r">
              <a:lnSpc>
                <a:spcPct val="90000"/>
              </a:lnSpc>
              <a:spcBef>
                <a:spcPts val="500"/>
              </a:spcBef>
              <a:spcAft>
                <a:spcPts val="0"/>
              </a:spcAft>
              <a:buClr>
                <a:srgbClr val="8DC63F"/>
              </a:buClr>
              <a:buSzPts val="1800"/>
              <a:buNone/>
              <a:defRPr>
                <a:solidFill>
                  <a:srgbClr val="8DC63F"/>
                </a:solidFill>
              </a:defRPr>
            </a:lvl7pPr>
            <a:lvl8pPr lvl="7" algn="r">
              <a:lnSpc>
                <a:spcPct val="90000"/>
              </a:lnSpc>
              <a:spcBef>
                <a:spcPts val="500"/>
              </a:spcBef>
              <a:spcAft>
                <a:spcPts val="0"/>
              </a:spcAft>
              <a:buClr>
                <a:srgbClr val="8DC63F"/>
              </a:buClr>
              <a:buSzPts val="1800"/>
              <a:buNone/>
              <a:defRPr>
                <a:solidFill>
                  <a:srgbClr val="8DC63F"/>
                </a:solidFill>
              </a:defRPr>
            </a:lvl8pPr>
            <a:lvl9pPr lvl="8" algn="r">
              <a:lnSpc>
                <a:spcPct val="90000"/>
              </a:lnSpc>
              <a:spcBef>
                <a:spcPts val="500"/>
              </a:spcBef>
              <a:spcAft>
                <a:spcPts val="0"/>
              </a:spcAft>
              <a:buClr>
                <a:srgbClr val="8DC63F"/>
              </a:buClr>
              <a:buSzPts val="1800"/>
              <a:buNone/>
              <a:defRPr>
                <a:solidFill>
                  <a:srgbClr val="8DC63F"/>
                </a:solidFill>
              </a:defRPr>
            </a:lvl9pPr>
          </a:lstStyle>
          <a:p>
            <a:endParaRPr/>
          </a:p>
        </p:txBody>
      </p:sp>
      <p:sp>
        <p:nvSpPr>
          <p:cNvPr id="302" name="Google Shape;302;g2c157a2fb06_0_158"/>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03" name="Google Shape;303;g2c157a2fb06_0_15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400" b="0" i="0" u="none" strike="noStrike" cap="none">
              <a:solidFill>
                <a:srgbClr val="000000"/>
              </a:solidFill>
              <a:latin typeface="Arial"/>
              <a:ea typeface="Arial"/>
              <a:cs typeface="Arial"/>
              <a:sym typeface="Arial"/>
            </a:endParaRPr>
          </a:p>
        </p:txBody>
      </p:sp>
      <p:sp>
        <p:nvSpPr>
          <p:cNvPr id="304" name="Google Shape;304;g2c157a2fb06_0_15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Full Circle</a:t>
            </a:r>
            <a:endParaRPr sz="3000" b="0" i="0" u="none" strike="noStrike" cap="none">
              <a:solidFill>
                <a:srgbClr val="8DC63F"/>
              </a:solidFill>
              <a:latin typeface="Poppins Medium"/>
              <a:ea typeface="Poppins Medium"/>
              <a:cs typeface="Poppins Medium"/>
              <a:sym typeface="Poppins Medium"/>
            </a:endParaRPr>
          </a:p>
        </p:txBody>
      </p:sp>
      <p:sp>
        <p:nvSpPr>
          <p:cNvPr id="305" name="Google Shape;305;g2c157a2fb06_0_158"/>
          <p:cNvSpPr txBox="1">
            <a:spLocks noGrp="1"/>
          </p:cNvSpPr>
          <p:nvPr>
            <p:ph type="subTitle" idx="4"/>
          </p:nvPr>
        </p:nvSpPr>
        <p:spPr>
          <a:xfrm>
            <a:off x="2638800" y="48640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6" name="Google Shape;306;g2c157a2fb06_0_158"/>
          <p:cNvSpPr txBox="1">
            <a:spLocks noGrp="1"/>
          </p:cNvSpPr>
          <p:nvPr>
            <p:ph type="subTitle" idx="5"/>
          </p:nvPr>
        </p:nvSpPr>
        <p:spPr>
          <a:xfrm>
            <a:off x="2638800" y="1276450"/>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7" name="Google Shape;307;g2c157a2fb06_0_158"/>
          <p:cNvSpPr txBox="1">
            <a:spLocks noGrp="1"/>
          </p:cNvSpPr>
          <p:nvPr>
            <p:ph type="subTitle" idx="6"/>
          </p:nvPr>
        </p:nvSpPr>
        <p:spPr>
          <a:xfrm>
            <a:off x="66257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8" name="Google Shape;308;g2c157a2fb06_0_158"/>
          <p:cNvSpPr txBox="1">
            <a:spLocks noGrp="1"/>
          </p:cNvSpPr>
          <p:nvPr>
            <p:ph type="subTitle" idx="7"/>
          </p:nvPr>
        </p:nvSpPr>
        <p:spPr>
          <a:xfrm>
            <a:off x="4610025" y="3039325"/>
            <a:ext cx="38664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09" name="Google Shape;309;g2c157a2fb06_0_15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10" name="Google Shape;310;g2c157a2fb06_0_158"/>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311" name="Google Shape;311;g2c157a2fb06_0_158"/>
          <p:cNvGrpSpPr/>
          <p:nvPr/>
        </p:nvGrpSpPr>
        <p:grpSpPr>
          <a:xfrm>
            <a:off x="662575" y="6212475"/>
            <a:ext cx="586800" cy="571500"/>
            <a:chOff x="662575" y="6212475"/>
            <a:chExt cx="586800" cy="571500"/>
          </a:xfrm>
        </p:grpSpPr>
        <p:sp>
          <p:nvSpPr>
            <p:cNvPr id="312" name="Google Shape;312;g2c157a2fb06_0_15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3" name="Google Shape;313;g2c157a2fb06_0_15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4" name="Google Shape;314;g2c157a2fb06_0_15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15" name="Google Shape;315;g2c157a2fb06_0_158"/>
          <p:cNvGrpSpPr/>
          <p:nvPr/>
        </p:nvGrpSpPr>
        <p:grpSpPr>
          <a:xfrm>
            <a:off x="7894350" y="6212475"/>
            <a:ext cx="586800" cy="571500"/>
            <a:chOff x="7894350" y="6212475"/>
            <a:chExt cx="586800" cy="571500"/>
          </a:xfrm>
        </p:grpSpPr>
        <p:sp>
          <p:nvSpPr>
            <p:cNvPr id="316" name="Google Shape;316;g2c157a2fb06_0_15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7" name="Google Shape;317;g2c157a2fb06_0_15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18" name="Google Shape;318;g2c157a2fb06_0_15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3 - Picture Match">
  <p:cSld name="Alien Word of the Day_1_1_1_1_1_1_1_1_1_1_1_1_1">
    <p:spTree>
      <p:nvGrpSpPr>
        <p:cNvPr id="1" name="Shape 319"/>
        <p:cNvGrpSpPr/>
        <p:nvPr/>
      </p:nvGrpSpPr>
      <p:grpSpPr>
        <a:xfrm>
          <a:off x="0" y="0"/>
          <a:ext cx="0" cy="0"/>
          <a:chOff x="0" y="0"/>
          <a:chExt cx="0" cy="0"/>
        </a:xfrm>
      </p:grpSpPr>
      <p:sp>
        <p:nvSpPr>
          <p:cNvPr id="320" name="Google Shape;320;g2c157a2fb06_0_263"/>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1" name="Google Shape;321;g2c157a2fb06_0_263"/>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22" name="Google Shape;322;g2c157a2fb06_0_263"/>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3" name="Google Shape;323;g2c157a2fb06_0_263"/>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4" name="Google Shape;324;g2c157a2fb06_0_263"/>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25" name="Google Shape;325;g2c157a2fb06_0_263"/>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26" name="Google Shape;326;g2c157a2fb06_0_263"/>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327" name="Google Shape;327;g2c157a2fb06_0_263"/>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328" name="Google Shape;328;g2c157a2fb06_0_263"/>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Picture Match</a:t>
            </a:r>
            <a:endParaRPr sz="3000" b="0" i="0" u="none" strike="noStrike" cap="none">
              <a:solidFill>
                <a:srgbClr val="8DC63F"/>
              </a:solidFill>
              <a:latin typeface="Poppins Medium"/>
              <a:ea typeface="Poppins Medium"/>
              <a:cs typeface="Poppins Medium"/>
              <a:sym typeface="Poppins Medium"/>
            </a:endParaRPr>
          </a:p>
        </p:txBody>
      </p:sp>
      <p:sp>
        <p:nvSpPr>
          <p:cNvPr id="329" name="Google Shape;329;g2c157a2fb06_0_263"/>
          <p:cNvSpPr txBox="1">
            <a:spLocks noGrp="1"/>
          </p:cNvSpPr>
          <p:nvPr>
            <p:ph type="subTitle" idx="1"/>
          </p:nvPr>
        </p:nvSpPr>
        <p:spPr>
          <a:xfrm>
            <a:off x="1038600" y="48640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0" name="Google Shape;330;g2c157a2fb06_0_263"/>
          <p:cNvSpPr txBox="1">
            <a:spLocks noGrp="1"/>
          </p:cNvSpPr>
          <p:nvPr>
            <p:ph type="subTitle" idx="2"/>
          </p:nvPr>
        </p:nvSpPr>
        <p:spPr>
          <a:xfrm>
            <a:off x="1038600" y="1276450"/>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1" name="Google Shape;331;g2c157a2fb06_0_263"/>
          <p:cNvSpPr txBox="1">
            <a:spLocks noGrp="1"/>
          </p:cNvSpPr>
          <p:nvPr>
            <p:ph type="subTitle" idx="3"/>
          </p:nvPr>
        </p:nvSpPr>
        <p:spPr>
          <a:xfrm>
            <a:off x="1038600" y="2472317"/>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2" name="Google Shape;332;g2c157a2fb06_0_263"/>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3" name="Google Shape;333;g2c157a2fb06_0_263"/>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34" name="Google Shape;334;g2c157a2fb06_0_263"/>
          <p:cNvSpPr txBox="1">
            <a:spLocks noGrp="1"/>
          </p:cNvSpPr>
          <p:nvPr>
            <p:ph type="subTitle" idx="6"/>
          </p:nvPr>
        </p:nvSpPr>
        <p:spPr>
          <a:xfrm>
            <a:off x="1038600" y="3668183"/>
            <a:ext cx="3118200" cy="571500"/>
          </a:xfrm>
          <a:prstGeom prst="rect">
            <a:avLst/>
          </a:prstGeom>
          <a:solidFill>
            <a:srgbClr val="FFFFFF"/>
          </a:solid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335" name="Google Shape;335;g2c157a2fb06_0_263"/>
          <p:cNvSpPr>
            <a:spLocks noGrp="1"/>
          </p:cNvSpPr>
          <p:nvPr>
            <p:ph type="pic" idx="7"/>
          </p:nvPr>
        </p:nvSpPr>
        <p:spPr>
          <a:xfrm>
            <a:off x="5086375" y="4412425"/>
            <a:ext cx="2668800" cy="1291500"/>
          </a:xfrm>
          <a:prstGeom prst="rect">
            <a:avLst/>
          </a:prstGeom>
          <a:noFill/>
          <a:ln>
            <a:noFill/>
          </a:ln>
        </p:spPr>
      </p:sp>
      <p:sp>
        <p:nvSpPr>
          <p:cNvPr id="336" name="Google Shape;336;g2c157a2fb06_0_263"/>
          <p:cNvSpPr>
            <a:spLocks noGrp="1"/>
          </p:cNvSpPr>
          <p:nvPr>
            <p:ph type="pic" idx="8"/>
          </p:nvPr>
        </p:nvSpPr>
        <p:spPr>
          <a:xfrm>
            <a:off x="5086375" y="797675"/>
            <a:ext cx="2668800" cy="1291500"/>
          </a:xfrm>
          <a:prstGeom prst="rect">
            <a:avLst/>
          </a:prstGeom>
          <a:noFill/>
          <a:ln>
            <a:noFill/>
          </a:ln>
        </p:spPr>
      </p:sp>
      <p:sp>
        <p:nvSpPr>
          <p:cNvPr id="337" name="Google Shape;337;g2c157a2fb06_0_263"/>
          <p:cNvSpPr>
            <a:spLocks noGrp="1"/>
          </p:cNvSpPr>
          <p:nvPr>
            <p:ph type="pic" idx="9"/>
          </p:nvPr>
        </p:nvSpPr>
        <p:spPr>
          <a:xfrm>
            <a:off x="5086375" y="2002592"/>
            <a:ext cx="2668800" cy="1291500"/>
          </a:xfrm>
          <a:prstGeom prst="rect">
            <a:avLst/>
          </a:prstGeom>
          <a:noFill/>
          <a:ln>
            <a:noFill/>
          </a:ln>
        </p:spPr>
      </p:sp>
      <p:sp>
        <p:nvSpPr>
          <p:cNvPr id="338" name="Google Shape;338;g2c157a2fb06_0_263"/>
          <p:cNvSpPr>
            <a:spLocks noGrp="1"/>
          </p:cNvSpPr>
          <p:nvPr>
            <p:ph type="pic" idx="13"/>
          </p:nvPr>
        </p:nvSpPr>
        <p:spPr>
          <a:xfrm>
            <a:off x="5086375" y="3207508"/>
            <a:ext cx="2668800" cy="1291500"/>
          </a:xfrm>
          <a:prstGeom prst="rect">
            <a:avLst/>
          </a:prstGeom>
          <a:noFill/>
          <a:ln>
            <a:noFill/>
          </a:ln>
        </p:spPr>
      </p:sp>
      <p:sp>
        <p:nvSpPr>
          <p:cNvPr id="339" name="Google Shape;339;g2c157a2fb06_0_263"/>
          <p:cNvSpPr txBox="1">
            <a:spLocks noGrp="1"/>
          </p:cNvSpPr>
          <p:nvPr>
            <p:ph type="subTitle" idx="14"/>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40" name="Google Shape;340;g2c157a2fb06_0_263"/>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41" name="Google Shape;341;g2c157a2fb06_0_263"/>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42" name="Google Shape;342;g2c157a2fb06_0_263"/>
          <p:cNvGrpSpPr/>
          <p:nvPr/>
        </p:nvGrpSpPr>
        <p:grpSpPr>
          <a:xfrm>
            <a:off x="662575" y="6212475"/>
            <a:ext cx="586800" cy="571500"/>
            <a:chOff x="662575" y="6212475"/>
            <a:chExt cx="586800" cy="571500"/>
          </a:xfrm>
        </p:grpSpPr>
        <p:sp>
          <p:nvSpPr>
            <p:cNvPr id="343" name="Google Shape;343;g2c157a2fb06_0_263">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4" name="Google Shape;344;g2c157a2fb06_0_263">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5" name="Google Shape;345;g2c157a2fb06_0_263">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46" name="Google Shape;346;g2c157a2fb06_0_263"/>
          <p:cNvGrpSpPr/>
          <p:nvPr/>
        </p:nvGrpSpPr>
        <p:grpSpPr>
          <a:xfrm>
            <a:off x="7894350" y="6212475"/>
            <a:ext cx="586800" cy="571500"/>
            <a:chOff x="7894350" y="6212475"/>
            <a:chExt cx="586800" cy="571500"/>
          </a:xfrm>
        </p:grpSpPr>
        <p:sp>
          <p:nvSpPr>
            <p:cNvPr id="347" name="Google Shape;347;g2c157a2fb06_0_263">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8" name="Google Shape;348;g2c157a2fb06_0_263">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49" name="Google Shape;349;g2c157a2fb06_0_263">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4 - Write a Caption">
  <p:cSld name="Alien Word of the Day_1_1_1_1_1_1_1_1_1_1_1_2">
    <p:spTree>
      <p:nvGrpSpPr>
        <p:cNvPr id="1" name="Shape 350"/>
        <p:cNvGrpSpPr/>
        <p:nvPr/>
      </p:nvGrpSpPr>
      <p:grpSpPr>
        <a:xfrm>
          <a:off x="0" y="0"/>
          <a:ext cx="0" cy="0"/>
          <a:chOff x="0" y="0"/>
          <a:chExt cx="0" cy="0"/>
        </a:xfrm>
      </p:grpSpPr>
      <p:sp>
        <p:nvSpPr>
          <p:cNvPr id="351" name="Google Shape;351;g2c157a2fb06_0_467"/>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2" name="Google Shape;352;g2c157a2fb06_0_467"/>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53" name="Google Shape;353;g2c157a2fb06_0_467"/>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4" name="Google Shape;354;g2c157a2fb06_0_467"/>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5" name="Google Shape;355;g2c157a2fb06_0_467"/>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56" name="Google Shape;356;g2c157a2fb06_0_467"/>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57" name="Google Shape;357;g2c157a2fb06_0_467"/>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58" name="Google Shape;358;g2c157a2fb06_0_467"/>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59" name="Google Shape;359;g2c157a2fb06_0_467"/>
          <p:cNvSpPr txBox="1">
            <a:spLocks noGrp="1"/>
          </p:cNvSpPr>
          <p:nvPr>
            <p:ph type="subTitle" idx="1"/>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60" name="Google Shape;360;g2c157a2fb06_0_467"/>
          <p:cNvSpPr>
            <a:spLocks noGrp="1"/>
          </p:cNvSpPr>
          <p:nvPr>
            <p:ph type="pic" idx="2"/>
          </p:nvPr>
        </p:nvSpPr>
        <p:spPr>
          <a:xfrm>
            <a:off x="1181100" y="852975"/>
            <a:ext cx="6781800" cy="2771700"/>
          </a:xfrm>
          <a:prstGeom prst="roundRect">
            <a:avLst>
              <a:gd name="adj" fmla="val 16667"/>
            </a:avLst>
          </a:prstGeom>
          <a:noFill/>
          <a:ln>
            <a:noFill/>
          </a:ln>
        </p:spPr>
      </p:sp>
      <p:sp>
        <p:nvSpPr>
          <p:cNvPr id="361" name="Google Shape;361;g2c157a2fb06_0_467"/>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62" name="Google Shape;362;g2c157a2fb06_0_467"/>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3" name="Google Shape;363;g2c157a2fb06_0_467"/>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64" name="Google Shape;364;g2c157a2fb06_0_467"/>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365" name="Google Shape;365;g2c157a2fb06_0_467"/>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Caption</a:t>
            </a:r>
            <a:endParaRPr sz="3000" b="0" i="0" u="none" strike="noStrike" cap="none">
              <a:solidFill>
                <a:srgbClr val="8DC63F"/>
              </a:solidFill>
              <a:latin typeface="Poppins Medium"/>
              <a:ea typeface="Poppins Medium"/>
              <a:cs typeface="Poppins Medium"/>
              <a:sym typeface="Poppins Medium"/>
            </a:endParaRPr>
          </a:p>
        </p:txBody>
      </p:sp>
      <p:sp>
        <p:nvSpPr>
          <p:cNvPr id="366" name="Google Shape;366;g2c157a2fb06_0_467"/>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67" name="Google Shape;367;g2c157a2fb06_0_467"/>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68" name="Google Shape;368;g2c157a2fb06_0_467"/>
          <p:cNvGrpSpPr/>
          <p:nvPr/>
        </p:nvGrpSpPr>
        <p:grpSpPr>
          <a:xfrm>
            <a:off x="662575" y="6212475"/>
            <a:ext cx="586800" cy="571500"/>
            <a:chOff x="662575" y="6212475"/>
            <a:chExt cx="586800" cy="571500"/>
          </a:xfrm>
        </p:grpSpPr>
        <p:sp>
          <p:nvSpPr>
            <p:cNvPr id="369" name="Google Shape;369;g2c157a2fb06_0_467">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0" name="Google Shape;370;g2c157a2fb06_0_467">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1" name="Google Shape;371;g2c157a2fb06_0_467">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72" name="Google Shape;372;g2c157a2fb06_0_467"/>
          <p:cNvGrpSpPr/>
          <p:nvPr/>
        </p:nvGrpSpPr>
        <p:grpSpPr>
          <a:xfrm>
            <a:off x="7894350" y="6212475"/>
            <a:ext cx="586800" cy="571500"/>
            <a:chOff x="7894350" y="6212475"/>
            <a:chExt cx="586800" cy="571500"/>
          </a:xfrm>
        </p:grpSpPr>
        <p:sp>
          <p:nvSpPr>
            <p:cNvPr id="373" name="Google Shape;373;g2c157a2fb06_0_467">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4" name="Google Shape;374;g2c157a2fb06_0_467">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5" name="Google Shape;375;g2c157a2fb06_0_467">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5 - Read a Caption">
  <p:cSld name="Alien Word of the Day_1_1_1_1_1_1_1_1_1_1_1_2_1">
    <p:spTree>
      <p:nvGrpSpPr>
        <p:cNvPr id="1" name="Shape 376"/>
        <p:cNvGrpSpPr/>
        <p:nvPr/>
      </p:nvGrpSpPr>
      <p:grpSpPr>
        <a:xfrm>
          <a:off x="0" y="0"/>
          <a:ext cx="0" cy="0"/>
          <a:chOff x="0" y="0"/>
          <a:chExt cx="0" cy="0"/>
        </a:xfrm>
      </p:grpSpPr>
      <p:sp>
        <p:nvSpPr>
          <p:cNvPr id="377" name="Google Shape;377;g2c157a2fb06_0_629"/>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78" name="Google Shape;378;g2c157a2fb06_0_629"/>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379" name="Google Shape;379;g2c157a2fb06_0_629"/>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0" name="Google Shape;380;g2c157a2fb06_0_629"/>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1" name="Google Shape;381;g2c157a2fb06_0_629"/>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82" name="Google Shape;382;g2c157a2fb06_0_629"/>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383" name="Google Shape;383;g2c157a2fb06_0_629"/>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384" name="Google Shape;384;g2c157a2fb06_0_629"/>
          <p:cNvCxnSpPr/>
          <p:nvPr/>
        </p:nvCxnSpPr>
        <p:spPr>
          <a:xfrm>
            <a:off x="1181100" y="490965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385" name="Google Shape;385;g2c157a2fb06_0_629"/>
          <p:cNvSpPr>
            <a:spLocks noGrp="1"/>
          </p:cNvSpPr>
          <p:nvPr>
            <p:ph type="pic" idx="2"/>
          </p:nvPr>
        </p:nvSpPr>
        <p:spPr>
          <a:xfrm>
            <a:off x="1181100" y="852975"/>
            <a:ext cx="6781800" cy="2771700"/>
          </a:xfrm>
          <a:prstGeom prst="roundRect">
            <a:avLst>
              <a:gd name="adj" fmla="val 16667"/>
            </a:avLst>
          </a:prstGeom>
          <a:noFill/>
          <a:ln>
            <a:noFill/>
          </a:ln>
        </p:spPr>
      </p:sp>
      <p:sp>
        <p:nvSpPr>
          <p:cNvPr id="386" name="Google Shape;386;g2c157a2fb06_0_629"/>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387" name="Google Shape;387;g2c157a2fb06_0_629"/>
          <p:cNvSpPr txBox="1">
            <a:spLocks noGrp="1"/>
          </p:cNvSpPr>
          <p:nvPr>
            <p:ph type="subTitle" idx="3"/>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8" name="Google Shape;388;g2c157a2fb06_0_629"/>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389" name="Google Shape;389;g2c157a2fb06_0_629"/>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390" name="Google Shape;390;g2c157a2fb06_0_629"/>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Caption</a:t>
            </a:r>
            <a:endParaRPr sz="3000" b="0" i="0" u="none" strike="noStrike" cap="none">
              <a:solidFill>
                <a:srgbClr val="8DC63F"/>
              </a:solidFill>
              <a:latin typeface="Poppins Medium"/>
              <a:ea typeface="Poppins Medium"/>
              <a:cs typeface="Poppins Medium"/>
              <a:sym typeface="Poppins Medium"/>
            </a:endParaRPr>
          </a:p>
        </p:txBody>
      </p:sp>
      <p:sp>
        <p:nvSpPr>
          <p:cNvPr id="391" name="Google Shape;391;g2c157a2fb06_0_629"/>
          <p:cNvSpPr txBox="1">
            <a:spLocks noGrp="1"/>
          </p:cNvSpPr>
          <p:nvPr>
            <p:ph type="subTitle" idx="5"/>
          </p:nvPr>
        </p:nvSpPr>
        <p:spPr>
          <a:xfrm>
            <a:off x="1184550" y="4085175"/>
            <a:ext cx="6774900" cy="16209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1000"/>
              </a:spcBef>
              <a:spcAft>
                <a:spcPts val="0"/>
              </a:spcAft>
              <a:buClr>
                <a:srgbClr val="666666"/>
              </a:buClr>
              <a:buSzPts val="4700"/>
              <a:buNone/>
              <a:defRPr sz="47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392" name="Google Shape;392;g2c157a2fb06_0_629"/>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393" name="Google Shape;393;g2c157a2fb06_0_629"/>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394" name="Google Shape;394;g2c157a2fb06_0_629"/>
          <p:cNvGrpSpPr/>
          <p:nvPr/>
        </p:nvGrpSpPr>
        <p:grpSpPr>
          <a:xfrm>
            <a:off x="662575" y="6212475"/>
            <a:ext cx="586800" cy="571500"/>
            <a:chOff x="662575" y="6212475"/>
            <a:chExt cx="586800" cy="571500"/>
          </a:xfrm>
        </p:grpSpPr>
        <p:sp>
          <p:nvSpPr>
            <p:cNvPr id="395" name="Google Shape;395;g2c157a2fb06_0_629">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6" name="Google Shape;396;g2c157a2fb06_0_629">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397" name="Google Shape;397;g2c157a2fb06_0_629">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398" name="Google Shape;398;g2c157a2fb06_0_629"/>
          <p:cNvGrpSpPr/>
          <p:nvPr/>
        </p:nvGrpSpPr>
        <p:grpSpPr>
          <a:xfrm>
            <a:off x="7894350" y="6212475"/>
            <a:ext cx="586800" cy="571500"/>
            <a:chOff x="7894350" y="6212475"/>
            <a:chExt cx="586800" cy="571500"/>
          </a:xfrm>
        </p:grpSpPr>
        <p:sp>
          <p:nvSpPr>
            <p:cNvPr id="399" name="Google Shape;399;g2c157a2fb06_0_629">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0" name="Google Shape;400;g2c157a2fb06_0_629">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1" name="Google Shape;401;g2c157a2fb06_0_629">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6 - Write a Sentence">
  <p:cSld name="Alien Word of the Day_1_1_1_1_1_1_1_1_1_1_1_2_2">
    <p:spTree>
      <p:nvGrpSpPr>
        <p:cNvPr id="1" name="Shape 402"/>
        <p:cNvGrpSpPr/>
        <p:nvPr/>
      </p:nvGrpSpPr>
      <p:grpSpPr>
        <a:xfrm>
          <a:off x="0" y="0"/>
          <a:ext cx="0" cy="0"/>
          <a:chOff x="0" y="0"/>
          <a:chExt cx="0" cy="0"/>
        </a:xfrm>
      </p:grpSpPr>
      <p:sp>
        <p:nvSpPr>
          <p:cNvPr id="403" name="Google Shape;403;g2c157a2fb06_0_798"/>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4" name="Google Shape;404;g2c157a2fb06_0_798"/>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05" name="Google Shape;405;g2c157a2fb06_0_798"/>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6" name="Google Shape;406;g2c157a2fb06_0_798"/>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7" name="Google Shape;407;g2c157a2fb06_0_798"/>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08" name="Google Shape;408;g2c157a2fb06_0_798"/>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09" name="Google Shape;409;g2c157a2fb06_0_798"/>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10" name="Google Shape;410;g2c157a2fb06_0_798"/>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11" name="Google Shape;411;g2c157a2fb06_0_798"/>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12" name="Google Shape;412;g2c157a2fb06_0_798"/>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13" name="Google Shape;413;g2c157a2fb06_0_798"/>
          <p:cNvSpPr>
            <a:spLocks noGrp="1"/>
          </p:cNvSpPr>
          <p:nvPr>
            <p:ph type="pic" idx="2"/>
          </p:nvPr>
        </p:nvSpPr>
        <p:spPr>
          <a:xfrm>
            <a:off x="1181100" y="852975"/>
            <a:ext cx="6781800" cy="2771700"/>
          </a:xfrm>
          <a:prstGeom prst="roundRect">
            <a:avLst>
              <a:gd name="adj" fmla="val 16667"/>
            </a:avLst>
          </a:prstGeom>
          <a:noFill/>
          <a:ln>
            <a:noFill/>
          </a:ln>
        </p:spPr>
      </p:sp>
      <p:sp>
        <p:nvSpPr>
          <p:cNvPr id="414" name="Google Shape;414;g2c157a2fb06_0_798"/>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15" name="Google Shape;415;g2c157a2fb06_0_798"/>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6" name="Google Shape;416;g2c157a2fb06_0_798"/>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17" name="Google Shape;417;g2c157a2fb06_0_798"/>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SEGMENT FOR SPELLING</a:t>
            </a:r>
            <a:endParaRPr sz="1800" b="0" i="0" u="none" strike="noStrike" cap="none">
              <a:solidFill>
                <a:srgbClr val="AEABAB"/>
              </a:solidFill>
              <a:latin typeface="Poppins Medium"/>
              <a:ea typeface="Poppins Medium"/>
              <a:cs typeface="Poppins Medium"/>
              <a:sym typeface="Poppins Medium"/>
            </a:endParaRPr>
          </a:p>
        </p:txBody>
      </p:sp>
      <p:sp>
        <p:nvSpPr>
          <p:cNvPr id="418" name="Google Shape;418;g2c157a2fb06_0_798"/>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Write a Sentence</a:t>
            </a:r>
            <a:endParaRPr sz="3000" b="0" i="0" u="none" strike="noStrike" cap="none">
              <a:solidFill>
                <a:srgbClr val="8DC63F"/>
              </a:solidFill>
              <a:latin typeface="Poppins Medium"/>
              <a:ea typeface="Poppins Medium"/>
              <a:cs typeface="Poppins Medium"/>
              <a:sym typeface="Poppins Medium"/>
            </a:endParaRPr>
          </a:p>
        </p:txBody>
      </p:sp>
      <p:sp>
        <p:nvSpPr>
          <p:cNvPr id="419" name="Google Shape;419;g2c157a2fb06_0_798"/>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20" name="Google Shape;420;g2c157a2fb06_0_798"/>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21" name="Google Shape;421;g2c157a2fb06_0_798"/>
          <p:cNvGrpSpPr/>
          <p:nvPr/>
        </p:nvGrpSpPr>
        <p:grpSpPr>
          <a:xfrm>
            <a:off x="662575" y="6212475"/>
            <a:ext cx="586800" cy="571500"/>
            <a:chOff x="662575" y="6212475"/>
            <a:chExt cx="586800" cy="571500"/>
          </a:xfrm>
        </p:grpSpPr>
        <p:sp>
          <p:nvSpPr>
            <p:cNvPr id="422" name="Google Shape;422;g2c157a2fb06_0_798">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3" name="Google Shape;423;g2c157a2fb06_0_798">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4" name="Google Shape;424;g2c157a2fb06_0_798">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25" name="Google Shape;425;g2c157a2fb06_0_798"/>
          <p:cNvGrpSpPr/>
          <p:nvPr/>
        </p:nvGrpSpPr>
        <p:grpSpPr>
          <a:xfrm>
            <a:off x="7894350" y="6212475"/>
            <a:ext cx="586800" cy="571500"/>
            <a:chOff x="7894350" y="6212475"/>
            <a:chExt cx="586800" cy="571500"/>
          </a:xfrm>
        </p:grpSpPr>
        <p:sp>
          <p:nvSpPr>
            <p:cNvPr id="426" name="Google Shape;426;g2c157a2fb06_0_798">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7" name="Google Shape;427;g2c157a2fb06_0_798">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28" name="Google Shape;428;g2c157a2fb06_0_798">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7 - Read a Sentence">
  <p:cSld name="Alien Word of the Day_1_1_1_1_1_1_1_1_1_1_1_2_1_1">
    <p:spTree>
      <p:nvGrpSpPr>
        <p:cNvPr id="1" name="Shape 429"/>
        <p:cNvGrpSpPr/>
        <p:nvPr/>
      </p:nvGrpSpPr>
      <p:grpSpPr>
        <a:xfrm>
          <a:off x="0" y="0"/>
          <a:ext cx="0" cy="0"/>
          <a:chOff x="0" y="0"/>
          <a:chExt cx="0" cy="0"/>
        </a:xfrm>
      </p:grpSpPr>
      <p:sp>
        <p:nvSpPr>
          <p:cNvPr id="430" name="Google Shape;430;g2c157a2fb06_0_82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1" name="Google Shape;431;g2c157a2fb06_0_82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32" name="Google Shape;432;g2c157a2fb06_0_82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3" name="Google Shape;433;g2c157a2fb06_0_82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4" name="Google Shape;434;g2c157a2fb06_0_82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35" name="Google Shape;435;g2c157a2fb06_0_82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36" name="Google Shape;436;g2c157a2fb06_0_82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437" name="Google Shape;437;g2c157a2fb06_0_825"/>
          <p:cNvCxnSpPr/>
          <p:nvPr/>
        </p:nvCxnSpPr>
        <p:spPr>
          <a:xfrm>
            <a:off x="1181100" y="452865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438" name="Google Shape;438;g2c157a2fb06_0_825"/>
          <p:cNvCxnSpPr/>
          <p:nvPr/>
        </p:nvCxnSpPr>
        <p:spPr>
          <a:xfrm>
            <a:off x="1181100" y="5369000"/>
            <a:ext cx="6781800" cy="0"/>
          </a:xfrm>
          <a:prstGeom prst="straightConnector1">
            <a:avLst/>
          </a:prstGeom>
          <a:noFill/>
          <a:ln w="28575" cap="flat" cmpd="sng">
            <a:solidFill>
              <a:srgbClr val="CFD9EF"/>
            </a:solidFill>
            <a:prstDash val="lgDash"/>
            <a:miter lim="800000"/>
            <a:headEnd type="none" w="sm" len="sm"/>
            <a:tailEnd type="none" w="sm" len="sm"/>
          </a:ln>
        </p:spPr>
      </p:cxnSp>
      <p:sp>
        <p:nvSpPr>
          <p:cNvPr id="439" name="Google Shape;439;g2c157a2fb06_0_825"/>
          <p:cNvSpPr txBox="1">
            <a:spLocks noGrp="1"/>
          </p:cNvSpPr>
          <p:nvPr>
            <p:ph type="subTitle" idx="1"/>
          </p:nvPr>
        </p:nvSpPr>
        <p:spPr>
          <a:xfrm>
            <a:off x="1184550" y="3780375"/>
            <a:ext cx="6774900" cy="1620900"/>
          </a:xfrm>
          <a:prstGeom prst="rect">
            <a:avLst/>
          </a:prstGeom>
          <a:noFill/>
          <a:ln>
            <a:noFill/>
          </a:ln>
        </p:spPr>
        <p:txBody>
          <a:bodyPr spcFirstLastPara="1" wrap="square" lIns="91425" tIns="45700" rIns="91425" bIns="45700" anchor="ctr" anchorCtr="0">
            <a:normAutofit/>
          </a:bodyPr>
          <a:lstStyle>
            <a:lvl1pPr lvl="0" algn="ctr">
              <a:lnSpc>
                <a:spcPct val="150000"/>
              </a:lnSpc>
              <a:spcBef>
                <a:spcPts val="1000"/>
              </a:spcBef>
              <a:spcAft>
                <a:spcPts val="0"/>
              </a:spcAft>
              <a:buClr>
                <a:srgbClr val="666666"/>
              </a:buClr>
              <a:buSzPts val="3400"/>
              <a:buNone/>
              <a:defRPr sz="3400">
                <a:solidFill>
                  <a:srgbClr val="666666"/>
                </a:solidFill>
              </a:defRPr>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440" name="Google Shape;440;g2c157a2fb06_0_825"/>
          <p:cNvSpPr>
            <a:spLocks noGrp="1"/>
          </p:cNvSpPr>
          <p:nvPr>
            <p:ph type="pic" idx="2"/>
          </p:nvPr>
        </p:nvSpPr>
        <p:spPr>
          <a:xfrm>
            <a:off x="1181100" y="852975"/>
            <a:ext cx="6781800" cy="2771700"/>
          </a:xfrm>
          <a:prstGeom prst="roundRect">
            <a:avLst>
              <a:gd name="adj" fmla="val 16667"/>
            </a:avLst>
          </a:prstGeom>
          <a:noFill/>
          <a:ln>
            <a:noFill/>
          </a:ln>
        </p:spPr>
      </p:sp>
      <p:sp>
        <p:nvSpPr>
          <p:cNvPr id="441" name="Google Shape;441;g2c157a2fb06_0_825"/>
          <p:cNvSpPr txBox="1">
            <a:spLocks noGrp="1"/>
          </p:cNvSpPr>
          <p:nvPr>
            <p:ph type="subTitle" idx="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42" name="Google Shape;442;g2c157a2fb06_0_825"/>
          <p:cNvSpPr txBox="1">
            <a:spLocks noGrp="1"/>
          </p:cNvSpPr>
          <p:nvPr>
            <p:ph type="subTitle" idx="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Clr>
                <a:srgbClr val="2F286F"/>
              </a:buClr>
              <a:buSzPts val="2400"/>
              <a:buNone/>
              <a:defRPr>
                <a:solidFill>
                  <a:srgbClr val="2F286F"/>
                </a:solidFill>
              </a:defRPr>
            </a:lvl2pPr>
            <a:lvl3pPr lvl="2" algn="r">
              <a:lnSpc>
                <a:spcPct val="90000"/>
              </a:lnSpc>
              <a:spcBef>
                <a:spcPts val="500"/>
              </a:spcBef>
              <a:spcAft>
                <a:spcPts val="0"/>
              </a:spcAft>
              <a:buClr>
                <a:srgbClr val="2F286F"/>
              </a:buClr>
              <a:buSzPts val="2000"/>
              <a:buNone/>
              <a:defRPr>
                <a:solidFill>
                  <a:srgbClr val="2F286F"/>
                </a:solidFill>
              </a:defRPr>
            </a:lvl3pPr>
            <a:lvl4pPr lvl="3" algn="r">
              <a:lnSpc>
                <a:spcPct val="90000"/>
              </a:lnSpc>
              <a:spcBef>
                <a:spcPts val="500"/>
              </a:spcBef>
              <a:spcAft>
                <a:spcPts val="0"/>
              </a:spcAft>
              <a:buClr>
                <a:srgbClr val="2F286F"/>
              </a:buClr>
              <a:buSzPts val="1800"/>
              <a:buNone/>
              <a:defRPr>
                <a:solidFill>
                  <a:srgbClr val="2F286F"/>
                </a:solidFill>
              </a:defRPr>
            </a:lvl4pPr>
            <a:lvl5pPr lvl="4" algn="r">
              <a:lnSpc>
                <a:spcPct val="90000"/>
              </a:lnSpc>
              <a:spcBef>
                <a:spcPts val="500"/>
              </a:spcBef>
              <a:spcAft>
                <a:spcPts val="0"/>
              </a:spcAft>
              <a:buClr>
                <a:srgbClr val="2F286F"/>
              </a:buClr>
              <a:buSzPts val="1800"/>
              <a:buNone/>
              <a:defRPr>
                <a:solidFill>
                  <a:srgbClr val="2F286F"/>
                </a:solidFill>
              </a:defRPr>
            </a:lvl5pPr>
            <a:lvl6pPr lvl="5" algn="r">
              <a:lnSpc>
                <a:spcPct val="90000"/>
              </a:lnSpc>
              <a:spcBef>
                <a:spcPts val="500"/>
              </a:spcBef>
              <a:spcAft>
                <a:spcPts val="0"/>
              </a:spcAft>
              <a:buClr>
                <a:srgbClr val="2F286F"/>
              </a:buClr>
              <a:buSzPts val="1800"/>
              <a:buNone/>
              <a:defRPr>
                <a:solidFill>
                  <a:srgbClr val="2F286F"/>
                </a:solidFill>
              </a:defRPr>
            </a:lvl6pPr>
            <a:lvl7pPr lvl="6" algn="r">
              <a:lnSpc>
                <a:spcPct val="90000"/>
              </a:lnSpc>
              <a:spcBef>
                <a:spcPts val="500"/>
              </a:spcBef>
              <a:spcAft>
                <a:spcPts val="0"/>
              </a:spcAft>
              <a:buClr>
                <a:srgbClr val="2F286F"/>
              </a:buClr>
              <a:buSzPts val="1800"/>
              <a:buNone/>
              <a:defRPr>
                <a:solidFill>
                  <a:srgbClr val="2F286F"/>
                </a:solidFill>
              </a:defRPr>
            </a:lvl7pPr>
            <a:lvl8pPr lvl="7" algn="r">
              <a:lnSpc>
                <a:spcPct val="90000"/>
              </a:lnSpc>
              <a:spcBef>
                <a:spcPts val="500"/>
              </a:spcBef>
              <a:spcAft>
                <a:spcPts val="0"/>
              </a:spcAft>
              <a:buClr>
                <a:srgbClr val="2F286F"/>
              </a:buClr>
              <a:buSzPts val="1800"/>
              <a:buNone/>
              <a:defRPr>
                <a:solidFill>
                  <a:srgbClr val="2F286F"/>
                </a:solidFill>
              </a:defRPr>
            </a:lvl8pPr>
            <a:lvl9pPr lvl="8" algn="r">
              <a:lnSpc>
                <a:spcPct val="90000"/>
              </a:lnSpc>
              <a:spcBef>
                <a:spcPts val="500"/>
              </a:spcBef>
              <a:spcAft>
                <a:spcPts val="0"/>
              </a:spcAft>
              <a:buClr>
                <a:srgbClr val="2F286F"/>
              </a:buClr>
              <a:buSzPts val="1800"/>
              <a:buNone/>
              <a:defRPr>
                <a:solidFill>
                  <a:srgbClr val="2F286F"/>
                </a:solidFill>
              </a:defRPr>
            </a:lvl9pPr>
          </a:lstStyle>
          <a:p>
            <a:endParaRPr/>
          </a:p>
        </p:txBody>
      </p:sp>
      <p:sp>
        <p:nvSpPr>
          <p:cNvPr id="443" name="Google Shape;443;g2c157a2fb06_0_825"/>
          <p:cNvSpPr txBox="1">
            <a:spLocks noGrp="1"/>
          </p:cNvSpPr>
          <p:nvPr>
            <p:ph type="subTitle" idx="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44" name="Google Shape;444;g2c157a2fb06_0_82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45" name="Google Shape;445;g2c157a2fb06_0_82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Read a Sentence</a:t>
            </a:r>
            <a:endParaRPr sz="3000" b="0" i="0" u="none" strike="noStrike" cap="none">
              <a:solidFill>
                <a:srgbClr val="8DC63F"/>
              </a:solidFill>
              <a:latin typeface="Poppins Medium"/>
              <a:ea typeface="Poppins Medium"/>
              <a:cs typeface="Poppins Medium"/>
              <a:sym typeface="Poppins Medium"/>
            </a:endParaRPr>
          </a:p>
        </p:txBody>
      </p:sp>
      <p:sp>
        <p:nvSpPr>
          <p:cNvPr id="446" name="Google Shape;446;g2c157a2fb06_0_82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47" name="Google Shape;447;g2c157a2fb06_0_825"/>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48" name="Google Shape;448;g2c157a2fb06_0_825"/>
          <p:cNvGrpSpPr/>
          <p:nvPr/>
        </p:nvGrpSpPr>
        <p:grpSpPr>
          <a:xfrm>
            <a:off x="662575" y="6212475"/>
            <a:ext cx="586800" cy="571500"/>
            <a:chOff x="662575" y="6212475"/>
            <a:chExt cx="586800" cy="571500"/>
          </a:xfrm>
        </p:grpSpPr>
        <p:sp>
          <p:nvSpPr>
            <p:cNvPr id="449" name="Google Shape;449;g2c157a2fb06_0_82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0" name="Google Shape;450;g2c157a2fb06_0_82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1" name="Google Shape;451;g2c157a2fb06_0_82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52" name="Google Shape;452;g2c157a2fb06_0_825"/>
          <p:cNvGrpSpPr/>
          <p:nvPr/>
        </p:nvGrpSpPr>
        <p:grpSpPr>
          <a:xfrm>
            <a:off x="7894350" y="6212475"/>
            <a:ext cx="586800" cy="571500"/>
            <a:chOff x="7894350" y="6212475"/>
            <a:chExt cx="586800" cy="571500"/>
          </a:xfrm>
        </p:grpSpPr>
        <p:sp>
          <p:nvSpPr>
            <p:cNvPr id="453" name="Google Shape;453;g2c157a2fb06_0_82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4" name="Google Shape;454;g2c157a2fb06_0_82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5" name="Google Shape;455;g2c157a2fb06_0_82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8 - Hands Up, Pair Up">
  <p:cSld name="Alien Word of the Day_1_1_1_1_1_1_1_1_1_1_1_3">
    <p:spTree>
      <p:nvGrpSpPr>
        <p:cNvPr id="1" name="Shape 456"/>
        <p:cNvGrpSpPr/>
        <p:nvPr/>
      </p:nvGrpSpPr>
      <p:grpSpPr>
        <a:xfrm>
          <a:off x="0" y="0"/>
          <a:ext cx="0" cy="0"/>
          <a:chOff x="0" y="0"/>
          <a:chExt cx="0" cy="0"/>
        </a:xfrm>
      </p:grpSpPr>
      <p:sp>
        <p:nvSpPr>
          <p:cNvPr id="457" name="Google Shape;457;g2c157a2fb06_0_70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58" name="Google Shape;458;g2c157a2fb06_0_70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59" name="Google Shape;459;g2c157a2fb06_0_70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0" name="Google Shape;460;g2c157a2fb06_0_70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1" name="Google Shape;461;g2c157a2fb06_0_70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2" name="Google Shape;462;g2c157a2fb06_0_70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63" name="Google Shape;463;g2c157a2fb06_0_70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464" name="Google Shape;464;g2c157a2fb06_0_700"/>
          <p:cNvSpPr/>
          <p:nvPr/>
        </p:nvSpPr>
        <p:spPr>
          <a:xfrm>
            <a:off x="1108510" y="7248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5" name="Google Shape;465;g2c157a2fb06_0_700"/>
          <p:cNvSpPr/>
          <p:nvPr/>
        </p:nvSpPr>
        <p:spPr>
          <a:xfrm rot="-513789" flipH="1">
            <a:off x="3539163" y="1038091"/>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6" name="Google Shape;466;g2c157a2fb06_0_700"/>
          <p:cNvSpPr/>
          <p:nvPr/>
        </p:nvSpPr>
        <p:spPr>
          <a:xfrm>
            <a:off x="6123195" y="5887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67" name="Google Shape;467;g2c157a2fb06_0_70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468" name="Google Shape;468;g2c157a2fb06_0_70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69" name="Google Shape;469;g2c157a2fb06_0_700"/>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470" name="Google Shape;470;g2c157a2fb06_0_70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Hands Up, Pair Up</a:t>
            </a:r>
            <a:endParaRPr sz="3000" b="0" i="0" u="none" strike="noStrike" cap="none">
              <a:solidFill>
                <a:srgbClr val="8DC63F"/>
              </a:solidFill>
              <a:latin typeface="Poppins Medium"/>
              <a:ea typeface="Poppins Medium"/>
              <a:cs typeface="Poppins Medium"/>
              <a:sym typeface="Poppins Medium"/>
            </a:endParaRPr>
          </a:p>
        </p:txBody>
      </p:sp>
      <p:sp>
        <p:nvSpPr>
          <p:cNvPr id="471" name="Google Shape;471;g2c157a2fb06_0_70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472" name="Google Shape;472;g2c157a2fb06_0_700"/>
          <p:cNvSpPr txBox="1">
            <a:spLocks noGrp="1"/>
          </p:cNvSpPr>
          <p:nvPr>
            <p:ph type="subTitle" idx="4"/>
          </p:nvPr>
        </p:nvSpPr>
        <p:spPr>
          <a:xfrm>
            <a:off x="1179855" y="7263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3" name="Google Shape;473;g2c157a2fb06_0_700"/>
          <p:cNvSpPr txBox="1">
            <a:spLocks noGrp="1"/>
          </p:cNvSpPr>
          <p:nvPr>
            <p:ph type="subTitle" idx="5"/>
          </p:nvPr>
        </p:nvSpPr>
        <p:spPr>
          <a:xfrm>
            <a:off x="3645035" y="10395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4" name="Google Shape;474;g2c157a2fb06_0_700"/>
          <p:cNvSpPr txBox="1">
            <a:spLocks noGrp="1"/>
          </p:cNvSpPr>
          <p:nvPr>
            <p:ph type="subTitle" idx="6"/>
          </p:nvPr>
        </p:nvSpPr>
        <p:spPr>
          <a:xfrm>
            <a:off x="6263616" y="5902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5" name="Google Shape;475;g2c157a2fb06_0_700"/>
          <p:cNvSpPr/>
          <p:nvPr/>
        </p:nvSpPr>
        <p:spPr>
          <a:xfrm rot="-10251123">
            <a:off x="5784914" y="2390259"/>
            <a:ext cx="2012801" cy="1269934"/>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6" name="Google Shape;476;g2c157a2fb06_0_700"/>
          <p:cNvSpPr txBox="1">
            <a:spLocks noGrp="1"/>
          </p:cNvSpPr>
          <p:nvPr>
            <p:ph type="subTitle" idx="7"/>
          </p:nvPr>
        </p:nvSpPr>
        <p:spPr>
          <a:xfrm>
            <a:off x="5856255" y="239168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7" name="Google Shape;477;g2c157a2fb06_0_700"/>
          <p:cNvSpPr/>
          <p:nvPr/>
        </p:nvSpPr>
        <p:spPr>
          <a:xfrm>
            <a:off x="1984645" y="2367646"/>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78" name="Google Shape;478;g2c157a2fb06_0_700"/>
          <p:cNvSpPr txBox="1">
            <a:spLocks noGrp="1"/>
          </p:cNvSpPr>
          <p:nvPr>
            <p:ph type="subTitle" idx="8"/>
          </p:nvPr>
        </p:nvSpPr>
        <p:spPr>
          <a:xfrm>
            <a:off x="2125066" y="2369136"/>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79" name="Google Shape;479;g2c157a2fb06_0_700"/>
          <p:cNvSpPr/>
          <p:nvPr/>
        </p:nvSpPr>
        <p:spPr>
          <a:xfrm>
            <a:off x="3755185" y="38741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0" name="Google Shape;480;g2c157a2fb06_0_700"/>
          <p:cNvSpPr txBox="1">
            <a:spLocks noGrp="1"/>
          </p:cNvSpPr>
          <p:nvPr>
            <p:ph type="subTitle" idx="9"/>
          </p:nvPr>
        </p:nvSpPr>
        <p:spPr>
          <a:xfrm>
            <a:off x="3826530" y="38756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1" name="Google Shape;481;g2c157a2fb06_0_700"/>
          <p:cNvSpPr/>
          <p:nvPr/>
        </p:nvSpPr>
        <p:spPr>
          <a:xfrm>
            <a:off x="855895" y="4008958"/>
            <a:ext cx="2012796" cy="1269972"/>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2" name="Google Shape;482;g2c157a2fb06_0_700"/>
          <p:cNvSpPr txBox="1">
            <a:spLocks noGrp="1"/>
          </p:cNvSpPr>
          <p:nvPr>
            <p:ph type="subTitle" idx="13"/>
          </p:nvPr>
        </p:nvSpPr>
        <p:spPr>
          <a:xfrm>
            <a:off x="996316" y="4010449"/>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3" name="Google Shape;483;g2c157a2fb06_0_700"/>
          <p:cNvSpPr/>
          <p:nvPr/>
        </p:nvSpPr>
        <p:spPr>
          <a:xfrm rot="-513789" flipH="1">
            <a:off x="6058038" y="4333066"/>
            <a:ext cx="2012770" cy="1269967"/>
          </a:xfrm>
          <a:prstGeom prst="cloud">
            <a:avLst/>
          </a:prstGeom>
          <a:solidFill>
            <a:srgbClr val="F3F7FD"/>
          </a:solidFill>
          <a:ln w="38100" cap="flat" cmpd="sng">
            <a:solidFill>
              <a:srgbClr val="E6EFFF"/>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4" name="Google Shape;484;g2c157a2fb06_0_700"/>
          <p:cNvSpPr txBox="1">
            <a:spLocks noGrp="1"/>
          </p:cNvSpPr>
          <p:nvPr>
            <p:ph type="subTitle" idx="14"/>
          </p:nvPr>
        </p:nvSpPr>
        <p:spPr>
          <a:xfrm>
            <a:off x="6163910" y="4334511"/>
            <a:ext cx="1870200" cy="12699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000"/>
              <a:buNone/>
              <a:defRPr sz="3000"/>
            </a:lvl1pPr>
            <a:lvl2pPr lvl="1" algn="l">
              <a:lnSpc>
                <a:spcPct val="90000"/>
              </a:lnSpc>
              <a:spcBef>
                <a:spcPts val="500"/>
              </a:spcBef>
              <a:spcAft>
                <a:spcPts val="0"/>
              </a:spcAft>
              <a:buSzPts val="3000"/>
              <a:buNone/>
              <a:defRPr sz="3000"/>
            </a:lvl2pPr>
            <a:lvl3pPr lvl="2" algn="l">
              <a:lnSpc>
                <a:spcPct val="90000"/>
              </a:lnSpc>
              <a:spcBef>
                <a:spcPts val="500"/>
              </a:spcBef>
              <a:spcAft>
                <a:spcPts val="0"/>
              </a:spcAft>
              <a:buSzPts val="3000"/>
              <a:buNone/>
              <a:defRPr sz="3000"/>
            </a:lvl3pPr>
            <a:lvl4pPr lvl="3" algn="l">
              <a:lnSpc>
                <a:spcPct val="90000"/>
              </a:lnSpc>
              <a:spcBef>
                <a:spcPts val="500"/>
              </a:spcBef>
              <a:spcAft>
                <a:spcPts val="0"/>
              </a:spcAft>
              <a:buSzPts val="3000"/>
              <a:buNone/>
              <a:defRPr sz="3000"/>
            </a:lvl4pPr>
            <a:lvl5pPr lvl="4" algn="l">
              <a:lnSpc>
                <a:spcPct val="90000"/>
              </a:lnSpc>
              <a:spcBef>
                <a:spcPts val="500"/>
              </a:spcBef>
              <a:spcAft>
                <a:spcPts val="0"/>
              </a:spcAft>
              <a:buSzPts val="3000"/>
              <a:buNone/>
              <a:defRPr sz="3000"/>
            </a:lvl5pPr>
            <a:lvl6pPr lvl="5" algn="l">
              <a:lnSpc>
                <a:spcPct val="90000"/>
              </a:lnSpc>
              <a:spcBef>
                <a:spcPts val="500"/>
              </a:spcBef>
              <a:spcAft>
                <a:spcPts val="0"/>
              </a:spcAft>
              <a:buSzPts val="3000"/>
              <a:buNone/>
              <a:defRPr sz="3000"/>
            </a:lvl6pPr>
            <a:lvl7pPr lvl="6" algn="l">
              <a:lnSpc>
                <a:spcPct val="90000"/>
              </a:lnSpc>
              <a:spcBef>
                <a:spcPts val="500"/>
              </a:spcBef>
              <a:spcAft>
                <a:spcPts val="0"/>
              </a:spcAft>
              <a:buSzPts val="3000"/>
              <a:buNone/>
              <a:defRPr sz="3000"/>
            </a:lvl7pPr>
            <a:lvl8pPr lvl="7" algn="l">
              <a:lnSpc>
                <a:spcPct val="90000"/>
              </a:lnSpc>
              <a:spcBef>
                <a:spcPts val="500"/>
              </a:spcBef>
              <a:spcAft>
                <a:spcPts val="0"/>
              </a:spcAft>
              <a:buSzPts val="3000"/>
              <a:buNone/>
              <a:defRPr sz="3000"/>
            </a:lvl8pPr>
            <a:lvl9pPr lvl="8" algn="l">
              <a:lnSpc>
                <a:spcPct val="90000"/>
              </a:lnSpc>
              <a:spcBef>
                <a:spcPts val="500"/>
              </a:spcBef>
              <a:spcAft>
                <a:spcPts val="0"/>
              </a:spcAft>
              <a:buSzPts val="3000"/>
              <a:buNone/>
              <a:defRPr sz="3000"/>
            </a:lvl9pPr>
          </a:lstStyle>
          <a:p>
            <a:endParaRPr/>
          </a:p>
        </p:txBody>
      </p:sp>
      <p:sp>
        <p:nvSpPr>
          <p:cNvPr id="485" name="Google Shape;485;g2c157a2fb06_0_70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486" name="Google Shape;486;g2c157a2fb06_0_70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487" name="Google Shape;487;g2c157a2fb06_0_700"/>
          <p:cNvGrpSpPr/>
          <p:nvPr/>
        </p:nvGrpSpPr>
        <p:grpSpPr>
          <a:xfrm>
            <a:off x="662575" y="6212475"/>
            <a:ext cx="586800" cy="571500"/>
            <a:chOff x="662575" y="6212475"/>
            <a:chExt cx="586800" cy="571500"/>
          </a:xfrm>
        </p:grpSpPr>
        <p:sp>
          <p:nvSpPr>
            <p:cNvPr id="488" name="Google Shape;488;g2c157a2fb06_0_70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89" name="Google Shape;489;g2c157a2fb06_0_70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0" name="Google Shape;490;g2c157a2fb06_0_70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491" name="Google Shape;491;g2c157a2fb06_0_700"/>
          <p:cNvGrpSpPr/>
          <p:nvPr/>
        </p:nvGrpSpPr>
        <p:grpSpPr>
          <a:xfrm>
            <a:off x="7894350" y="6212475"/>
            <a:ext cx="586800" cy="571500"/>
            <a:chOff x="7894350" y="6212475"/>
            <a:chExt cx="586800" cy="571500"/>
          </a:xfrm>
        </p:grpSpPr>
        <p:sp>
          <p:nvSpPr>
            <p:cNvPr id="492" name="Google Shape;492;g2c157a2fb06_0_70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3" name="Google Shape;493;g2c157a2fb06_0_70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4" name="Google Shape;494;g2c157a2fb06_0_70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9 - Bingo">
  <p:cSld name="Alien Word of the Day_1_1_1_1_1_1_1_1_1_1_1_3_1">
    <p:spTree>
      <p:nvGrpSpPr>
        <p:cNvPr id="1" name="Shape 495"/>
        <p:cNvGrpSpPr/>
        <p:nvPr/>
      </p:nvGrpSpPr>
      <p:grpSpPr>
        <a:xfrm>
          <a:off x="0" y="0"/>
          <a:ext cx="0" cy="0"/>
          <a:chOff x="0" y="0"/>
          <a:chExt cx="0" cy="0"/>
        </a:xfrm>
      </p:grpSpPr>
      <p:sp>
        <p:nvSpPr>
          <p:cNvPr id="496" name="Google Shape;496;g2c157a2fb06_0_932"/>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497" name="Google Shape;497;g2c157a2fb06_0_932"/>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498" name="Google Shape;498;g2c157a2fb06_0_932"/>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499" name="Google Shape;499;g2c157a2fb06_0_932"/>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0" name="Google Shape;500;g2c157a2fb06_0_932"/>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01" name="Google Shape;501;g2c157a2fb06_0_932"/>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02" name="Google Shape;502;g2c157a2fb06_0_932"/>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03" name="Google Shape;503;g2c157a2fb06_0_932"/>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04" name="Google Shape;504;g2c157a2fb06_0_932"/>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5" name="Google Shape;505;g2c157a2fb06_0_932"/>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06" name="Google Shape;506;g2c157a2fb06_0_932"/>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Bingo</a:t>
            </a:r>
            <a:endParaRPr sz="3000" b="0" i="0" u="none" strike="noStrike" cap="none">
              <a:solidFill>
                <a:srgbClr val="8DC63F"/>
              </a:solidFill>
              <a:latin typeface="Poppins Medium"/>
              <a:ea typeface="Poppins Medium"/>
              <a:cs typeface="Poppins Medium"/>
              <a:sym typeface="Poppins Medium"/>
            </a:endParaRPr>
          </a:p>
        </p:txBody>
      </p:sp>
      <p:cxnSp>
        <p:nvCxnSpPr>
          <p:cNvPr id="507" name="Google Shape;507;g2c157a2fb06_0_932"/>
          <p:cNvCxnSpPr/>
          <p:nvPr/>
        </p:nvCxnSpPr>
        <p:spPr>
          <a:xfrm>
            <a:off x="1181100" y="2307667"/>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8" name="Google Shape;508;g2c157a2fb06_0_932"/>
          <p:cNvCxnSpPr/>
          <p:nvPr/>
        </p:nvCxnSpPr>
        <p:spPr>
          <a:xfrm>
            <a:off x="1181100" y="3853333"/>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09" name="Google Shape;509;g2c157a2fb06_0_932"/>
          <p:cNvCxnSpPr/>
          <p:nvPr/>
        </p:nvCxnSpPr>
        <p:spPr>
          <a:xfrm>
            <a:off x="1181100" y="5399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0" name="Google Shape;510;g2c157a2fb06_0_932"/>
          <p:cNvCxnSpPr/>
          <p:nvPr/>
        </p:nvCxnSpPr>
        <p:spPr>
          <a:xfrm>
            <a:off x="1181100" y="762000"/>
            <a:ext cx="6781800" cy="0"/>
          </a:xfrm>
          <a:prstGeom prst="straightConnector1">
            <a:avLst/>
          </a:prstGeom>
          <a:noFill/>
          <a:ln w="28575" cap="flat" cmpd="sng">
            <a:solidFill>
              <a:srgbClr val="CFD9EF"/>
            </a:solidFill>
            <a:prstDash val="lgDash"/>
            <a:miter lim="800000"/>
            <a:headEnd type="none" w="sm" len="sm"/>
            <a:tailEnd type="none" w="sm" len="sm"/>
          </a:ln>
        </p:spPr>
      </p:cxnSp>
      <p:cxnSp>
        <p:nvCxnSpPr>
          <p:cNvPr id="511" name="Google Shape;511;g2c157a2fb06_0_932"/>
          <p:cNvCxnSpPr/>
          <p:nvPr/>
        </p:nvCxnSpPr>
        <p:spPr>
          <a:xfrm>
            <a:off x="1181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2" name="Google Shape;512;g2c157a2fb06_0_932"/>
          <p:cNvCxnSpPr/>
          <p:nvPr/>
        </p:nvCxnSpPr>
        <p:spPr>
          <a:xfrm>
            <a:off x="7994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3" name="Google Shape;513;g2c157a2fb06_0_932"/>
          <p:cNvCxnSpPr/>
          <p:nvPr/>
        </p:nvCxnSpPr>
        <p:spPr>
          <a:xfrm>
            <a:off x="3452100" y="795350"/>
            <a:ext cx="0" cy="4562100"/>
          </a:xfrm>
          <a:prstGeom prst="straightConnector1">
            <a:avLst/>
          </a:prstGeom>
          <a:noFill/>
          <a:ln w="28575" cap="flat" cmpd="sng">
            <a:solidFill>
              <a:srgbClr val="CFD9EF"/>
            </a:solidFill>
            <a:prstDash val="lgDash"/>
            <a:miter lim="800000"/>
            <a:headEnd type="none" w="sm" len="sm"/>
            <a:tailEnd type="none" w="sm" len="sm"/>
          </a:ln>
        </p:spPr>
      </p:cxnSp>
      <p:cxnSp>
        <p:nvCxnSpPr>
          <p:cNvPr id="514" name="Google Shape;514;g2c157a2fb06_0_932"/>
          <p:cNvCxnSpPr/>
          <p:nvPr/>
        </p:nvCxnSpPr>
        <p:spPr>
          <a:xfrm>
            <a:off x="5723100" y="795350"/>
            <a:ext cx="0" cy="4562100"/>
          </a:xfrm>
          <a:prstGeom prst="straightConnector1">
            <a:avLst/>
          </a:prstGeom>
          <a:noFill/>
          <a:ln w="28575" cap="flat" cmpd="sng">
            <a:solidFill>
              <a:srgbClr val="CFD9EF"/>
            </a:solidFill>
            <a:prstDash val="lgDash"/>
            <a:miter lim="800000"/>
            <a:headEnd type="none" w="sm" len="sm"/>
            <a:tailEnd type="none" w="sm" len="sm"/>
          </a:ln>
        </p:spPr>
      </p:cxnSp>
      <p:sp>
        <p:nvSpPr>
          <p:cNvPr id="515" name="Google Shape;515;g2c157a2fb06_0_932"/>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16" name="Google Shape;516;g2c157a2fb06_0_932"/>
          <p:cNvPicPr preferRelativeResize="0"/>
          <p:nvPr/>
        </p:nvPicPr>
        <p:blipFill rotWithShape="1">
          <a:blip r:embed="rId2">
            <a:alphaModFix/>
          </a:blip>
          <a:srcRect/>
          <a:stretch/>
        </p:blipFill>
        <p:spPr>
          <a:xfrm>
            <a:off x="3459875" y="302008"/>
            <a:ext cx="214317" cy="246300"/>
          </a:xfrm>
          <a:prstGeom prst="rect">
            <a:avLst/>
          </a:prstGeom>
          <a:noFill/>
          <a:ln>
            <a:noFill/>
          </a:ln>
        </p:spPr>
      </p:pic>
      <p:sp>
        <p:nvSpPr>
          <p:cNvPr id="517" name="Google Shape;517;g2c157a2fb06_0_932"/>
          <p:cNvSpPr txBox="1">
            <a:spLocks noGrp="1"/>
          </p:cNvSpPr>
          <p:nvPr>
            <p:ph type="subTitle" idx="4"/>
          </p:nvPr>
        </p:nvSpPr>
        <p:spPr>
          <a:xfrm>
            <a:off x="124950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8" name="Google Shape;518;g2c157a2fb06_0_932"/>
          <p:cNvSpPr txBox="1">
            <a:spLocks noGrp="1"/>
          </p:cNvSpPr>
          <p:nvPr>
            <p:ph type="subTitle" idx="5"/>
          </p:nvPr>
        </p:nvSpPr>
        <p:spPr>
          <a:xfrm>
            <a:off x="3524925"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19" name="Google Shape;519;g2c157a2fb06_0_932"/>
          <p:cNvSpPr txBox="1">
            <a:spLocks noGrp="1"/>
          </p:cNvSpPr>
          <p:nvPr>
            <p:ph type="subTitle" idx="6"/>
          </p:nvPr>
        </p:nvSpPr>
        <p:spPr>
          <a:xfrm>
            <a:off x="5800350" y="7953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0" name="Google Shape;520;g2c157a2fb06_0_932"/>
          <p:cNvSpPr txBox="1">
            <a:spLocks noGrp="1"/>
          </p:cNvSpPr>
          <p:nvPr>
            <p:ph type="subTitle" idx="7"/>
          </p:nvPr>
        </p:nvSpPr>
        <p:spPr>
          <a:xfrm>
            <a:off x="124950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1" name="Google Shape;521;g2c157a2fb06_0_932"/>
          <p:cNvSpPr txBox="1">
            <a:spLocks noGrp="1"/>
          </p:cNvSpPr>
          <p:nvPr>
            <p:ph type="subTitle" idx="8"/>
          </p:nvPr>
        </p:nvSpPr>
        <p:spPr>
          <a:xfrm>
            <a:off x="3524925"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2" name="Google Shape;522;g2c157a2fb06_0_932"/>
          <p:cNvSpPr txBox="1">
            <a:spLocks noGrp="1"/>
          </p:cNvSpPr>
          <p:nvPr>
            <p:ph type="subTitle" idx="9"/>
          </p:nvPr>
        </p:nvSpPr>
        <p:spPr>
          <a:xfrm>
            <a:off x="5800350" y="2361850"/>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3" name="Google Shape;523;g2c157a2fb06_0_932"/>
          <p:cNvSpPr txBox="1">
            <a:spLocks noGrp="1"/>
          </p:cNvSpPr>
          <p:nvPr>
            <p:ph type="subTitle" idx="13"/>
          </p:nvPr>
        </p:nvSpPr>
        <p:spPr>
          <a:xfrm>
            <a:off x="124950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4" name="Google Shape;524;g2c157a2fb06_0_932"/>
          <p:cNvSpPr txBox="1">
            <a:spLocks noGrp="1"/>
          </p:cNvSpPr>
          <p:nvPr>
            <p:ph type="subTitle" idx="14"/>
          </p:nvPr>
        </p:nvSpPr>
        <p:spPr>
          <a:xfrm>
            <a:off x="3524925"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sp>
        <p:nvSpPr>
          <p:cNvPr id="525" name="Google Shape;525;g2c157a2fb06_0_932"/>
          <p:cNvSpPr txBox="1">
            <a:spLocks noGrp="1"/>
          </p:cNvSpPr>
          <p:nvPr>
            <p:ph type="subTitle" idx="15"/>
          </p:nvPr>
        </p:nvSpPr>
        <p:spPr>
          <a:xfrm>
            <a:off x="5800350" y="3907513"/>
            <a:ext cx="2116500" cy="14373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3200"/>
              <a:buNone/>
              <a:defRPr sz="3200"/>
            </a:lvl1pPr>
            <a:lvl2pPr lvl="1" algn="l">
              <a:lnSpc>
                <a:spcPct val="90000"/>
              </a:lnSpc>
              <a:spcBef>
                <a:spcPts val="500"/>
              </a:spcBef>
              <a:spcAft>
                <a:spcPts val="0"/>
              </a:spcAft>
              <a:buSzPts val="3200"/>
              <a:buNone/>
              <a:defRPr sz="3200"/>
            </a:lvl2pPr>
            <a:lvl3pPr lvl="2" algn="l">
              <a:lnSpc>
                <a:spcPct val="90000"/>
              </a:lnSpc>
              <a:spcBef>
                <a:spcPts val="500"/>
              </a:spcBef>
              <a:spcAft>
                <a:spcPts val="0"/>
              </a:spcAft>
              <a:buSzPts val="3200"/>
              <a:buNone/>
              <a:defRPr sz="3200"/>
            </a:lvl3pPr>
            <a:lvl4pPr lvl="3" algn="l">
              <a:lnSpc>
                <a:spcPct val="90000"/>
              </a:lnSpc>
              <a:spcBef>
                <a:spcPts val="500"/>
              </a:spcBef>
              <a:spcAft>
                <a:spcPts val="0"/>
              </a:spcAft>
              <a:buSzPts val="3200"/>
              <a:buNone/>
              <a:defRPr sz="3200"/>
            </a:lvl4pPr>
            <a:lvl5pPr lvl="4" algn="l">
              <a:lnSpc>
                <a:spcPct val="90000"/>
              </a:lnSpc>
              <a:spcBef>
                <a:spcPts val="500"/>
              </a:spcBef>
              <a:spcAft>
                <a:spcPts val="0"/>
              </a:spcAft>
              <a:buSzPts val="3200"/>
              <a:buNone/>
              <a:defRPr sz="3200"/>
            </a:lvl5pPr>
            <a:lvl6pPr lvl="5" algn="l">
              <a:lnSpc>
                <a:spcPct val="90000"/>
              </a:lnSpc>
              <a:spcBef>
                <a:spcPts val="500"/>
              </a:spcBef>
              <a:spcAft>
                <a:spcPts val="0"/>
              </a:spcAft>
              <a:buSzPts val="3200"/>
              <a:buNone/>
              <a:defRPr sz="3200"/>
            </a:lvl6pPr>
            <a:lvl7pPr lvl="6" algn="l">
              <a:lnSpc>
                <a:spcPct val="90000"/>
              </a:lnSpc>
              <a:spcBef>
                <a:spcPts val="500"/>
              </a:spcBef>
              <a:spcAft>
                <a:spcPts val="0"/>
              </a:spcAft>
              <a:buSzPts val="3200"/>
              <a:buNone/>
              <a:defRPr sz="3200"/>
            </a:lvl7pPr>
            <a:lvl8pPr lvl="7" algn="l">
              <a:lnSpc>
                <a:spcPct val="90000"/>
              </a:lnSpc>
              <a:spcBef>
                <a:spcPts val="500"/>
              </a:spcBef>
              <a:spcAft>
                <a:spcPts val="0"/>
              </a:spcAft>
              <a:buSzPts val="3200"/>
              <a:buNone/>
              <a:defRPr sz="3200"/>
            </a:lvl8pPr>
            <a:lvl9pPr lvl="8" algn="l">
              <a:lnSpc>
                <a:spcPct val="90000"/>
              </a:lnSpc>
              <a:spcBef>
                <a:spcPts val="500"/>
              </a:spcBef>
              <a:spcAft>
                <a:spcPts val="0"/>
              </a:spcAft>
              <a:buSzPts val="3200"/>
              <a:buNone/>
              <a:defRPr sz="3200"/>
            </a:lvl9pPr>
          </a:lstStyle>
          <a:p>
            <a:endParaRPr/>
          </a:p>
        </p:txBody>
      </p:sp>
      <p:grpSp>
        <p:nvGrpSpPr>
          <p:cNvPr id="526" name="Google Shape;526;g2c157a2fb06_0_932"/>
          <p:cNvGrpSpPr/>
          <p:nvPr/>
        </p:nvGrpSpPr>
        <p:grpSpPr>
          <a:xfrm>
            <a:off x="662575" y="6212475"/>
            <a:ext cx="586800" cy="571500"/>
            <a:chOff x="662575" y="6212475"/>
            <a:chExt cx="586800" cy="571500"/>
          </a:xfrm>
        </p:grpSpPr>
        <p:sp>
          <p:nvSpPr>
            <p:cNvPr id="527" name="Google Shape;527;g2c157a2fb06_0_932">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8" name="Google Shape;528;g2c157a2fb06_0_932">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29" name="Google Shape;529;g2c157a2fb06_0_932">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30" name="Google Shape;530;g2c157a2fb06_0_932"/>
          <p:cNvGrpSpPr/>
          <p:nvPr/>
        </p:nvGrpSpPr>
        <p:grpSpPr>
          <a:xfrm>
            <a:off x="7894350" y="6212475"/>
            <a:ext cx="586800" cy="571500"/>
            <a:chOff x="7894350" y="6212475"/>
            <a:chExt cx="586800" cy="571500"/>
          </a:xfrm>
        </p:grpSpPr>
        <p:sp>
          <p:nvSpPr>
            <p:cNvPr id="531" name="Google Shape;531;g2c157a2fb06_0_932">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2" name="Google Shape;532;g2c157a2fb06_0_932">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3" name="Google Shape;533;g2c157a2fb06_0_932">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20 - Lucky Dip">
  <p:cSld name="Alien Word of the Day_1_1_1_1_1_1_1_1_1_1_2">
    <p:spTree>
      <p:nvGrpSpPr>
        <p:cNvPr id="1" name="Shape 534"/>
        <p:cNvGrpSpPr/>
        <p:nvPr/>
      </p:nvGrpSpPr>
      <p:grpSpPr>
        <a:xfrm>
          <a:off x="0" y="0"/>
          <a:ext cx="0" cy="0"/>
          <a:chOff x="0" y="0"/>
          <a:chExt cx="0" cy="0"/>
        </a:xfrm>
      </p:grpSpPr>
      <p:sp>
        <p:nvSpPr>
          <p:cNvPr id="535" name="Google Shape;535;g2c157a2fb06_0_1045"/>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6" name="Google Shape;536;g2c157a2fb06_0_1045"/>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37" name="Google Shape;537;g2c157a2fb06_0_1045"/>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38" name="Google Shape;538;g2c157a2fb06_0_1045"/>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39" name="Google Shape;539;g2c157a2fb06_0_1045"/>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40" name="Google Shape;540;g2c157a2fb06_0_1045"/>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41" name="Google Shape;541;g2c157a2fb06_0_1045"/>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cxnSp>
        <p:nvCxnSpPr>
          <p:cNvPr id="542" name="Google Shape;542;g2c157a2fb06_0_1045"/>
          <p:cNvCxnSpPr/>
          <p:nvPr/>
        </p:nvCxnSpPr>
        <p:spPr>
          <a:xfrm>
            <a:off x="1181100" y="3385650"/>
            <a:ext cx="6781800" cy="0"/>
          </a:xfrm>
          <a:prstGeom prst="straightConnector1">
            <a:avLst/>
          </a:prstGeom>
          <a:noFill/>
          <a:ln w="28575" cap="flat" cmpd="sng">
            <a:solidFill>
              <a:srgbClr val="CFD9EF"/>
            </a:solidFill>
            <a:prstDash val="lgDash"/>
            <a:miter lim="800000"/>
            <a:headEnd type="none" w="sm" len="sm"/>
            <a:tailEnd type="none" w="sm" len="sm"/>
          </a:ln>
        </p:spPr>
      </p:cxnSp>
      <p:pic>
        <p:nvPicPr>
          <p:cNvPr id="543" name="Google Shape;543;g2c157a2fb06_0_1045"/>
          <p:cNvPicPr preferRelativeResize="0"/>
          <p:nvPr/>
        </p:nvPicPr>
        <p:blipFill rotWithShape="1">
          <a:blip r:embed="rId2">
            <a:alphaModFix amt="70000"/>
          </a:blip>
          <a:srcRect/>
          <a:stretch/>
        </p:blipFill>
        <p:spPr>
          <a:xfrm>
            <a:off x="3031650" y="3179019"/>
            <a:ext cx="3080700" cy="3080685"/>
          </a:xfrm>
          <a:prstGeom prst="rect">
            <a:avLst/>
          </a:prstGeom>
          <a:noFill/>
          <a:ln>
            <a:noFill/>
          </a:ln>
        </p:spPr>
      </p:pic>
      <p:sp>
        <p:nvSpPr>
          <p:cNvPr id="544" name="Google Shape;544;g2c157a2fb06_0_1045"/>
          <p:cNvSpPr txBox="1">
            <a:spLocks noGrp="1"/>
          </p:cNvSpPr>
          <p:nvPr>
            <p:ph type="subTitle" idx="1"/>
          </p:nvPr>
        </p:nvSpPr>
        <p:spPr>
          <a:xfrm>
            <a:off x="12573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5" name="Google Shape;545;g2c157a2fb06_0_1045"/>
          <p:cNvSpPr txBox="1">
            <a:spLocks noGrp="1"/>
          </p:cNvSpPr>
          <p:nvPr>
            <p:ph type="subTitle" idx="2"/>
          </p:nvPr>
        </p:nvSpPr>
        <p:spPr>
          <a:xfrm>
            <a:off x="34956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6" name="Google Shape;546;g2c157a2fb06_0_1045"/>
          <p:cNvSpPr txBox="1">
            <a:spLocks noGrp="1"/>
          </p:cNvSpPr>
          <p:nvPr>
            <p:ph type="subTitle" idx="3"/>
          </p:nvPr>
        </p:nvSpPr>
        <p:spPr>
          <a:xfrm>
            <a:off x="5733900" y="1219200"/>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7" name="Google Shape;547;g2c157a2fb06_0_1045"/>
          <p:cNvSpPr txBox="1">
            <a:spLocks noGrp="1"/>
          </p:cNvSpPr>
          <p:nvPr>
            <p:ph type="subTitle" idx="4"/>
          </p:nvPr>
        </p:nvSpPr>
        <p:spPr>
          <a:xfrm>
            <a:off x="12573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8" name="Google Shape;548;g2c157a2fb06_0_1045"/>
          <p:cNvSpPr txBox="1">
            <a:spLocks noGrp="1"/>
          </p:cNvSpPr>
          <p:nvPr>
            <p:ph type="subTitle" idx="5"/>
          </p:nvPr>
        </p:nvSpPr>
        <p:spPr>
          <a:xfrm>
            <a:off x="34956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49" name="Google Shape;549;g2c157a2fb06_0_1045"/>
          <p:cNvSpPr txBox="1">
            <a:spLocks noGrp="1"/>
          </p:cNvSpPr>
          <p:nvPr>
            <p:ph type="subTitle" idx="6"/>
          </p:nvPr>
        </p:nvSpPr>
        <p:spPr>
          <a:xfrm>
            <a:off x="5733900" y="1854025"/>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0" name="Google Shape;550;g2c157a2fb06_0_1045"/>
          <p:cNvSpPr txBox="1">
            <a:spLocks noGrp="1"/>
          </p:cNvSpPr>
          <p:nvPr>
            <p:ph type="subTitle" idx="7"/>
          </p:nvPr>
        </p:nvSpPr>
        <p:spPr>
          <a:xfrm>
            <a:off x="12573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1" name="Google Shape;551;g2c157a2fb06_0_1045"/>
          <p:cNvSpPr txBox="1">
            <a:spLocks noGrp="1"/>
          </p:cNvSpPr>
          <p:nvPr>
            <p:ph type="subTitle" idx="8"/>
          </p:nvPr>
        </p:nvSpPr>
        <p:spPr>
          <a:xfrm>
            <a:off x="34956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2" name="Google Shape;552;g2c157a2fb06_0_1045"/>
          <p:cNvSpPr txBox="1">
            <a:spLocks noGrp="1"/>
          </p:cNvSpPr>
          <p:nvPr>
            <p:ph type="subTitle" idx="9"/>
          </p:nvPr>
        </p:nvSpPr>
        <p:spPr>
          <a:xfrm>
            <a:off x="5733900" y="2492063"/>
            <a:ext cx="2229000" cy="3693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2000"/>
              <a:buNone/>
              <a:defRPr sz="2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3" name="Google Shape;553;g2c157a2fb06_0_1045"/>
          <p:cNvSpPr txBox="1">
            <a:spLocks noGrp="1"/>
          </p:cNvSpPr>
          <p:nvPr>
            <p:ph type="subTitle" idx="13"/>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4" name="Google Shape;554;g2c157a2fb06_0_1045"/>
          <p:cNvSpPr txBox="1">
            <a:spLocks noGrp="1"/>
          </p:cNvSpPr>
          <p:nvPr>
            <p:ph type="subTitle" idx="14"/>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5" name="Google Shape;555;g2c157a2fb06_0_1045"/>
          <p:cNvSpPr txBox="1">
            <a:spLocks noGrp="1"/>
          </p:cNvSpPr>
          <p:nvPr>
            <p:ph type="subTitle" idx="15"/>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56" name="Google Shape;556;g2c157a2fb06_0_1045"/>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800" b="0" i="0" u="none" strike="noStrike" cap="none">
              <a:solidFill>
                <a:srgbClr val="AEABAB"/>
              </a:solidFill>
              <a:latin typeface="Poppins Medium"/>
              <a:ea typeface="Poppins Medium"/>
              <a:cs typeface="Poppins Medium"/>
              <a:sym typeface="Poppins Medium"/>
            </a:endParaRPr>
          </a:p>
        </p:txBody>
      </p:sp>
      <p:sp>
        <p:nvSpPr>
          <p:cNvPr id="557" name="Google Shape;557;g2c157a2fb06_0_1045"/>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Lucky Dip</a:t>
            </a:r>
            <a:endParaRPr sz="3000" b="0" i="0" u="none" strike="noStrike" cap="none">
              <a:solidFill>
                <a:srgbClr val="8DC63F"/>
              </a:solidFill>
              <a:latin typeface="Poppins Medium"/>
              <a:ea typeface="Poppins Medium"/>
              <a:cs typeface="Poppins Medium"/>
              <a:sym typeface="Poppins Medium"/>
            </a:endParaRPr>
          </a:p>
        </p:txBody>
      </p:sp>
      <p:sp>
        <p:nvSpPr>
          <p:cNvPr id="558" name="Google Shape;558;g2c157a2fb06_0_1045"/>
          <p:cNvSpPr txBox="1">
            <a:spLocks noGrp="1"/>
          </p:cNvSpPr>
          <p:nvPr>
            <p:ph type="subTitle" idx="16"/>
          </p:nvPr>
        </p:nvSpPr>
        <p:spPr>
          <a:xfrm>
            <a:off x="1249500" y="3669588"/>
            <a:ext cx="6645000" cy="1728900"/>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1000"/>
              </a:spcBef>
              <a:spcAft>
                <a:spcPts val="0"/>
              </a:spcAft>
              <a:buSzPts val="6000"/>
              <a:buNone/>
              <a:defRPr sz="6000"/>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59" name="Google Shape;559;g2c157a2fb06_0_1045"/>
          <p:cNvSpPr txBox="1"/>
          <p:nvPr/>
        </p:nvSpPr>
        <p:spPr>
          <a:xfrm rot="847135">
            <a:off x="3980478" y="3929718"/>
            <a:ext cx="1109311" cy="1493270"/>
          </a:xfrm>
          <a:prstGeom prst="rect">
            <a:avLst/>
          </a:prstGeom>
          <a:noFill/>
          <a:ln>
            <a:noFill/>
          </a:ln>
        </p:spPr>
        <p:txBody>
          <a:bodyPr spcFirstLastPara="1" wrap="square" lIns="91425" tIns="0" rIns="91425" bIns="0" anchor="ctr" anchorCtr="0">
            <a:noAutofit/>
          </a:bodyPr>
          <a:lstStyle/>
          <a:p>
            <a:pPr marL="0" marR="0" lvl="0" indent="0" algn="l" rtl="0">
              <a:lnSpc>
                <a:spcPct val="90000"/>
              </a:lnSpc>
              <a:spcBef>
                <a:spcPts val="0"/>
              </a:spcBef>
              <a:spcAft>
                <a:spcPts val="0"/>
              </a:spcAft>
              <a:buClr>
                <a:srgbClr val="F7941D"/>
              </a:buClr>
              <a:buSzPts val="3200"/>
              <a:buFont typeface="Poppins Medium"/>
              <a:buNone/>
            </a:pPr>
            <a:r>
              <a:rPr lang="en-US" sz="15000" b="0" i="0" u="none" strike="noStrike" cap="none">
                <a:solidFill>
                  <a:srgbClr val="F1C232"/>
                </a:solidFill>
                <a:latin typeface="Nunito Black"/>
                <a:ea typeface="Nunito Black"/>
                <a:cs typeface="Nunito Black"/>
                <a:sym typeface="Nunito Black"/>
              </a:rPr>
              <a:t>?</a:t>
            </a:r>
            <a:endParaRPr sz="15000" b="0" i="0" u="none" strike="noStrike" cap="none">
              <a:solidFill>
                <a:srgbClr val="F1C232"/>
              </a:solidFill>
              <a:latin typeface="Nunito Black"/>
              <a:ea typeface="Nunito Black"/>
              <a:cs typeface="Nunito Black"/>
              <a:sym typeface="Nunito Black"/>
            </a:endParaRPr>
          </a:p>
        </p:txBody>
      </p:sp>
      <p:sp>
        <p:nvSpPr>
          <p:cNvPr id="560" name="Google Shape;560;g2c157a2fb06_0_1045"/>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61" name="Google Shape;561;g2c157a2fb06_0_1045"/>
          <p:cNvPicPr preferRelativeResize="0"/>
          <p:nvPr/>
        </p:nvPicPr>
        <p:blipFill rotWithShape="1">
          <a:blip r:embed="rId3">
            <a:alphaModFix/>
          </a:blip>
          <a:srcRect/>
          <a:stretch/>
        </p:blipFill>
        <p:spPr>
          <a:xfrm>
            <a:off x="3459875" y="302008"/>
            <a:ext cx="214317" cy="246300"/>
          </a:xfrm>
          <a:prstGeom prst="rect">
            <a:avLst/>
          </a:prstGeom>
          <a:noFill/>
          <a:ln>
            <a:noFill/>
          </a:ln>
        </p:spPr>
      </p:pic>
      <p:grpSp>
        <p:nvGrpSpPr>
          <p:cNvPr id="562" name="Google Shape;562;g2c157a2fb06_0_1045"/>
          <p:cNvGrpSpPr/>
          <p:nvPr/>
        </p:nvGrpSpPr>
        <p:grpSpPr>
          <a:xfrm>
            <a:off x="662575" y="6212475"/>
            <a:ext cx="586800" cy="571500"/>
            <a:chOff x="662575" y="6212475"/>
            <a:chExt cx="586800" cy="571500"/>
          </a:xfrm>
        </p:grpSpPr>
        <p:sp>
          <p:nvSpPr>
            <p:cNvPr id="563" name="Google Shape;563;g2c157a2fb06_0_1045">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4" name="Google Shape;564;g2c157a2fb06_0_1045">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5" name="Google Shape;565;g2c157a2fb06_0_1045">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66" name="Google Shape;566;g2c157a2fb06_0_1045"/>
          <p:cNvGrpSpPr/>
          <p:nvPr/>
        </p:nvGrpSpPr>
        <p:grpSpPr>
          <a:xfrm>
            <a:off x="7894350" y="6212475"/>
            <a:ext cx="586800" cy="571500"/>
            <a:chOff x="7894350" y="6212475"/>
            <a:chExt cx="586800" cy="571500"/>
          </a:xfrm>
        </p:grpSpPr>
        <p:sp>
          <p:nvSpPr>
            <p:cNvPr id="567" name="Google Shape;567;g2c157a2fb06_0_1045">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8" name="Google Shape;568;g2c157a2fb06_0_1045">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69" name="Google Shape;569;g2c157a2fb06_0_1045">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1 - Countdown">
  <p:cSld name="Alien Word of the Day_1_1_1_1_1_1_1_1_1_1_1_1_2">
    <p:spTree>
      <p:nvGrpSpPr>
        <p:cNvPr id="1" name="Shape 570"/>
        <p:cNvGrpSpPr/>
        <p:nvPr/>
      </p:nvGrpSpPr>
      <p:grpSpPr>
        <a:xfrm>
          <a:off x="0" y="0"/>
          <a:ext cx="0" cy="0"/>
          <a:chOff x="0" y="0"/>
          <a:chExt cx="0" cy="0"/>
        </a:xfrm>
      </p:grpSpPr>
      <p:sp>
        <p:nvSpPr>
          <p:cNvPr id="571" name="Google Shape;571;g2c157a2fb06_0_1110"/>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2" name="Google Shape;572;g2c157a2fb06_0_1110"/>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573" name="Google Shape;573;g2c157a2fb06_0_1110"/>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4" name="Google Shape;574;g2c157a2fb06_0_1110"/>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5" name="Google Shape;575;g2c157a2fb06_0_1110"/>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76" name="Google Shape;576;g2c157a2fb06_0_1110"/>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577" name="Google Shape;577;g2c157a2fb06_0_1110"/>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578" name="Google Shape;578;g2c157a2fb06_0_1110"/>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579" name="Google Shape;579;g2c157a2fb06_0_1110"/>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0" name="Google Shape;580;g2c157a2fb06_0_1110"/>
          <p:cNvSpPr/>
          <p:nvPr/>
        </p:nvSpPr>
        <p:spPr>
          <a:xfrm>
            <a:off x="2124105" y="6212475"/>
            <a:ext cx="48957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rgbClr val="AEABAB"/>
                </a:solidFill>
                <a:latin typeface="Poppins Medium"/>
                <a:ea typeface="Poppins Medium"/>
                <a:cs typeface="Poppins Medium"/>
                <a:sym typeface="Poppins Medium"/>
              </a:rPr>
              <a:t>BLENDING FOR READING</a:t>
            </a:r>
            <a:endParaRPr sz="1400" b="0" i="0" u="none" strike="noStrike" cap="none">
              <a:solidFill>
                <a:srgbClr val="000000"/>
              </a:solidFill>
              <a:latin typeface="Arial"/>
              <a:ea typeface="Arial"/>
              <a:cs typeface="Arial"/>
              <a:sym typeface="Arial"/>
            </a:endParaRPr>
          </a:p>
        </p:txBody>
      </p:sp>
      <p:sp>
        <p:nvSpPr>
          <p:cNvPr id="581" name="Google Shape;581;g2c157a2fb06_0_1110"/>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F7941D"/>
              </a:buClr>
              <a:buSzPts val="3600"/>
              <a:buFont typeface="Poppins Medium"/>
              <a:buNone/>
            </a:pPr>
            <a:r>
              <a:rPr lang="en-US" sz="3000" b="0" i="0" u="none" strike="noStrike" cap="none">
                <a:solidFill>
                  <a:srgbClr val="8DC63F"/>
                </a:solidFill>
                <a:latin typeface="Poppins Medium"/>
                <a:ea typeface="Poppins Medium"/>
                <a:cs typeface="Poppins Medium"/>
                <a:sym typeface="Poppins Medium"/>
              </a:rPr>
              <a:t>Countdown</a:t>
            </a:r>
            <a:endParaRPr sz="3000" b="0" i="0" u="none" strike="noStrike" cap="none">
              <a:solidFill>
                <a:srgbClr val="8DC63F"/>
              </a:solidFill>
              <a:latin typeface="Poppins Medium"/>
              <a:ea typeface="Poppins Medium"/>
              <a:cs typeface="Poppins Medium"/>
              <a:sym typeface="Poppins Medium"/>
            </a:endParaRPr>
          </a:p>
        </p:txBody>
      </p:sp>
      <p:sp>
        <p:nvSpPr>
          <p:cNvPr id="582" name="Google Shape;582;g2c157a2fb06_0_1110"/>
          <p:cNvSpPr txBox="1">
            <a:spLocks noGrp="1"/>
          </p:cNvSpPr>
          <p:nvPr>
            <p:ph type="subTitle" idx="3"/>
          </p:nvPr>
        </p:nvSpPr>
        <p:spPr>
          <a:xfrm>
            <a:off x="2638800" y="46354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3" name="Google Shape;583;g2c157a2fb06_0_1110"/>
          <p:cNvSpPr txBox="1">
            <a:spLocks noGrp="1"/>
          </p:cNvSpPr>
          <p:nvPr>
            <p:ph type="subTitle" idx="4"/>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584" name="Google Shape;584;g2c157a2fb06_0_1110"/>
          <p:cNvSpPr txBox="1">
            <a:spLocks noGrp="1"/>
          </p:cNvSpPr>
          <p:nvPr>
            <p:ph type="subTitle" idx="5"/>
          </p:nvPr>
        </p:nvSpPr>
        <p:spPr>
          <a:xfrm>
            <a:off x="2638800" y="1505050"/>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5" name="Google Shape;585;g2c157a2fb06_0_1110"/>
          <p:cNvSpPr txBox="1">
            <a:spLocks noGrp="1"/>
          </p:cNvSpPr>
          <p:nvPr>
            <p:ph type="subTitle" idx="6"/>
          </p:nvPr>
        </p:nvSpPr>
        <p:spPr>
          <a:xfrm>
            <a:off x="2638800" y="2548517"/>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sp>
        <p:nvSpPr>
          <p:cNvPr id="586" name="Google Shape;586;g2c157a2fb06_0_1110"/>
          <p:cNvSpPr txBox="1">
            <a:spLocks noGrp="1"/>
          </p:cNvSpPr>
          <p:nvPr>
            <p:ph type="subTitle" idx="7"/>
          </p:nvPr>
        </p:nvSpPr>
        <p:spPr>
          <a:xfrm>
            <a:off x="2638800" y="3591983"/>
            <a:ext cx="3866400" cy="571500"/>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1000"/>
              </a:spcBef>
              <a:spcAft>
                <a:spcPts val="0"/>
              </a:spcAft>
              <a:buSzPts val="4200"/>
              <a:buNone/>
              <a:defRPr sz="4200"/>
            </a:lvl1pPr>
            <a:lvl2pPr lvl="1" algn="l">
              <a:lnSpc>
                <a:spcPct val="90000"/>
              </a:lnSpc>
              <a:spcBef>
                <a:spcPts val="500"/>
              </a:spcBef>
              <a:spcAft>
                <a:spcPts val="0"/>
              </a:spcAft>
              <a:buSzPts val="4500"/>
              <a:buNone/>
              <a:defRPr sz="4500"/>
            </a:lvl2pPr>
            <a:lvl3pPr lvl="2" algn="l">
              <a:lnSpc>
                <a:spcPct val="90000"/>
              </a:lnSpc>
              <a:spcBef>
                <a:spcPts val="500"/>
              </a:spcBef>
              <a:spcAft>
                <a:spcPts val="0"/>
              </a:spcAft>
              <a:buSzPts val="4500"/>
              <a:buNone/>
              <a:defRPr sz="4500"/>
            </a:lvl3pPr>
            <a:lvl4pPr lvl="3" algn="l">
              <a:lnSpc>
                <a:spcPct val="90000"/>
              </a:lnSpc>
              <a:spcBef>
                <a:spcPts val="500"/>
              </a:spcBef>
              <a:spcAft>
                <a:spcPts val="0"/>
              </a:spcAft>
              <a:buSzPts val="4500"/>
              <a:buNone/>
              <a:defRPr sz="4500"/>
            </a:lvl4pPr>
            <a:lvl5pPr lvl="4" algn="l">
              <a:lnSpc>
                <a:spcPct val="90000"/>
              </a:lnSpc>
              <a:spcBef>
                <a:spcPts val="500"/>
              </a:spcBef>
              <a:spcAft>
                <a:spcPts val="0"/>
              </a:spcAft>
              <a:buSzPts val="4500"/>
              <a:buNone/>
              <a:defRPr sz="4500"/>
            </a:lvl5pPr>
            <a:lvl6pPr lvl="5" algn="l">
              <a:lnSpc>
                <a:spcPct val="90000"/>
              </a:lnSpc>
              <a:spcBef>
                <a:spcPts val="500"/>
              </a:spcBef>
              <a:spcAft>
                <a:spcPts val="0"/>
              </a:spcAft>
              <a:buSzPts val="4500"/>
              <a:buNone/>
              <a:defRPr sz="4500"/>
            </a:lvl6pPr>
            <a:lvl7pPr lvl="6" algn="l">
              <a:lnSpc>
                <a:spcPct val="90000"/>
              </a:lnSpc>
              <a:spcBef>
                <a:spcPts val="500"/>
              </a:spcBef>
              <a:spcAft>
                <a:spcPts val="0"/>
              </a:spcAft>
              <a:buSzPts val="4500"/>
              <a:buNone/>
              <a:defRPr sz="4500"/>
            </a:lvl7pPr>
            <a:lvl8pPr lvl="7" algn="l">
              <a:lnSpc>
                <a:spcPct val="90000"/>
              </a:lnSpc>
              <a:spcBef>
                <a:spcPts val="500"/>
              </a:spcBef>
              <a:spcAft>
                <a:spcPts val="0"/>
              </a:spcAft>
              <a:buSzPts val="4500"/>
              <a:buNone/>
              <a:defRPr sz="4500"/>
            </a:lvl8pPr>
            <a:lvl9pPr lvl="8" algn="l">
              <a:lnSpc>
                <a:spcPct val="90000"/>
              </a:lnSpc>
              <a:spcBef>
                <a:spcPts val="500"/>
              </a:spcBef>
              <a:spcAft>
                <a:spcPts val="0"/>
              </a:spcAft>
              <a:buSzPts val="4500"/>
              <a:buNone/>
              <a:defRPr sz="4500"/>
            </a:lvl9pPr>
          </a:lstStyle>
          <a:p>
            <a:endParaRPr/>
          </a:p>
        </p:txBody>
      </p:sp>
      <p:grpSp>
        <p:nvGrpSpPr>
          <p:cNvPr id="587" name="Google Shape;587;g2c157a2fb06_0_1110"/>
          <p:cNvGrpSpPr/>
          <p:nvPr/>
        </p:nvGrpSpPr>
        <p:grpSpPr>
          <a:xfrm>
            <a:off x="5806200" y="1807463"/>
            <a:ext cx="756300" cy="146700"/>
            <a:chOff x="5806200" y="1807463"/>
            <a:chExt cx="756300" cy="146700"/>
          </a:xfrm>
        </p:grpSpPr>
        <p:sp>
          <p:nvSpPr>
            <p:cNvPr id="588" name="Google Shape;58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89" name="Google Shape;58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0" name="Google Shape;59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591" name="Google Shape;591;g2c157a2fb06_0_1110"/>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592" name="Google Shape;592;g2c157a2fb06_0_1110"/>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593" name="Google Shape;593;g2c157a2fb06_0_1110"/>
          <p:cNvGrpSpPr/>
          <p:nvPr/>
        </p:nvGrpSpPr>
        <p:grpSpPr>
          <a:xfrm>
            <a:off x="5806200" y="2842438"/>
            <a:ext cx="756300" cy="146700"/>
            <a:chOff x="5806200" y="1807463"/>
            <a:chExt cx="756300" cy="146700"/>
          </a:xfrm>
        </p:grpSpPr>
        <p:sp>
          <p:nvSpPr>
            <p:cNvPr id="594" name="Google Shape;594;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5" name="Google Shape;595;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6" name="Google Shape;596;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597" name="Google Shape;597;g2c157a2fb06_0_1110"/>
          <p:cNvGrpSpPr/>
          <p:nvPr/>
        </p:nvGrpSpPr>
        <p:grpSpPr>
          <a:xfrm>
            <a:off x="5806200" y="3877413"/>
            <a:ext cx="756300" cy="146700"/>
            <a:chOff x="5806200" y="1807463"/>
            <a:chExt cx="756300" cy="146700"/>
          </a:xfrm>
        </p:grpSpPr>
        <p:sp>
          <p:nvSpPr>
            <p:cNvPr id="598" name="Google Shape;598;g2c157a2fb06_0_1110"/>
            <p:cNvSpPr/>
            <p:nvPr/>
          </p:nvSpPr>
          <p:spPr>
            <a:xfrm>
              <a:off x="58062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599" name="Google Shape;599;g2c157a2fb06_0_1110"/>
            <p:cNvSpPr/>
            <p:nvPr/>
          </p:nvSpPr>
          <p:spPr>
            <a:xfrm>
              <a:off x="61110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0" name="Google Shape;600;g2c157a2fb06_0_1110"/>
            <p:cNvSpPr/>
            <p:nvPr/>
          </p:nvSpPr>
          <p:spPr>
            <a:xfrm>
              <a:off x="6415800" y="1807463"/>
              <a:ext cx="146700" cy="146700"/>
            </a:xfrm>
            <a:prstGeom prst="ellipse">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1" name="Google Shape;601;g2c157a2fb06_0_1110"/>
          <p:cNvGrpSpPr/>
          <p:nvPr/>
        </p:nvGrpSpPr>
        <p:grpSpPr>
          <a:xfrm>
            <a:off x="662575" y="6212475"/>
            <a:ext cx="586800" cy="571500"/>
            <a:chOff x="662575" y="6212475"/>
            <a:chExt cx="586800" cy="571500"/>
          </a:xfrm>
        </p:grpSpPr>
        <p:sp>
          <p:nvSpPr>
            <p:cNvPr id="602" name="Google Shape;602;g2c157a2fb06_0_1110">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3" name="Google Shape;603;g2c157a2fb06_0_1110">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4" name="Google Shape;604;g2c157a2fb06_0_1110">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05" name="Google Shape;605;g2c157a2fb06_0_1110"/>
          <p:cNvGrpSpPr/>
          <p:nvPr/>
        </p:nvGrpSpPr>
        <p:grpSpPr>
          <a:xfrm>
            <a:off x="7894350" y="6212475"/>
            <a:ext cx="586800" cy="571500"/>
            <a:chOff x="7894350" y="6212475"/>
            <a:chExt cx="586800" cy="571500"/>
          </a:xfrm>
        </p:grpSpPr>
        <p:sp>
          <p:nvSpPr>
            <p:cNvPr id="606" name="Google Shape;606;g2c157a2fb06_0_1110">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7" name="Google Shape;607;g2c157a2fb06_0_1110">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08" name="Google Shape;608;g2c157a2fb06_0_1110">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2 - Magnetic Letters - 3x Rows">
  <p:cSld name="Alien Word of the Day_1_1_1_1_1_1_1_1_1_1_1_1_2_1">
    <p:spTree>
      <p:nvGrpSpPr>
        <p:cNvPr id="1" name="Shape 609"/>
        <p:cNvGrpSpPr/>
        <p:nvPr/>
      </p:nvGrpSpPr>
      <p:grpSpPr>
        <a:xfrm>
          <a:off x="0" y="0"/>
          <a:ext cx="0" cy="0"/>
          <a:chOff x="0" y="0"/>
          <a:chExt cx="0" cy="0"/>
        </a:xfrm>
      </p:grpSpPr>
      <p:sp>
        <p:nvSpPr>
          <p:cNvPr id="610" name="Google Shape;610;g2cf1f75ecdd_0_56"/>
          <p:cNvSpPr/>
          <p:nvPr/>
        </p:nvSpPr>
        <p:spPr>
          <a:xfrm>
            <a:off x="8557475"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1" name="Google Shape;611;g2cf1f75ecdd_0_56"/>
          <p:cNvSpPr/>
          <p:nvPr/>
        </p:nvSpPr>
        <p:spPr>
          <a:xfrm>
            <a:off x="8562263"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8DC63F"/>
              </a:solidFill>
              <a:latin typeface="Poppins"/>
              <a:ea typeface="Poppins"/>
              <a:cs typeface="Poppins"/>
              <a:sym typeface="Poppins"/>
            </a:endParaRPr>
          </a:p>
        </p:txBody>
      </p:sp>
      <p:sp>
        <p:nvSpPr>
          <p:cNvPr id="612" name="Google Shape;612;g2cf1f75ecdd_0_56"/>
          <p:cNvSpPr/>
          <p:nvPr/>
        </p:nvSpPr>
        <p:spPr>
          <a:xfrm rot="5400000">
            <a:off x="7628802"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3" name="Google Shape;613;g2cf1f75ecdd_0_56"/>
          <p:cNvSpPr/>
          <p:nvPr/>
        </p:nvSpPr>
        <p:spPr>
          <a:xfrm flipH="1">
            <a:off x="-258" y="-4275"/>
            <a:ext cx="586500" cy="6862200"/>
          </a:xfrm>
          <a:prstGeom prst="rect">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4" name="Google Shape;614;g2cf1f75ecdd_0_56"/>
          <p:cNvSpPr/>
          <p:nvPr/>
        </p:nvSpPr>
        <p:spPr>
          <a:xfrm flipH="1">
            <a:off x="-5045" y="-2100"/>
            <a:ext cx="586500" cy="2453100"/>
          </a:xfrm>
          <a:prstGeom prst="rect">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15" name="Google Shape;615;g2cf1f75ecdd_0_56"/>
          <p:cNvSpPr/>
          <p:nvPr/>
        </p:nvSpPr>
        <p:spPr>
          <a:xfrm rot="-5400000" flipH="1">
            <a:off x="-938345" y="1938674"/>
            <a:ext cx="2453260" cy="586655"/>
          </a:xfrm>
          <a:custGeom>
            <a:avLst/>
            <a:gdLst/>
            <a:ahLst/>
            <a:cxnLst/>
            <a:rect l="l" t="t" r="r" b="b"/>
            <a:pathLst>
              <a:path w="3581401" h="856430" extrusionOk="0">
                <a:moveTo>
                  <a:pt x="0" y="0"/>
                </a:moveTo>
                <a:lnTo>
                  <a:pt x="3294056" y="5769"/>
                </a:lnTo>
                <a:cubicBezTo>
                  <a:pt x="3408706" y="5777"/>
                  <a:pt x="3450038" y="-14441"/>
                  <a:pt x="3539406" y="76579"/>
                </a:cubicBezTo>
                <a:cubicBezTo>
                  <a:pt x="3617279" y="167435"/>
                  <a:pt x="3568745" y="263347"/>
                  <a:pt x="3537908" y="339034"/>
                </a:cubicBezTo>
                <a:lnTo>
                  <a:pt x="3403789" y="639784"/>
                </a:lnTo>
                <a:cubicBezTo>
                  <a:pt x="3371700" y="711859"/>
                  <a:pt x="3358589" y="747790"/>
                  <a:pt x="3287310" y="802881"/>
                </a:cubicBezTo>
                <a:cubicBezTo>
                  <a:pt x="3200999" y="869313"/>
                  <a:pt x="3135543" y="855154"/>
                  <a:pt x="3054268" y="855187"/>
                </a:cubicBezTo>
                <a:lnTo>
                  <a:pt x="0" y="852364"/>
                </a:lnTo>
                <a:close/>
              </a:path>
            </a:pathLst>
          </a:cu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616" name="Google Shape;616;g2cf1f75ecdd_0_56"/>
          <p:cNvSpPr txBox="1"/>
          <p:nvPr/>
        </p:nvSpPr>
        <p:spPr>
          <a:xfrm rot="5400000">
            <a:off x="7297275" y="1599000"/>
            <a:ext cx="3109500" cy="5211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rgbClr val="FFFFFF"/>
                </a:solidFill>
                <a:latin typeface="Poppins SemiBold"/>
                <a:ea typeface="Poppins SemiBold"/>
                <a:cs typeface="Poppins SemiBold"/>
                <a:sym typeface="Poppins SemiBold"/>
              </a:rPr>
              <a:t>Phase 4 - Blends</a:t>
            </a:r>
            <a:endParaRPr sz="1800" b="0" i="0" u="none" strike="noStrike" cap="none">
              <a:solidFill>
                <a:srgbClr val="FFFFFF"/>
              </a:solidFill>
              <a:latin typeface="Poppins SemiBold"/>
              <a:ea typeface="Poppins SemiBold"/>
              <a:cs typeface="Poppins SemiBold"/>
              <a:sym typeface="Poppins SemiBold"/>
            </a:endParaRPr>
          </a:p>
        </p:txBody>
      </p:sp>
      <p:sp>
        <p:nvSpPr>
          <p:cNvPr id="617" name="Google Shape;617;g2cf1f75ecdd_0_56"/>
          <p:cNvSpPr txBox="1">
            <a:spLocks noGrp="1"/>
          </p:cNvSpPr>
          <p:nvPr>
            <p:ph type="subTitle" idx="1"/>
          </p:nvPr>
        </p:nvSpPr>
        <p:spPr>
          <a:xfrm rot="5400000">
            <a:off x="6794625" y="5421375"/>
            <a:ext cx="4114800" cy="5211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l">
              <a:lnSpc>
                <a:spcPct val="90000"/>
              </a:lnSpc>
              <a:spcBef>
                <a:spcPts val="500"/>
              </a:spcBef>
              <a:spcAft>
                <a:spcPts val="0"/>
              </a:spcAft>
              <a:buSzPts val="2400"/>
              <a:buNone/>
              <a:defRPr/>
            </a:lvl2pPr>
            <a:lvl3pPr lvl="2" algn="l">
              <a:lnSpc>
                <a:spcPct val="90000"/>
              </a:lnSpc>
              <a:spcBef>
                <a:spcPts val="500"/>
              </a:spcBef>
              <a:spcAft>
                <a:spcPts val="0"/>
              </a:spcAft>
              <a:buSzPts val="2000"/>
              <a:buNone/>
              <a:defRPr/>
            </a:lvl3pPr>
            <a:lvl4pPr lvl="3" algn="l">
              <a:lnSpc>
                <a:spcPct val="90000"/>
              </a:lnSpc>
              <a:spcBef>
                <a:spcPts val="500"/>
              </a:spcBef>
              <a:spcAft>
                <a:spcPts val="0"/>
              </a:spcAft>
              <a:buSzPts val="1800"/>
              <a:buNone/>
              <a:defRPr/>
            </a:lvl4pPr>
            <a:lvl5pPr lvl="4" algn="l">
              <a:lnSpc>
                <a:spcPct val="90000"/>
              </a:lnSpc>
              <a:spcBef>
                <a:spcPts val="500"/>
              </a:spcBef>
              <a:spcAft>
                <a:spcPts val="0"/>
              </a:spcAft>
              <a:buSzPts val="1800"/>
              <a:buNone/>
              <a:defRPr/>
            </a:lvl5pPr>
            <a:lvl6pPr lvl="5" algn="l">
              <a:lnSpc>
                <a:spcPct val="90000"/>
              </a:lnSpc>
              <a:spcBef>
                <a:spcPts val="500"/>
              </a:spcBef>
              <a:spcAft>
                <a:spcPts val="0"/>
              </a:spcAft>
              <a:buSzPts val="1800"/>
              <a:buNone/>
              <a:defRPr/>
            </a:lvl6pPr>
            <a:lvl7pPr lvl="6" algn="l">
              <a:lnSpc>
                <a:spcPct val="90000"/>
              </a:lnSpc>
              <a:spcBef>
                <a:spcPts val="500"/>
              </a:spcBef>
              <a:spcAft>
                <a:spcPts val="0"/>
              </a:spcAft>
              <a:buSzPts val="1800"/>
              <a:buNone/>
              <a:defRPr/>
            </a:lvl7pPr>
            <a:lvl8pPr lvl="7" algn="l">
              <a:lnSpc>
                <a:spcPct val="90000"/>
              </a:lnSpc>
              <a:spcBef>
                <a:spcPts val="500"/>
              </a:spcBef>
              <a:spcAft>
                <a:spcPts val="0"/>
              </a:spcAft>
              <a:buSzPts val="1800"/>
              <a:buNone/>
              <a:defRPr/>
            </a:lvl8pPr>
            <a:lvl9pPr lvl="8" algn="l">
              <a:lnSpc>
                <a:spcPct val="90000"/>
              </a:lnSpc>
              <a:spcBef>
                <a:spcPts val="500"/>
              </a:spcBef>
              <a:spcAft>
                <a:spcPts val="0"/>
              </a:spcAft>
              <a:buSzPts val="1800"/>
              <a:buNone/>
              <a:defRPr/>
            </a:lvl9pPr>
          </a:lstStyle>
          <a:p>
            <a:endParaRPr/>
          </a:p>
        </p:txBody>
      </p:sp>
      <p:sp>
        <p:nvSpPr>
          <p:cNvPr id="618" name="Google Shape;618;g2cf1f75ecdd_0_56"/>
          <p:cNvSpPr txBox="1">
            <a:spLocks noGrp="1"/>
          </p:cNvSpPr>
          <p:nvPr>
            <p:ph type="subTitle" idx="2"/>
          </p:nvPr>
        </p:nvSpPr>
        <p:spPr>
          <a:xfrm rot="-5400000">
            <a:off x="-1765708" y="5421375"/>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8DC63F"/>
              </a:buClr>
              <a:buSzPts val="1800"/>
              <a:buFont typeface="Poppins Medium"/>
              <a:buNone/>
              <a:defRPr sz="1800">
                <a:solidFill>
                  <a:srgbClr val="8DC63F"/>
                </a:solidFill>
                <a:latin typeface="Poppins Medium"/>
                <a:ea typeface="Poppins Medium"/>
                <a:cs typeface="Poppins Medium"/>
                <a:sym typeface="Poppins Medium"/>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19" name="Google Shape;619;g2cf1f75ecdd_0_56"/>
          <p:cNvSpPr txBox="1">
            <a:spLocks noGrp="1"/>
          </p:cNvSpPr>
          <p:nvPr>
            <p:ph type="subTitle" idx="3"/>
          </p:nvPr>
        </p:nvSpPr>
        <p:spPr>
          <a:xfrm rot="-5400000">
            <a:off x="-1765708" y="2101650"/>
            <a:ext cx="4114800" cy="521100"/>
          </a:xfrm>
          <a:prstGeom prst="rect">
            <a:avLst/>
          </a:prstGeom>
          <a:noFill/>
          <a:ln>
            <a:noFill/>
          </a:ln>
        </p:spPr>
        <p:txBody>
          <a:bodyPr spcFirstLastPara="1" wrap="square" lIns="91425" tIns="45700" rIns="91425" bIns="45700" anchor="ctr" anchorCtr="0">
            <a:normAutofit/>
          </a:bodyPr>
          <a:lstStyle>
            <a:lvl1pPr lvl="0" algn="r">
              <a:lnSpc>
                <a:spcPct val="90000"/>
              </a:lnSpc>
              <a:spcBef>
                <a:spcPts val="1000"/>
              </a:spcBef>
              <a:spcAft>
                <a:spcPts val="0"/>
              </a:spcAft>
              <a:buClr>
                <a:srgbClr val="FFFFFF"/>
              </a:buClr>
              <a:buSzPts val="1800"/>
              <a:buFont typeface="Poppins SemiBold"/>
              <a:buNone/>
              <a:defRPr sz="1800">
                <a:solidFill>
                  <a:srgbClr val="FFFFFF"/>
                </a:solidFill>
                <a:latin typeface="Poppins SemiBold"/>
                <a:ea typeface="Poppins SemiBold"/>
                <a:cs typeface="Poppins SemiBold"/>
                <a:sym typeface="Poppins SemiBold"/>
              </a:defRPr>
            </a:lvl1pPr>
            <a:lvl2pPr lvl="1" algn="r">
              <a:lnSpc>
                <a:spcPct val="90000"/>
              </a:lnSpc>
              <a:spcBef>
                <a:spcPts val="500"/>
              </a:spcBef>
              <a:spcAft>
                <a:spcPts val="0"/>
              </a:spcAft>
              <a:buSzPts val="2400"/>
              <a:buNone/>
              <a:defRPr/>
            </a:lvl2pPr>
            <a:lvl3pPr lvl="2" algn="r">
              <a:lnSpc>
                <a:spcPct val="90000"/>
              </a:lnSpc>
              <a:spcBef>
                <a:spcPts val="500"/>
              </a:spcBef>
              <a:spcAft>
                <a:spcPts val="0"/>
              </a:spcAft>
              <a:buSzPts val="2000"/>
              <a:buNone/>
              <a:defRPr/>
            </a:lvl3pPr>
            <a:lvl4pPr lvl="3" algn="r">
              <a:lnSpc>
                <a:spcPct val="90000"/>
              </a:lnSpc>
              <a:spcBef>
                <a:spcPts val="500"/>
              </a:spcBef>
              <a:spcAft>
                <a:spcPts val="0"/>
              </a:spcAft>
              <a:buSzPts val="1800"/>
              <a:buNone/>
              <a:defRPr/>
            </a:lvl4pPr>
            <a:lvl5pPr lvl="4" algn="r">
              <a:lnSpc>
                <a:spcPct val="90000"/>
              </a:lnSpc>
              <a:spcBef>
                <a:spcPts val="500"/>
              </a:spcBef>
              <a:spcAft>
                <a:spcPts val="0"/>
              </a:spcAft>
              <a:buSzPts val="1800"/>
              <a:buNone/>
              <a:defRPr/>
            </a:lvl5pPr>
            <a:lvl6pPr lvl="5" algn="r">
              <a:lnSpc>
                <a:spcPct val="90000"/>
              </a:lnSpc>
              <a:spcBef>
                <a:spcPts val="500"/>
              </a:spcBef>
              <a:spcAft>
                <a:spcPts val="0"/>
              </a:spcAft>
              <a:buSzPts val="1800"/>
              <a:buNone/>
              <a:defRPr/>
            </a:lvl6pPr>
            <a:lvl7pPr lvl="6" algn="r">
              <a:lnSpc>
                <a:spcPct val="90000"/>
              </a:lnSpc>
              <a:spcBef>
                <a:spcPts val="500"/>
              </a:spcBef>
              <a:spcAft>
                <a:spcPts val="0"/>
              </a:spcAft>
              <a:buSzPts val="1800"/>
              <a:buNone/>
              <a:defRPr/>
            </a:lvl7pPr>
            <a:lvl8pPr lvl="7" algn="r">
              <a:lnSpc>
                <a:spcPct val="90000"/>
              </a:lnSpc>
              <a:spcBef>
                <a:spcPts val="500"/>
              </a:spcBef>
              <a:spcAft>
                <a:spcPts val="0"/>
              </a:spcAft>
              <a:buSzPts val="1800"/>
              <a:buNone/>
              <a:defRPr/>
            </a:lvl8pPr>
            <a:lvl9pPr lvl="8" algn="r">
              <a:lnSpc>
                <a:spcPct val="90000"/>
              </a:lnSpc>
              <a:spcBef>
                <a:spcPts val="500"/>
              </a:spcBef>
              <a:spcAft>
                <a:spcPts val="0"/>
              </a:spcAft>
              <a:buSzPts val="1800"/>
              <a:buNone/>
              <a:defRPr/>
            </a:lvl9pPr>
          </a:lstStyle>
          <a:p>
            <a:endParaRPr/>
          </a:p>
        </p:txBody>
      </p:sp>
      <p:sp>
        <p:nvSpPr>
          <p:cNvPr id="620" name="Google Shape;620;g2cf1f75ecdd_0_56"/>
          <p:cNvSpPr/>
          <p:nvPr/>
        </p:nvSpPr>
        <p:spPr>
          <a:xfrm>
            <a:off x="3024063"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b="0" i="0" u="none" strike="noStrike" cap="none">
                <a:solidFill>
                  <a:srgbClr val="D8D8D8"/>
                </a:solidFill>
                <a:latin typeface="Poppins Medium"/>
                <a:ea typeface="Poppins Medium"/>
                <a:cs typeface="Poppins Medium"/>
                <a:sym typeface="Poppins Medium"/>
              </a:rPr>
              <a:t>TEACH – 10MINS</a:t>
            </a:r>
            <a:endParaRPr sz="1400" b="0" i="0" u="none" strike="noStrike" cap="none">
              <a:solidFill>
                <a:srgbClr val="000000"/>
              </a:solidFill>
              <a:latin typeface="Arial"/>
              <a:ea typeface="Arial"/>
              <a:cs typeface="Arial"/>
              <a:sym typeface="Arial"/>
            </a:endParaRPr>
          </a:p>
        </p:txBody>
      </p:sp>
      <p:pic>
        <p:nvPicPr>
          <p:cNvPr id="621" name="Google Shape;621;g2cf1f75ecdd_0_56"/>
          <p:cNvPicPr preferRelativeResize="0"/>
          <p:nvPr/>
        </p:nvPicPr>
        <p:blipFill rotWithShape="1">
          <a:blip r:embed="rId2">
            <a:alphaModFix/>
          </a:blip>
          <a:srcRect/>
          <a:stretch/>
        </p:blipFill>
        <p:spPr>
          <a:xfrm>
            <a:off x="3459875" y="302008"/>
            <a:ext cx="214317" cy="246300"/>
          </a:xfrm>
          <a:prstGeom prst="rect">
            <a:avLst/>
          </a:prstGeom>
          <a:noFill/>
          <a:ln>
            <a:noFill/>
          </a:ln>
        </p:spPr>
      </p:pic>
      <p:grpSp>
        <p:nvGrpSpPr>
          <p:cNvPr id="622" name="Google Shape;622;g2cf1f75ecdd_0_56"/>
          <p:cNvGrpSpPr/>
          <p:nvPr/>
        </p:nvGrpSpPr>
        <p:grpSpPr>
          <a:xfrm>
            <a:off x="662575" y="6212475"/>
            <a:ext cx="586800" cy="571500"/>
            <a:chOff x="662575" y="6212475"/>
            <a:chExt cx="586800" cy="571500"/>
          </a:xfrm>
        </p:grpSpPr>
        <p:sp>
          <p:nvSpPr>
            <p:cNvPr id="623" name="Google Shape;623;g2cf1f75ecdd_0_56">
              <a:hlinkClick r:id="" action="ppaction://hlinkshowjump?jump=previousslide"/>
            </p:cNvPr>
            <p:cNvSpPr/>
            <p:nvPr/>
          </p:nvSpPr>
          <p:spPr>
            <a:xfrm>
              <a:off x="662575"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4" name="Google Shape;624;g2cf1f75ecdd_0_56">
              <a:hlinkClick r:id="" action="ppaction://hlinkshowjump?jump=previousslide"/>
            </p:cNvPr>
            <p:cNvSpPr/>
            <p:nvPr/>
          </p:nvSpPr>
          <p:spPr>
            <a:xfrm>
              <a:off x="767700"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5" name="Google Shape;625;g2cf1f75ecdd_0_56">
              <a:hlinkClick r:id="" action="ppaction://hlinkshowjump?jump=previousslide"/>
            </p:cNvPr>
            <p:cNvSpPr/>
            <p:nvPr/>
          </p:nvSpPr>
          <p:spPr>
            <a:xfrm flipH="1">
              <a:off x="869175"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grpSp>
        <p:nvGrpSpPr>
          <p:cNvPr id="626" name="Google Shape;626;g2cf1f75ecdd_0_56"/>
          <p:cNvGrpSpPr/>
          <p:nvPr/>
        </p:nvGrpSpPr>
        <p:grpSpPr>
          <a:xfrm>
            <a:off x="7894350" y="6212475"/>
            <a:ext cx="586800" cy="571500"/>
            <a:chOff x="7894350" y="6212475"/>
            <a:chExt cx="586800" cy="571500"/>
          </a:xfrm>
        </p:grpSpPr>
        <p:sp>
          <p:nvSpPr>
            <p:cNvPr id="627" name="Google Shape;627;g2cf1f75ecdd_0_56">
              <a:hlinkClick r:id="" action="ppaction://hlinkshowjump?jump=nextslide"/>
            </p:cNvPr>
            <p:cNvSpPr/>
            <p:nvPr/>
          </p:nvSpPr>
          <p:spPr>
            <a:xfrm flipH="1">
              <a:off x="7894350" y="6212475"/>
              <a:ext cx="586800" cy="571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8" name="Google Shape;628;g2cf1f75ecdd_0_56">
              <a:hlinkClick r:id="" action="ppaction://hlinkshowjump?jump=nextslide"/>
            </p:cNvPr>
            <p:cNvSpPr/>
            <p:nvPr/>
          </p:nvSpPr>
          <p:spPr>
            <a:xfrm flipH="1">
              <a:off x="8000425" y="6313675"/>
              <a:ext cx="375600" cy="375600"/>
            </a:xfrm>
            <a:prstGeom prst="ellipse">
              <a:avLst/>
            </a:prstGeom>
            <a:solidFill>
              <a:srgbClr val="F2F7E9"/>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29" name="Google Shape;629;g2cf1f75ecdd_0_56">
              <a:hlinkClick r:id="" action="ppaction://hlinkshowjump?jump=nextslide"/>
            </p:cNvPr>
            <p:cNvSpPr/>
            <p:nvPr/>
          </p:nvSpPr>
          <p:spPr>
            <a:xfrm>
              <a:off x="8120950" y="6409225"/>
              <a:ext cx="153600" cy="184500"/>
            </a:xfrm>
            <a:prstGeom prst="chevron">
              <a:avLst>
                <a:gd name="adj" fmla="val 50000"/>
              </a:avLst>
            </a:prstGeom>
            <a:solidFill>
              <a:srgbClr val="8DC63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grpSp>
      <p:sp>
        <p:nvSpPr>
          <p:cNvPr id="630" name="Google Shape;630;g2cf1f75ecdd_0_56"/>
          <p:cNvSpPr/>
          <p:nvPr/>
        </p:nvSpPr>
        <p:spPr>
          <a:xfrm>
            <a:off x="1521636" y="6212475"/>
            <a:ext cx="6100500" cy="369300"/>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1000"/>
              </a:spcBef>
              <a:spcAft>
                <a:spcPts val="0"/>
              </a:spcAft>
              <a:buClr>
                <a:schemeClr val="dk1"/>
              </a:buClr>
              <a:buSzPts val="1800"/>
              <a:buFont typeface="Arial"/>
              <a:buNone/>
            </a:pPr>
            <a:r>
              <a:rPr lang="en-US" sz="1800" b="0" i="0" u="none" strike="noStrike" cap="none">
                <a:solidFill>
                  <a:srgbClr val="AEABAB"/>
                </a:solidFill>
                <a:latin typeface="Poppins Medium"/>
                <a:ea typeface="Poppins Medium"/>
                <a:cs typeface="Poppins Medium"/>
                <a:sym typeface="Poppins Medium"/>
              </a:rPr>
              <a:t>USING MAGNETIC LETTERS AND A WHITEBOARD</a:t>
            </a:r>
            <a:endParaRPr sz="1800" b="0" i="0" u="none" strike="noStrike" cap="none">
              <a:solidFill>
                <a:srgbClr val="AEABAB"/>
              </a:solidFill>
              <a:latin typeface="Poppins Medium"/>
              <a:ea typeface="Poppins Medium"/>
              <a:cs typeface="Poppins Medium"/>
              <a:sym typeface="Poppins Medium"/>
            </a:endParaRPr>
          </a:p>
        </p:txBody>
      </p:sp>
      <p:sp>
        <p:nvSpPr>
          <p:cNvPr id="631" name="Google Shape;631;g2cf1f75ecdd_0_56"/>
          <p:cNvSpPr txBox="1"/>
          <p:nvPr/>
        </p:nvSpPr>
        <p:spPr>
          <a:xfrm>
            <a:off x="1249500" y="5568500"/>
            <a:ext cx="6645000" cy="69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chemeClr val="dk1"/>
              </a:buClr>
              <a:buSzPts val="3600"/>
              <a:buFont typeface="Arial"/>
              <a:buNone/>
            </a:pPr>
            <a:r>
              <a:rPr lang="en-US" sz="3200">
                <a:solidFill>
                  <a:srgbClr val="8DC63F"/>
                </a:solidFill>
                <a:latin typeface="Poppins Medium"/>
                <a:ea typeface="Poppins Medium"/>
                <a:cs typeface="Poppins Medium"/>
                <a:sym typeface="Poppins Medium"/>
              </a:rPr>
              <a:t>Practise</a:t>
            </a:r>
            <a:r>
              <a:rPr lang="en-US" sz="3200" b="0" i="0" u="none" strike="noStrike" cap="none">
                <a:solidFill>
                  <a:srgbClr val="8DC63F"/>
                </a:solidFill>
                <a:latin typeface="Poppins Medium"/>
                <a:ea typeface="Poppins Medium"/>
                <a:cs typeface="Poppins Medium"/>
                <a:sym typeface="Poppins Medium"/>
              </a:rPr>
              <a:t> Building Words</a:t>
            </a:r>
            <a:endParaRPr sz="3000" b="0" i="0" u="none" strike="noStrike" cap="none">
              <a:solidFill>
                <a:srgbClr val="8DC63F"/>
              </a:solidFill>
              <a:latin typeface="Poppins Medium"/>
              <a:ea typeface="Poppins Medium"/>
              <a:cs typeface="Poppins Medium"/>
              <a:sym typeface="Poppins Medium"/>
            </a:endParaRPr>
          </a:p>
        </p:txBody>
      </p:sp>
      <p:sp>
        <p:nvSpPr>
          <p:cNvPr id="632" name="Google Shape;632;g2cf1f75ecdd_0_56"/>
          <p:cNvSpPr txBox="1">
            <a:spLocks noGrp="1"/>
          </p:cNvSpPr>
          <p:nvPr>
            <p:ph type="subTitle" idx="4"/>
          </p:nvPr>
        </p:nvSpPr>
        <p:spPr>
          <a:xfrm>
            <a:off x="1193375" y="3806775"/>
            <a:ext cx="6781800" cy="293100"/>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1000"/>
              </a:spcBef>
              <a:spcAft>
                <a:spcPts val="0"/>
              </a:spcAft>
              <a:buSzPts val="2800"/>
              <a:buNone/>
              <a:defRPr sz="1800">
                <a:solidFill>
                  <a:srgbClr val="B7B7B7"/>
                </a:solidFill>
                <a:latin typeface="Jost"/>
                <a:ea typeface="Jost"/>
                <a:cs typeface="Jost"/>
                <a:sym typeface="Jost"/>
              </a:defRPr>
            </a:lvl1pPr>
            <a:lvl2pPr marR="0" lvl="1" algn="ctr">
              <a:lnSpc>
                <a:spcPct val="90000"/>
              </a:lnSpc>
              <a:spcBef>
                <a:spcPts val="1000"/>
              </a:spcBef>
              <a:spcAft>
                <a:spcPts val="0"/>
              </a:spcAft>
              <a:buSzPts val="2400"/>
              <a:buNone/>
              <a:defRPr sz="1800">
                <a:solidFill>
                  <a:srgbClr val="B7B7B7"/>
                </a:solidFill>
                <a:latin typeface="Jost"/>
                <a:ea typeface="Jost"/>
                <a:cs typeface="Jost"/>
                <a:sym typeface="Jost"/>
              </a:defRPr>
            </a:lvl2pPr>
            <a:lvl3pPr marR="0" lvl="2" algn="ctr">
              <a:lnSpc>
                <a:spcPct val="90000"/>
              </a:lnSpc>
              <a:spcBef>
                <a:spcPts val="1000"/>
              </a:spcBef>
              <a:spcAft>
                <a:spcPts val="0"/>
              </a:spcAft>
              <a:buSzPts val="2000"/>
              <a:buNone/>
              <a:defRPr sz="1800">
                <a:solidFill>
                  <a:srgbClr val="B7B7B7"/>
                </a:solidFill>
                <a:latin typeface="Jost"/>
                <a:ea typeface="Jost"/>
                <a:cs typeface="Jost"/>
                <a:sym typeface="Jost"/>
              </a:defRPr>
            </a:lvl3pPr>
            <a:lvl4pPr marR="0" lvl="3" algn="ctr">
              <a:lnSpc>
                <a:spcPct val="90000"/>
              </a:lnSpc>
              <a:spcBef>
                <a:spcPts val="1000"/>
              </a:spcBef>
              <a:spcAft>
                <a:spcPts val="0"/>
              </a:spcAft>
              <a:buSzPts val="1800"/>
              <a:buNone/>
              <a:defRPr sz="1800">
                <a:solidFill>
                  <a:srgbClr val="B7B7B7"/>
                </a:solidFill>
                <a:latin typeface="Jost"/>
                <a:ea typeface="Jost"/>
                <a:cs typeface="Jost"/>
                <a:sym typeface="Jost"/>
              </a:defRPr>
            </a:lvl4pPr>
            <a:lvl5pPr marR="0" lvl="4" algn="ctr">
              <a:lnSpc>
                <a:spcPct val="90000"/>
              </a:lnSpc>
              <a:spcBef>
                <a:spcPts val="1000"/>
              </a:spcBef>
              <a:spcAft>
                <a:spcPts val="0"/>
              </a:spcAft>
              <a:buSzPts val="1800"/>
              <a:buNone/>
              <a:defRPr sz="1800">
                <a:solidFill>
                  <a:srgbClr val="B7B7B7"/>
                </a:solidFill>
                <a:latin typeface="Jost"/>
                <a:ea typeface="Jost"/>
                <a:cs typeface="Jost"/>
                <a:sym typeface="Jost"/>
              </a:defRPr>
            </a:lvl5pPr>
            <a:lvl6pPr marR="0" lvl="5" algn="ctr">
              <a:lnSpc>
                <a:spcPct val="90000"/>
              </a:lnSpc>
              <a:spcBef>
                <a:spcPts val="1000"/>
              </a:spcBef>
              <a:spcAft>
                <a:spcPts val="0"/>
              </a:spcAft>
              <a:buSzPts val="1800"/>
              <a:buNone/>
              <a:defRPr sz="1800">
                <a:solidFill>
                  <a:srgbClr val="B7B7B7"/>
                </a:solidFill>
                <a:latin typeface="Jost"/>
                <a:ea typeface="Jost"/>
                <a:cs typeface="Jost"/>
                <a:sym typeface="Jost"/>
              </a:defRPr>
            </a:lvl6pPr>
            <a:lvl7pPr marR="0" lvl="6" algn="ctr">
              <a:lnSpc>
                <a:spcPct val="90000"/>
              </a:lnSpc>
              <a:spcBef>
                <a:spcPts val="1000"/>
              </a:spcBef>
              <a:spcAft>
                <a:spcPts val="0"/>
              </a:spcAft>
              <a:buSzPts val="1800"/>
              <a:buNone/>
              <a:defRPr sz="1800">
                <a:solidFill>
                  <a:srgbClr val="B7B7B7"/>
                </a:solidFill>
                <a:latin typeface="Jost"/>
                <a:ea typeface="Jost"/>
                <a:cs typeface="Jost"/>
                <a:sym typeface="Jost"/>
              </a:defRPr>
            </a:lvl7pPr>
            <a:lvl8pPr marR="0" lvl="7" algn="ctr">
              <a:lnSpc>
                <a:spcPct val="90000"/>
              </a:lnSpc>
              <a:spcBef>
                <a:spcPts val="1000"/>
              </a:spcBef>
              <a:spcAft>
                <a:spcPts val="0"/>
              </a:spcAft>
              <a:buSzPts val="1800"/>
              <a:buNone/>
              <a:defRPr sz="1800">
                <a:solidFill>
                  <a:srgbClr val="B7B7B7"/>
                </a:solidFill>
                <a:latin typeface="Jost"/>
                <a:ea typeface="Jost"/>
                <a:cs typeface="Jost"/>
                <a:sym typeface="Jost"/>
              </a:defRPr>
            </a:lvl8pPr>
            <a:lvl9pPr marR="0" lvl="8" algn="ctr">
              <a:lnSpc>
                <a:spcPct val="90000"/>
              </a:lnSpc>
              <a:spcBef>
                <a:spcPts val="1000"/>
              </a:spcBef>
              <a:spcAft>
                <a:spcPts val="0"/>
              </a:spcAft>
              <a:buSzPts val="1800"/>
              <a:buNone/>
              <a:defRPr sz="1800">
                <a:solidFill>
                  <a:srgbClr val="B7B7B7"/>
                </a:solidFill>
                <a:latin typeface="Jost"/>
                <a:ea typeface="Jost"/>
                <a:cs typeface="Jost"/>
                <a:sym typeface="Jost"/>
              </a:defRPr>
            </a:lvl9pPr>
          </a:lstStyle>
          <a:p>
            <a:endParaRPr/>
          </a:p>
        </p:txBody>
      </p:sp>
      <p:cxnSp>
        <p:nvCxnSpPr>
          <p:cNvPr id="633" name="Google Shape;633;g2cf1f75ecdd_0_56"/>
          <p:cNvCxnSpPr/>
          <p:nvPr/>
        </p:nvCxnSpPr>
        <p:spPr>
          <a:xfrm>
            <a:off x="1181100" y="42238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634" name="Google Shape;634;g2cf1f75ecdd_0_56"/>
          <p:cNvCxnSpPr/>
          <p:nvPr/>
        </p:nvCxnSpPr>
        <p:spPr>
          <a:xfrm>
            <a:off x="1181100" y="47780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5" name="Google Shape;635;g2cf1f75ecdd_0_56"/>
          <p:cNvCxnSpPr/>
          <p:nvPr/>
        </p:nvCxnSpPr>
        <p:spPr>
          <a:xfrm>
            <a:off x="1181100" y="45301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636" name="Google Shape;636;g2cf1f75ecdd_0_56"/>
          <p:cNvCxnSpPr/>
          <p:nvPr/>
        </p:nvCxnSpPr>
        <p:spPr>
          <a:xfrm>
            <a:off x="1181100" y="51529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637" name="Google Shape;637;g2cf1f75ecdd_0_56"/>
          <p:cNvCxnSpPr/>
          <p:nvPr/>
        </p:nvCxnSpPr>
        <p:spPr>
          <a:xfrm>
            <a:off x="1181100" y="53051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638" name="Google Shape;638;g2cf1f75ecdd_0_56"/>
          <p:cNvSpPr txBox="1"/>
          <p:nvPr/>
        </p:nvSpPr>
        <p:spPr>
          <a:xfrm>
            <a:off x="2333951"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39" name="Google Shape;639;g2cf1f75ecdd_0_56"/>
          <p:cNvSpPr txBox="1"/>
          <p:nvPr/>
        </p:nvSpPr>
        <p:spPr>
          <a:xfrm>
            <a:off x="5792506"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0" name="Google Shape;640;g2cf1f75ecdd_0_56"/>
          <p:cNvSpPr txBox="1"/>
          <p:nvPr/>
        </p:nvSpPr>
        <p:spPr>
          <a:xfrm>
            <a:off x="1181100"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1" name="Google Shape;641;g2cf1f75ecdd_0_56"/>
          <p:cNvSpPr txBox="1"/>
          <p:nvPr/>
        </p:nvSpPr>
        <p:spPr>
          <a:xfrm>
            <a:off x="3486803"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2" name="Google Shape;642;g2cf1f75ecdd_0_56"/>
          <p:cNvSpPr txBox="1"/>
          <p:nvPr/>
        </p:nvSpPr>
        <p:spPr>
          <a:xfrm>
            <a:off x="4639654"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cxnSp>
        <p:nvCxnSpPr>
          <p:cNvPr id="643" name="Google Shape;643;g2cf1f75ecdd_0_56"/>
          <p:cNvCxnSpPr/>
          <p:nvPr/>
        </p:nvCxnSpPr>
        <p:spPr>
          <a:xfrm>
            <a:off x="1181100" y="36828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644" name="Google Shape;644;g2cf1f75ecdd_0_56"/>
          <p:cNvSpPr txBox="1"/>
          <p:nvPr/>
        </p:nvSpPr>
        <p:spPr>
          <a:xfrm>
            <a:off x="6945355" y="854913"/>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5" name="Google Shape;645;g2cf1f75ecdd_0_56"/>
          <p:cNvSpPr txBox="1"/>
          <p:nvPr/>
        </p:nvSpPr>
        <p:spPr>
          <a:xfrm>
            <a:off x="2333951"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6" name="Google Shape;646;g2cf1f75ecdd_0_56"/>
          <p:cNvSpPr txBox="1"/>
          <p:nvPr/>
        </p:nvSpPr>
        <p:spPr>
          <a:xfrm>
            <a:off x="5792506"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47" name="Google Shape;647;g2cf1f75ecdd_0_56"/>
          <p:cNvSpPr txBox="1"/>
          <p:nvPr/>
        </p:nvSpPr>
        <p:spPr>
          <a:xfrm>
            <a:off x="1181100"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8" name="Google Shape;648;g2cf1f75ecdd_0_56"/>
          <p:cNvSpPr txBox="1"/>
          <p:nvPr/>
        </p:nvSpPr>
        <p:spPr>
          <a:xfrm>
            <a:off x="3486803"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49" name="Google Shape;649;g2cf1f75ecdd_0_56"/>
          <p:cNvSpPr txBox="1"/>
          <p:nvPr/>
        </p:nvSpPr>
        <p:spPr>
          <a:xfrm>
            <a:off x="4639654"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0" name="Google Shape;650;g2cf1f75ecdd_0_56"/>
          <p:cNvSpPr txBox="1"/>
          <p:nvPr/>
        </p:nvSpPr>
        <p:spPr>
          <a:xfrm>
            <a:off x="6945355" y="1797582"/>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
        <p:nvSpPr>
          <p:cNvPr id="651" name="Google Shape;651;g2cf1f75ecdd_0_56"/>
          <p:cNvSpPr txBox="1"/>
          <p:nvPr/>
        </p:nvSpPr>
        <p:spPr>
          <a:xfrm>
            <a:off x="2333951"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2" name="Google Shape;652;g2cf1f75ecdd_0_56"/>
          <p:cNvSpPr txBox="1"/>
          <p:nvPr/>
        </p:nvSpPr>
        <p:spPr>
          <a:xfrm>
            <a:off x="5792506"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FFD403"/>
              </a:solidFill>
              <a:latin typeface="Jost"/>
              <a:ea typeface="Jost"/>
              <a:cs typeface="Jost"/>
              <a:sym typeface="Jost"/>
            </a:endParaRPr>
          </a:p>
        </p:txBody>
      </p:sp>
      <p:sp>
        <p:nvSpPr>
          <p:cNvPr id="653" name="Google Shape;653;g2cf1f75ecdd_0_56"/>
          <p:cNvSpPr txBox="1"/>
          <p:nvPr/>
        </p:nvSpPr>
        <p:spPr>
          <a:xfrm>
            <a:off x="1181100"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4" name="Google Shape;654;g2cf1f75ecdd_0_56"/>
          <p:cNvSpPr txBox="1"/>
          <p:nvPr/>
        </p:nvSpPr>
        <p:spPr>
          <a:xfrm>
            <a:off x="3486803"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5" name="Google Shape;655;g2cf1f75ecdd_0_56"/>
          <p:cNvSpPr txBox="1"/>
          <p:nvPr/>
        </p:nvSpPr>
        <p:spPr>
          <a:xfrm>
            <a:off x="4639654"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2356AF"/>
              </a:solidFill>
              <a:latin typeface="Jost"/>
              <a:ea typeface="Jost"/>
              <a:cs typeface="Jost"/>
              <a:sym typeface="Jost"/>
            </a:endParaRPr>
          </a:p>
        </p:txBody>
      </p:sp>
      <p:sp>
        <p:nvSpPr>
          <p:cNvPr id="656" name="Google Shape;656;g2cf1f75ecdd_0_56"/>
          <p:cNvSpPr txBox="1"/>
          <p:nvPr/>
        </p:nvSpPr>
        <p:spPr>
          <a:xfrm>
            <a:off x="6945355" y="274025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a:t>
            </a:r>
            <a:endParaRPr sz="5500" b="0" i="0" u="none" strike="noStrike" cap="none">
              <a:solidFill>
                <a:srgbClr val="00904D"/>
              </a:solidFill>
              <a:latin typeface="Jost"/>
              <a:ea typeface="Jost"/>
              <a:cs typeface="Jost"/>
              <a:sym typeface="Jost"/>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Reusable Assets">
  <p:cSld name="Reusable Assets">
    <p:spTree>
      <p:nvGrpSpPr>
        <p:cNvPr id="1" name="Shape 657"/>
        <p:cNvGrpSpPr/>
        <p:nvPr/>
      </p:nvGrpSpPr>
      <p:grpSpPr>
        <a:xfrm>
          <a:off x="0" y="0"/>
          <a:ext cx="0" cy="0"/>
          <a:chOff x="0" y="0"/>
          <a:chExt cx="0" cy="0"/>
        </a:xfrm>
      </p:grpSpPr>
      <p:sp>
        <p:nvSpPr>
          <p:cNvPr id="658" name="Google Shape;658;p30"/>
          <p:cNvSpPr/>
          <p:nvPr/>
        </p:nvSpPr>
        <p:spPr>
          <a:xfrm>
            <a:off x="3311407" y="3938159"/>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59" name="Google Shape;659;p30"/>
          <p:cNvSpPr/>
          <p:nvPr/>
        </p:nvSpPr>
        <p:spPr>
          <a:xfrm>
            <a:off x="4564029" y="3938159"/>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0" name="Google Shape;660;p30"/>
          <p:cNvSpPr/>
          <p:nvPr/>
        </p:nvSpPr>
        <p:spPr>
          <a:xfrm>
            <a:off x="2058784" y="3938159"/>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1" name="Google Shape;661;p30"/>
          <p:cNvSpPr txBox="1"/>
          <p:nvPr/>
        </p:nvSpPr>
        <p:spPr>
          <a:xfrm>
            <a:off x="777232" y="3285448"/>
            <a:ext cx="2594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2000" b="0" i="0" u="none" strike="noStrike" cap="none">
                <a:solidFill>
                  <a:srgbClr val="7F7F7F"/>
                </a:solidFill>
                <a:latin typeface="Poppins"/>
                <a:ea typeface="Poppins"/>
                <a:cs typeface="Poppins"/>
                <a:sym typeface="Poppins"/>
              </a:rPr>
              <a:t>Sound Buttons</a:t>
            </a:r>
            <a:endParaRPr sz="2000" b="0" i="0" u="none" strike="noStrike" cap="none">
              <a:solidFill>
                <a:srgbClr val="7F7F7F"/>
              </a:solidFill>
              <a:latin typeface="Poppins"/>
              <a:ea typeface="Poppins"/>
              <a:cs typeface="Poppins"/>
              <a:sym typeface="Poppins"/>
            </a:endParaRPr>
          </a:p>
        </p:txBody>
      </p:sp>
      <p:sp>
        <p:nvSpPr>
          <p:cNvPr id="662" name="Google Shape;662;p30"/>
          <p:cNvSpPr/>
          <p:nvPr/>
        </p:nvSpPr>
        <p:spPr>
          <a:xfrm>
            <a:off x="5816652" y="3938159"/>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3" name="Google Shape;663;p30"/>
          <p:cNvSpPr/>
          <p:nvPr/>
        </p:nvSpPr>
        <p:spPr>
          <a:xfrm>
            <a:off x="7069275" y="3796537"/>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64" name="Google Shape;664;p30"/>
          <p:cNvSpPr txBox="1"/>
          <p:nvPr/>
        </p:nvSpPr>
        <p:spPr>
          <a:xfrm>
            <a:off x="717231" y="4353122"/>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Vowel</a:t>
            </a:r>
            <a:endParaRPr sz="950" b="0" i="0" u="none" strike="noStrike" cap="none">
              <a:solidFill>
                <a:srgbClr val="7F7F7F"/>
              </a:solidFill>
              <a:latin typeface="Poppins"/>
              <a:ea typeface="Poppins"/>
              <a:cs typeface="Poppins"/>
              <a:sym typeface="Poppins"/>
            </a:endParaRPr>
          </a:p>
        </p:txBody>
      </p:sp>
      <p:sp>
        <p:nvSpPr>
          <p:cNvPr id="665" name="Google Shape;665;p30"/>
          <p:cNvSpPr txBox="1"/>
          <p:nvPr/>
        </p:nvSpPr>
        <p:spPr>
          <a:xfrm>
            <a:off x="1278224" y="4353125"/>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a:t>
            </a:r>
            <a:endParaRPr sz="950" b="0" i="0" u="none" strike="noStrike" cap="none">
              <a:solidFill>
                <a:srgbClr val="7F7F7F"/>
              </a:solidFill>
              <a:latin typeface="Poppins"/>
              <a:ea typeface="Poppins"/>
              <a:cs typeface="Poppins"/>
              <a:sym typeface="Poppins"/>
            </a:endParaRPr>
          </a:p>
        </p:txBody>
      </p:sp>
      <p:sp>
        <p:nvSpPr>
          <p:cNvPr id="666" name="Google Shape;666;p30"/>
          <p:cNvSpPr txBox="1"/>
          <p:nvPr/>
        </p:nvSpPr>
        <p:spPr>
          <a:xfrm>
            <a:off x="2048446"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Consonant Digraph</a:t>
            </a:r>
            <a:endParaRPr sz="950" b="0" i="0" u="none" strike="noStrike" cap="none">
              <a:solidFill>
                <a:srgbClr val="7F7F7F"/>
              </a:solidFill>
              <a:latin typeface="Poppins"/>
              <a:ea typeface="Poppins"/>
              <a:cs typeface="Poppins"/>
              <a:sym typeface="Poppins"/>
            </a:endParaRPr>
          </a:p>
        </p:txBody>
      </p:sp>
      <p:sp>
        <p:nvSpPr>
          <p:cNvPr id="667" name="Google Shape;667;p30"/>
          <p:cNvSpPr txBox="1"/>
          <p:nvPr/>
        </p:nvSpPr>
        <p:spPr>
          <a:xfrm>
            <a:off x="3341753"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Long Vowel Sound</a:t>
            </a:r>
            <a:endParaRPr sz="950" b="0" i="0" u="none" strike="noStrike" cap="none">
              <a:solidFill>
                <a:srgbClr val="7F7F7F"/>
              </a:solidFill>
              <a:latin typeface="Poppins"/>
              <a:ea typeface="Poppins"/>
              <a:cs typeface="Poppins"/>
              <a:sym typeface="Poppins"/>
            </a:endParaRPr>
          </a:p>
        </p:txBody>
      </p:sp>
      <p:sp>
        <p:nvSpPr>
          <p:cNvPr id="668" name="Google Shape;668;p30"/>
          <p:cNvSpPr txBox="1"/>
          <p:nvPr/>
        </p:nvSpPr>
        <p:spPr>
          <a:xfrm>
            <a:off x="4562812"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R-controlled Digraph</a:t>
            </a:r>
            <a:endParaRPr sz="950" b="0" i="0" u="none" strike="noStrike" cap="none">
              <a:solidFill>
                <a:srgbClr val="7F7F7F"/>
              </a:solidFill>
              <a:latin typeface="Poppins"/>
              <a:ea typeface="Poppins"/>
              <a:cs typeface="Poppins"/>
              <a:sym typeface="Poppins"/>
            </a:endParaRPr>
          </a:p>
        </p:txBody>
      </p:sp>
      <p:sp>
        <p:nvSpPr>
          <p:cNvPr id="669" name="Google Shape;669;p30"/>
          <p:cNvSpPr txBox="1"/>
          <p:nvPr/>
        </p:nvSpPr>
        <p:spPr>
          <a:xfrm>
            <a:off x="5848919" y="4353122"/>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Split Digraph</a:t>
            </a:r>
            <a:endParaRPr sz="950" b="0" i="0" u="none" strike="noStrike" cap="none">
              <a:solidFill>
                <a:srgbClr val="7F7F7F"/>
              </a:solidFill>
              <a:latin typeface="Poppins"/>
              <a:ea typeface="Poppins"/>
              <a:cs typeface="Poppins"/>
              <a:sym typeface="Poppins"/>
            </a:endParaRPr>
          </a:p>
        </p:txBody>
      </p:sp>
      <p:sp>
        <p:nvSpPr>
          <p:cNvPr id="670" name="Google Shape;670;p30"/>
          <p:cNvSpPr txBox="1"/>
          <p:nvPr/>
        </p:nvSpPr>
        <p:spPr>
          <a:xfrm>
            <a:off x="6771179" y="4353122"/>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7F7F7F"/>
                </a:solidFill>
                <a:latin typeface="Poppins"/>
                <a:ea typeface="Poppins"/>
                <a:cs typeface="Poppins"/>
                <a:sym typeface="Poppins"/>
              </a:rPr>
              <a:t>Syllable / Silent Letter</a:t>
            </a:r>
            <a:endParaRPr sz="950" b="0" i="0" u="none" strike="noStrike" cap="none">
              <a:solidFill>
                <a:srgbClr val="7F7F7F"/>
              </a:solidFill>
              <a:latin typeface="Poppins"/>
              <a:ea typeface="Poppins"/>
              <a:cs typeface="Poppins"/>
              <a:sym typeface="Poppins"/>
            </a:endParaRPr>
          </a:p>
        </p:txBody>
      </p:sp>
      <p:grpSp>
        <p:nvGrpSpPr>
          <p:cNvPr id="671" name="Google Shape;671;p30"/>
          <p:cNvGrpSpPr/>
          <p:nvPr/>
        </p:nvGrpSpPr>
        <p:grpSpPr>
          <a:xfrm>
            <a:off x="6022940" y="5341706"/>
            <a:ext cx="594501" cy="305904"/>
            <a:chOff x="5672081" y="1914352"/>
            <a:chExt cx="792668" cy="305904"/>
          </a:xfrm>
        </p:grpSpPr>
        <p:sp>
          <p:nvSpPr>
            <p:cNvPr id="672" name="Google Shape;672;p30"/>
            <p:cNvSpPr/>
            <p:nvPr/>
          </p:nvSpPr>
          <p:spPr>
            <a:xfrm>
              <a:off x="5672081" y="1914352"/>
              <a:ext cx="679731" cy="305904"/>
            </a:xfrm>
            <a:prstGeom prst="roundRect">
              <a:avLst>
                <a:gd name="adj" fmla="val 28571"/>
              </a:avLst>
            </a:pr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3" name="Google Shape;673;p30"/>
            <p:cNvSpPr/>
            <p:nvPr/>
          </p:nvSpPr>
          <p:spPr>
            <a:xfrm rot="5400000">
              <a:off x="6346232" y="2002386"/>
              <a:ext cx="103684" cy="133350"/>
            </a:xfrm>
            <a:custGeom>
              <a:avLst/>
              <a:gdLst/>
              <a:ahLst/>
              <a:cxnLst/>
              <a:rect l="l" t="t" r="r" b="b"/>
              <a:pathLst>
                <a:path w="323995" h="404888" extrusionOk="0">
                  <a:moveTo>
                    <a:pt x="0" y="404888"/>
                  </a:moveTo>
                  <a:cubicBezTo>
                    <a:pt x="52753" y="299232"/>
                    <a:pt x="64477" y="181855"/>
                    <a:pt x="0" y="0"/>
                  </a:cubicBezTo>
                  <a:cubicBezTo>
                    <a:pt x="139261" y="58763"/>
                    <a:pt x="290246" y="123386"/>
                    <a:pt x="323995" y="404888"/>
                  </a:cubicBezTo>
                  <a:lnTo>
                    <a:pt x="0" y="404888"/>
                  </a:lnTo>
                  <a:close/>
                </a:path>
              </a:pathLst>
            </a:custGeom>
            <a:solidFill>
              <a:srgbClr val="ED1C24"/>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grpSp>
      <p:sp>
        <p:nvSpPr>
          <p:cNvPr id="674" name="Google Shape;674;p30"/>
          <p:cNvSpPr txBox="1"/>
          <p:nvPr/>
        </p:nvSpPr>
        <p:spPr>
          <a:xfrm>
            <a:off x="5585126" y="5775650"/>
            <a:ext cx="13935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1050" b="0" i="0" u="none" strike="noStrike" cap="none">
                <a:solidFill>
                  <a:srgbClr val="7F7F7F"/>
                </a:solidFill>
                <a:latin typeface="Poppins"/>
                <a:ea typeface="Poppins"/>
                <a:cs typeface="Poppins"/>
                <a:sym typeface="Poppins"/>
              </a:rPr>
              <a:t>Pronunciation Bubble</a:t>
            </a:r>
            <a:endParaRPr sz="1050" b="0" i="0" u="none" strike="noStrike" cap="none">
              <a:solidFill>
                <a:srgbClr val="7F7F7F"/>
              </a:solidFill>
              <a:latin typeface="Poppins"/>
              <a:ea typeface="Poppins"/>
              <a:cs typeface="Poppins"/>
              <a:sym typeface="Poppins"/>
            </a:endParaRPr>
          </a:p>
        </p:txBody>
      </p:sp>
      <p:sp>
        <p:nvSpPr>
          <p:cNvPr id="675" name="Google Shape;675;p30"/>
          <p:cNvSpPr/>
          <p:nvPr/>
        </p:nvSpPr>
        <p:spPr>
          <a:xfrm>
            <a:off x="927366" y="5242640"/>
            <a:ext cx="463200" cy="450300"/>
          </a:xfrm>
          <a:prstGeom prst="rect">
            <a:avLst/>
          </a:prstGeom>
          <a:solidFill>
            <a:srgbClr val="00688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6" name="Google Shape;676;p30"/>
          <p:cNvSpPr/>
          <p:nvPr/>
        </p:nvSpPr>
        <p:spPr>
          <a:xfrm>
            <a:off x="2081616" y="5242640"/>
            <a:ext cx="463200" cy="450300"/>
          </a:xfrm>
          <a:prstGeom prst="rect">
            <a:avLst/>
          </a:prstGeom>
          <a:solidFill>
            <a:srgbClr val="2F286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7" name="Google Shape;677;p30"/>
          <p:cNvSpPr/>
          <p:nvPr/>
        </p:nvSpPr>
        <p:spPr>
          <a:xfrm>
            <a:off x="2658741" y="5242640"/>
            <a:ext cx="463200" cy="450300"/>
          </a:xfrm>
          <a:prstGeom prst="rect">
            <a:avLst/>
          </a:prstGeom>
          <a:solidFill>
            <a:srgbClr val="8DC63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8" name="Google Shape;678;p30"/>
          <p:cNvSpPr/>
          <p:nvPr/>
        </p:nvSpPr>
        <p:spPr>
          <a:xfrm>
            <a:off x="3256248" y="5242640"/>
            <a:ext cx="463200" cy="450300"/>
          </a:xfrm>
          <a:prstGeom prst="rect">
            <a:avLst/>
          </a:prstGeom>
          <a:solidFill>
            <a:srgbClr val="92278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79" name="Google Shape;679;p30"/>
          <p:cNvSpPr/>
          <p:nvPr/>
        </p:nvSpPr>
        <p:spPr>
          <a:xfrm>
            <a:off x="2081616" y="5761320"/>
            <a:ext cx="463200" cy="450300"/>
          </a:xfrm>
          <a:prstGeom prst="rect">
            <a:avLst/>
          </a:prstGeom>
          <a:solidFill>
            <a:srgbClr val="EAEAF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0" name="Google Shape;680;p30"/>
          <p:cNvSpPr/>
          <p:nvPr/>
        </p:nvSpPr>
        <p:spPr>
          <a:xfrm>
            <a:off x="2658741" y="5761320"/>
            <a:ext cx="463200" cy="450300"/>
          </a:xfrm>
          <a:prstGeom prst="rect">
            <a:avLst/>
          </a:prstGeom>
          <a:solidFill>
            <a:srgbClr val="F2F7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1" name="Google Shape;681;p30"/>
          <p:cNvSpPr/>
          <p:nvPr/>
        </p:nvSpPr>
        <p:spPr>
          <a:xfrm>
            <a:off x="3256248" y="5761320"/>
            <a:ext cx="463200" cy="450300"/>
          </a:xfrm>
          <a:prstGeom prst="rect">
            <a:avLst/>
          </a:prstGeom>
          <a:solidFill>
            <a:srgbClr val="EBE3E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2" name="Google Shape;682;p30"/>
          <p:cNvSpPr txBox="1"/>
          <p:nvPr/>
        </p:nvSpPr>
        <p:spPr>
          <a:xfrm>
            <a:off x="1189033" y="4817525"/>
            <a:ext cx="31545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Poppins"/>
                <a:ea typeface="Poppins"/>
                <a:cs typeface="Poppins"/>
                <a:sym typeface="Poppins"/>
              </a:rPr>
              <a:t>Swatches</a:t>
            </a:r>
            <a:endParaRPr sz="1400" b="0" i="0" u="none" strike="noStrike" cap="none">
              <a:solidFill>
                <a:srgbClr val="000000"/>
              </a:solidFill>
              <a:latin typeface="Poppins"/>
              <a:ea typeface="Poppins"/>
              <a:cs typeface="Poppins"/>
              <a:sym typeface="Poppins"/>
            </a:endParaRPr>
          </a:p>
        </p:txBody>
      </p:sp>
      <p:sp>
        <p:nvSpPr>
          <p:cNvPr id="683" name="Google Shape;683;p30"/>
          <p:cNvSpPr txBox="1"/>
          <p:nvPr/>
        </p:nvSpPr>
        <p:spPr>
          <a:xfrm rot="-5400000">
            <a:off x="-208625" y="5608325"/>
            <a:ext cx="1739400" cy="276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en-US" sz="1200" b="0" i="0" u="none" strike="noStrike" cap="none">
                <a:solidFill>
                  <a:schemeClr val="dk1"/>
                </a:solidFill>
                <a:latin typeface="Poppins"/>
                <a:ea typeface="Poppins"/>
                <a:cs typeface="Poppins"/>
                <a:sym typeface="Poppins"/>
              </a:rPr>
              <a:t>Phase colours</a:t>
            </a:r>
            <a:endParaRPr sz="1200" b="0" i="0" u="none" strike="noStrike" cap="none">
              <a:solidFill>
                <a:schemeClr val="dk1"/>
              </a:solidFill>
              <a:latin typeface="Poppins"/>
              <a:ea typeface="Poppins"/>
              <a:cs typeface="Poppins"/>
              <a:sym typeface="Poppins"/>
            </a:endParaRPr>
          </a:p>
        </p:txBody>
      </p:sp>
      <p:sp>
        <p:nvSpPr>
          <p:cNvPr id="684" name="Google Shape;684;p30"/>
          <p:cNvSpPr/>
          <p:nvPr/>
        </p:nvSpPr>
        <p:spPr>
          <a:xfrm>
            <a:off x="1504491" y="5761320"/>
            <a:ext cx="463200" cy="450300"/>
          </a:xfrm>
          <a:prstGeom prst="rect">
            <a:avLst/>
          </a:prstGeom>
          <a:solidFill>
            <a:srgbClr val="FFE1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5" name="Google Shape;685;p30"/>
          <p:cNvSpPr/>
          <p:nvPr/>
        </p:nvSpPr>
        <p:spPr>
          <a:xfrm>
            <a:off x="1504491" y="5242640"/>
            <a:ext cx="463200" cy="450300"/>
          </a:xfrm>
          <a:prstGeom prst="rect">
            <a:avLst/>
          </a:prstGeom>
          <a:solidFill>
            <a:srgbClr val="F7941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6" name="Google Shape;686;p30"/>
          <p:cNvSpPr/>
          <p:nvPr/>
        </p:nvSpPr>
        <p:spPr>
          <a:xfrm>
            <a:off x="3853755" y="5242640"/>
            <a:ext cx="463200" cy="450300"/>
          </a:xfrm>
          <a:prstGeom prst="rect">
            <a:avLst/>
          </a:prstGeom>
          <a:solidFill>
            <a:srgbClr val="CB3D8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7" name="Google Shape;687;p30"/>
          <p:cNvSpPr/>
          <p:nvPr/>
        </p:nvSpPr>
        <p:spPr>
          <a:xfrm>
            <a:off x="927366" y="5761320"/>
            <a:ext cx="463200" cy="450300"/>
          </a:xfrm>
          <a:prstGeom prst="rect">
            <a:avLst/>
          </a:prstGeom>
          <a:solidFill>
            <a:srgbClr val="CAD1D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8" name="Google Shape;688;p30"/>
          <p:cNvSpPr/>
          <p:nvPr/>
        </p:nvSpPr>
        <p:spPr>
          <a:xfrm>
            <a:off x="4451777" y="5242640"/>
            <a:ext cx="463200" cy="450300"/>
          </a:xfrm>
          <a:prstGeom prst="rect">
            <a:avLst/>
          </a:prstGeom>
          <a:solidFill>
            <a:srgbClr val="E8262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89" name="Google Shape;689;p30"/>
          <p:cNvSpPr/>
          <p:nvPr/>
        </p:nvSpPr>
        <p:spPr>
          <a:xfrm>
            <a:off x="3853755" y="5761320"/>
            <a:ext cx="463200" cy="450300"/>
          </a:xfrm>
          <a:prstGeom prst="rect">
            <a:avLst/>
          </a:prstGeom>
          <a:solidFill>
            <a:srgbClr val="F3E8ED"/>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0" name="Google Shape;690;p30"/>
          <p:cNvSpPr/>
          <p:nvPr/>
        </p:nvSpPr>
        <p:spPr>
          <a:xfrm>
            <a:off x="4451777" y="5761320"/>
            <a:ext cx="463200" cy="450300"/>
          </a:xfrm>
          <a:prstGeom prst="rect">
            <a:avLst/>
          </a:prstGeom>
          <a:solidFill>
            <a:srgbClr val="F9E8D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691" name="Google Shape;691;p30"/>
          <p:cNvSpPr txBox="1"/>
          <p:nvPr/>
        </p:nvSpPr>
        <p:spPr>
          <a:xfrm>
            <a:off x="915904"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1</a:t>
            </a:r>
            <a:endParaRPr sz="1400" b="0" i="0" u="none" strike="noStrike" cap="none">
              <a:solidFill>
                <a:srgbClr val="000000"/>
              </a:solidFill>
              <a:latin typeface="Poppins"/>
              <a:ea typeface="Poppins"/>
              <a:cs typeface="Poppins"/>
              <a:sym typeface="Poppins"/>
            </a:endParaRPr>
          </a:p>
        </p:txBody>
      </p:sp>
      <p:sp>
        <p:nvSpPr>
          <p:cNvPr id="692" name="Google Shape;692;p30"/>
          <p:cNvSpPr txBox="1"/>
          <p:nvPr/>
        </p:nvSpPr>
        <p:spPr>
          <a:xfrm>
            <a:off x="1509707"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2</a:t>
            </a:r>
            <a:endParaRPr sz="1400" b="0" i="0" u="none" strike="noStrike" cap="none">
              <a:solidFill>
                <a:srgbClr val="000000"/>
              </a:solidFill>
              <a:latin typeface="Poppins"/>
              <a:ea typeface="Poppins"/>
              <a:cs typeface="Poppins"/>
              <a:sym typeface="Poppins"/>
            </a:endParaRPr>
          </a:p>
        </p:txBody>
      </p:sp>
      <p:sp>
        <p:nvSpPr>
          <p:cNvPr id="693" name="Google Shape;693;p30"/>
          <p:cNvSpPr txBox="1"/>
          <p:nvPr/>
        </p:nvSpPr>
        <p:spPr>
          <a:xfrm>
            <a:off x="210351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3</a:t>
            </a:r>
            <a:endParaRPr sz="1400" b="0" i="0" u="none" strike="noStrike" cap="none">
              <a:solidFill>
                <a:srgbClr val="000000"/>
              </a:solidFill>
              <a:latin typeface="Poppins"/>
              <a:ea typeface="Poppins"/>
              <a:cs typeface="Poppins"/>
              <a:sym typeface="Poppins"/>
            </a:endParaRPr>
          </a:p>
        </p:txBody>
      </p:sp>
      <p:sp>
        <p:nvSpPr>
          <p:cNvPr id="694" name="Google Shape;694;p30"/>
          <p:cNvSpPr txBox="1"/>
          <p:nvPr/>
        </p:nvSpPr>
        <p:spPr>
          <a:xfrm>
            <a:off x="2676106"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4</a:t>
            </a:r>
            <a:endParaRPr sz="1400" b="0" i="0" u="none" strike="noStrike" cap="none">
              <a:solidFill>
                <a:srgbClr val="000000"/>
              </a:solidFill>
              <a:latin typeface="Poppins"/>
              <a:ea typeface="Poppins"/>
              <a:cs typeface="Poppins"/>
              <a:sym typeface="Poppins"/>
            </a:endParaRPr>
          </a:p>
        </p:txBody>
      </p:sp>
      <p:sp>
        <p:nvSpPr>
          <p:cNvPr id="695" name="Google Shape;695;p30"/>
          <p:cNvSpPr txBox="1"/>
          <p:nvPr/>
        </p:nvSpPr>
        <p:spPr>
          <a:xfrm>
            <a:off x="3262840"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a:t>
            </a:r>
            <a:endParaRPr sz="1400" b="0" i="0" u="none" strike="noStrike" cap="none">
              <a:solidFill>
                <a:srgbClr val="000000"/>
              </a:solidFill>
              <a:latin typeface="Poppins"/>
              <a:ea typeface="Poppins"/>
              <a:cs typeface="Poppins"/>
              <a:sym typeface="Poppins"/>
            </a:endParaRPr>
          </a:p>
        </p:txBody>
      </p:sp>
      <p:sp>
        <p:nvSpPr>
          <p:cNvPr id="696" name="Google Shape;696;p30"/>
          <p:cNvSpPr txBox="1"/>
          <p:nvPr/>
        </p:nvSpPr>
        <p:spPr>
          <a:xfrm>
            <a:off x="3863712"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5.5</a:t>
            </a:r>
            <a:endParaRPr sz="1400" b="0" i="0" u="none" strike="noStrike" cap="none">
              <a:solidFill>
                <a:srgbClr val="000000"/>
              </a:solidFill>
              <a:latin typeface="Poppins"/>
              <a:ea typeface="Poppins"/>
              <a:cs typeface="Poppins"/>
              <a:sym typeface="Poppins"/>
            </a:endParaRPr>
          </a:p>
        </p:txBody>
      </p:sp>
      <p:sp>
        <p:nvSpPr>
          <p:cNvPr id="697" name="Google Shape;697;p30"/>
          <p:cNvSpPr txBox="1"/>
          <p:nvPr/>
        </p:nvSpPr>
        <p:spPr>
          <a:xfrm>
            <a:off x="4443378" y="6280000"/>
            <a:ext cx="463200" cy="261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en-US" sz="1100" b="0" i="0" u="none" strike="noStrike" cap="none">
                <a:solidFill>
                  <a:schemeClr val="dk1"/>
                </a:solidFill>
                <a:latin typeface="Poppins"/>
                <a:ea typeface="Poppins"/>
                <a:cs typeface="Poppins"/>
                <a:sym typeface="Poppins"/>
              </a:rPr>
              <a:t>6</a:t>
            </a:r>
            <a:endParaRPr sz="1400" b="0" i="0" u="none" strike="noStrike" cap="none">
              <a:solidFill>
                <a:srgbClr val="000000"/>
              </a:solidFill>
              <a:latin typeface="Poppins"/>
              <a:ea typeface="Poppins"/>
              <a:cs typeface="Poppins"/>
              <a:sym typeface="Poppins"/>
            </a:endParaRPr>
          </a:p>
        </p:txBody>
      </p:sp>
      <p:sp>
        <p:nvSpPr>
          <p:cNvPr id="698" name="Google Shape;698;p30"/>
          <p:cNvSpPr/>
          <p:nvPr/>
        </p:nvSpPr>
        <p:spPr>
          <a:xfrm>
            <a:off x="812938" y="3837613"/>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699" name="Google Shape;699;p30"/>
          <p:cNvSpPr/>
          <p:nvPr/>
        </p:nvSpPr>
        <p:spPr>
          <a:xfrm>
            <a:off x="1435861" y="3837613"/>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00" name="Google Shape;700;p30"/>
          <p:cNvSpPr txBox="1"/>
          <p:nvPr/>
        </p:nvSpPr>
        <p:spPr>
          <a:xfrm>
            <a:off x="777227" y="369525"/>
            <a:ext cx="35397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Reusable Assets</a:t>
            </a:r>
            <a:endParaRPr sz="3200" b="0" i="0" u="none" strike="noStrike" cap="none">
              <a:solidFill>
                <a:srgbClr val="7F7F7F"/>
              </a:solidFill>
              <a:latin typeface="Poppins Medium"/>
              <a:ea typeface="Poppins Medium"/>
              <a:cs typeface="Poppins Medium"/>
              <a:sym typeface="Poppins Medium"/>
            </a:endParaRPr>
          </a:p>
        </p:txBody>
      </p:sp>
      <p:pic>
        <p:nvPicPr>
          <p:cNvPr id="701" name="Google Shape;701;p30"/>
          <p:cNvPicPr preferRelativeResize="0"/>
          <p:nvPr/>
        </p:nvPicPr>
        <p:blipFill rotWithShape="1">
          <a:blip r:embed="rId2">
            <a:alphaModFix/>
          </a:blip>
          <a:srcRect/>
          <a:stretch/>
        </p:blipFill>
        <p:spPr>
          <a:xfrm>
            <a:off x="7839851" y="470198"/>
            <a:ext cx="507575" cy="592175"/>
          </a:xfrm>
          <a:prstGeom prst="rect">
            <a:avLst/>
          </a:prstGeom>
          <a:noFill/>
          <a:ln>
            <a:noFill/>
          </a:ln>
        </p:spPr>
      </p:pic>
      <p:pic>
        <p:nvPicPr>
          <p:cNvPr id="702" name="Google Shape;702;p30"/>
          <p:cNvPicPr preferRelativeResize="0"/>
          <p:nvPr/>
        </p:nvPicPr>
        <p:blipFill rotWithShape="1">
          <a:blip r:embed="rId3">
            <a:alphaModFix/>
          </a:blip>
          <a:srcRect/>
          <a:stretch/>
        </p:blipFill>
        <p:spPr>
          <a:xfrm>
            <a:off x="7275738" y="500125"/>
            <a:ext cx="463200" cy="532334"/>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eusable Assets 1">
  <p:cSld name="Reusable Assets_1">
    <p:spTree>
      <p:nvGrpSpPr>
        <p:cNvPr id="1" name="Shape 703"/>
        <p:cNvGrpSpPr/>
        <p:nvPr/>
      </p:nvGrpSpPr>
      <p:grpSpPr>
        <a:xfrm>
          <a:off x="0" y="0"/>
          <a:ext cx="0" cy="0"/>
          <a:chOff x="0" y="0"/>
          <a:chExt cx="0" cy="0"/>
        </a:xfrm>
      </p:grpSpPr>
      <p:sp>
        <p:nvSpPr>
          <p:cNvPr id="704" name="Google Shape;704;g26b33ddcd5e_0_106"/>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5" name="Google Shape;705;g26b33ddcd5e_0_106"/>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has a large technical vocabulary. This can appear to be more of an obstacle than a help if practitioners and teachers think they must know most of it in order to start teaching phonics, but thankfully this is not the case. Explained here is a small number of working terms to help teach Letters &amp; Sounds.</a:t>
            </a:r>
            <a:endParaRPr sz="1100" b="0" i="0" u="none" strike="noStrike" cap="none">
              <a:solidFill>
                <a:schemeClr val="dk1"/>
              </a:solidFill>
              <a:latin typeface="Poppins"/>
              <a:ea typeface="Poppins"/>
              <a:cs typeface="Poppins"/>
              <a:sym typeface="Poppins"/>
            </a:endParaRPr>
          </a:p>
          <a:p>
            <a:pPr marL="457200" marR="0" lvl="0" indent="-298450" algn="l" rtl="0">
              <a:lnSpc>
                <a:spcPct val="100000"/>
              </a:lnSpc>
              <a:spcBef>
                <a:spcPts val="0"/>
              </a:spcBef>
              <a:spcAft>
                <a:spcPts val="0"/>
              </a:spcAft>
              <a:buClr>
                <a:srgbClr val="AEABAB"/>
              </a:buClr>
              <a:buSzPts val="1100"/>
              <a:buFont typeface="Poppins"/>
              <a:buChar char="●"/>
            </a:pPr>
            <a:r>
              <a:rPr lang="en-US" sz="1100" b="0" i="0" u="none" strike="noStrike" cap="none">
                <a:solidFill>
                  <a:srgbClr val="1A1A1A"/>
                </a:solidFill>
                <a:latin typeface="Poppins"/>
                <a:ea typeface="Poppins"/>
                <a:cs typeface="Poppins"/>
                <a:sym typeface="Poppins"/>
              </a:rPr>
              <a:t>Phonics - Phonics consists of knowledge of the skills of segmenting and blending, knowledge of the alphabetic code and an understanding of the principles underpinning the way the code is used in reading and spelling.</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Phonemes - A phoneme is the smallest unit of sound in a word that can change it's meaning (e.g in </a:t>
            </a:r>
            <a:r>
              <a:rPr lang="en-US" sz="1100" b="0" i="0" u="none" strike="noStrike" cap="none">
                <a:solidFill>
                  <a:srgbClr val="1A30E8"/>
                </a:solidFill>
                <a:latin typeface="Poppins"/>
                <a:ea typeface="Poppins"/>
                <a:cs typeface="Poppins"/>
                <a:sym typeface="Poppins"/>
              </a:rPr>
              <a:t>bed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led </a:t>
            </a:r>
            <a:r>
              <a:rPr lang="en-US" sz="1100" b="0" i="0" u="none" strike="noStrike" cap="none">
                <a:solidFill>
                  <a:srgbClr val="1A1A1A"/>
                </a:solidFill>
                <a:latin typeface="Poppins"/>
                <a:ea typeface="Poppins"/>
                <a:cs typeface="Poppins"/>
                <a:sym typeface="Poppins"/>
              </a:rPr>
              <a:t>the difference is the phonemes </a:t>
            </a:r>
            <a:r>
              <a:rPr lang="en-US" sz="1100" b="0" i="0" u="none" strike="noStrike" cap="none">
                <a:solidFill>
                  <a:srgbClr val="53F41A"/>
                </a:solidFill>
                <a:latin typeface="Poppins"/>
                <a:ea typeface="Poppins"/>
                <a:cs typeface="Poppins"/>
                <a:sym typeface="Poppins"/>
              </a:rPr>
              <a:t>/b/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/l/</a:t>
            </a:r>
            <a:r>
              <a:rPr lang="en-US" sz="1100" b="0" i="0" u="none" strike="noStrike" cap="none">
                <a:solidFill>
                  <a:srgbClr val="1A1A1A"/>
                </a:solidFill>
                <a:latin typeface="Poppins"/>
                <a:ea typeface="Poppins"/>
                <a:cs typeface="Poppins"/>
                <a:sym typeface="Poppins"/>
              </a:rPr>
              <a:t>, which signals the difference in meaning between the words). It is generally accepted that most varieties of spoken English use about 44 phonemes. In alphabet writing systems (such as English) phonemes are represented by graphemes.</a:t>
            </a:r>
            <a:endParaRPr sz="1100" b="0" i="0" u="none" strike="noStrike" cap="none">
              <a:solidFill>
                <a:srgbClr val="1A1A1A"/>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Graphemes - A grapheme is a symbol of a phoneme, that is, a letter or group of letters representing a sound. There is always the same number of graphemes in a word as phonemes. The alphabet contains only 26 letters but we use it to make all the graphemes that represent the phonemes of English.</a:t>
            </a:r>
            <a:endParaRPr sz="1100" b="0" i="0" u="none" strike="noStrike" cap="none">
              <a:solidFill>
                <a:srgbClr val="AEABAB"/>
              </a:solidFill>
              <a:latin typeface="Poppins"/>
              <a:ea typeface="Poppins"/>
              <a:cs typeface="Poppins"/>
              <a:sym typeface="Poppins"/>
            </a:endParaRPr>
          </a:p>
        </p:txBody>
      </p:sp>
      <p:sp>
        <p:nvSpPr>
          <p:cNvPr id="706" name="Google Shape;706;g26b33ddcd5e_0_106"/>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000000"/>
              </a:buClr>
              <a:buSzPts val="1100"/>
              <a:buFont typeface="Poppins"/>
              <a:buChar char="●"/>
            </a:pPr>
            <a:r>
              <a:rPr lang="en-US" sz="1100" b="0" i="0" u="none" strike="noStrike" cap="none">
                <a:solidFill>
                  <a:srgbClr val="1A1A1A"/>
                </a:solidFill>
                <a:latin typeface="Poppins"/>
                <a:ea typeface="Poppins"/>
                <a:cs typeface="Poppins"/>
                <a:sym typeface="Poppins"/>
              </a:rPr>
              <a:t>Grapheme-Phoneme Correspondences (GPCs) - We convert graphemes to phonemes when we are reading aloud (decoding written words). We convert phonemes to graphemes when we are spelling (encoding words for writing).</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To do this, students need to learn which graphemes correspond to which phonemes and vice versa. In order to read an unfamiliar word, a child must recognise ('sound out') each grapheme, not each letter (e.g sounding out the word </a:t>
            </a:r>
            <a:r>
              <a:rPr lang="en-US" sz="1100" b="0" i="0" u="none" strike="noStrike" cap="none">
                <a:solidFill>
                  <a:srgbClr val="1A30E8"/>
                </a:solidFill>
                <a:latin typeface="Poppins"/>
                <a:ea typeface="Poppins"/>
                <a:cs typeface="Poppins"/>
                <a:sym typeface="Poppins"/>
              </a:rPr>
              <a:t>ship </a:t>
            </a:r>
            <a:r>
              <a:rPr lang="en-US" sz="1100" b="0" i="0" u="none" strike="noStrike" cap="none">
                <a:solidFill>
                  <a:srgbClr val="1A1A1A"/>
                </a:solidFill>
                <a:latin typeface="Poppins"/>
                <a:ea typeface="Poppins"/>
                <a:cs typeface="Poppins"/>
                <a:sym typeface="Poppins"/>
              </a:rPr>
              <a:t>as </a:t>
            </a:r>
            <a:r>
              <a:rPr lang="en-US" sz="1100" b="0" i="0" u="none" strike="noStrike" cap="none">
                <a:solidFill>
                  <a:srgbClr val="53F41A"/>
                </a:solidFill>
                <a:latin typeface="Poppins"/>
                <a:ea typeface="Poppins"/>
                <a:cs typeface="Poppins"/>
                <a:sym typeface="Poppins"/>
              </a:rPr>
              <a:t>/sh/ /i/ /p/ </a:t>
            </a:r>
            <a:r>
              <a:rPr lang="en-US" sz="1100" b="0" i="0" u="none" strike="noStrike" cap="none">
                <a:solidFill>
                  <a:srgbClr val="1A1A1A"/>
                </a:solidFill>
                <a:latin typeface="Poppins"/>
                <a:ea typeface="Poppins"/>
                <a:cs typeface="Poppins"/>
                <a:sym typeface="Poppins"/>
              </a:rPr>
              <a:t>not /s/ /h/ /i/ /p/), and then merge (blend the phonemes together) to make a word..</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Segmenting and Blending - Segmenting and blending are reversible key phonics skills. Segmenting consists of breaking words down into their constituent phonemes to spell. Blending consists of building words from their constituent phonemes to read. Both skills are important. The skill of blending (synthesising) phonemes, in order, all through the word to read it, tends to receive too little attention in the teaching of phonics; it is very important to make sure that children secure blending skills.</a:t>
            </a:r>
            <a:endParaRPr sz="1100" b="0" i="0" u="none" strike="noStrike" cap="none">
              <a:solidFill>
                <a:srgbClr val="AEABAB"/>
              </a:solidFill>
              <a:latin typeface="Poppins"/>
              <a:ea typeface="Poppins"/>
              <a:cs typeface="Poppins"/>
              <a:sym typeface="Poppins"/>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Reusable Assets 1 1">
  <p:cSld name="Reusable Assets_1_1">
    <p:spTree>
      <p:nvGrpSpPr>
        <p:cNvPr id="1" name="Shape 707"/>
        <p:cNvGrpSpPr/>
        <p:nvPr/>
      </p:nvGrpSpPr>
      <p:grpSpPr>
        <a:xfrm>
          <a:off x="0" y="0"/>
          <a:ext cx="0" cy="0"/>
          <a:chOff x="0" y="0"/>
          <a:chExt cx="0" cy="0"/>
        </a:xfrm>
      </p:grpSpPr>
      <p:sp>
        <p:nvSpPr>
          <p:cNvPr id="708" name="Google Shape;708;g26b33ddcd5e_0_161"/>
          <p:cNvSpPr txBox="1"/>
          <p:nvPr/>
        </p:nvSpPr>
        <p:spPr>
          <a:xfrm>
            <a:off x="777231" y="369518"/>
            <a:ext cx="5276400" cy="691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3200"/>
              <a:buFont typeface="Calibri"/>
              <a:buNone/>
            </a:pPr>
            <a:r>
              <a:rPr lang="en-US" sz="3200" b="0" i="0" u="none" strike="noStrike" cap="none">
                <a:solidFill>
                  <a:srgbClr val="7F7F7F"/>
                </a:solidFill>
                <a:latin typeface="Poppins Medium"/>
                <a:ea typeface="Poppins Medium"/>
                <a:cs typeface="Poppins Medium"/>
                <a:sym typeface="Poppins Medium"/>
              </a:rPr>
              <a:t>Glossary</a:t>
            </a:r>
            <a:endParaRPr sz="3200" b="0" i="0" u="none" strike="noStrike" cap="none">
              <a:solidFill>
                <a:srgbClr val="7F7F7F"/>
              </a:solidFill>
              <a:latin typeface="Poppins Medium"/>
              <a:ea typeface="Poppins Medium"/>
              <a:cs typeface="Poppins Medium"/>
              <a:sym typeface="Poppins Medium"/>
            </a:endParaRPr>
          </a:p>
        </p:txBody>
      </p:sp>
      <p:sp>
        <p:nvSpPr>
          <p:cNvPr id="709" name="Google Shape;709;g26b33ddcd5e_0_161"/>
          <p:cNvSpPr/>
          <p:nvPr/>
        </p:nvSpPr>
        <p:spPr>
          <a:xfrm>
            <a:off x="777225" y="1060725"/>
            <a:ext cx="38760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Digraphs, Trigraphs and Quadgraphs - A digraph is a two-letter grapheme where two letters represent one sound such as '</a:t>
            </a:r>
            <a:r>
              <a:rPr lang="en-US" sz="1100" b="0" i="0" u="none" strike="noStrike" cap="none">
                <a:solidFill>
                  <a:srgbClr val="53F41A"/>
                </a:solidFill>
                <a:latin typeface="Poppins"/>
                <a:ea typeface="Poppins"/>
                <a:cs typeface="Poppins"/>
                <a:sym typeface="Poppins"/>
              </a:rPr>
              <a:t>eɑ</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seɑt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53F41A"/>
                </a:solidFill>
                <a:latin typeface="Poppins"/>
                <a:ea typeface="Poppins"/>
                <a:cs typeface="Poppins"/>
                <a:sym typeface="Poppins"/>
              </a:rPr>
              <a:t>sh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ship</a:t>
            </a:r>
            <a:r>
              <a:rPr lang="en-US" sz="1100" b="0" i="0" u="none" strike="noStrike" cap="none">
                <a:solidFill>
                  <a:srgbClr val="1A1A1A"/>
                </a:solidFill>
                <a:latin typeface="Poppins"/>
                <a:ea typeface="Poppins"/>
                <a:cs typeface="Poppins"/>
                <a:sym typeface="Poppins"/>
              </a:rPr>
              <a:t>. A trigraph is a three-letter grapheme where three letters represent one grapheme (e.g '</a:t>
            </a:r>
            <a:r>
              <a:rPr lang="en-US" sz="1100" b="0" i="0" u="none" strike="noStrike" cap="none">
                <a:solidFill>
                  <a:srgbClr val="53F41A"/>
                </a:solidFill>
                <a:latin typeface="Poppins"/>
                <a:ea typeface="Poppins"/>
                <a:cs typeface="Poppins"/>
                <a:sym typeface="Poppins"/>
              </a:rPr>
              <a:t>eɑu</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bureɑu</a:t>
            </a:r>
            <a:r>
              <a:rPr lang="en-US" sz="1100" b="0" i="0" u="none" strike="noStrike" cap="none">
                <a:solidFill>
                  <a:srgbClr val="1A1A1A"/>
                </a:solidFill>
                <a:latin typeface="Poppins"/>
                <a:ea typeface="Poppins"/>
                <a:cs typeface="Poppins"/>
                <a:sym typeface="Poppins"/>
              </a:rPr>
              <a:t>, and '</a:t>
            </a:r>
            <a:r>
              <a:rPr lang="en-US" sz="1100" b="0" i="0" u="none" strike="noStrike" cap="none">
                <a:solidFill>
                  <a:srgbClr val="53F41A"/>
                </a:solidFill>
                <a:latin typeface="Poppins"/>
                <a:ea typeface="Poppins"/>
                <a:cs typeface="Poppins"/>
                <a:sym typeface="Poppins"/>
              </a:rPr>
              <a:t>igh</a:t>
            </a:r>
            <a:r>
              <a:rPr lang="en-US" sz="1100" b="0" i="0" u="none" strike="noStrike" cap="none">
                <a:solidFill>
                  <a:srgbClr val="1A1A1A"/>
                </a:solidFill>
                <a:latin typeface="Poppins"/>
                <a:ea typeface="Poppins"/>
                <a:cs typeface="Poppins"/>
                <a:sym typeface="Poppins"/>
              </a:rPr>
              <a:t>' in </a:t>
            </a:r>
            <a:r>
              <a:rPr lang="en-US" sz="1100" b="0" i="0" u="none" strike="noStrike" cap="none">
                <a:solidFill>
                  <a:srgbClr val="1A30E8"/>
                </a:solidFill>
                <a:latin typeface="Poppins"/>
                <a:ea typeface="Poppins"/>
                <a:cs typeface="Poppins"/>
                <a:sym typeface="Poppins"/>
              </a:rPr>
              <a:t>night</a:t>
            </a:r>
            <a:r>
              <a:rPr lang="en-US" sz="1100" b="0" i="0" u="none" strike="noStrike" cap="none">
                <a:solidFill>
                  <a:srgbClr val="1A1A1A"/>
                </a:solidFill>
                <a:latin typeface="Poppins"/>
                <a:ea typeface="Poppins"/>
                <a:cs typeface="Poppins"/>
                <a:sym typeface="Poppins"/>
              </a:rPr>
              <a:t>). And by definition a quadgraph is a four-letter grapheme using four letters to represent one phoneme (e.g '</a:t>
            </a:r>
            <a:r>
              <a:rPr lang="en-US" sz="1100" b="0" i="0" u="none" strike="noStrike" cap="none">
                <a:solidFill>
                  <a:srgbClr val="53F41A"/>
                </a:solidFill>
                <a:latin typeface="Poppins"/>
                <a:ea typeface="Poppins"/>
                <a:cs typeface="Poppins"/>
                <a:sym typeface="Poppins"/>
              </a:rPr>
              <a:t>eigh</a:t>
            </a:r>
            <a:r>
              <a:rPr lang="en-US" sz="1100" b="0" i="0" u="none" strike="noStrike" cap="none">
                <a:solidFill>
                  <a:srgbClr val="1A1A1A"/>
                </a:solidFill>
                <a:latin typeface="Poppins"/>
                <a:ea typeface="Poppins"/>
                <a:cs typeface="Poppins"/>
                <a:sym typeface="Poppins"/>
              </a:rPr>
              <a:t>' representing the </a:t>
            </a:r>
            <a:r>
              <a:rPr lang="en-US" sz="1100" b="0" i="0" u="none" strike="noStrike" cap="none">
                <a:solidFill>
                  <a:srgbClr val="53F41A"/>
                </a:solidFill>
                <a:latin typeface="Poppins"/>
                <a:ea typeface="Poppins"/>
                <a:cs typeface="Poppins"/>
                <a:sym typeface="Poppins"/>
              </a:rPr>
              <a:t>/ɑi/ </a:t>
            </a:r>
            <a:r>
              <a:rPr lang="en-US" sz="1100" b="0" i="0" u="none" strike="noStrike" cap="none">
                <a:solidFill>
                  <a:srgbClr val="1A1A1A"/>
                </a:solidFill>
                <a:latin typeface="Poppins"/>
                <a:ea typeface="Poppins"/>
                <a:cs typeface="Poppins"/>
                <a:sym typeface="Poppins"/>
              </a:rPr>
              <a:t>phoneme in </a:t>
            </a:r>
            <a:r>
              <a:rPr lang="en-US" sz="1100" b="0" i="0" u="none" strike="noStrike" cap="none">
                <a:solidFill>
                  <a:srgbClr val="1A30E8"/>
                </a:solidFill>
                <a:latin typeface="Poppins"/>
                <a:ea typeface="Poppins"/>
                <a:cs typeface="Poppins"/>
                <a:sym typeface="Poppins"/>
              </a:rPr>
              <a:t>eight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weight</a:t>
            </a:r>
            <a:r>
              <a:rPr lang="en-US" sz="1100" b="0" i="0" u="none" strike="noStrike" cap="none">
                <a:solidFill>
                  <a:srgbClr val="1A1A1A"/>
                </a:solidFill>
                <a:latin typeface="Poppins"/>
                <a:ea typeface="Poppins"/>
                <a:cs typeface="Poppins"/>
                <a:sym typeface="Poppins"/>
              </a:rPr>
              <a:t>).</a:t>
            </a:r>
            <a:endParaRPr sz="1100" b="0" i="0" u="none" strike="noStrike" cap="none">
              <a:solidFill>
                <a:schemeClr val="dk1"/>
              </a:solidFill>
              <a:latin typeface="Poppins"/>
              <a:ea typeface="Poppins"/>
              <a:cs typeface="Poppins"/>
              <a:sym typeface="Poppins"/>
            </a:endParaRPr>
          </a:p>
          <a:p>
            <a:pPr marL="457200" marR="0" lvl="0" indent="-298450" algn="l" rtl="0">
              <a:lnSpc>
                <a:spcPct val="115000"/>
              </a:lnSpc>
              <a:spcBef>
                <a:spcPts val="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Split Digraph - A split digraph has a letter that splits, i.e. comes between,</a:t>
            </a:r>
            <a:br>
              <a:rPr lang="en-US" sz="1100" b="0" i="0" u="none" strike="noStrike" cap="none">
                <a:solidFill>
                  <a:srgbClr val="1A1A1A"/>
                </a:solidFill>
                <a:latin typeface="Poppins"/>
                <a:ea typeface="Poppins"/>
                <a:cs typeface="Poppins"/>
                <a:sym typeface="Poppins"/>
              </a:rPr>
            </a:br>
            <a:r>
              <a:rPr lang="en-US" sz="1100" b="0" i="0" u="none" strike="noStrike" cap="none">
                <a:solidFill>
                  <a:srgbClr val="1A1A1A"/>
                </a:solidFill>
                <a:latin typeface="Poppins"/>
                <a:ea typeface="Poppins"/>
                <a:cs typeface="Poppins"/>
                <a:sym typeface="Poppins"/>
              </a:rPr>
              <a:t> the two letters in the digraph, as in the words </a:t>
            </a:r>
            <a:r>
              <a:rPr lang="en-US" sz="1100" b="0" i="0" u="none" strike="noStrike" cap="none">
                <a:solidFill>
                  <a:srgbClr val="1A30E8"/>
                </a:solidFill>
                <a:latin typeface="Poppins"/>
                <a:ea typeface="Poppins"/>
                <a:cs typeface="Poppins"/>
                <a:sym typeface="Poppins"/>
              </a:rPr>
              <a:t>mɑke </a:t>
            </a:r>
            <a:r>
              <a:rPr lang="en-US" sz="1100" b="0" i="0" u="none" strike="noStrike" cap="none">
                <a:solidFill>
                  <a:srgbClr val="1A1A1A"/>
                </a:solidFill>
                <a:latin typeface="Poppins"/>
                <a:ea typeface="Poppins"/>
                <a:cs typeface="Poppins"/>
                <a:sym typeface="Poppins"/>
              </a:rPr>
              <a:t>and </a:t>
            </a:r>
            <a:r>
              <a:rPr lang="en-US" sz="1100" b="0" i="0" u="none" strike="noStrike" cap="none">
                <a:solidFill>
                  <a:srgbClr val="1A30E8"/>
                </a:solidFill>
                <a:latin typeface="Poppins"/>
                <a:ea typeface="Poppins"/>
                <a:cs typeface="Poppins"/>
                <a:sym typeface="Poppins"/>
              </a:rPr>
              <a:t>tɑke</a:t>
            </a:r>
            <a:r>
              <a:rPr lang="en-US" sz="1100" b="0" i="0" u="none" strike="noStrike" cap="none">
                <a:solidFill>
                  <a:srgbClr val="1A1A1A"/>
                </a:solidFill>
                <a:latin typeface="Poppins"/>
                <a:ea typeface="Poppins"/>
                <a:cs typeface="Poppins"/>
                <a:sym typeface="Poppins"/>
              </a:rPr>
              <a:t>, where the 'k' separates the digraph '</a:t>
            </a:r>
            <a:r>
              <a:rPr lang="en-US" sz="1100" b="0" i="0" u="none" strike="noStrike" cap="none">
                <a:solidFill>
                  <a:srgbClr val="53F41A"/>
                </a:solidFill>
                <a:latin typeface="Poppins"/>
                <a:ea typeface="Poppins"/>
                <a:cs typeface="Poppins"/>
                <a:sym typeface="Poppins"/>
              </a:rPr>
              <a:t>ɑ-e</a:t>
            </a:r>
            <a:r>
              <a:rPr lang="en-US" sz="1100" b="0" i="0" u="none" strike="noStrike" cap="none">
                <a:solidFill>
                  <a:srgbClr val="1A1A1A"/>
                </a:solidFill>
                <a:latin typeface="Poppins"/>
                <a:ea typeface="Poppins"/>
                <a:cs typeface="Poppins"/>
                <a:sym typeface="Poppins"/>
              </a:rPr>
              <a:t>' which in both words represents the phoneme </a:t>
            </a:r>
            <a:r>
              <a:rPr lang="en-US" sz="1100" b="0" i="0" u="none" strike="noStrike" cap="none">
                <a:solidFill>
                  <a:srgbClr val="53F41A"/>
                </a:solidFill>
                <a:latin typeface="Poppins"/>
                <a:ea typeface="Poppins"/>
                <a:cs typeface="Poppins"/>
                <a:sym typeface="Poppins"/>
              </a:rPr>
              <a:t>/ɑi/</a:t>
            </a:r>
            <a:r>
              <a:rPr lang="en-US" sz="1100" b="0" i="0" u="none" strike="noStrike" cap="none">
                <a:solidFill>
                  <a:srgbClr val="1A1A1A"/>
                </a:solidFill>
                <a:latin typeface="Poppins"/>
                <a:ea typeface="Poppins"/>
                <a:cs typeface="Poppins"/>
                <a:sym typeface="Poppins"/>
              </a:rPr>
              <a:t>. There are six split digraphs in English spelling: 'ɑ-e', 'e-e', 'i-e', 'o-e', 'u-e', and 'y- e', as in </a:t>
            </a:r>
            <a:r>
              <a:rPr lang="en-US" sz="1100" b="0" i="0" u="none" strike="noStrike" cap="none">
                <a:solidFill>
                  <a:srgbClr val="1A30E8"/>
                </a:solidFill>
                <a:latin typeface="Poppins"/>
                <a:ea typeface="Poppins"/>
                <a:cs typeface="Poppins"/>
                <a:sym typeface="Poppins"/>
              </a:rPr>
              <a:t>mɑke scene like bone cube type</a:t>
            </a:r>
            <a:r>
              <a:rPr lang="en-US" sz="1100" b="0" i="0" u="none" strike="noStrike" cap="none">
                <a:solidFill>
                  <a:srgbClr val="1A1A1A"/>
                </a:solidFill>
                <a:latin typeface="Poppins"/>
                <a:ea typeface="Poppins"/>
                <a:cs typeface="Poppins"/>
                <a:sym typeface="Poppins"/>
              </a:rPr>
              <a:t>. It is also be referred to as the magic e. A very few words have more than one letter in the middle of a split digraph (e.g. </a:t>
            </a:r>
            <a:r>
              <a:rPr lang="en-US" sz="1100" b="0" i="0" u="none" strike="noStrike" cap="none">
                <a:solidFill>
                  <a:srgbClr val="1A30E8"/>
                </a:solidFill>
                <a:latin typeface="Poppins"/>
                <a:ea typeface="Poppins"/>
                <a:cs typeface="Poppins"/>
                <a:sym typeface="Poppins"/>
              </a:rPr>
              <a:t>ɑche blithe cologne scythe</a:t>
            </a:r>
            <a:r>
              <a:rPr lang="en-US" sz="1100" b="0" i="0" u="none" strike="noStrike" cap="none">
                <a:solidFill>
                  <a:srgbClr val="1A1A1A"/>
                </a:solidFill>
                <a:latin typeface="Poppins"/>
                <a:ea typeface="Poppins"/>
                <a:cs typeface="Poppins"/>
                <a:sym typeface="Poppins"/>
              </a:rPr>
              <a:t>).</a:t>
            </a:r>
            <a:endParaRPr sz="1100" b="0" i="0" u="none" strike="noStrike" cap="none">
              <a:solidFill>
                <a:srgbClr val="1A1A1A"/>
              </a:solidFill>
              <a:latin typeface="Poppins"/>
              <a:ea typeface="Poppins"/>
              <a:cs typeface="Poppins"/>
              <a:sym typeface="Poppins"/>
            </a:endParaRPr>
          </a:p>
        </p:txBody>
      </p:sp>
      <p:sp>
        <p:nvSpPr>
          <p:cNvPr id="710" name="Google Shape;710;g26b33ddcd5e_0_161"/>
          <p:cNvSpPr/>
          <p:nvPr/>
        </p:nvSpPr>
        <p:spPr>
          <a:xfrm>
            <a:off x="4653225" y="1060725"/>
            <a:ext cx="3763200" cy="5368800"/>
          </a:xfrm>
          <a:prstGeom prst="rect">
            <a:avLst/>
          </a:prstGeom>
          <a:noFill/>
          <a:ln>
            <a:noFill/>
          </a:ln>
        </p:spPr>
        <p:txBody>
          <a:bodyPr spcFirstLastPara="1" wrap="square" lIns="91425" tIns="45700" rIns="91425" bIns="45700" anchor="t" anchorCtr="0">
            <a:noAutofit/>
          </a:bodyPr>
          <a:lstStyle/>
          <a:p>
            <a:pPr marL="457200" marR="0" lvl="0" indent="-298450" algn="l" rtl="0">
              <a:lnSpc>
                <a:spcPct val="115000"/>
              </a:lnSpc>
              <a:spcBef>
                <a:spcPts val="1200"/>
              </a:spcBef>
              <a:spcAft>
                <a:spcPts val="0"/>
              </a:spcAft>
              <a:buClr>
                <a:srgbClr val="AEABAB"/>
              </a:buClr>
              <a:buSzPts val="1100"/>
              <a:buFont typeface="Poppins Medium"/>
              <a:buChar char="●"/>
            </a:pPr>
            <a:r>
              <a:rPr lang="en-US" sz="1100" b="0" i="0" u="none" strike="noStrike" cap="none">
                <a:solidFill>
                  <a:srgbClr val="1A1A1A"/>
                </a:solidFill>
                <a:latin typeface="Poppins"/>
                <a:ea typeface="Poppins"/>
                <a:cs typeface="Poppins"/>
                <a:sym typeface="Poppins"/>
              </a:rPr>
              <a:t>Abbreviations - VC, CVC, CCVC are respective abbreviations for vowel- consonant, consonant-vowel-consonant, consonant-consonant-vowel- consonant, and are used to describe the order of graphemes in words (e.g. </a:t>
            </a:r>
            <a:r>
              <a:rPr lang="en-US" sz="1100" b="0" i="0" u="none" strike="noStrike" cap="none">
                <a:solidFill>
                  <a:srgbClr val="1A30E8"/>
                </a:solidFill>
                <a:latin typeface="Poppins"/>
                <a:ea typeface="Poppins"/>
                <a:cs typeface="Poppins"/>
                <a:sym typeface="Poppins"/>
              </a:rPr>
              <a:t>ɑm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sɑt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slɑm </a:t>
            </a:r>
            <a:r>
              <a:rPr lang="en-US" sz="1100" b="0" i="0" u="none" strike="noStrike" cap="none">
                <a:solidFill>
                  <a:srgbClr val="1A1A1A"/>
                </a:solidFill>
                <a:latin typeface="Poppins"/>
                <a:ea typeface="Poppins"/>
                <a:cs typeface="Poppins"/>
                <a:sym typeface="Poppins"/>
              </a:rPr>
              <a:t>(CCVC) or </a:t>
            </a:r>
            <a:r>
              <a:rPr lang="en-US" sz="1100" b="0" i="0" u="none" strike="noStrike" cap="none">
                <a:solidFill>
                  <a:srgbClr val="1A30E8"/>
                </a:solidFill>
                <a:latin typeface="Poppins"/>
                <a:ea typeface="Poppins"/>
                <a:cs typeface="Poppins"/>
                <a:sym typeface="Poppins"/>
              </a:rPr>
              <a:t>eɑch </a:t>
            </a:r>
            <a:r>
              <a:rPr lang="en-US" sz="1100" b="0" i="0" u="none" strike="noStrike" cap="none">
                <a:solidFill>
                  <a:srgbClr val="1A1A1A"/>
                </a:solidFill>
                <a:latin typeface="Poppins"/>
                <a:ea typeface="Poppins"/>
                <a:cs typeface="Poppins"/>
                <a:sym typeface="Poppins"/>
              </a:rPr>
              <a:t>(VC), </a:t>
            </a:r>
            <a:r>
              <a:rPr lang="en-US" sz="1100" b="0" i="0" u="none" strike="noStrike" cap="none">
                <a:solidFill>
                  <a:srgbClr val="1A30E8"/>
                </a:solidFill>
                <a:latin typeface="Poppins"/>
                <a:ea typeface="Poppins"/>
                <a:cs typeface="Poppins"/>
                <a:sym typeface="Poppins"/>
              </a:rPr>
              <a:t>beɑch </a:t>
            </a:r>
            <a:r>
              <a:rPr lang="en-US" sz="1100" b="0" i="0" u="none" strike="noStrike" cap="none">
                <a:solidFill>
                  <a:srgbClr val="1A1A1A"/>
                </a:solidFill>
                <a:latin typeface="Poppins"/>
                <a:ea typeface="Poppins"/>
                <a:cs typeface="Poppins"/>
                <a:sym typeface="Poppins"/>
              </a:rPr>
              <a:t>(CVC), </a:t>
            </a:r>
            <a:r>
              <a:rPr lang="en-US" sz="1100" b="0" i="0" u="none" strike="noStrike" cap="none">
                <a:solidFill>
                  <a:srgbClr val="1A30E8"/>
                </a:solidFill>
                <a:latin typeface="Poppins"/>
                <a:ea typeface="Poppins"/>
                <a:cs typeface="Poppins"/>
                <a:sym typeface="Poppins"/>
              </a:rPr>
              <a:t>bleɑch </a:t>
            </a:r>
            <a:r>
              <a:rPr lang="en-US" sz="1100" b="0" i="0" u="none" strike="noStrike" cap="none">
                <a:solidFill>
                  <a:srgbClr val="1A1A1A"/>
                </a:solidFill>
                <a:latin typeface="Poppins"/>
                <a:ea typeface="Poppins"/>
                <a:cs typeface="Poppins"/>
                <a:sym typeface="Poppins"/>
              </a:rPr>
              <a:t>(CCVC). </a:t>
            </a:r>
            <a:endParaRPr sz="1100" b="0" i="0" u="none" strike="noStrike" cap="none">
              <a:solidFill>
                <a:srgbClr val="1A1A1A"/>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365125"/>
            <a:ext cx="78867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oppins"/>
              <a:buNone/>
              <a:defRPr sz="4400" b="0" i="0" u="none" strike="noStrike" cap="none">
                <a:solidFill>
                  <a:schemeClr val="dk1"/>
                </a:solidFill>
                <a:latin typeface="Poppins"/>
                <a:ea typeface="Poppins"/>
                <a:cs typeface="Poppins"/>
                <a:sym typeface="Poppi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3"/>
          <p:cNvSpPr txBox="1">
            <a:spLocks noGrp="1"/>
          </p:cNvSpPr>
          <p:nvPr>
            <p:ph type="body" idx="1"/>
          </p:nvPr>
        </p:nvSpPr>
        <p:spPr>
          <a:xfrm>
            <a:off x="628650" y="1825625"/>
            <a:ext cx="7886700" cy="4351200"/>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Poppins"/>
              <a:buChar char="•"/>
              <a:defRPr sz="2800" b="0" i="0" u="none" strike="noStrike" cap="none">
                <a:solidFill>
                  <a:schemeClr val="dk1"/>
                </a:solidFill>
                <a:latin typeface="Poppins"/>
                <a:ea typeface="Poppins"/>
                <a:cs typeface="Poppins"/>
                <a:sym typeface="Poppins"/>
              </a:defRPr>
            </a:lvl1pPr>
            <a:lvl2pPr marL="914400" marR="0" lvl="1" indent="-381000" algn="l" rtl="0">
              <a:lnSpc>
                <a:spcPct val="90000"/>
              </a:lnSpc>
              <a:spcBef>
                <a:spcPts val="500"/>
              </a:spcBef>
              <a:spcAft>
                <a:spcPts val="0"/>
              </a:spcAft>
              <a:buClr>
                <a:schemeClr val="dk1"/>
              </a:buClr>
              <a:buSzPts val="2400"/>
              <a:buFont typeface="Poppins"/>
              <a:buChar char="•"/>
              <a:defRPr sz="2400" b="0" i="0" u="none" strike="noStrike" cap="none">
                <a:solidFill>
                  <a:schemeClr val="dk1"/>
                </a:solidFill>
                <a:latin typeface="Poppins"/>
                <a:ea typeface="Poppins"/>
                <a:cs typeface="Poppins"/>
                <a:sym typeface="Poppins"/>
              </a:defRPr>
            </a:lvl2pPr>
            <a:lvl3pPr marL="1371600" marR="0" lvl="2" indent="-355600" algn="l" rtl="0">
              <a:lnSpc>
                <a:spcPct val="90000"/>
              </a:lnSpc>
              <a:spcBef>
                <a:spcPts val="500"/>
              </a:spcBef>
              <a:spcAft>
                <a:spcPts val="0"/>
              </a:spcAft>
              <a:buClr>
                <a:schemeClr val="dk1"/>
              </a:buClr>
              <a:buSzPts val="2000"/>
              <a:buFont typeface="Poppins"/>
              <a:buChar char="•"/>
              <a:defRPr sz="2000" b="0" i="0" u="none" strike="noStrike" cap="none">
                <a:solidFill>
                  <a:schemeClr val="dk1"/>
                </a:solidFill>
                <a:latin typeface="Poppins"/>
                <a:ea typeface="Poppins"/>
                <a:cs typeface="Poppins"/>
                <a:sym typeface="Poppins"/>
              </a:defRPr>
            </a:lvl3pPr>
            <a:lvl4pPr marL="1828800" marR="0" lvl="3"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Poppins"/>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3"/>
          <p:cNvSpPr txBox="1">
            <a:spLocks noGrp="1"/>
          </p:cNvSpPr>
          <p:nvPr>
            <p:ph type="dt" idx="10"/>
          </p:nvPr>
        </p:nvSpPr>
        <p:spPr>
          <a:xfrm>
            <a:off x="628650" y="6356350"/>
            <a:ext cx="20574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6356350"/>
            <a:ext cx="30861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6356350"/>
            <a:ext cx="20574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slide" Target="slide9.xml"/><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slide" Target="slide16.xml"/><Relationship Id="rId5" Type="http://schemas.openxmlformats.org/officeDocument/2006/relationships/slide" Target="slide19.xml"/><Relationship Id="rId10" Type="http://schemas.openxmlformats.org/officeDocument/2006/relationships/image" Target="../media/image7.png"/><Relationship Id="rId4" Type="http://schemas.openxmlformats.org/officeDocument/2006/relationships/slide" Target="slide18.xml"/><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13" Type="http://schemas.openxmlformats.org/officeDocument/2006/relationships/image" Target="../media/image19.png"/><Relationship Id="rId18" Type="http://schemas.openxmlformats.org/officeDocument/2006/relationships/image" Target="../media/image24.png"/><Relationship Id="rId3" Type="http://schemas.openxmlformats.org/officeDocument/2006/relationships/image" Target="../media/image9.png"/><Relationship Id="rId21" Type="http://schemas.openxmlformats.org/officeDocument/2006/relationships/image" Target="../media/image27.png"/><Relationship Id="rId7" Type="http://schemas.openxmlformats.org/officeDocument/2006/relationships/image" Target="../media/image13.png"/><Relationship Id="rId12" Type="http://schemas.openxmlformats.org/officeDocument/2006/relationships/image" Target="../media/image18.png"/><Relationship Id="rId17" Type="http://schemas.openxmlformats.org/officeDocument/2006/relationships/image" Target="../media/image23.png"/><Relationship Id="rId25" Type="http://schemas.openxmlformats.org/officeDocument/2006/relationships/image" Target="../media/image31.png"/><Relationship Id="rId2" Type="http://schemas.openxmlformats.org/officeDocument/2006/relationships/notesSlide" Target="../notesSlides/notesSlide3.xml"/><Relationship Id="rId16" Type="http://schemas.openxmlformats.org/officeDocument/2006/relationships/image" Target="../media/image22.png"/><Relationship Id="rId20"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12.png"/><Relationship Id="rId11" Type="http://schemas.openxmlformats.org/officeDocument/2006/relationships/image" Target="../media/image17.png"/><Relationship Id="rId24" Type="http://schemas.openxmlformats.org/officeDocument/2006/relationships/image" Target="../media/image30.png"/><Relationship Id="rId5" Type="http://schemas.openxmlformats.org/officeDocument/2006/relationships/image" Target="../media/image11.png"/><Relationship Id="rId15" Type="http://schemas.openxmlformats.org/officeDocument/2006/relationships/image" Target="../media/image21.png"/><Relationship Id="rId23" Type="http://schemas.openxmlformats.org/officeDocument/2006/relationships/image" Target="../media/image29.png"/><Relationship Id="rId10" Type="http://schemas.openxmlformats.org/officeDocument/2006/relationships/image" Target="../media/image16.png"/><Relationship Id="rId19" Type="http://schemas.openxmlformats.org/officeDocument/2006/relationships/image" Target="../media/image25.png"/><Relationship Id="rId4" Type="http://schemas.openxmlformats.org/officeDocument/2006/relationships/image" Target="../media/image10.png"/><Relationship Id="rId9" Type="http://schemas.openxmlformats.org/officeDocument/2006/relationships/image" Target="../media/image15.png"/><Relationship Id="rId14" Type="http://schemas.openxmlformats.org/officeDocument/2006/relationships/image" Target="../media/image20.png"/><Relationship Id="rId22" Type="http://schemas.openxmlformats.org/officeDocument/2006/relationships/image" Target="../media/image28.png"/></Relationships>
</file>

<file path=ppt/slides/_rels/slide4.xml.rels><?xml version="1.0" encoding="UTF-8" standalone="yes"?>
<Relationships xmlns="http://schemas.openxmlformats.org/package/2006/relationships"><Relationship Id="rId8" Type="http://schemas.openxmlformats.org/officeDocument/2006/relationships/image" Target="../media/image37.png"/><Relationship Id="rId13" Type="http://schemas.openxmlformats.org/officeDocument/2006/relationships/image" Target="../media/image42.png"/><Relationship Id="rId18" Type="http://schemas.openxmlformats.org/officeDocument/2006/relationships/image" Target="../media/image47.png"/><Relationship Id="rId26" Type="http://schemas.openxmlformats.org/officeDocument/2006/relationships/image" Target="../media/image55.png"/><Relationship Id="rId3" Type="http://schemas.openxmlformats.org/officeDocument/2006/relationships/image" Target="../media/image32.png"/><Relationship Id="rId21" Type="http://schemas.openxmlformats.org/officeDocument/2006/relationships/image" Target="../media/image50.png"/><Relationship Id="rId7" Type="http://schemas.openxmlformats.org/officeDocument/2006/relationships/image" Target="../media/image36.png"/><Relationship Id="rId12" Type="http://schemas.openxmlformats.org/officeDocument/2006/relationships/image" Target="../media/image41.png"/><Relationship Id="rId17" Type="http://schemas.openxmlformats.org/officeDocument/2006/relationships/image" Target="../media/image46.png"/><Relationship Id="rId25" Type="http://schemas.openxmlformats.org/officeDocument/2006/relationships/image" Target="../media/image54.png"/><Relationship Id="rId2" Type="http://schemas.openxmlformats.org/officeDocument/2006/relationships/notesSlide" Target="../notesSlides/notesSlide4.xml"/><Relationship Id="rId16" Type="http://schemas.openxmlformats.org/officeDocument/2006/relationships/image" Target="../media/image45.png"/><Relationship Id="rId20" Type="http://schemas.openxmlformats.org/officeDocument/2006/relationships/image" Target="../media/image49.png"/><Relationship Id="rId29" Type="http://schemas.openxmlformats.org/officeDocument/2006/relationships/image" Target="../media/image58.png"/><Relationship Id="rId1" Type="http://schemas.openxmlformats.org/officeDocument/2006/relationships/slideLayout" Target="../slideLayouts/slideLayout3.xml"/><Relationship Id="rId6" Type="http://schemas.openxmlformats.org/officeDocument/2006/relationships/image" Target="../media/image35.png"/><Relationship Id="rId11" Type="http://schemas.openxmlformats.org/officeDocument/2006/relationships/image" Target="../media/image40.png"/><Relationship Id="rId24" Type="http://schemas.openxmlformats.org/officeDocument/2006/relationships/image" Target="../media/image53.png"/><Relationship Id="rId5" Type="http://schemas.openxmlformats.org/officeDocument/2006/relationships/image" Target="../media/image34.png"/><Relationship Id="rId15" Type="http://schemas.openxmlformats.org/officeDocument/2006/relationships/image" Target="../media/image44.png"/><Relationship Id="rId23" Type="http://schemas.openxmlformats.org/officeDocument/2006/relationships/image" Target="../media/image52.png"/><Relationship Id="rId28" Type="http://schemas.openxmlformats.org/officeDocument/2006/relationships/image" Target="../media/image57.png"/><Relationship Id="rId10" Type="http://schemas.openxmlformats.org/officeDocument/2006/relationships/image" Target="../media/image39.png"/><Relationship Id="rId19" Type="http://schemas.openxmlformats.org/officeDocument/2006/relationships/image" Target="../media/image48.png"/><Relationship Id="rId31" Type="http://schemas.openxmlformats.org/officeDocument/2006/relationships/image" Target="../media/image60.png"/><Relationship Id="rId4" Type="http://schemas.openxmlformats.org/officeDocument/2006/relationships/image" Target="../media/image33.png"/><Relationship Id="rId9" Type="http://schemas.openxmlformats.org/officeDocument/2006/relationships/image" Target="../media/image38.png"/><Relationship Id="rId14" Type="http://schemas.openxmlformats.org/officeDocument/2006/relationships/image" Target="../media/image43.png"/><Relationship Id="rId22" Type="http://schemas.openxmlformats.org/officeDocument/2006/relationships/image" Target="../media/image51.png"/><Relationship Id="rId27" Type="http://schemas.openxmlformats.org/officeDocument/2006/relationships/image" Target="../media/image56.png"/><Relationship Id="rId30" Type="http://schemas.openxmlformats.org/officeDocument/2006/relationships/image" Target="../media/image59.png"/></Relationships>
</file>

<file path=ppt/slides/_rels/slide5.xml.rels><?xml version="1.0" encoding="UTF-8" standalone="yes"?>
<Relationships xmlns="http://schemas.openxmlformats.org/package/2006/relationships"><Relationship Id="rId8" Type="http://schemas.openxmlformats.org/officeDocument/2006/relationships/image" Target="../media/image66.png"/><Relationship Id="rId13" Type="http://schemas.openxmlformats.org/officeDocument/2006/relationships/image" Target="../media/image71.png"/><Relationship Id="rId3" Type="http://schemas.openxmlformats.org/officeDocument/2006/relationships/image" Target="../media/image61.png"/><Relationship Id="rId7" Type="http://schemas.openxmlformats.org/officeDocument/2006/relationships/image" Target="../media/image65.png"/><Relationship Id="rId12" Type="http://schemas.openxmlformats.org/officeDocument/2006/relationships/image" Target="../media/image70.png"/><Relationship Id="rId2" Type="http://schemas.openxmlformats.org/officeDocument/2006/relationships/notesSlide" Target="../notesSlides/notesSlide5.xml"/><Relationship Id="rId16" Type="http://schemas.openxmlformats.org/officeDocument/2006/relationships/image" Target="../media/image74.png"/><Relationship Id="rId1" Type="http://schemas.openxmlformats.org/officeDocument/2006/relationships/slideLayout" Target="../slideLayouts/slideLayout3.xml"/><Relationship Id="rId6" Type="http://schemas.openxmlformats.org/officeDocument/2006/relationships/image" Target="../media/image64.png"/><Relationship Id="rId11" Type="http://schemas.openxmlformats.org/officeDocument/2006/relationships/image" Target="../media/image69.png"/><Relationship Id="rId5" Type="http://schemas.openxmlformats.org/officeDocument/2006/relationships/image" Target="../media/image63.png"/><Relationship Id="rId15" Type="http://schemas.openxmlformats.org/officeDocument/2006/relationships/image" Target="../media/image73.png"/><Relationship Id="rId10" Type="http://schemas.openxmlformats.org/officeDocument/2006/relationships/image" Target="../media/image68.png"/><Relationship Id="rId4" Type="http://schemas.openxmlformats.org/officeDocument/2006/relationships/image" Target="../media/image62.png"/><Relationship Id="rId9" Type="http://schemas.openxmlformats.org/officeDocument/2006/relationships/image" Target="../media/image67.png"/><Relationship Id="rId14" Type="http://schemas.openxmlformats.org/officeDocument/2006/relationships/image" Target="../media/image72.png"/></Relationships>
</file>

<file path=ppt/slides/_rels/slide6.xml.rels><?xml version="1.0" encoding="UTF-8" standalone="yes"?>
<Relationships xmlns="http://schemas.openxmlformats.org/package/2006/relationships"><Relationship Id="rId8" Type="http://schemas.openxmlformats.org/officeDocument/2006/relationships/image" Target="../media/image80.png"/><Relationship Id="rId13" Type="http://schemas.openxmlformats.org/officeDocument/2006/relationships/image" Target="../media/image85.png"/><Relationship Id="rId18" Type="http://schemas.openxmlformats.org/officeDocument/2006/relationships/image" Target="../media/image90.png"/><Relationship Id="rId26" Type="http://schemas.openxmlformats.org/officeDocument/2006/relationships/image" Target="../media/image98.png"/><Relationship Id="rId3" Type="http://schemas.openxmlformats.org/officeDocument/2006/relationships/image" Target="../media/image75.png"/><Relationship Id="rId21" Type="http://schemas.openxmlformats.org/officeDocument/2006/relationships/image" Target="../media/image93.png"/><Relationship Id="rId7" Type="http://schemas.openxmlformats.org/officeDocument/2006/relationships/image" Target="../media/image79.png"/><Relationship Id="rId12" Type="http://schemas.openxmlformats.org/officeDocument/2006/relationships/image" Target="../media/image84.png"/><Relationship Id="rId17" Type="http://schemas.openxmlformats.org/officeDocument/2006/relationships/image" Target="../media/image89.png"/><Relationship Id="rId25" Type="http://schemas.openxmlformats.org/officeDocument/2006/relationships/image" Target="../media/image97.png"/><Relationship Id="rId2" Type="http://schemas.openxmlformats.org/officeDocument/2006/relationships/notesSlide" Target="../notesSlides/notesSlide6.xml"/><Relationship Id="rId16" Type="http://schemas.openxmlformats.org/officeDocument/2006/relationships/image" Target="../media/image88.png"/><Relationship Id="rId20" Type="http://schemas.openxmlformats.org/officeDocument/2006/relationships/image" Target="../media/image92.png"/><Relationship Id="rId29" Type="http://schemas.openxmlformats.org/officeDocument/2006/relationships/image" Target="../media/image101.png"/><Relationship Id="rId1" Type="http://schemas.openxmlformats.org/officeDocument/2006/relationships/slideLayout" Target="../slideLayouts/slideLayout3.xml"/><Relationship Id="rId6" Type="http://schemas.openxmlformats.org/officeDocument/2006/relationships/image" Target="../media/image78.png"/><Relationship Id="rId11" Type="http://schemas.openxmlformats.org/officeDocument/2006/relationships/image" Target="../media/image83.png"/><Relationship Id="rId24" Type="http://schemas.openxmlformats.org/officeDocument/2006/relationships/image" Target="../media/image96.png"/><Relationship Id="rId5" Type="http://schemas.openxmlformats.org/officeDocument/2006/relationships/image" Target="../media/image77.png"/><Relationship Id="rId15" Type="http://schemas.openxmlformats.org/officeDocument/2006/relationships/image" Target="../media/image87.png"/><Relationship Id="rId23" Type="http://schemas.openxmlformats.org/officeDocument/2006/relationships/image" Target="../media/image95.png"/><Relationship Id="rId28" Type="http://schemas.openxmlformats.org/officeDocument/2006/relationships/image" Target="../media/image100.png"/><Relationship Id="rId10" Type="http://schemas.openxmlformats.org/officeDocument/2006/relationships/image" Target="../media/image82.png"/><Relationship Id="rId19" Type="http://schemas.openxmlformats.org/officeDocument/2006/relationships/image" Target="../media/image91.png"/><Relationship Id="rId4" Type="http://schemas.openxmlformats.org/officeDocument/2006/relationships/image" Target="../media/image76.png"/><Relationship Id="rId9" Type="http://schemas.openxmlformats.org/officeDocument/2006/relationships/image" Target="../media/image81.png"/><Relationship Id="rId14" Type="http://schemas.openxmlformats.org/officeDocument/2006/relationships/image" Target="../media/image86.png"/><Relationship Id="rId22" Type="http://schemas.openxmlformats.org/officeDocument/2006/relationships/image" Target="../media/image94.png"/><Relationship Id="rId27" Type="http://schemas.openxmlformats.org/officeDocument/2006/relationships/image" Target="../media/image99.png"/><Relationship Id="rId30" Type="http://schemas.openxmlformats.org/officeDocument/2006/relationships/image" Target="../media/image102.png"/></Relationships>
</file>

<file path=ppt/slides/_rels/slide7.xml.rels><?xml version="1.0" encoding="UTF-8" standalone="yes"?>
<Relationships xmlns="http://schemas.openxmlformats.org/package/2006/relationships"><Relationship Id="rId8" Type="http://schemas.openxmlformats.org/officeDocument/2006/relationships/image" Target="../media/image107.png"/><Relationship Id="rId3" Type="http://schemas.openxmlformats.org/officeDocument/2006/relationships/image" Target="../media/image103.png"/><Relationship Id="rId7"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s>
</file>

<file path=ppt/slides/_rels/slide8.xml.rels><?xml version="1.0" encoding="UTF-8" standalone="yes"?>
<Relationships xmlns="http://schemas.openxmlformats.org/package/2006/relationships"><Relationship Id="rId3" Type="http://schemas.openxmlformats.org/officeDocument/2006/relationships/image" Target="../media/image108.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1"/>
          <p:cNvSpPr txBox="1">
            <a:spLocks noGrp="1"/>
          </p:cNvSpPr>
          <p:nvPr>
            <p:ph type="subTitle" idx="1"/>
          </p:nvPr>
        </p:nvSpPr>
        <p:spPr>
          <a:xfrm>
            <a:off x="884092" y="2716660"/>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0"/>
              </a:spcBef>
              <a:spcAft>
                <a:spcPts val="0"/>
              </a:spcAft>
              <a:buClr>
                <a:srgbClr val="262626"/>
              </a:buClr>
              <a:buSzPts val="3600"/>
              <a:buNone/>
            </a:pPr>
            <a:r>
              <a:rPr lang="en-US" sz="3000"/>
              <a:t>CCVC ('sm' 'sw')</a:t>
            </a:r>
            <a:endParaRPr sz="3000"/>
          </a:p>
        </p:txBody>
      </p:sp>
      <p:sp>
        <p:nvSpPr>
          <p:cNvPr id="716" name="Google Shape;716;p1"/>
          <p:cNvSpPr txBox="1">
            <a:spLocks noGrp="1"/>
          </p:cNvSpPr>
          <p:nvPr>
            <p:ph type="subTitle" idx="2"/>
          </p:nvPr>
        </p:nvSpPr>
        <p:spPr>
          <a:xfrm>
            <a:off x="884092" y="3296905"/>
            <a:ext cx="3882600" cy="845400"/>
          </a:xfrm>
          <a:prstGeom prst="rect">
            <a:avLst/>
          </a:prstGeom>
          <a:noFill/>
          <a:ln>
            <a:noFill/>
          </a:ln>
        </p:spPr>
        <p:txBody>
          <a:bodyPr spcFirstLastPara="1" wrap="square" lIns="0" tIns="0" rIns="0" bIns="0" anchor="t" anchorCtr="0">
            <a:normAutofit/>
          </a:bodyPr>
          <a:lstStyle/>
          <a:p>
            <a:pPr marL="0" lvl="0" indent="0" algn="l" rtl="0">
              <a:lnSpc>
                <a:spcPct val="90000"/>
              </a:lnSpc>
              <a:spcBef>
                <a:spcPts val="1000"/>
              </a:spcBef>
              <a:spcAft>
                <a:spcPts val="0"/>
              </a:spcAft>
              <a:buSzPts val="2200"/>
              <a:buNone/>
            </a:pPr>
            <a:r>
              <a:rPr lang="en-US"/>
              <a:t>Lesson 14</a:t>
            </a:r>
            <a:endParaRPr/>
          </a:p>
        </p:txBody>
      </p:sp>
      <p:grpSp>
        <p:nvGrpSpPr>
          <p:cNvPr id="717" name="Google Shape;717;p1"/>
          <p:cNvGrpSpPr/>
          <p:nvPr/>
        </p:nvGrpSpPr>
        <p:grpSpPr>
          <a:xfrm>
            <a:off x="4120711" y="4100642"/>
            <a:ext cx="4508443" cy="1632899"/>
            <a:chOff x="4120711" y="4100642"/>
            <a:chExt cx="4508443" cy="1632899"/>
          </a:xfrm>
        </p:grpSpPr>
        <p:pic>
          <p:nvPicPr>
            <p:cNvPr id="718" name="Google Shape;718;p1"/>
            <p:cNvPicPr preferRelativeResize="0"/>
            <p:nvPr/>
          </p:nvPicPr>
          <p:blipFill rotWithShape="1">
            <a:blip r:embed="rId3">
              <a:alphaModFix/>
            </a:blip>
            <a:srcRect l="39" r="49"/>
            <a:stretch/>
          </p:blipFill>
          <p:spPr>
            <a:xfrm rot="146938">
              <a:off x="4140891" y="4418174"/>
              <a:ext cx="2493519" cy="997851"/>
            </a:xfrm>
            <a:prstGeom prst="rect">
              <a:avLst/>
            </a:prstGeom>
            <a:noFill/>
            <a:ln>
              <a:noFill/>
            </a:ln>
            <a:effectLst>
              <a:outerShdw blurRad="71438" dist="38100" dir="5220000" algn="bl" rotWithShape="0">
                <a:srgbClr val="000000">
                  <a:alpha val="20392"/>
                </a:srgbClr>
              </a:outerShdw>
            </a:effectLst>
          </p:spPr>
        </p:pic>
        <p:pic>
          <p:nvPicPr>
            <p:cNvPr id="719" name="Google Shape;719;p1"/>
            <p:cNvPicPr preferRelativeResize="0"/>
            <p:nvPr/>
          </p:nvPicPr>
          <p:blipFill rotWithShape="1">
            <a:blip r:embed="rId4">
              <a:alphaModFix/>
            </a:blip>
            <a:srcRect l="59" r="59"/>
            <a:stretch/>
          </p:blipFill>
          <p:spPr>
            <a:xfrm rot="-221311">
              <a:off x="5906462" y="4272840"/>
              <a:ext cx="1800025" cy="1288523"/>
            </a:xfrm>
            <a:prstGeom prst="rect">
              <a:avLst/>
            </a:prstGeom>
            <a:noFill/>
            <a:ln>
              <a:noFill/>
            </a:ln>
            <a:effectLst>
              <a:outerShdw blurRad="57150" dist="38100" dir="5400000" algn="bl" rotWithShape="0">
                <a:srgbClr val="000000">
                  <a:alpha val="20000"/>
                </a:srgbClr>
              </a:outerShdw>
            </a:effectLst>
          </p:spPr>
        </p:pic>
        <p:pic>
          <p:nvPicPr>
            <p:cNvPr id="720" name="Google Shape;720;p1"/>
            <p:cNvPicPr preferRelativeResize="0"/>
            <p:nvPr/>
          </p:nvPicPr>
          <p:blipFill rotWithShape="1">
            <a:blip r:embed="rId5">
              <a:alphaModFix/>
            </a:blip>
            <a:srcRect/>
            <a:stretch/>
          </p:blipFill>
          <p:spPr>
            <a:xfrm rot="479435">
              <a:off x="7451381" y="4168364"/>
              <a:ext cx="1078930" cy="1497455"/>
            </a:xfrm>
            <a:prstGeom prst="rect">
              <a:avLst/>
            </a:prstGeom>
            <a:noFill/>
            <a:ln>
              <a:noFill/>
            </a:ln>
            <a:effectLst>
              <a:outerShdw blurRad="71438" dist="19050" dir="5220000" algn="bl" rotWithShape="0">
                <a:srgbClr val="000000">
                  <a:alpha val="17254"/>
                </a:srgbClr>
              </a:outerShdw>
            </a:effectLst>
          </p:spPr>
        </p:pic>
      </p:grpSp>
      <p:graphicFrame>
        <p:nvGraphicFramePr>
          <p:cNvPr id="721" name="Google Shape;721;p1"/>
          <p:cNvGraphicFramePr/>
          <p:nvPr/>
        </p:nvGraphicFramePr>
        <p:xfrm>
          <a:off x="4844200" y="1891197"/>
          <a:ext cx="3785000" cy="1678950"/>
        </p:xfrm>
        <a:graphic>
          <a:graphicData uri="http://schemas.openxmlformats.org/drawingml/2006/table">
            <a:tbl>
              <a:tblPr firstRow="1" bandRow="1">
                <a:noFill/>
                <a:tableStyleId>{F1221929-09E9-411C-92B0-902A66C2A3C2}</a:tableStyleId>
              </a:tblPr>
              <a:tblGrid>
                <a:gridCol w="473125">
                  <a:extLst>
                    <a:ext uri="{9D8B030D-6E8A-4147-A177-3AD203B41FA5}">
                      <a16:colId xmlns:a16="http://schemas.microsoft.com/office/drawing/2014/main" val="20000"/>
                    </a:ext>
                  </a:extLst>
                </a:gridCol>
                <a:gridCol w="473125">
                  <a:extLst>
                    <a:ext uri="{9D8B030D-6E8A-4147-A177-3AD203B41FA5}">
                      <a16:colId xmlns:a16="http://schemas.microsoft.com/office/drawing/2014/main" val="20001"/>
                    </a:ext>
                  </a:extLst>
                </a:gridCol>
                <a:gridCol w="473125">
                  <a:extLst>
                    <a:ext uri="{9D8B030D-6E8A-4147-A177-3AD203B41FA5}">
                      <a16:colId xmlns:a16="http://schemas.microsoft.com/office/drawing/2014/main" val="20002"/>
                    </a:ext>
                  </a:extLst>
                </a:gridCol>
                <a:gridCol w="473125">
                  <a:extLst>
                    <a:ext uri="{9D8B030D-6E8A-4147-A177-3AD203B41FA5}">
                      <a16:colId xmlns:a16="http://schemas.microsoft.com/office/drawing/2014/main" val="20003"/>
                    </a:ext>
                  </a:extLst>
                </a:gridCol>
                <a:gridCol w="473125">
                  <a:extLst>
                    <a:ext uri="{9D8B030D-6E8A-4147-A177-3AD203B41FA5}">
                      <a16:colId xmlns:a16="http://schemas.microsoft.com/office/drawing/2014/main" val="20004"/>
                    </a:ext>
                  </a:extLst>
                </a:gridCol>
                <a:gridCol w="473125">
                  <a:extLst>
                    <a:ext uri="{9D8B030D-6E8A-4147-A177-3AD203B41FA5}">
                      <a16:colId xmlns:a16="http://schemas.microsoft.com/office/drawing/2014/main" val="20005"/>
                    </a:ext>
                  </a:extLst>
                </a:gridCol>
                <a:gridCol w="473125">
                  <a:extLst>
                    <a:ext uri="{9D8B030D-6E8A-4147-A177-3AD203B41FA5}">
                      <a16:colId xmlns:a16="http://schemas.microsoft.com/office/drawing/2014/main" val="20006"/>
                    </a:ext>
                  </a:extLst>
                </a:gridCol>
                <a:gridCol w="473125">
                  <a:extLst>
                    <a:ext uri="{9D8B030D-6E8A-4147-A177-3AD203B41FA5}">
                      <a16:colId xmlns:a16="http://schemas.microsoft.com/office/drawing/2014/main" val="20007"/>
                    </a:ext>
                  </a:extLst>
                </a:gridCol>
              </a:tblGrid>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CVCC (nd mp nt,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nk ft st, lt lk sk)</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dk1"/>
                          </a:solidFill>
                          <a:latin typeface="Jost"/>
                          <a:ea typeface="Jost"/>
                          <a:cs typeface="Jost"/>
                          <a:sym typeface="Jost"/>
                        </a:rPr>
                        <a:t>CCVC (fr br, cr tr, </a:t>
                      </a:r>
                      <a:br>
                        <a:rPr lang="en-US" sz="1400" u="none" strike="noStrike" cap="none">
                          <a:solidFill>
                            <a:schemeClr val="dk1"/>
                          </a:solidFill>
                          <a:latin typeface="Jost"/>
                          <a:ea typeface="Jost"/>
                          <a:cs typeface="Jost"/>
                          <a:sym typeface="Jost"/>
                        </a:rPr>
                      </a:br>
                      <a:r>
                        <a:rPr lang="en-US" sz="1400" u="none" strike="noStrike" cap="none">
                          <a:solidFill>
                            <a:schemeClr val="dk1"/>
                          </a:solidFill>
                          <a:latin typeface="Jost"/>
                          <a:ea typeface="Jost"/>
                          <a:cs typeface="Jost"/>
                          <a:sym typeface="Jost"/>
                        </a:rPr>
                        <a:t>gr dr pr)</a:t>
                      </a:r>
                      <a:endParaRPr sz="1400" u="none" strike="noStrike" cap="none">
                        <a:solidFill>
                          <a:schemeClr val="dk1"/>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chemeClr val="lt1"/>
                          </a:solidFill>
                          <a:latin typeface="Jost"/>
                          <a:ea typeface="Jost"/>
                          <a:cs typeface="Jost"/>
                          <a:sym typeface="Jost"/>
                        </a:rPr>
                        <a:t>CCVC (pl bl gl, sl fl cl, </a:t>
                      </a:r>
                      <a:br>
                        <a:rPr lang="en-US" sz="1400" u="none" strike="noStrike" cap="none">
                          <a:solidFill>
                            <a:schemeClr val="lt1"/>
                          </a:solidFill>
                          <a:latin typeface="Jost"/>
                          <a:ea typeface="Jost"/>
                          <a:cs typeface="Jost"/>
                          <a:sym typeface="Jost"/>
                        </a:rPr>
                      </a:br>
                      <a:r>
                        <a:rPr lang="en-US" sz="1400" u="none" strike="noStrike" cap="none">
                          <a:solidFill>
                            <a:schemeClr val="lt1"/>
                          </a:solidFill>
                          <a:latin typeface="Jost"/>
                          <a:ea typeface="Jost"/>
                          <a:cs typeface="Jost"/>
                          <a:sym typeface="Jost"/>
                        </a:rPr>
                        <a:t>st sp sn, sm sw)</a:t>
                      </a:r>
                      <a:endParaRPr sz="1400" u="none" strike="noStrike" cap="none">
                        <a:solidFill>
                          <a:schemeClr val="lt1"/>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solidFill>
                      <a:schemeClr val="dk1"/>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CCVCC (short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8D8D8"/>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r h="559650">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CVCC CCVC CCVCC </a:t>
                      </a:r>
                      <a:br>
                        <a:rPr lang="en-US" sz="1400" u="none" strike="noStrike" cap="none">
                          <a:solidFill>
                            <a:srgbClr val="D9D9D9"/>
                          </a:solidFill>
                          <a:latin typeface="Jost"/>
                          <a:ea typeface="Jost"/>
                          <a:cs typeface="Jost"/>
                          <a:sym typeface="Jost"/>
                        </a:rPr>
                      </a:br>
                      <a:r>
                        <a:rPr lang="en-US" sz="1400" u="none" strike="noStrike" cap="none">
                          <a:solidFill>
                            <a:srgbClr val="D9D9D9"/>
                          </a:solidFill>
                          <a:latin typeface="Jost"/>
                          <a:ea typeface="Jost"/>
                          <a:cs typeface="Jost"/>
                          <a:sym typeface="Jost"/>
                        </a:rPr>
                        <a:t>(long vowel)</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8D8D8"/>
                      </a:solidFill>
                      <a:prstDash val="solid"/>
                      <a:round/>
                      <a:headEnd type="none" w="sm" len="sm"/>
                      <a:tailEnd type="none" w="sm" len="sm"/>
                    </a:lnL>
                    <a:lnR w="9525" cap="flat" cmpd="sng">
                      <a:solidFill>
                        <a:srgbClr val="D0CECE"/>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gridSpan="4">
                  <a:txBody>
                    <a:bodyPr/>
                    <a:lstStyle/>
                    <a:p>
                      <a:pPr marL="0" marR="0" lvl="0" indent="0" algn="ctr" rtl="0">
                        <a:lnSpc>
                          <a:spcPct val="100000"/>
                        </a:lnSpc>
                        <a:spcBef>
                          <a:spcPts val="0"/>
                        </a:spcBef>
                        <a:spcAft>
                          <a:spcPts val="0"/>
                        </a:spcAft>
                        <a:buClr>
                          <a:srgbClr val="000000"/>
                        </a:buClr>
                        <a:buSzPts val="1400"/>
                        <a:buFont typeface="Arial"/>
                        <a:buNone/>
                      </a:pPr>
                      <a:r>
                        <a:rPr lang="en-US" sz="1400" u="none" strike="noStrike" cap="none">
                          <a:solidFill>
                            <a:srgbClr val="D9D9D9"/>
                          </a:solidFill>
                          <a:latin typeface="Jost"/>
                          <a:ea typeface="Jost"/>
                          <a:cs typeface="Jost"/>
                          <a:sym typeface="Jost"/>
                        </a:rPr>
                        <a:t>CCCVC CVCCC</a:t>
                      </a:r>
                      <a:endParaRPr sz="1400" u="none" strike="noStrike" cap="none">
                        <a:solidFill>
                          <a:srgbClr val="D9D9D9"/>
                        </a:solidFill>
                        <a:latin typeface="Jost"/>
                        <a:ea typeface="Jost"/>
                        <a:cs typeface="Jost"/>
                        <a:sym typeface="Jost"/>
                      </a:endParaRPr>
                    </a:p>
                  </a:txBody>
                  <a:tcPr marL="0" marR="0" marT="0" marB="0" anchor="ctr">
                    <a:lnL w="9525" cap="flat" cmpd="sng">
                      <a:solidFill>
                        <a:srgbClr val="D0CECE"/>
                      </a:solidFill>
                      <a:prstDash val="solid"/>
                      <a:round/>
                      <a:headEnd type="none" w="sm" len="sm"/>
                      <a:tailEnd type="none" w="sm" len="sm"/>
                    </a:lnL>
                    <a:lnR w="9525" cap="flat" cmpd="sng">
                      <a:solidFill>
                        <a:srgbClr val="D8D8D8"/>
                      </a:solidFill>
                      <a:prstDash val="solid"/>
                      <a:round/>
                      <a:headEnd type="none" w="sm" len="sm"/>
                      <a:tailEnd type="none" w="sm" len="sm"/>
                    </a:lnR>
                    <a:lnT w="9525" cap="flat" cmpd="sng">
                      <a:solidFill>
                        <a:srgbClr val="D8D8D8"/>
                      </a:solidFill>
                      <a:prstDash val="solid"/>
                      <a:round/>
                      <a:headEnd type="none" w="sm" len="sm"/>
                      <a:tailEnd type="none" w="sm" len="sm"/>
                    </a:lnT>
                    <a:lnB w="9525" cap="flat" cmpd="sng">
                      <a:solidFill>
                        <a:srgbClr val="D0CECE"/>
                      </a:solidFill>
                      <a:prstDash val="solid"/>
                      <a:round/>
                      <a:headEnd type="none" w="sm" len="sm"/>
                      <a:tailEnd type="none" w="sm" len="sm"/>
                    </a:lnB>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6"/>
        <p:cNvGrpSpPr/>
        <p:nvPr/>
      </p:nvGrpSpPr>
      <p:grpSpPr>
        <a:xfrm>
          <a:off x="0" y="0"/>
          <a:ext cx="0" cy="0"/>
          <a:chOff x="0" y="0"/>
          <a:chExt cx="0" cy="0"/>
        </a:xfrm>
      </p:grpSpPr>
      <p:sp>
        <p:nvSpPr>
          <p:cNvPr id="727" name="Google Shape;727;g2bee4f4af4b_0_204">
            <a:hlinkClick r:id="rId3" action="ppaction://hlinksldjump"/>
          </p:cNvPr>
          <p:cNvSpPr/>
          <p:nvPr/>
        </p:nvSpPr>
        <p:spPr>
          <a:xfrm>
            <a:off x="948525" y="4265558"/>
            <a:ext cx="1378500" cy="1670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8" name="Google Shape;728;g2bee4f4af4b_0_204">
            <a:hlinkClick r:id="rId4" action="ppaction://hlinksldjump"/>
          </p:cNvPr>
          <p:cNvSpPr/>
          <p:nvPr/>
        </p:nvSpPr>
        <p:spPr>
          <a:xfrm>
            <a:off x="3792663" y="4127750"/>
            <a:ext cx="10428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29" name="Google Shape;729;g2bee4f4af4b_0_204">
            <a:hlinkClick r:id="rId5" action="ppaction://hlinksldjump"/>
          </p:cNvPr>
          <p:cNvSpPr/>
          <p:nvPr/>
        </p:nvSpPr>
        <p:spPr>
          <a:xfrm>
            <a:off x="48875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0" name="Google Shape;730;g2bee4f4af4b_0_204">
            <a:hlinkClick r:id="rId6" action="ppaction://hlinksldjump"/>
          </p:cNvPr>
          <p:cNvSpPr/>
          <p:nvPr/>
        </p:nvSpPr>
        <p:spPr>
          <a:xfrm>
            <a:off x="2512400" y="4127750"/>
            <a:ext cx="1228200" cy="1808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731" name="Google Shape;731;g2bee4f4af4b_0_204"/>
          <p:cNvSpPr txBox="1">
            <a:spLocks noGrp="1"/>
          </p:cNvSpPr>
          <p:nvPr>
            <p:ph type="body" idx="1"/>
          </p:nvPr>
        </p:nvSpPr>
        <p:spPr>
          <a:xfrm>
            <a:off x="3298550" y="1032250"/>
            <a:ext cx="4933800" cy="6207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Learn and practise CCVC words containing </a:t>
            </a:r>
            <a:r>
              <a:rPr lang="en-US">
                <a:solidFill>
                  <a:srgbClr val="8DC63F"/>
                </a:solidFill>
              </a:rPr>
              <a:t>sm sw</a:t>
            </a:r>
            <a:r>
              <a:rPr lang="en-US"/>
              <a:t>.</a:t>
            </a:r>
            <a:endParaRPr/>
          </a:p>
        </p:txBody>
      </p:sp>
      <p:sp>
        <p:nvSpPr>
          <p:cNvPr id="732" name="Google Shape;732;g2bee4f4af4b_0_204"/>
          <p:cNvSpPr txBox="1">
            <a:spLocks noGrp="1"/>
          </p:cNvSpPr>
          <p:nvPr>
            <p:ph type="body" idx="2"/>
          </p:nvPr>
        </p:nvSpPr>
        <p:spPr>
          <a:xfrm>
            <a:off x="3298550" y="1854702"/>
            <a:ext cx="4850100" cy="1527300"/>
          </a:xfrm>
          <a:prstGeom prst="rect">
            <a:avLst/>
          </a:prstGeom>
          <a:noFill/>
          <a:ln>
            <a:noFill/>
          </a:ln>
        </p:spPr>
        <p:txBody>
          <a:bodyPr spcFirstLastPara="1" wrap="square" lIns="0" tIns="0" rIns="0" bIns="0" anchor="ctr" anchorCtr="0">
            <a:noAutofit/>
          </a:bodyPr>
          <a:lstStyle/>
          <a:p>
            <a:pPr marL="457200" lvl="0" indent="-330200" algn="l" rtl="0">
              <a:lnSpc>
                <a:spcPct val="100000"/>
              </a:lnSpc>
              <a:spcBef>
                <a:spcPts val="1000"/>
              </a:spcBef>
              <a:spcAft>
                <a:spcPts val="0"/>
              </a:spcAft>
              <a:buSzPts val="1600"/>
              <a:buChar char="•"/>
            </a:pPr>
            <a:r>
              <a:rPr lang="en-US"/>
              <a:t>Recall all GPCs learned so far using flashcards.</a:t>
            </a:r>
            <a:endParaRPr/>
          </a:p>
          <a:p>
            <a:pPr marL="457200" lvl="0" indent="-330200" algn="l" rtl="0">
              <a:lnSpc>
                <a:spcPct val="100000"/>
              </a:lnSpc>
              <a:spcBef>
                <a:spcPts val="0"/>
              </a:spcBef>
              <a:spcAft>
                <a:spcPts val="0"/>
              </a:spcAft>
              <a:buSzPts val="1600"/>
              <a:buChar char="•"/>
            </a:pPr>
            <a:r>
              <a:rPr lang="en-US"/>
              <a:t>Review Phase 2 Common Exception Words </a:t>
            </a:r>
            <a:r>
              <a:rPr lang="en-US">
                <a:solidFill>
                  <a:srgbClr val="2356AF"/>
                </a:solidFill>
              </a:rPr>
              <a:t>as I is no go to into the put his has of </a:t>
            </a:r>
            <a:br>
              <a:rPr lang="en-US">
                <a:solidFill>
                  <a:srgbClr val="2356AF"/>
                </a:solidFill>
              </a:rPr>
            </a:br>
            <a:r>
              <a:rPr lang="en-US">
                <a:solidFill>
                  <a:srgbClr val="2356AF"/>
                </a:solidFill>
              </a:rPr>
              <a:t>pull full.</a:t>
            </a:r>
            <a:endParaRPr/>
          </a:p>
        </p:txBody>
      </p:sp>
      <p:sp>
        <p:nvSpPr>
          <p:cNvPr id="733" name="Google Shape;733;g2bee4f4af4b_0_204"/>
          <p:cNvSpPr txBox="1"/>
          <p:nvPr/>
        </p:nvSpPr>
        <p:spPr>
          <a:xfrm>
            <a:off x="271970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JN689</a:t>
            </a:r>
            <a:endParaRPr sz="1000" b="0" i="0" u="none" strike="noStrike" cap="none" dirty="0">
              <a:solidFill>
                <a:srgbClr val="000000"/>
              </a:solidFill>
              <a:latin typeface="Poppins"/>
              <a:ea typeface="Poppins"/>
              <a:cs typeface="Poppins"/>
              <a:sym typeface="Poppins"/>
            </a:endParaRPr>
          </a:p>
        </p:txBody>
      </p:sp>
      <p:sp>
        <p:nvSpPr>
          <p:cNvPr id="734" name="Google Shape;734;g2bee4f4af4b_0_204"/>
          <p:cNvSpPr txBox="1"/>
          <p:nvPr/>
        </p:nvSpPr>
        <p:spPr>
          <a:xfrm>
            <a:off x="2512406" y="5256529"/>
            <a:ext cx="12282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Phoneme Frame Cards</a:t>
            </a:r>
            <a:endParaRPr sz="1400" b="0" i="0" u="none" strike="noStrike" cap="none">
              <a:solidFill>
                <a:srgbClr val="000000"/>
              </a:solidFill>
              <a:latin typeface="Poppins Medium"/>
              <a:ea typeface="Poppins Medium"/>
              <a:cs typeface="Poppins Medium"/>
              <a:sym typeface="Poppins Medium"/>
            </a:endParaRPr>
          </a:p>
        </p:txBody>
      </p:sp>
      <p:pic>
        <p:nvPicPr>
          <p:cNvPr id="735" name="Google Shape;735;g2bee4f4af4b_0_204"/>
          <p:cNvPicPr preferRelativeResize="0"/>
          <p:nvPr/>
        </p:nvPicPr>
        <p:blipFill rotWithShape="1">
          <a:blip r:embed="rId7">
            <a:alphaModFix/>
          </a:blip>
          <a:srcRect l="89" r="79"/>
          <a:stretch/>
        </p:blipFill>
        <p:spPr>
          <a:xfrm>
            <a:off x="2719706" y="4169988"/>
            <a:ext cx="813600" cy="977432"/>
          </a:xfrm>
          <a:prstGeom prst="rect">
            <a:avLst/>
          </a:prstGeom>
          <a:noFill/>
          <a:ln>
            <a:noFill/>
          </a:ln>
          <a:effectLst>
            <a:outerShdw blurRad="71438" dist="19050" dir="5220000" algn="bl" rotWithShape="0">
              <a:srgbClr val="D8D8D8"/>
            </a:outerShdw>
          </a:effectLst>
        </p:spPr>
      </p:pic>
      <p:sp>
        <p:nvSpPr>
          <p:cNvPr id="736" name="Google Shape;736;g2bee4f4af4b_0_204"/>
          <p:cNvSpPr txBox="1"/>
          <p:nvPr/>
        </p:nvSpPr>
        <p:spPr>
          <a:xfrm>
            <a:off x="122607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JN691</a:t>
            </a:r>
            <a:endParaRPr sz="1000" b="0" i="0" u="none" strike="noStrike" cap="none" dirty="0">
              <a:solidFill>
                <a:srgbClr val="000000"/>
              </a:solidFill>
              <a:latin typeface="Poppins"/>
              <a:ea typeface="Poppins"/>
              <a:cs typeface="Poppins"/>
              <a:sym typeface="Poppins"/>
            </a:endParaRPr>
          </a:p>
        </p:txBody>
      </p:sp>
      <p:sp>
        <p:nvSpPr>
          <p:cNvPr id="737" name="Google Shape;737;g2bee4f4af4b_0_204"/>
          <p:cNvSpPr txBox="1"/>
          <p:nvPr/>
        </p:nvSpPr>
        <p:spPr>
          <a:xfrm>
            <a:off x="894576" y="5256524"/>
            <a:ext cx="14766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Phonemic Awareness Cards</a:t>
            </a:r>
            <a:endParaRPr sz="1400" b="0" i="0" u="none" strike="noStrike" cap="none">
              <a:solidFill>
                <a:srgbClr val="000000"/>
              </a:solidFill>
              <a:latin typeface="Poppins Medium"/>
              <a:ea typeface="Poppins Medium"/>
              <a:cs typeface="Poppins Medium"/>
              <a:sym typeface="Poppins Medium"/>
            </a:endParaRPr>
          </a:p>
        </p:txBody>
      </p:sp>
      <p:pic>
        <p:nvPicPr>
          <p:cNvPr id="738" name="Google Shape;738;g2bee4f4af4b_0_204"/>
          <p:cNvPicPr preferRelativeResize="0"/>
          <p:nvPr/>
        </p:nvPicPr>
        <p:blipFill rotWithShape="1">
          <a:blip r:embed="rId8">
            <a:alphaModFix/>
          </a:blip>
          <a:srcRect l="39" r="49"/>
          <a:stretch/>
        </p:blipFill>
        <p:spPr>
          <a:xfrm>
            <a:off x="946800" y="4384154"/>
            <a:ext cx="1372150" cy="549100"/>
          </a:xfrm>
          <a:prstGeom prst="rect">
            <a:avLst/>
          </a:prstGeom>
          <a:noFill/>
          <a:ln>
            <a:noFill/>
          </a:ln>
          <a:effectLst>
            <a:outerShdw blurRad="71438" dist="19050" dir="5220000" algn="bl" rotWithShape="0">
              <a:srgbClr val="D8D8D8"/>
            </a:outerShdw>
          </a:effectLst>
        </p:spPr>
      </p:pic>
      <p:sp>
        <p:nvSpPr>
          <p:cNvPr id="739" name="Google Shape;739;g2bee4f4af4b_0_204"/>
          <p:cNvSpPr txBox="1"/>
          <p:nvPr/>
        </p:nvSpPr>
        <p:spPr>
          <a:xfrm>
            <a:off x="5094816"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JN687</a:t>
            </a:r>
            <a:endParaRPr sz="1000" b="0" i="0" u="none" strike="noStrike" cap="none" dirty="0">
              <a:solidFill>
                <a:srgbClr val="000000"/>
              </a:solidFill>
              <a:latin typeface="Poppins"/>
              <a:ea typeface="Poppins"/>
              <a:cs typeface="Poppins"/>
              <a:sym typeface="Poppins"/>
            </a:endParaRPr>
          </a:p>
        </p:txBody>
      </p:sp>
      <p:sp>
        <p:nvSpPr>
          <p:cNvPr id="740" name="Google Shape;740;g2bee4f4af4b_0_204"/>
          <p:cNvSpPr txBox="1"/>
          <p:nvPr/>
        </p:nvSpPr>
        <p:spPr>
          <a:xfrm>
            <a:off x="4785124" y="5256525"/>
            <a:ext cx="14331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Common Exception Word Cards</a:t>
            </a:r>
            <a:endParaRPr sz="1400" b="0" i="0" u="none" strike="noStrike" cap="none">
              <a:solidFill>
                <a:srgbClr val="000000"/>
              </a:solidFill>
              <a:latin typeface="Poppins Medium"/>
              <a:ea typeface="Poppins Medium"/>
              <a:cs typeface="Poppins Medium"/>
              <a:sym typeface="Poppins Medium"/>
            </a:endParaRPr>
          </a:p>
        </p:txBody>
      </p:sp>
      <p:pic>
        <p:nvPicPr>
          <p:cNvPr id="741" name="Google Shape;741;g2bee4f4af4b_0_204"/>
          <p:cNvPicPr preferRelativeResize="0"/>
          <p:nvPr/>
        </p:nvPicPr>
        <p:blipFill rotWithShape="1">
          <a:blip r:embed="rId9">
            <a:alphaModFix/>
          </a:blip>
          <a:srcRect t="89" b="79"/>
          <a:stretch/>
        </p:blipFill>
        <p:spPr>
          <a:xfrm>
            <a:off x="5035629" y="4326104"/>
            <a:ext cx="931974" cy="665199"/>
          </a:xfrm>
          <a:prstGeom prst="rect">
            <a:avLst/>
          </a:prstGeom>
          <a:noFill/>
          <a:ln>
            <a:noFill/>
          </a:ln>
          <a:effectLst>
            <a:outerShdw blurRad="71438" dist="19050" dir="5220000" algn="bl" rotWithShape="0">
              <a:srgbClr val="D8D8D8"/>
            </a:outerShdw>
          </a:effectLst>
        </p:spPr>
      </p:pic>
      <p:sp>
        <p:nvSpPr>
          <p:cNvPr id="742" name="Google Shape;742;g2bee4f4af4b_0_204"/>
          <p:cNvSpPr txBox="1"/>
          <p:nvPr/>
        </p:nvSpPr>
        <p:spPr>
          <a:xfrm>
            <a:off x="3907261" y="5566003"/>
            <a:ext cx="813600" cy="246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000"/>
              <a:buFont typeface="Arial"/>
              <a:buNone/>
            </a:pPr>
            <a:r>
              <a:rPr lang="en-US" sz="1000" dirty="0">
                <a:solidFill>
                  <a:srgbClr val="AEABAB"/>
                </a:solidFill>
                <a:latin typeface="Poppins"/>
                <a:ea typeface="Poppins"/>
                <a:cs typeface="Poppins"/>
                <a:sym typeface="Poppins"/>
              </a:rPr>
              <a:t>JN692</a:t>
            </a:r>
            <a:endParaRPr sz="1000" b="0" i="0" u="none" strike="noStrike" cap="none" dirty="0">
              <a:solidFill>
                <a:srgbClr val="000000"/>
              </a:solidFill>
              <a:latin typeface="Poppins"/>
              <a:ea typeface="Poppins"/>
              <a:cs typeface="Poppins"/>
              <a:sym typeface="Poppins"/>
            </a:endParaRPr>
          </a:p>
        </p:txBody>
      </p:sp>
      <p:sp>
        <p:nvSpPr>
          <p:cNvPr id="743" name="Google Shape;743;g2bee4f4af4b_0_204"/>
          <p:cNvSpPr txBox="1"/>
          <p:nvPr/>
        </p:nvSpPr>
        <p:spPr>
          <a:xfrm>
            <a:off x="3792661" y="5256529"/>
            <a:ext cx="1042800" cy="3693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en-US" sz="900">
                <a:solidFill>
                  <a:srgbClr val="757070"/>
                </a:solidFill>
                <a:latin typeface="Poppins Medium"/>
                <a:ea typeface="Poppins Medium"/>
                <a:cs typeface="Poppins Medium"/>
                <a:sym typeface="Poppins Medium"/>
              </a:rPr>
              <a:t>Alien Word Cards</a:t>
            </a:r>
            <a:endParaRPr sz="1400" b="0" i="0" u="none" strike="noStrike" cap="none">
              <a:solidFill>
                <a:srgbClr val="000000"/>
              </a:solidFill>
              <a:latin typeface="Poppins Medium"/>
              <a:ea typeface="Poppins Medium"/>
              <a:cs typeface="Poppins Medium"/>
              <a:sym typeface="Poppins Medium"/>
            </a:endParaRPr>
          </a:p>
        </p:txBody>
      </p:sp>
      <p:pic>
        <p:nvPicPr>
          <p:cNvPr id="744" name="Google Shape;744;g2bee4f4af4b_0_204"/>
          <p:cNvPicPr preferRelativeResize="0"/>
          <p:nvPr/>
        </p:nvPicPr>
        <p:blipFill rotWithShape="1">
          <a:blip r:embed="rId10">
            <a:alphaModFix/>
          </a:blip>
          <a:srcRect/>
          <a:stretch/>
        </p:blipFill>
        <p:spPr>
          <a:xfrm>
            <a:off x="4006799" y="4232253"/>
            <a:ext cx="614525" cy="852902"/>
          </a:xfrm>
          <a:prstGeom prst="rect">
            <a:avLst/>
          </a:prstGeom>
          <a:noFill/>
          <a:ln>
            <a:noFill/>
          </a:ln>
          <a:effectLst>
            <a:outerShdw blurRad="71438" dist="19050" dir="5220000" algn="bl" rotWithShape="0">
              <a:srgbClr val="D8D8D8"/>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49"/>
        <p:cNvGrpSpPr/>
        <p:nvPr/>
      </p:nvGrpSpPr>
      <p:grpSpPr>
        <a:xfrm>
          <a:off x="0" y="0"/>
          <a:ext cx="0" cy="0"/>
          <a:chOff x="0" y="0"/>
          <a:chExt cx="0" cy="0"/>
        </a:xfrm>
      </p:grpSpPr>
      <p:sp>
        <p:nvSpPr>
          <p:cNvPr id="750" name="Google Shape;750;g26b641b03cd_0_165"/>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Recall all GPCs learned so far using flashcards.</a:t>
            </a:r>
            <a:endParaRPr/>
          </a:p>
        </p:txBody>
      </p:sp>
      <p:grpSp>
        <p:nvGrpSpPr>
          <p:cNvPr id="751" name="Google Shape;751;g26b641b03cd_0_165"/>
          <p:cNvGrpSpPr/>
          <p:nvPr/>
        </p:nvGrpSpPr>
        <p:grpSpPr>
          <a:xfrm>
            <a:off x="930400" y="2129444"/>
            <a:ext cx="7283200" cy="3724851"/>
            <a:chOff x="930400" y="2129444"/>
            <a:chExt cx="7283200" cy="3724851"/>
          </a:xfrm>
        </p:grpSpPr>
        <p:pic>
          <p:nvPicPr>
            <p:cNvPr id="752" name="Google Shape;752;g26b641b03cd_0_165"/>
            <p:cNvPicPr preferRelativeResize="0"/>
            <p:nvPr/>
          </p:nvPicPr>
          <p:blipFill rotWithShape="1">
            <a:blip r:embed="rId3">
              <a:alphaModFix/>
            </a:blip>
            <a:srcRect l="79" r="79"/>
            <a:stretch/>
          </p:blipFill>
          <p:spPr>
            <a:xfrm>
              <a:off x="930400" y="2129444"/>
              <a:ext cx="822525" cy="1164251"/>
            </a:xfrm>
            <a:prstGeom prst="rect">
              <a:avLst/>
            </a:prstGeom>
            <a:noFill/>
            <a:ln>
              <a:noFill/>
            </a:ln>
            <a:effectLst>
              <a:outerShdw blurRad="71438" dist="28575" dir="5400000" algn="bl" rotWithShape="0">
                <a:srgbClr val="000000">
                  <a:alpha val="15290"/>
                </a:srgbClr>
              </a:outerShdw>
            </a:effectLst>
          </p:spPr>
        </p:pic>
        <p:pic>
          <p:nvPicPr>
            <p:cNvPr id="753" name="Google Shape;753;g26b641b03cd_0_165"/>
            <p:cNvPicPr preferRelativeResize="0"/>
            <p:nvPr/>
          </p:nvPicPr>
          <p:blipFill rotWithShape="1">
            <a:blip r:embed="rId4">
              <a:alphaModFix/>
            </a:blip>
            <a:srcRect l="19" r="29"/>
            <a:stretch/>
          </p:blipFill>
          <p:spPr>
            <a:xfrm>
              <a:off x="3699261" y="2129444"/>
              <a:ext cx="822525" cy="1164251"/>
            </a:xfrm>
            <a:prstGeom prst="rect">
              <a:avLst/>
            </a:prstGeom>
            <a:noFill/>
            <a:ln>
              <a:noFill/>
            </a:ln>
            <a:effectLst>
              <a:outerShdw blurRad="71438" dist="28575" dir="5400000" algn="bl" rotWithShape="0">
                <a:srgbClr val="000000">
                  <a:alpha val="15290"/>
                </a:srgbClr>
              </a:outerShdw>
            </a:effectLst>
          </p:spPr>
        </p:pic>
        <p:pic>
          <p:nvPicPr>
            <p:cNvPr id="754" name="Google Shape;754;g26b641b03cd_0_165"/>
            <p:cNvPicPr preferRelativeResize="0"/>
            <p:nvPr/>
          </p:nvPicPr>
          <p:blipFill rotWithShape="1">
            <a:blip r:embed="rId5">
              <a:alphaModFix/>
            </a:blip>
            <a:srcRect l="19" r="29"/>
            <a:stretch/>
          </p:blipFill>
          <p:spPr>
            <a:xfrm>
              <a:off x="185335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5" name="Google Shape;755;g26b641b03cd_0_165"/>
            <p:cNvPicPr preferRelativeResize="0"/>
            <p:nvPr/>
          </p:nvPicPr>
          <p:blipFill rotWithShape="1">
            <a:blip r:embed="rId6">
              <a:alphaModFix/>
            </a:blip>
            <a:srcRect l="19" r="29"/>
            <a:stretch/>
          </p:blipFill>
          <p:spPr>
            <a:xfrm>
              <a:off x="2776307" y="2129444"/>
              <a:ext cx="822525" cy="1164251"/>
            </a:xfrm>
            <a:prstGeom prst="rect">
              <a:avLst/>
            </a:prstGeom>
            <a:noFill/>
            <a:ln>
              <a:noFill/>
            </a:ln>
            <a:effectLst>
              <a:outerShdw blurRad="71438" dist="28575" dir="5400000" algn="bl" rotWithShape="0">
                <a:srgbClr val="000000">
                  <a:alpha val="15290"/>
                </a:srgbClr>
              </a:outerShdw>
            </a:effectLst>
          </p:spPr>
        </p:pic>
        <p:pic>
          <p:nvPicPr>
            <p:cNvPr id="756" name="Google Shape;756;g26b641b03cd_0_165"/>
            <p:cNvPicPr preferRelativeResize="0"/>
            <p:nvPr/>
          </p:nvPicPr>
          <p:blipFill rotWithShape="1">
            <a:blip r:embed="rId7">
              <a:alphaModFix/>
            </a:blip>
            <a:srcRect l="79" r="79"/>
            <a:stretch/>
          </p:blipFill>
          <p:spPr>
            <a:xfrm>
              <a:off x="4622214" y="2129444"/>
              <a:ext cx="822525" cy="1164251"/>
            </a:xfrm>
            <a:prstGeom prst="rect">
              <a:avLst/>
            </a:prstGeom>
            <a:noFill/>
            <a:ln>
              <a:noFill/>
            </a:ln>
            <a:effectLst>
              <a:outerShdw blurRad="71438" dist="28575" dir="5400000" algn="bl" rotWithShape="0">
                <a:srgbClr val="000000">
                  <a:alpha val="15290"/>
                </a:srgbClr>
              </a:outerShdw>
            </a:effectLst>
          </p:spPr>
        </p:pic>
        <p:pic>
          <p:nvPicPr>
            <p:cNvPr id="757" name="Google Shape;757;g26b641b03cd_0_165"/>
            <p:cNvPicPr preferRelativeResize="0"/>
            <p:nvPr/>
          </p:nvPicPr>
          <p:blipFill rotWithShape="1">
            <a:blip r:embed="rId8">
              <a:alphaModFix/>
            </a:blip>
            <a:srcRect l="79" r="79"/>
            <a:stretch/>
          </p:blipFill>
          <p:spPr>
            <a:xfrm>
              <a:off x="7391075" y="2129444"/>
              <a:ext cx="822525" cy="1164251"/>
            </a:xfrm>
            <a:prstGeom prst="rect">
              <a:avLst/>
            </a:prstGeom>
            <a:noFill/>
            <a:ln>
              <a:noFill/>
            </a:ln>
            <a:effectLst>
              <a:outerShdw blurRad="71438" dist="28575" dir="5400000" algn="bl" rotWithShape="0">
                <a:srgbClr val="000000">
                  <a:alpha val="15290"/>
                </a:srgbClr>
              </a:outerShdw>
            </a:effectLst>
          </p:spPr>
        </p:pic>
        <p:pic>
          <p:nvPicPr>
            <p:cNvPr id="758" name="Google Shape;758;g26b641b03cd_0_165"/>
            <p:cNvPicPr preferRelativeResize="0"/>
            <p:nvPr/>
          </p:nvPicPr>
          <p:blipFill rotWithShape="1">
            <a:blip r:embed="rId9">
              <a:alphaModFix/>
            </a:blip>
            <a:srcRect l="79" r="79"/>
            <a:stretch/>
          </p:blipFill>
          <p:spPr>
            <a:xfrm>
              <a:off x="5545168" y="2129444"/>
              <a:ext cx="822525" cy="1164251"/>
            </a:xfrm>
            <a:prstGeom prst="rect">
              <a:avLst/>
            </a:prstGeom>
            <a:noFill/>
            <a:ln>
              <a:noFill/>
            </a:ln>
            <a:effectLst>
              <a:outerShdw blurRad="71438" dist="28575" dir="5400000" algn="bl" rotWithShape="0">
                <a:srgbClr val="000000">
                  <a:alpha val="15290"/>
                </a:srgbClr>
              </a:outerShdw>
            </a:effectLst>
          </p:spPr>
        </p:pic>
        <p:pic>
          <p:nvPicPr>
            <p:cNvPr id="759" name="Google Shape;759;g26b641b03cd_0_165"/>
            <p:cNvPicPr preferRelativeResize="0"/>
            <p:nvPr/>
          </p:nvPicPr>
          <p:blipFill rotWithShape="1">
            <a:blip r:embed="rId10">
              <a:alphaModFix/>
            </a:blip>
            <a:srcRect l="19" r="29"/>
            <a:stretch/>
          </p:blipFill>
          <p:spPr>
            <a:xfrm>
              <a:off x="6468121" y="2129444"/>
              <a:ext cx="822525" cy="1164251"/>
            </a:xfrm>
            <a:prstGeom prst="rect">
              <a:avLst/>
            </a:prstGeom>
            <a:noFill/>
            <a:ln>
              <a:noFill/>
            </a:ln>
            <a:effectLst>
              <a:outerShdw blurRad="71438" dist="28575" dir="5400000" algn="bl" rotWithShape="0">
                <a:srgbClr val="000000">
                  <a:alpha val="15290"/>
                </a:srgbClr>
              </a:outerShdw>
            </a:effectLst>
          </p:spPr>
        </p:pic>
        <p:pic>
          <p:nvPicPr>
            <p:cNvPr id="760" name="Google Shape;760;g26b641b03cd_0_165"/>
            <p:cNvPicPr preferRelativeResize="0"/>
            <p:nvPr/>
          </p:nvPicPr>
          <p:blipFill rotWithShape="1">
            <a:blip r:embed="rId11">
              <a:alphaModFix/>
            </a:blip>
            <a:srcRect l="79" r="79"/>
            <a:stretch/>
          </p:blipFill>
          <p:spPr>
            <a:xfrm>
              <a:off x="930400" y="3409744"/>
              <a:ext cx="822525" cy="1164251"/>
            </a:xfrm>
            <a:prstGeom prst="rect">
              <a:avLst/>
            </a:prstGeom>
            <a:noFill/>
            <a:ln>
              <a:noFill/>
            </a:ln>
            <a:effectLst>
              <a:outerShdw blurRad="71438" dist="28575" dir="5400000" algn="bl" rotWithShape="0">
                <a:srgbClr val="000000">
                  <a:alpha val="15290"/>
                </a:srgbClr>
              </a:outerShdw>
            </a:effectLst>
          </p:spPr>
        </p:pic>
        <p:pic>
          <p:nvPicPr>
            <p:cNvPr id="761" name="Google Shape;761;g26b641b03cd_0_165"/>
            <p:cNvPicPr preferRelativeResize="0"/>
            <p:nvPr/>
          </p:nvPicPr>
          <p:blipFill rotWithShape="1">
            <a:blip r:embed="rId12">
              <a:alphaModFix/>
            </a:blip>
            <a:srcRect l="19" r="29"/>
            <a:stretch/>
          </p:blipFill>
          <p:spPr>
            <a:xfrm>
              <a:off x="369926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2" name="Google Shape;762;g26b641b03cd_0_165"/>
            <p:cNvPicPr preferRelativeResize="0"/>
            <p:nvPr/>
          </p:nvPicPr>
          <p:blipFill rotWithShape="1">
            <a:blip r:embed="rId13">
              <a:alphaModFix/>
            </a:blip>
            <a:srcRect l="19" r="29"/>
            <a:stretch/>
          </p:blipFill>
          <p:spPr>
            <a:xfrm>
              <a:off x="185335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3" name="Google Shape;763;g26b641b03cd_0_165"/>
            <p:cNvPicPr preferRelativeResize="0"/>
            <p:nvPr/>
          </p:nvPicPr>
          <p:blipFill rotWithShape="1">
            <a:blip r:embed="rId14">
              <a:alphaModFix/>
            </a:blip>
            <a:srcRect l="19" r="29"/>
            <a:stretch/>
          </p:blipFill>
          <p:spPr>
            <a:xfrm>
              <a:off x="2776307" y="3409744"/>
              <a:ext cx="822525" cy="1164251"/>
            </a:xfrm>
            <a:prstGeom prst="rect">
              <a:avLst/>
            </a:prstGeom>
            <a:noFill/>
            <a:ln>
              <a:noFill/>
            </a:ln>
            <a:effectLst>
              <a:outerShdw blurRad="71438" dist="28575" dir="5400000" algn="bl" rotWithShape="0">
                <a:srgbClr val="000000">
                  <a:alpha val="15290"/>
                </a:srgbClr>
              </a:outerShdw>
            </a:effectLst>
          </p:spPr>
        </p:pic>
        <p:pic>
          <p:nvPicPr>
            <p:cNvPr id="764" name="Google Shape;764;g26b641b03cd_0_165"/>
            <p:cNvPicPr preferRelativeResize="0"/>
            <p:nvPr/>
          </p:nvPicPr>
          <p:blipFill rotWithShape="1">
            <a:blip r:embed="rId15">
              <a:alphaModFix/>
            </a:blip>
            <a:srcRect l="79" r="79"/>
            <a:stretch/>
          </p:blipFill>
          <p:spPr>
            <a:xfrm>
              <a:off x="4622214" y="3409744"/>
              <a:ext cx="822525" cy="1164251"/>
            </a:xfrm>
            <a:prstGeom prst="rect">
              <a:avLst/>
            </a:prstGeom>
            <a:noFill/>
            <a:ln>
              <a:noFill/>
            </a:ln>
            <a:effectLst>
              <a:outerShdw blurRad="71438" dist="28575" dir="5400000" algn="bl" rotWithShape="0">
                <a:srgbClr val="000000">
                  <a:alpha val="15290"/>
                </a:srgbClr>
              </a:outerShdw>
            </a:effectLst>
          </p:spPr>
        </p:pic>
        <p:pic>
          <p:nvPicPr>
            <p:cNvPr id="765" name="Google Shape;765;g26b641b03cd_0_165"/>
            <p:cNvPicPr preferRelativeResize="0"/>
            <p:nvPr/>
          </p:nvPicPr>
          <p:blipFill rotWithShape="1">
            <a:blip r:embed="rId16">
              <a:alphaModFix/>
            </a:blip>
            <a:srcRect l="79" r="79"/>
            <a:stretch/>
          </p:blipFill>
          <p:spPr>
            <a:xfrm>
              <a:off x="7391075" y="3409744"/>
              <a:ext cx="822525" cy="1164251"/>
            </a:xfrm>
            <a:prstGeom prst="rect">
              <a:avLst/>
            </a:prstGeom>
            <a:noFill/>
            <a:ln>
              <a:noFill/>
            </a:ln>
            <a:effectLst>
              <a:outerShdw blurRad="71438" dist="28575" dir="5400000" algn="bl" rotWithShape="0">
                <a:srgbClr val="000000">
                  <a:alpha val="15290"/>
                </a:srgbClr>
              </a:outerShdw>
            </a:effectLst>
          </p:spPr>
        </p:pic>
        <p:pic>
          <p:nvPicPr>
            <p:cNvPr id="766" name="Google Shape;766;g26b641b03cd_0_165"/>
            <p:cNvPicPr preferRelativeResize="0"/>
            <p:nvPr/>
          </p:nvPicPr>
          <p:blipFill rotWithShape="1">
            <a:blip r:embed="rId17">
              <a:alphaModFix/>
            </a:blip>
            <a:srcRect l="79" r="79"/>
            <a:stretch/>
          </p:blipFill>
          <p:spPr>
            <a:xfrm>
              <a:off x="5545168" y="3409744"/>
              <a:ext cx="822525" cy="1164251"/>
            </a:xfrm>
            <a:prstGeom prst="rect">
              <a:avLst/>
            </a:prstGeom>
            <a:noFill/>
            <a:ln>
              <a:noFill/>
            </a:ln>
            <a:effectLst>
              <a:outerShdw blurRad="71438" dist="28575" dir="5400000" algn="bl" rotWithShape="0">
                <a:srgbClr val="000000">
                  <a:alpha val="15290"/>
                </a:srgbClr>
              </a:outerShdw>
            </a:effectLst>
          </p:spPr>
        </p:pic>
        <p:pic>
          <p:nvPicPr>
            <p:cNvPr id="767" name="Google Shape;767;g26b641b03cd_0_165"/>
            <p:cNvPicPr preferRelativeResize="0"/>
            <p:nvPr/>
          </p:nvPicPr>
          <p:blipFill rotWithShape="1">
            <a:blip r:embed="rId18">
              <a:alphaModFix/>
            </a:blip>
            <a:srcRect l="19" r="29"/>
            <a:stretch/>
          </p:blipFill>
          <p:spPr>
            <a:xfrm>
              <a:off x="6468121" y="3409744"/>
              <a:ext cx="822525" cy="1164251"/>
            </a:xfrm>
            <a:prstGeom prst="rect">
              <a:avLst/>
            </a:prstGeom>
            <a:noFill/>
            <a:ln>
              <a:noFill/>
            </a:ln>
            <a:effectLst>
              <a:outerShdw blurRad="71438" dist="28575" dir="5400000" algn="bl" rotWithShape="0">
                <a:srgbClr val="000000">
                  <a:alpha val="15290"/>
                </a:srgbClr>
              </a:outerShdw>
            </a:effectLst>
          </p:spPr>
        </p:pic>
        <p:pic>
          <p:nvPicPr>
            <p:cNvPr id="768" name="Google Shape;768;g26b641b03cd_0_165"/>
            <p:cNvPicPr preferRelativeResize="0"/>
            <p:nvPr/>
          </p:nvPicPr>
          <p:blipFill rotWithShape="1">
            <a:blip r:embed="rId19">
              <a:alphaModFix/>
            </a:blip>
            <a:srcRect l="79" r="79"/>
            <a:stretch/>
          </p:blipFill>
          <p:spPr>
            <a:xfrm>
              <a:off x="930400" y="4690044"/>
              <a:ext cx="822525" cy="1164251"/>
            </a:xfrm>
            <a:prstGeom prst="rect">
              <a:avLst/>
            </a:prstGeom>
            <a:noFill/>
            <a:ln>
              <a:noFill/>
            </a:ln>
            <a:effectLst>
              <a:outerShdw blurRad="71438" dist="28575" dir="5400000" algn="bl" rotWithShape="0">
                <a:srgbClr val="000000">
                  <a:alpha val="15290"/>
                </a:srgbClr>
              </a:outerShdw>
            </a:effectLst>
          </p:spPr>
        </p:pic>
        <p:pic>
          <p:nvPicPr>
            <p:cNvPr id="769" name="Google Shape;769;g26b641b03cd_0_165"/>
            <p:cNvPicPr preferRelativeResize="0"/>
            <p:nvPr/>
          </p:nvPicPr>
          <p:blipFill rotWithShape="1">
            <a:blip r:embed="rId20">
              <a:alphaModFix/>
            </a:blip>
            <a:srcRect l="19" r="29"/>
            <a:stretch/>
          </p:blipFill>
          <p:spPr>
            <a:xfrm>
              <a:off x="3699261" y="4690044"/>
              <a:ext cx="822525" cy="1164251"/>
            </a:xfrm>
            <a:prstGeom prst="rect">
              <a:avLst/>
            </a:prstGeom>
            <a:noFill/>
            <a:ln>
              <a:noFill/>
            </a:ln>
            <a:effectLst>
              <a:outerShdw blurRad="71438" dist="28575" dir="5400000" algn="bl" rotWithShape="0">
                <a:srgbClr val="000000">
                  <a:alpha val="15290"/>
                </a:srgbClr>
              </a:outerShdw>
            </a:effectLst>
          </p:spPr>
        </p:pic>
        <p:pic>
          <p:nvPicPr>
            <p:cNvPr id="770" name="Google Shape;770;g26b641b03cd_0_165"/>
            <p:cNvPicPr preferRelativeResize="0"/>
            <p:nvPr/>
          </p:nvPicPr>
          <p:blipFill rotWithShape="1">
            <a:blip r:embed="rId21">
              <a:alphaModFix/>
            </a:blip>
            <a:srcRect l="19" r="29"/>
            <a:stretch/>
          </p:blipFill>
          <p:spPr>
            <a:xfrm>
              <a:off x="185335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1" name="Google Shape;771;g26b641b03cd_0_165"/>
            <p:cNvPicPr preferRelativeResize="0"/>
            <p:nvPr/>
          </p:nvPicPr>
          <p:blipFill rotWithShape="1">
            <a:blip r:embed="rId22">
              <a:alphaModFix/>
            </a:blip>
            <a:srcRect l="19" r="29"/>
            <a:stretch/>
          </p:blipFill>
          <p:spPr>
            <a:xfrm>
              <a:off x="2776307" y="4690044"/>
              <a:ext cx="822525" cy="1164251"/>
            </a:xfrm>
            <a:prstGeom prst="rect">
              <a:avLst/>
            </a:prstGeom>
            <a:noFill/>
            <a:ln>
              <a:noFill/>
            </a:ln>
            <a:effectLst>
              <a:outerShdw blurRad="71438" dist="28575" dir="5400000" algn="bl" rotWithShape="0">
                <a:srgbClr val="000000">
                  <a:alpha val="15290"/>
                </a:srgbClr>
              </a:outerShdw>
            </a:effectLst>
          </p:spPr>
        </p:pic>
        <p:pic>
          <p:nvPicPr>
            <p:cNvPr id="772" name="Google Shape;772;g26b641b03cd_0_165"/>
            <p:cNvPicPr preferRelativeResize="0"/>
            <p:nvPr/>
          </p:nvPicPr>
          <p:blipFill rotWithShape="1">
            <a:blip r:embed="rId23">
              <a:alphaModFix/>
            </a:blip>
            <a:srcRect l="79" r="79"/>
            <a:stretch/>
          </p:blipFill>
          <p:spPr>
            <a:xfrm>
              <a:off x="4622214" y="4690044"/>
              <a:ext cx="822525" cy="1164251"/>
            </a:xfrm>
            <a:prstGeom prst="rect">
              <a:avLst/>
            </a:prstGeom>
            <a:noFill/>
            <a:ln>
              <a:noFill/>
            </a:ln>
            <a:effectLst>
              <a:outerShdw blurRad="71438" dist="28575" dir="5400000" algn="bl" rotWithShape="0">
                <a:srgbClr val="000000">
                  <a:alpha val="15290"/>
                </a:srgbClr>
              </a:outerShdw>
            </a:effectLst>
          </p:spPr>
        </p:pic>
        <p:pic>
          <p:nvPicPr>
            <p:cNvPr id="773" name="Google Shape;773;g26b641b03cd_0_165"/>
            <p:cNvPicPr preferRelativeResize="0"/>
            <p:nvPr/>
          </p:nvPicPr>
          <p:blipFill rotWithShape="1">
            <a:blip r:embed="rId24">
              <a:alphaModFix/>
            </a:blip>
            <a:srcRect l="79" r="79"/>
            <a:stretch/>
          </p:blipFill>
          <p:spPr>
            <a:xfrm>
              <a:off x="5545168" y="4690044"/>
              <a:ext cx="822525" cy="1164251"/>
            </a:xfrm>
            <a:prstGeom prst="rect">
              <a:avLst/>
            </a:prstGeom>
            <a:noFill/>
            <a:ln>
              <a:noFill/>
            </a:ln>
            <a:effectLst>
              <a:outerShdw blurRad="71438" dist="28575" dir="5400000" algn="bl" rotWithShape="0">
                <a:srgbClr val="000000">
                  <a:alpha val="15290"/>
                </a:srgbClr>
              </a:outerShdw>
            </a:effectLst>
          </p:spPr>
        </p:pic>
        <p:pic>
          <p:nvPicPr>
            <p:cNvPr id="774" name="Google Shape;774;g26b641b03cd_0_165"/>
            <p:cNvPicPr preferRelativeResize="0"/>
            <p:nvPr/>
          </p:nvPicPr>
          <p:blipFill rotWithShape="1">
            <a:blip r:embed="rId25">
              <a:alphaModFix/>
            </a:blip>
            <a:srcRect l="19" r="29"/>
            <a:stretch/>
          </p:blipFill>
          <p:spPr>
            <a:xfrm>
              <a:off x="6468121" y="4690044"/>
              <a:ext cx="822525" cy="1164251"/>
            </a:xfrm>
            <a:prstGeom prst="rect">
              <a:avLst/>
            </a:prstGeom>
            <a:noFill/>
            <a:ln>
              <a:noFill/>
            </a:ln>
            <a:effectLst>
              <a:outerShdw blurRad="71438" dist="28575" dir="5400000" algn="bl" rotWithShape="0">
                <a:srgbClr val="000000">
                  <a:alpha val="15290"/>
                </a:srgbClr>
              </a:outerShdw>
            </a:effectLst>
          </p:spPr>
        </p:pic>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g26b7edf6e71_0_2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Recall all GPCs learned so far using flashcards.</a:t>
            </a:r>
            <a:endParaRPr/>
          </a:p>
        </p:txBody>
      </p:sp>
      <p:pic>
        <p:nvPicPr>
          <p:cNvPr id="781" name="Google Shape;781;g26b7edf6e71_0_26"/>
          <p:cNvPicPr preferRelativeResize="0"/>
          <p:nvPr/>
        </p:nvPicPr>
        <p:blipFill rotWithShape="1">
          <a:blip r:embed="rId3">
            <a:alphaModFix/>
          </a:blip>
          <a:srcRect l="79" r="79"/>
          <a:stretch/>
        </p:blipFill>
        <p:spPr>
          <a:xfrm>
            <a:off x="6821063" y="4172288"/>
            <a:ext cx="656212" cy="928835"/>
          </a:xfrm>
          <a:prstGeom prst="rect">
            <a:avLst/>
          </a:prstGeom>
          <a:noFill/>
          <a:ln>
            <a:noFill/>
          </a:ln>
          <a:effectLst>
            <a:outerShdw blurRad="71438" dist="28575" dir="5400000" algn="bl" rotWithShape="0">
              <a:srgbClr val="000000">
                <a:alpha val="15290"/>
              </a:srgbClr>
            </a:outerShdw>
          </a:effectLst>
        </p:spPr>
      </p:pic>
      <p:pic>
        <p:nvPicPr>
          <p:cNvPr id="782" name="Google Shape;782;g26b7edf6e71_0_26"/>
          <p:cNvPicPr preferRelativeResize="0"/>
          <p:nvPr/>
        </p:nvPicPr>
        <p:blipFill rotWithShape="1">
          <a:blip r:embed="rId4">
            <a:alphaModFix/>
          </a:blip>
          <a:srcRect l="19" r="29"/>
          <a:stretch/>
        </p:blipFill>
        <p:spPr>
          <a:xfrm>
            <a:off x="6084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3" name="Google Shape;783;g26b7edf6e71_0_26"/>
          <p:cNvPicPr preferRelativeResize="0"/>
          <p:nvPr/>
        </p:nvPicPr>
        <p:blipFill rotWithShape="1">
          <a:blip r:embed="rId5">
            <a:alphaModFix/>
          </a:blip>
          <a:srcRect l="79" r="79"/>
          <a:stretch/>
        </p:blipFill>
        <p:spPr>
          <a:xfrm>
            <a:off x="5348396" y="4172288"/>
            <a:ext cx="656212" cy="928835"/>
          </a:xfrm>
          <a:prstGeom prst="rect">
            <a:avLst/>
          </a:prstGeom>
          <a:noFill/>
          <a:ln>
            <a:noFill/>
          </a:ln>
          <a:effectLst>
            <a:outerShdw blurRad="71438" dist="28575" dir="5400000" algn="bl" rotWithShape="0">
              <a:srgbClr val="000000">
                <a:alpha val="15690"/>
              </a:srgbClr>
            </a:outerShdw>
          </a:effectLst>
        </p:spPr>
      </p:pic>
      <p:pic>
        <p:nvPicPr>
          <p:cNvPr id="784" name="Google Shape;784;g26b7edf6e71_0_26"/>
          <p:cNvPicPr preferRelativeResize="0"/>
          <p:nvPr/>
        </p:nvPicPr>
        <p:blipFill rotWithShape="1">
          <a:blip r:embed="rId6">
            <a:alphaModFix/>
          </a:blip>
          <a:srcRect l="79" r="79"/>
          <a:stretch/>
        </p:blipFill>
        <p:spPr>
          <a:xfrm>
            <a:off x="4612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5" name="Google Shape;785;g26b7edf6e71_0_26"/>
          <p:cNvPicPr preferRelativeResize="0"/>
          <p:nvPr/>
        </p:nvPicPr>
        <p:blipFill rotWithShape="1">
          <a:blip r:embed="rId7">
            <a:alphaModFix/>
          </a:blip>
          <a:srcRect l="19" r="29"/>
          <a:stretch/>
        </p:blipFill>
        <p:spPr>
          <a:xfrm>
            <a:off x="3875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6" name="Google Shape;786;g26b7edf6e71_0_26"/>
          <p:cNvPicPr preferRelativeResize="0"/>
          <p:nvPr/>
        </p:nvPicPr>
        <p:blipFill rotWithShape="1">
          <a:blip r:embed="rId8">
            <a:alphaModFix/>
          </a:blip>
          <a:srcRect l="79" r="79"/>
          <a:stretch/>
        </p:blipFill>
        <p:spPr>
          <a:xfrm>
            <a:off x="3139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87" name="Google Shape;787;g26b7edf6e71_0_26"/>
          <p:cNvPicPr preferRelativeResize="0"/>
          <p:nvPr/>
        </p:nvPicPr>
        <p:blipFill rotWithShape="1">
          <a:blip r:embed="rId9">
            <a:alphaModFix/>
          </a:blip>
          <a:srcRect l="79" r="79"/>
          <a:stretch/>
        </p:blipFill>
        <p:spPr>
          <a:xfrm>
            <a:off x="2403067" y="4172288"/>
            <a:ext cx="656212" cy="928835"/>
          </a:xfrm>
          <a:prstGeom prst="rect">
            <a:avLst/>
          </a:prstGeom>
          <a:noFill/>
          <a:ln>
            <a:noFill/>
          </a:ln>
          <a:effectLst>
            <a:outerShdw blurRad="71438" dist="28575" dir="5400000" algn="bl" rotWithShape="0">
              <a:srgbClr val="000000">
                <a:alpha val="15690"/>
              </a:srgbClr>
            </a:outerShdw>
          </a:effectLst>
        </p:spPr>
      </p:pic>
      <p:pic>
        <p:nvPicPr>
          <p:cNvPr id="788" name="Google Shape;788;g26b7edf6e71_0_26"/>
          <p:cNvPicPr preferRelativeResize="0"/>
          <p:nvPr/>
        </p:nvPicPr>
        <p:blipFill rotWithShape="1">
          <a:blip r:embed="rId10">
            <a:alphaModFix/>
          </a:blip>
          <a:srcRect l="19" r="29"/>
          <a:stretch/>
        </p:blipFill>
        <p:spPr>
          <a:xfrm>
            <a:off x="1666733" y="4172288"/>
            <a:ext cx="656212" cy="928836"/>
          </a:xfrm>
          <a:prstGeom prst="rect">
            <a:avLst/>
          </a:prstGeom>
          <a:noFill/>
          <a:ln>
            <a:noFill/>
          </a:ln>
          <a:effectLst>
            <a:outerShdw blurRad="71438" dist="28575" dir="5400000" algn="bl" rotWithShape="0">
              <a:srgbClr val="000000">
                <a:alpha val="15690"/>
              </a:srgbClr>
            </a:outerShdw>
          </a:effectLst>
        </p:spPr>
      </p:pic>
      <p:pic>
        <p:nvPicPr>
          <p:cNvPr id="789" name="Google Shape;789;g26b7edf6e71_0_26"/>
          <p:cNvPicPr preferRelativeResize="0"/>
          <p:nvPr/>
        </p:nvPicPr>
        <p:blipFill rotWithShape="1">
          <a:blip r:embed="rId11">
            <a:alphaModFix/>
          </a:blip>
          <a:srcRect l="79" r="79"/>
          <a:stretch/>
        </p:blipFill>
        <p:spPr>
          <a:xfrm>
            <a:off x="930400" y="4172288"/>
            <a:ext cx="656212" cy="928835"/>
          </a:xfrm>
          <a:prstGeom prst="rect">
            <a:avLst/>
          </a:prstGeom>
          <a:noFill/>
          <a:ln>
            <a:noFill/>
          </a:ln>
          <a:effectLst>
            <a:outerShdw blurRad="71438" dist="28575" dir="5400000" algn="bl" rotWithShape="0">
              <a:srgbClr val="000000">
                <a:alpha val="15690"/>
              </a:srgbClr>
            </a:outerShdw>
          </a:effectLst>
        </p:spPr>
      </p:pic>
      <p:pic>
        <p:nvPicPr>
          <p:cNvPr id="790" name="Google Shape;790;g26b7edf6e71_0_26"/>
          <p:cNvPicPr preferRelativeResize="0"/>
          <p:nvPr/>
        </p:nvPicPr>
        <p:blipFill rotWithShape="1">
          <a:blip r:embed="rId12">
            <a:alphaModFix/>
          </a:blip>
          <a:srcRect l="19" r="29"/>
          <a:stretch/>
        </p:blipFill>
        <p:spPr>
          <a:xfrm>
            <a:off x="7557389" y="3150869"/>
            <a:ext cx="656212" cy="928836"/>
          </a:xfrm>
          <a:prstGeom prst="rect">
            <a:avLst/>
          </a:prstGeom>
          <a:noFill/>
          <a:ln>
            <a:noFill/>
          </a:ln>
          <a:effectLst>
            <a:outerShdw blurRad="71438" dist="28575" dir="5400000" algn="bl" rotWithShape="0">
              <a:srgbClr val="000000">
                <a:alpha val="16079"/>
              </a:srgbClr>
            </a:outerShdw>
          </a:effectLst>
        </p:spPr>
      </p:pic>
      <p:pic>
        <p:nvPicPr>
          <p:cNvPr id="791" name="Google Shape;791;g26b7edf6e71_0_26"/>
          <p:cNvPicPr preferRelativeResize="0"/>
          <p:nvPr/>
        </p:nvPicPr>
        <p:blipFill rotWithShape="1">
          <a:blip r:embed="rId13">
            <a:alphaModFix/>
          </a:blip>
          <a:srcRect l="79" r="79"/>
          <a:stretch/>
        </p:blipFill>
        <p:spPr>
          <a:xfrm>
            <a:off x="6821063" y="3150869"/>
            <a:ext cx="656212" cy="928835"/>
          </a:xfrm>
          <a:prstGeom prst="rect">
            <a:avLst/>
          </a:prstGeom>
          <a:noFill/>
          <a:ln>
            <a:noFill/>
          </a:ln>
          <a:effectLst>
            <a:outerShdw blurRad="71438" dist="28575" dir="5400000" algn="bl" rotWithShape="0">
              <a:srgbClr val="000000">
                <a:alpha val="15690"/>
              </a:srgbClr>
            </a:outerShdw>
          </a:effectLst>
        </p:spPr>
      </p:pic>
      <p:pic>
        <p:nvPicPr>
          <p:cNvPr id="792" name="Google Shape;792;g26b7edf6e71_0_26"/>
          <p:cNvPicPr preferRelativeResize="0"/>
          <p:nvPr/>
        </p:nvPicPr>
        <p:blipFill rotWithShape="1">
          <a:blip r:embed="rId14">
            <a:alphaModFix/>
          </a:blip>
          <a:srcRect l="79" r="79"/>
          <a:stretch/>
        </p:blipFill>
        <p:spPr>
          <a:xfrm>
            <a:off x="6084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3" name="Google Shape;793;g26b7edf6e71_0_26"/>
          <p:cNvPicPr preferRelativeResize="0"/>
          <p:nvPr/>
        </p:nvPicPr>
        <p:blipFill rotWithShape="1">
          <a:blip r:embed="rId15">
            <a:alphaModFix/>
          </a:blip>
          <a:srcRect l="19" r="29"/>
          <a:stretch/>
        </p:blipFill>
        <p:spPr>
          <a:xfrm>
            <a:off x="5348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4" name="Google Shape;794;g26b7edf6e71_0_26"/>
          <p:cNvPicPr preferRelativeResize="0"/>
          <p:nvPr/>
        </p:nvPicPr>
        <p:blipFill rotWithShape="1">
          <a:blip r:embed="rId16">
            <a:alphaModFix/>
          </a:blip>
          <a:srcRect l="79" r="79"/>
          <a:stretch/>
        </p:blipFill>
        <p:spPr>
          <a:xfrm>
            <a:off x="4612067" y="3150869"/>
            <a:ext cx="656212" cy="928835"/>
          </a:xfrm>
          <a:prstGeom prst="rect">
            <a:avLst/>
          </a:prstGeom>
          <a:noFill/>
          <a:ln>
            <a:noFill/>
          </a:ln>
          <a:effectLst>
            <a:outerShdw blurRad="71438" dist="28575" dir="5400000" algn="bl" rotWithShape="0">
              <a:srgbClr val="000000">
                <a:alpha val="15690"/>
              </a:srgbClr>
            </a:outerShdw>
          </a:effectLst>
        </p:spPr>
      </p:pic>
      <p:pic>
        <p:nvPicPr>
          <p:cNvPr id="795" name="Google Shape;795;g26b7edf6e71_0_26"/>
          <p:cNvPicPr preferRelativeResize="0"/>
          <p:nvPr/>
        </p:nvPicPr>
        <p:blipFill rotWithShape="1">
          <a:blip r:embed="rId17">
            <a:alphaModFix/>
          </a:blip>
          <a:srcRect l="19" r="29"/>
          <a:stretch/>
        </p:blipFill>
        <p:spPr>
          <a:xfrm>
            <a:off x="3139400" y="3150869"/>
            <a:ext cx="656212" cy="928836"/>
          </a:xfrm>
          <a:prstGeom prst="rect">
            <a:avLst/>
          </a:prstGeom>
          <a:noFill/>
          <a:ln>
            <a:noFill/>
          </a:ln>
          <a:effectLst>
            <a:outerShdw blurRad="71438" dist="28575" dir="5400000" algn="bl" rotWithShape="0">
              <a:srgbClr val="000000">
                <a:alpha val="15690"/>
              </a:srgbClr>
            </a:outerShdw>
          </a:effectLst>
        </p:spPr>
      </p:pic>
      <p:pic>
        <p:nvPicPr>
          <p:cNvPr id="796" name="Google Shape;796;g26b7edf6e71_0_26"/>
          <p:cNvPicPr preferRelativeResize="0"/>
          <p:nvPr/>
        </p:nvPicPr>
        <p:blipFill rotWithShape="1">
          <a:blip r:embed="rId18">
            <a:alphaModFix/>
          </a:blip>
          <a:srcRect l="79" r="79"/>
          <a:stretch/>
        </p:blipFill>
        <p:spPr>
          <a:xfrm>
            <a:off x="3875733" y="3150869"/>
            <a:ext cx="656212" cy="928835"/>
          </a:xfrm>
          <a:prstGeom prst="rect">
            <a:avLst/>
          </a:prstGeom>
          <a:noFill/>
          <a:ln>
            <a:noFill/>
          </a:ln>
          <a:effectLst>
            <a:outerShdw blurRad="71438" dist="28575" dir="5400000" algn="bl" rotWithShape="0">
              <a:srgbClr val="000000">
                <a:alpha val="15690"/>
              </a:srgbClr>
            </a:outerShdw>
          </a:effectLst>
        </p:spPr>
      </p:pic>
      <p:pic>
        <p:nvPicPr>
          <p:cNvPr id="797" name="Google Shape;797;g26b7edf6e71_0_26"/>
          <p:cNvPicPr preferRelativeResize="0"/>
          <p:nvPr/>
        </p:nvPicPr>
        <p:blipFill rotWithShape="1">
          <a:blip r:embed="rId19">
            <a:alphaModFix/>
          </a:blip>
          <a:srcRect l="79" r="79"/>
          <a:stretch/>
        </p:blipFill>
        <p:spPr>
          <a:xfrm>
            <a:off x="930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8" name="Google Shape;798;g26b7edf6e71_0_26"/>
          <p:cNvPicPr preferRelativeResize="0"/>
          <p:nvPr/>
        </p:nvPicPr>
        <p:blipFill rotWithShape="1">
          <a:blip r:embed="rId20">
            <a:alphaModFix/>
          </a:blip>
          <a:srcRect l="79" r="79"/>
          <a:stretch/>
        </p:blipFill>
        <p:spPr>
          <a:xfrm>
            <a:off x="3139400" y="2129450"/>
            <a:ext cx="656212" cy="928835"/>
          </a:xfrm>
          <a:prstGeom prst="rect">
            <a:avLst/>
          </a:prstGeom>
          <a:noFill/>
          <a:ln>
            <a:noFill/>
          </a:ln>
          <a:effectLst>
            <a:outerShdw blurRad="71438" dist="28575" dir="5400000" algn="bl" rotWithShape="0">
              <a:srgbClr val="000000">
                <a:alpha val="15290"/>
              </a:srgbClr>
            </a:outerShdw>
          </a:effectLst>
        </p:spPr>
      </p:pic>
      <p:pic>
        <p:nvPicPr>
          <p:cNvPr id="799" name="Google Shape;799;g26b7edf6e71_0_26"/>
          <p:cNvPicPr preferRelativeResize="0"/>
          <p:nvPr/>
        </p:nvPicPr>
        <p:blipFill rotWithShape="1">
          <a:blip r:embed="rId21">
            <a:alphaModFix/>
          </a:blip>
          <a:srcRect l="79" r="79"/>
          <a:stretch/>
        </p:blipFill>
        <p:spPr>
          <a:xfrm>
            <a:off x="1666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0" name="Google Shape;800;g26b7edf6e71_0_26"/>
          <p:cNvPicPr preferRelativeResize="0"/>
          <p:nvPr/>
        </p:nvPicPr>
        <p:blipFill rotWithShape="1">
          <a:blip r:embed="rId22">
            <a:alphaModFix/>
          </a:blip>
          <a:srcRect l="19" r="29"/>
          <a:stretch/>
        </p:blipFill>
        <p:spPr>
          <a:xfrm>
            <a:off x="2403067" y="2129450"/>
            <a:ext cx="656212" cy="928836"/>
          </a:xfrm>
          <a:prstGeom prst="rect">
            <a:avLst/>
          </a:prstGeom>
          <a:noFill/>
          <a:ln>
            <a:noFill/>
          </a:ln>
          <a:effectLst>
            <a:outerShdw blurRad="71438" dist="28575" dir="5400000" algn="bl" rotWithShape="0">
              <a:srgbClr val="000000">
                <a:alpha val="15290"/>
              </a:srgbClr>
            </a:outerShdw>
          </a:effectLst>
        </p:spPr>
      </p:pic>
      <p:pic>
        <p:nvPicPr>
          <p:cNvPr id="801" name="Google Shape;801;g26b7edf6e71_0_26"/>
          <p:cNvPicPr preferRelativeResize="0"/>
          <p:nvPr/>
        </p:nvPicPr>
        <p:blipFill rotWithShape="1">
          <a:blip r:embed="rId23">
            <a:alphaModFix/>
          </a:blip>
          <a:srcRect l="19" r="29"/>
          <a:stretch/>
        </p:blipFill>
        <p:spPr>
          <a:xfrm>
            <a:off x="3875733" y="2129450"/>
            <a:ext cx="656212" cy="928836"/>
          </a:xfrm>
          <a:prstGeom prst="rect">
            <a:avLst/>
          </a:prstGeom>
          <a:noFill/>
          <a:ln>
            <a:noFill/>
          </a:ln>
          <a:effectLst>
            <a:outerShdw blurRad="71438" dist="28575" dir="5400000" algn="bl" rotWithShape="0">
              <a:srgbClr val="000000">
                <a:alpha val="15290"/>
              </a:srgbClr>
            </a:outerShdw>
          </a:effectLst>
        </p:spPr>
      </p:pic>
      <p:pic>
        <p:nvPicPr>
          <p:cNvPr id="802" name="Google Shape;802;g26b7edf6e71_0_26"/>
          <p:cNvPicPr preferRelativeResize="0"/>
          <p:nvPr/>
        </p:nvPicPr>
        <p:blipFill rotWithShape="1">
          <a:blip r:embed="rId24">
            <a:alphaModFix/>
          </a:blip>
          <a:srcRect l="79" r="79"/>
          <a:stretch/>
        </p:blipFill>
        <p:spPr>
          <a:xfrm>
            <a:off x="6084733" y="2129450"/>
            <a:ext cx="656212" cy="928835"/>
          </a:xfrm>
          <a:prstGeom prst="rect">
            <a:avLst/>
          </a:prstGeom>
          <a:noFill/>
          <a:ln>
            <a:noFill/>
          </a:ln>
          <a:effectLst>
            <a:outerShdw blurRad="71438" dist="28575" dir="5400000" algn="bl" rotWithShape="0">
              <a:srgbClr val="000000">
                <a:alpha val="15290"/>
              </a:srgbClr>
            </a:outerShdw>
          </a:effectLst>
        </p:spPr>
      </p:pic>
      <p:pic>
        <p:nvPicPr>
          <p:cNvPr id="803" name="Google Shape;803;g26b7edf6e71_0_26"/>
          <p:cNvPicPr preferRelativeResize="0"/>
          <p:nvPr/>
        </p:nvPicPr>
        <p:blipFill rotWithShape="1">
          <a:blip r:embed="rId25">
            <a:alphaModFix/>
          </a:blip>
          <a:srcRect l="79" r="79"/>
          <a:stretch/>
        </p:blipFill>
        <p:spPr>
          <a:xfrm>
            <a:off x="4612067" y="2129450"/>
            <a:ext cx="656212" cy="928835"/>
          </a:xfrm>
          <a:prstGeom prst="rect">
            <a:avLst/>
          </a:prstGeom>
          <a:noFill/>
          <a:ln>
            <a:noFill/>
          </a:ln>
          <a:effectLst>
            <a:outerShdw blurRad="71438" dist="28575" dir="5400000" algn="bl" rotWithShape="0">
              <a:srgbClr val="000000">
                <a:alpha val="15290"/>
              </a:srgbClr>
            </a:outerShdw>
          </a:effectLst>
        </p:spPr>
      </p:pic>
      <p:pic>
        <p:nvPicPr>
          <p:cNvPr id="804" name="Google Shape;804;g26b7edf6e71_0_26"/>
          <p:cNvPicPr preferRelativeResize="0"/>
          <p:nvPr/>
        </p:nvPicPr>
        <p:blipFill rotWithShape="1">
          <a:blip r:embed="rId26">
            <a:alphaModFix/>
          </a:blip>
          <a:srcRect l="79" r="79"/>
          <a:stretch/>
        </p:blipFill>
        <p:spPr>
          <a:xfrm>
            <a:off x="5348400" y="2129450"/>
            <a:ext cx="656212" cy="928835"/>
          </a:xfrm>
          <a:prstGeom prst="rect">
            <a:avLst/>
          </a:prstGeom>
          <a:noFill/>
          <a:ln>
            <a:noFill/>
          </a:ln>
          <a:effectLst>
            <a:outerShdw blurRad="71438" dist="28575" dir="5400000" algn="bl" rotWithShape="0">
              <a:srgbClr val="000000">
                <a:alpha val="15290"/>
              </a:srgbClr>
            </a:outerShdw>
          </a:effectLst>
        </p:spPr>
      </p:pic>
      <p:pic>
        <p:nvPicPr>
          <p:cNvPr id="805" name="Google Shape;805;g26b7edf6e71_0_26"/>
          <p:cNvPicPr preferRelativeResize="0"/>
          <p:nvPr/>
        </p:nvPicPr>
        <p:blipFill rotWithShape="1">
          <a:blip r:embed="rId27">
            <a:alphaModFix/>
          </a:blip>
          <a:srcRect l="79" r="79"/>
          <a:stretch/>
        </p:blipFill>
        <p:spPr>
          <a:xfrm>
            <a:off x="2403067" y="3150869"/>
            <a:ext cx="656212" cy="928835"/>
          </a:xfrm>
          <a:prstGeom prst="rect">
            <a:avLst/>
          </a:prstGeom>
          <a:noFill/>
          <a:ln>
            <a:noFill/>
          </a:ln>
          <a:effectLst>
            <a:outerShdw blurRad="71438" dist="28575" dir="5400000" algn="bl" rotWithShape="0">
              <a:srgbClr val="000000">
                <a:alpha val="15290"/>
              </a:srgbClr>
            </a:outerShdw>
          </a:effectLst>
        </p:spPr>
      </p:pic>
      <p:pic>
        <p:nvPicPr>
          <p:cNvPr id="806" name="Google Shape;806;g26b7edf6e71_0_26"/>
          <p:cNvPicPr preferRelativeResize="0"/>
          <p:nvPr/>
        </p:nvPicPr>
        <p:blipFill rotWithShape="1">
          <a:blip r:embed="rId28">
            <a:alphaModFix/>
          </a:blip>
          <a:srcRect l="79" r="79"/>
          <a:stretch/>
        </p:blipFill>
        <p:spPr>
          <a:xfrm>
            <a:off x="930400" y="3150869"/>
            <a:ext cx="656212" cy="928835"/>
          </a:xfrm>
          <a:prstGeom prst="rect">
            <a:avLst/>
          </a:prstGeom>
          <a:noFill/>
          <a:ln>
            <a:noFill/>
          </a:ln>
          <a:effectLst>
            <a:outerShdw blurRad="71438" dist="28575" dir="5400000" algn="bl" rotWithShape="0">
              <a:srgbClr val="000000">
                <a:alpha val="15290"/>
              </a:srgbClr>
            </a:outerShdw>
          </a:effectLst>
        </p:spPr>
      </p:pic>
      <p:pic>
        <p:nvPicPr>
          <p:cNvPr id="807" name="Google Shape;807;g26b7edf6e71_0_26"/>
          <p:cNvPicPr preferRelativeResize="0"/>
          <p:nvPr/>
        </p:nvPicPr>
        <p:blipFill rotWithShape="1">
          <a:blip r:embed="rId29">
            <a:alphaModFix/>
          </a:blip>
          <a:srcRect l="19" r="29"/>
          <a:stretch/>
        </p:blipFill>
        <p:spPr>
          <a:xfrm>
            <a:off x="1666733" y="3150869"/>
            <a:ext cx="656212" cy="928836"/>
          </a:xfrm>
          <a:prstGeom prst="rect">
            <a:avLst/>
          </a:prstGeom>
          <a:noFill/>
          <a:ln>
            <a:noFill/>
          </a:ln>
          <a:effectLst>
            <a:outerShdw blurRad="71438" dist="28575" dir="5400000" algn="bl" rotWithShape="0">
              <a:srgbClr val="000000">
                <a:alpha val="15290"/>
              </a:srgbClr>
            </a:outerShdw>
          </a:effectLst>
        </p:spPr>
      </p:pic>
      <p:pic>
        <p:nvPicPr>
          <p:cNvPr id="808" name="Google Shape;808;g26b7edf6e71_0_26"/>
          <p:cNvPicPr preferRelativeResize="0"/>
          <p:nvPr/>
        </p:nvPicPr>
        <p:blipFill rotWithShape="1">
          <a:blip r:embed="rId30">
            <a:alphaModFix/>
          </a:blip>
          <a:srcRect l="19" r="29"/>
          <a:stretch/>
        </p:blipFill>
        <p:spPr>
          <a:xfrm>
            <a:off x="6821063" y="2129450"/>
            <a:ext cx="656212" cy="928836"/>
          </a:xfrm>
          <a:prstGeom prst="rect">
            <a:avLst/>
          </a:prstGeom>
          <a:noFill/>
          <a:ln>
            <a:noFill/>
          </a:ln>
          <a:effectLst>
            <a:outerShdw blurRad="71438" dist="28575" dir="5400000" algn="bl" rotWithShape="0">
              <a:srgbClr val="000000">
                <a:alpha val="15290"/>
              </a:srgbClr>
            </a:outerShdw>
          </a:effectLst>
        </p:spPr>
      </p:pic>
      <p:pic>
        <p:nvPicPr>
          <p:cNvPr id="809" name="Google Shape;809;g26b7edf6e71_0_26"/>
          <p:cNvPicPr preferRelativeResize="0"/>
          <p:nvPr/>
        </p:nvPicPr>
        <p:blipFill rotWithShape="1">
          <a:blip r:embed="rId31">
            <a:alphaModFix/>
          </a:blip>
          <a:srcRect l="79" r="79"/>
          <a:stretch/>
        </p:blipFill>
        <p:spPr>
          <a:xfrm>
            <a:off x="7557389" y="2129450"/>
            <a:ext cx="656212" cy="928835"/>
          </a:xfrm>
          <a:prstGeom prst="rect">
            <a:avLst/>
          </a:prstGeom>
          <a:noFill/>
          <a:ln>
            <a:noFill/>
          </a:ln>
          <a:effectLst>
            <a:outerShdw blurRad="71438" dist="28575" dir="5400000" algn="bl" rotWithShape="0">
              <a:srgbClr val="000000">
                <a:alpha val="1529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14"/>
        <p:cNvGrpSpPr/>
        <p:nvPr/>
      </p:nvGrpSpPr>
      <p:grpSpPr>
        <a:xfrm>
          <a:off x="0" y="0"/>
          <a:ext cx="0" cy="0"/>
          <a:chOff x="0" y="0"/>
          <a:chExt cx="0" cy="0"/>
        </a:xfrm>
      </p:grpSpPr>
      <p:sp>
        <p:nvSpPr>
          <p:cNvPr id="815" name="Google Shape;815;g26b7edf6e71_0_109"/>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2 Common Exception Words </a:t>
            </a:r>
            <a:br>
              <a:rPr lang="en-US"/>
            </a:br>
            <a:r>
              <a:rPr lang="en-US">
                <a:solidFill>
                  <a:srgbClr val="2356AF"/>
                </a:solidFill>
              </a:rPr>
              <a:t>as I is no go to into the put his has of pull full.</a:t>
            </a:r>
            <a:endParaRPr/>
          </a:p>
        </p:txBody>
      </p:sp>
      <p:grpSp>
        <p:nvGrpSpPr>
          <p:cNvPr id="816" name="Google Shape;816;g26b7edf6e71_0_109"/>
          <p:cNvGrpSpPr/>
          <p:nvPr/>
        </p:nvGrpSpPr>
        <p:grpSpPr>
          <a:xfrm>
            <a:off x="865957" y="2135925"/>
            <a:ext cx="7282807" cy="2686611"/>
            <a:chOff x="867357" y="2129450"/>
            <a:chExt cx="7282807" cy="2686611"/>
          </a:xfrm>
        </p:grpSpPr>
        <p:pic>
          <p:nvPicPr>
            <p:cNvPr id="817" name="Google Shape;817;g26b7edf6e71_0_109"/>
            <p:cNvPicPr preferRelativeResize="0"/>
            <p:nvPr/>
          </p:nvPicPr>
          <p:blipFill rotWithShape="1">
            <a:blip r:embed="rId3">
              <a:alphaModFix/>
            </a:blip>
            <a:srcRect/>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18" name="Google Shape;818;g26b7edf6e71_0_109"/>
            <p:cNvPicPr preferRelativeResize="0"/>
            <p:nvPr/>
          </p:nvPicPr>
          <p:blipFill rotWithShape="1">
            <a:blip r:embed="rId4">
              <a:alphaModFix/>
            </a:blip>
            <a:srcRect l="99" r="9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19" name="Google Shape;819;g26b7edf6e71_0_109"/>
            <p:cNvPicPr preferRelativeResize="0"/>
            <p:nvPr/>
          </p:nvPicPr>
          <p:blipFill rotWithShape="1">
            <a:blip r:embed="rId5">
              <a:alphaModFix/>
            </a:blip>
            <a:srcRect l="99" r="9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20" name="Google Shape;820;g26b7edf6e71_0_109"/>
            <p:cNvPicPr preferRelativeResize="0"/>
            <p:nvPr/>
          </p:nvPicPr>
          <p:blipFill rotWithShape="1">
            <a:blip r:embed="rId6">
              <a:alphaModFix/>
            </a:blip>
            <a:srcRect l="99" r="99"/>
            <a:stretch/>
          </p:blipFill>
          <p:spPr>
            <a:xfrm>
              <a:off x="4547991" y="2129450"/>
              <a:ext cx="1147320" cy="821565"/>
            </a:xfrm>
            <a:prstGeom prst="rect">
              <a:avLst/>
            </a:prstGeom>
            <a:noFill/>
            <a:ln>
              <a:noFill/>
            </a:ln>
            <a:effectLst>
              <a:outerShdw blurRad="71438" dist="19050" dir="5400000" algn="bl" rotWithShape="0">
                <a:srgbClr val="000000">
                  <a:alpha val="18430"/>
                </a:srgbClr>
              </a:outerShdw>
            </a:effectLst>
          </p:spPr>
        </p:pic>
        <p:pic>
          <p:nvPicPr>
            <p:cNvPr id="821" name="Google Shape;821;g26b7edf6e71_0_109"/>
            <p:cNvPicPr preferRelativeResize="0"/>
            <p:nvPr/>
          </p:nvPicPr>
          <p:blipFill rotWithShape="1">
            <a:blip r:embed="rId7">
              <a:alphaModFix/>
            </a:blip>
            <a:srcRect l="99" r="99"/>
            <a:stretch/>
          </p:blipFill>
          <p:spPr>
            <a:xfrm>
              <a:off x="5774724" y="2129450"/>
              <a:ext cx="1147320" cy="821565"/>
            </a:xfrm>
            <a:prstGeom prst="rect">
              <a:avLst/>
            </a:prstGeom>
            <a:noFill/>
            <a:ln>
              <a:noFill/>
            </a:ln>
            <a:effectLst>
              <a:outerShdw blurRad="71438" dist="19050" dir="5400000" algn="bl" rotWithShape="0">
                <a:srgbClr val="000000">
                  <a:alpha val="18430"/>
                </a:srgbClr>
              </a:outerShdw>
            </a:effectLst>
          </p:spPr>
        </p:pic>
        <p:pic>
          <p:nvPicPr>
            <p:cNvPr id="822" name="Google Shape;822;g26b7edf6e71_0_109"/>
            <p:cNvPicPr preferRelativeResize="0"/>
            <p:nvPr/>
          </p:nvPicPr>
          <p:blipFill rotWithShape="1">
            <a:blip r:embed="rId8">
              <a:alphaModFix/>
            </a:blip>
            <a:srcRect l="99" r="9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23" name="Google Shape;823;g26b7edf6e71_0_109"/>
            <p:cNvPicPr preferRelativeResize="0"/>
            <p:nvPr/>
          </p:nvPicPr>
          <p:blipFill rotWithShape="1">
            <a:blip r:embed="rId9">
              <a:alphaModFix/>
            </a:blip>
            <a:srcRect l="99" r="9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24" name="Google Shape;824;g26b7edf6e71_0_109"/>
            <p:cNvPicPr preferRelativeResize="0"/>
            <p:nvPr/>
          </p:nvPicPr>
          <p:blipFill rotWithShape="1">
            <a:blip r:embed="rId10">
              <a:alphaModFix/>
            </a:blip>
            <a:srcRect l="99" r="99"/>
            <a:stretch/>
          </p:blipFill>
          <p:spPr>
            <a:xfrm>
              <a:off x="2093821" y="3060270"/>
              <a:ext cx="1148707" cy="821565"/>
            </a:xfrm>
            <a:prstGeom prst="rect">
              <a:avLst/>
            </a:prstGeom>
            <a:noFill/>
            <a:ln>
              <a:noFill/>
            </a:ln>
            <a:effectLst>
              <a:outerShdw blurRad="71438" dist="19050" dir="5400000" algn="bl" rotWithShape="0">
                <a:srgbClr val="000000">
                  <a:alpha val="18430"/>
                </a:srgbClr>
              </a:outerShdw>
            </a:effectLst>
          </p:spPr>
        </p:pic>
        <p:pic>
          <p:nvPicPr>
            <p:cNvPr id="825" name="Google Shape;825;g26b7edf6e71_0_109"/>
            <p:cNvPicPr preferRelativeResize="0"/>
            <p:nvPr/>
          </p:nvPicPr>
          <p:blipFill rotWithShape="1">
            <a:blip r:embed="rId11">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26" name="Google Shape;826;g26b7edf6e71_0_109"/>
            <p:cNvPicPr preferRelativeResize="0"/>
            <p:nvPr/>
          </p:nvPicPr>
          <p:blipFill rotWithShape="1">
            <a:blip r:embed="rId12">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27" name="Google Shape;827;g26b7edf6e71_0_109"/>
            <p:cNvPicPr preferRelativeResize="0"/>
            <p:nvPr/>
          </p:nvPicPr>
          <p:blipFill rotWithShape="1">
            <a:blip r:embed="rId13">
              <a:alphaModFix/>
            </a:blip>
            <a:srcRect l="189" r="179"/>
            <a:stretch/>
          </p:blipFill>
          <p:spPr>
            <a:xfrm>
              <a:off x="5774548" y="3060270"/>
              <a:ext cx="1148707" cy="822956"/>
            </a:xfrm>
            <a:prstGeom prst="rect">
              <a:avLst/>
            </a:prstGeom>
            <a:noFill/>
            <a:ln>
              <a:noFill/>
            </a:ln>
            <a:effectLst>
              <a:outerShdw blurRad="71438" dist="19050" dir="5400000" algn="bl" rotWithShape="0">
                <a:srgbClr val="000000">
                  <a:alpha val="18430"/>
                </a:srgbClr>
              </a:outerShdw>
            </a:effectLst>
          </p:spPr>
        </p:pic>
        <p:pic>
          <p:nvPicPr>
            <p:cNvPr id="828" name="Google Shape;828;g26b7edf6e71_0_109"/>
            <p:cNvPicPr preferRelativeResize="0"/>
            <p:nvPr/>
          </p:nvPicPr>
          <p:blipFill rotWithShape="1">
            <a:blip r:embed="rId14">
              <a:alphaModFix/>
            </a:blip>
            <a:srcRect l="19" r="9"/>
            <a:stretch/>
          </p:blipFill>
          <p:spPr>
            <a:xfrm>
              <a:off x="867357" y="3994495"/>
              <a:ext cx="1148707" cy="821566"/>
            </a:xfrm>
            <a:prstGeom prst="rect">
              <a:avLst/>
            </a:prstGeom>
            <a:noFill/>
            <a:ln>
              <a:noFill/>
            </a:ln>
            <a:effectLst>
              <a:outerShdw blurRad="71438" dist="19050" dir="5400000" algn="bl" rotWithShape="0">
                <a:srgbClr val="000000">
                  <a:alpha val="18430"/>
                </a:srgbClr>
              </a:outerShdw>
            </a:effectLst>
          </p:spPr>
        </p:pic>
        <p:pic>
          <p:nvPicPr>
            <p:cNvPr id="829" name="Google Shape;829;g26b7edf6e71_0_109"/>
            <p:cNvPicPr preferRelativeResize="0"/>
            <p:nvPr/>
          </p:nvPicPr>
          <p:blipFill rotWithShape="1">
            <a:blip r:embed="rId15">
              <a:alphaModFix/>
            </a:blip>
            <a:srcRect l="19" r="9"/>
            <a:stretch/>
          </p:blipFill>
          <p:spPr>
            <a:xfrm>
              <a:off x="7001457" y="3060270"/>
              <a:ext cx="1148707" cy="821564"/>
            </a:xfrm>
            <a:prstGeom prst="rect">
              <a:avLst/>
            </a:prstGeom>
            <a:noFill/>
            <a:ln>
              <a:noFill/>
            </a:ln>
            <a:effectLst>
              <a:outerShdw blurRad="71438" dist="19050" dir="5400000" algn="bl" rotWithShape="0">
                <a:srgbClr val="000000">
                  <a:alpha val="18430"/>
                </a:srgbClr>
              </a:outerShdw>
            </a:effectLst>
          </p:spPr>
        </p:pic>
        <p:pic>
          <p:nvPicPr>
            <p:cNvPr id="830" name="Google Shape;830;g26b7edf6e71_0_109"/>
            <p:cNvPicPr preferRelativeResize="0"/>
            <p:nvPr/>
          </p:nvPicPr>
          <p:blipFill rotWithShape="1">
            <a:blip r:embed="rId16">
              <a:alphaModFix/>
            </a:blip>
            <a:srcRect l="99" r="99"/>
            <a:stretch/>
          </p:blipFill>
          <p:spPr>
            <a:xfrm>
              <a:off x="2093821" y="3994495"/>
              <a:ext cx="1148707" cy="82156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5"/>
        <p:cNvGrpSpPr/>
        <p:nvPr/>
      </p:nvGrpSpPr>
      <p:grpSpPr>
        <a:xfrm>
          <a:off x="0" y="0"/>
          <a:ext cx="0" cy="0"/>
          <a:chOff x="0" y="0"/>
          <a:chExt cx="0" cy="0"/>
        </a:xfrm>
      </p:grpSpPr>
      <p:sp>
        <p:nvSpPr>
          <p:cNvPr id="836" name="Google Shape;836;g2c298d33e0c_0_6"/>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t>Review Phase 3 Common Exception Words </a:t>
            </a:r>
            <a:r>
              <a:rPr lang="en-US">
                <a:solidFill>
                  <a:srgbClr val="2356AF"/>
                </a:solidFill>
              </a:rPr>
              <a:t>push they me we be he she my by looked you are there here were all sure.</a:t>
            </a:r>
            <a:endParaRPr/>
          </a:p>
        </p:txBody>
      </p:sp>
      <p:grpSp>
        <p:nvGrpSpPr>
          <p:cNvPr id="837" name="Google Shape;837;g2c298d33e0c_0_6"/>
          <p:cNvGrpSpPr/>
          <p:nvPr/>
        </p:nvGrpSpPr>
        <p:grpSpPr>
          <a:xfrm>
            <a:off x="868300" y="2129450"/>
            <a:ext cx="7281864" cy="2684601"/>
            <a:chOff x="868300" y="2129450"/>
            <a:chExt cx="7281864" cy="2684601"/>
          </a:xfrm>
        </p:grpSpPr>
        <p:pic>
          <p:nvPicPr>
            <p:cNvPr id="838" name="Google Shape;838;g2c298d33e0c_0_6"/>
            <p:cNvPicPr preferRelativeResize="0"/>
            <p:nvPr/>
          </p:nvPicPr>
          <p:blipFill rotWithShape="1">
            <a:blip r:embed="rId3">
              <a:alphaModFix/>
            </a:blip>
            <a:srcRect l="99" r="99"/>
            <a:stretch/>
          </p:blipFill>
          <p:spPr>
            <a:xfrm>
              <a:off x="4547639" y="3991095"/>
              <a:ext cx="1148707" cy="822955"/>
            </a:xfrm>
            <a:prstGeom prst="rect">
              <a:avLst/>
            </a:prstGeom>
            <a:noFill/>
            <a:ln>
              <a:noFill/>
            </a:ln>
            <a:effectLst>
              <a:outerShdw blurRad="71438" dist="19050" dir="5400000" algn="bl" rotWithShape="0">
                <a:srgbClr val="000000">
                  <a:alpha val="18430"/>
                </a:srgbClr>
              </a:outerShdw>
            </a:effectLst>
          </p:spPr>
        </p:pic>
        <p:pic>
          <p:nvPicPr>
            <p:cNvPr id="839" name="Google Shape;839;g2c298d33e0c_0_6"/>
            <p:cNvPicPr preferRelativeResize="0"/>
            <p:nvPr/>
          </p:nvPicPr>
          <p:blipFill rotWithShape="1">
            <a:blip r:embed="rId4">
              <a:alphaModFix/>
            </a:blip>
            <a:srcRect l="189" r="179"/>
            <a:stretch/>
          </p:blipFill>
          <p:spPr>
            <a:xfrm>
              <a:off x="3320730" y="3991095"/>
              <a:ext cx="1148707" cy="822956"/>
            </a:xfrm>
            <a:prstGeom prst="rect">
              <a:avLst/>
            </a:prstGeom>
            <a:noFill/>
            <a:ln>
              <a:noFill/>
            </a:ln>
            <a:effectLst>
              <a:outerShdw blurRad="71438" dist="19050" dir="5400000" algn="bl" rotWithShape="0">
                <a:srgbClr val="000000">
                  <a:alpha val="18430"/>
                </a:srgbClr>
              </a:outerShdw>
            </a:effectLst>
          </p:spPr>
        </p:pic>
        <p:pic>
          <p:nvPicPr>
            <p:cNvPr id="840" name="Google Shape;840;g2c298d33e0c_0_6"/>
            <p:cNvPicPr preferRelativeResize="0"/>
            <p:nvPr/>
          </p:nvPicPr>
          <p:blipFill rotWithShape="1">
            <a:blip r:embed="rId5">
              <a:alphaModFix/>
            </a:blip>
            <a:srcRect l="19" r="9"/>
            <a:stretch/>
          </p:blipFill>
          <p:spPr>
            <a:xfrm>
              <a:off x="2093821" y="3991095"/>
              <a:ext cx="1148707" cy="821566"/>
            </a:xfrm>
            <a:prstGeom prst="rect">
              <a:avLst/>
            </a:prstGeom>
            <a:noFill/>
            <a:ln>
              <a:noFill/>
            </a:ln>
            <a:effectLst>
              <a:outerShdw blurRad="71438" dist="19050" dir="5400000" algn="bl" rotWithShape="0">
                <a:srgbClr val="000000">
                  <a:alpha val="18430"/>
                </a:srgbClr>
              </a:outerShdw>
            </a:effectLst>
          </p:spPr>
        </p:pic>
        <p:pic>
          <p:nvPicPr>
            <p:cNvPr id="841" name="Google Shape;841;g2c298d33e0c_0_6"/>
            <p:cNvPicPr preferRelativeResize="0"/>
            <p:nvPr/>
          </p:nvPicPr>
          <p:blipFill rotWithShape="1">
            <a:blip r:embed="rId6">
              <a:alphaModFix/>
            </a:blip>
            <a:srcRect l="159" r="159"/>
            <a:stretch/>
          </p:blipFill>
          <p:spPr>
            <a:xfrm>
              <a:off x="868300" y="3991095"/>
              <a:ext cx="1147320" cy="822955"/>
            </a:xfrm>
            <a:prstGeom prst="rect">
              <a:avLst/>
            </a:prstGeom>
            <a:noFill/>
            <a:ln>
              <a:noFill/>
            </a:ln>
            <a:effectLst>
              <a:outerShdw blurRad="71438" dist="19050" dir="5400000" algn="bl" rotWithShape="0">
                <a:srgbClr val="000000">
                  <a:alpha val="18820"/>
                </a:srgbClr>
              </a:outerShdw>
            </a:effectLst>
          </p:spPr>
        </p:pic>
        <p:pic>
          <p:nvPicPr>
            <p:cNvPr id="842" name="Google Shape;842;g2c298d33e0c_0_6"/>
            <p:cNvPicPr preferRelativeResize="0"/>
            <p:nvPr/>
          </p:nvPicPr>
          <p:blipFill rotWithShape="1">
            <a:blip r:embed="rId7">
              <a:alphaModFix/>
            </a:blip>
            <a:srcRect l="99" r="99"/>
            <a:stretch/>
          </p:blipFill>
          <p:spPr>
            <a:xfrm>
              <a:off x="7001457" y="3060270"/>
              <a:ext cx="1148707" cy="821565"/>
            </a:xfrm>
            <a:prstGeom prst="rect">
              <a:avLst/>
            </a:prstGeom>
            <a:noFill/>
            <a:ln>
              <a:noFill/>
            </a:ln>
            <a:effectLst>
              <a:outerShdw blurRad="71438" dist="19050" dir="5400000" algn="bl" rotWithShape="0">
                <a:srgbClr val="000000">
                  <a:alpha val="18430"/>
                </a:srgbClr>
              </a:outerShdw>
            </a:effectLst>
          </p:spPr>
        </p:pic>
        <p:pic>
          <p:nvPicPr>
            <p:cNvPr id="843" name="Google Shape;843;g2c298d33e0c_0_6"/>
            <p:cNvPicPr preferRelativeResize="0"/>
            <p:nvPr/>
          </p:nvPicPr>
          <p:blipFill rotWithShape="1">
            <a:blip r:embed="rId8">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44" name="Google Shape;844;g2c298d33e0c_0_6"/>
            <p:cNvPicPr preferRelativeResize="0"/>
            <p:nvPr/>
          </p:nvPicPr>
          <p:blipFill rotWithShape="1">
            <a:blip r:embed="rId9">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45" name="Google Shape;845;g2c298d33e0c_0_6"/>
            <p:cNvPicPr preferRelativeResize="0"/>
            <p:nvPr/>
          </p:nvPicPr>
          <p:blipFill rotWithShape="1">
            <a:blip r:embed="rId10">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46" name="Google Shape;846;g2c298d33e0c_0_6"/>
            <p:cNvPicPr preferRelativeResize="0"/>
            <p:nvPr/>
          </p:nvPicPr>
          <p:blipFill rotWithShape="1">
            <a:blip r:embed="rId11">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47" name="Google Shape;847;g2c298d33e0c_0_6"/>
            <p:cNvPicPr preferRelativeResize="0"/>
            <p:nvPr/>
          </p:nvPicPr>
          <p:blipFill rotWithShape="1">
            <a:blip r:embed="rId12">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48" name="Google Shape;848;g2c298d33e0c_0_6"/>
            <p:cNvPicPr preferRelativeResize="0"/>
            <p:nvPr/>
          </p:nvPicPr>
          <p:blipFill rotWithShape="1">
            <a:blip r:embed="rId13">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49" name="Google Shape;849;g2c298d33e0c_0_6"/>
            <p:cNvPicPr preferRelativeResize="0"/>
            <p:nvPr/>
          </p:nvPicPr>
          <p:blipFill rotWithShape="1">
            <a:blip r:embed="rId14">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50" name="Google Shape;850;g2c298d33e0c_0_6"/>
            <p:cNvPicPr preferRelativeResize="0"/>
            <p:nvPr/>
          </p:nvPicPr>
          <p:blipFill rotWithShape="1">
            <a:blip r:embed="rId15">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51" name="Google Shape;851;g2c298d33e0c_0_6"/>
            <p:cNvPicPr preferRelativeResize="0"/>
            <p:nvPr/>
          </p:nvPicPr>
          <p:blipFill rotWithShape="1">
            <a:blip r:embed="rId16">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52" name="Google Shape;852;g2c298d33e0c_0_6"/>
            <p:cNvPicPr preferRelativeResize="0"/>
            <p:nvPr/>
          </p:nvPicPr>
          <p:blipFill rotWithShape="1">
            <a:blip r:embed="rId17">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53" name="Google Shape;853;g2c298d33e0c_0_6"/>
            <p:cNvPicPr preferRelativeResize="0"/>
            <p:nvPr/>
          </p:nvPicPr>
          <p:blipFill rotWithShape="1">
            <a:blip r:embed="rId18">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54" name="Google Shape;854;g2c298d33e0c_0_6"/>
            <p:cNvPicPr preferRelativeResize="0"/>
            <p:nvPr/>
          </p:nvPicPr>
          <p:blipFill rotWithShape="1">
            <a:blip r:embed="rId19">
              <a:alphaModFix/>
            </a:blip>
            <a:srcRect t="19" b="29"/>
            <a:stretch/>
          </p:blipFill>
          <p:spPr>
            <a:xfrm>
              <a:off x="868300" y="2129450"/>
              <a:ext cx="1146813" cy="819547"/>
            </a:xfrm>
            <a:prstGeom prst="rect">
              <a:avLst/>
            </a:prstGeom>
            <a:noFill/>
            <a:ln>
              <a:noFill/>
            </a:ln>
            <a:effectLst>
              <a:outerShdw blurRad="71438" dist="19050" dir="5400000" algn="bl" rotWithShape="0">
                <a:srgbClr val="000000">
                  <a:alpha val="18430"/>
                </a:srgbClr>
              </a:outerShdw>
            </a:effectLst>
          </p:spPr>
        </p:pic>
        <p:pic>
          <p:nvPicPr>
            <p:cNvPr id="855" name="Google Shape;855;g2c298d33e0c_0_6"/>
            <p:cNvPicPr preferRelativeResize="0"/>
            <p:nvPr/>
          </p:nvPicPr>
          <p:blipFill rotWithShape="1">
            <a:blip r:embed="rId20">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430"/>
                </a:srgbClr>
              </a:outerShdw>
            </a:effectLst>
          </p:spPr>
        </p:pic>
        <p:pic>
          <p:nvPicPr>
            <p:cNvPr id="856" name="Google Shape;856;g2c298d33e0c_0_6"/>
            <p:cNvPicPr preferRelativeResize="0"/>
            <p:nvPr/>
          </p:nvPicPr>
          <p:blipFill rotWithShape="1">
            <a:blip r:embed="rId21">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430"/>
                </a:srgbClr>
              </a:outerShdw>
            </a:effectLst>
          </p:spPr>
        </p:pic>
        <p:pic>
          <p:nvPicPr>
            <p:cNvPr id="857" name="Google Shape;857;g2c298d33e0c_0_6"/>
            <p:cNvPicPr preferRelativeResize="0"/>
            <p:nvPr/>
          </p:nvPicPr>
          <p:blipFill rotWithShape="1">
            <a:blip r:embed="rId22">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430"/>
                </a:srgbClr>
              </a:outerShdw>
            </a:effectLst>
          </p:spPr>
        </p:pic>
        <p:pic>
          <p:nvPicPr>
            <p:cNvPr id="858" name="Google Shape;858;g2c298d33e0c_0_6"/>
            <p:cNvPicPr preferRelativeResize="0"/>
            <p:nvPr/>
          </p:nvPicPr>
          <p:blipFill rotWithShape="1">
            <a:blip r:embed="rId23">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430"/>
                </a:srgbClr>
              </a:outerShdw>
            </a:effectLst>
          </p:spPr>
        </p:pic>
        <p:pic>
          <p:nvPicPr>
            <p:cNvPr id="859" name="Google Shape;859;g2c298d33e0c_0_6"/>
            <p:cNvPicPr preferRelativeResize="0"/>
            <p:nvPr/>
          </p:nvPicPr>
          <p:blipFill rotWithShape="1">
            <a:blip r:embed="rId24">
              <a:alphaModFix/>
            </a:blip>
            <a:srcRect l="159" r="159"/>
            <a:stretch/>
          </p:blipFill>
          <p:spPr>
            <a:xfrm>
              <a:off x="7001457" y="2129450"/>
              <a:ext cx="1147320" cy="821565"/>
            </a:xfrm>
            <a:prstGeom prst="rect">
              <a:avLst/>
            </a:prstGeom>
            <a:noFill/>
            <a:ln>
              <a:noFill/>
            </a:ln>
            <a:effectLst>
              <a:outerShdw blurRad="71438" dist="19050" dir="5400000" algn="bl" rotWithShape="0">
                <a:srgbClr val="000000">
                  <a:alpha val="18430"/>
                </a:srgbClr>
              </a:outerShdw>
            </a:effectLst>
          </p:spPr>
        </p:pic>
        <p:pic>
          <p:nvPicPr>
            <p:cNvPr id="860" name="Google Shape;860;g2c298d33e0c_0_6"/>
            <p:cNvPicPr preferRelativeResize="0"/>
            <p:nvPr/>
          </p:nvPicPr>
          <p:blipFill rotWithShape="1">
            <a:blip r:embed="rId25">
              <a:alphaModFix/>
            </a:blip>
            <a:srcRect l="159" r="159"/>
            <a:stretch/>
          </p:blipFill>
          <p:spPr>
            <a:xfrm>
              <a:off x="868300" y="3060270"/>
              <a:ext cx="1147320" cy="822955"/>
            </a:xfrm>
            <a:prstGeom prst="rect">
              <a:avLst/>
            </a:prstGeom>
            <a:noFill/>
            <a:ln>
              <a:noFill/>
            </a:ln>
            <a:effectLst>
              <a:outerShdw blurRad="71438" dist="19050" dir="5400000" algn="bl" rotWithShape="0">
                <a:srgbClr val="000000">
                  <a:alpha val="18430"/>
                </a:srgbClr>
              </a:outerShdw>
            </a:effectLst>
          </p:spPr>
        </p:pic>
        <p:pic>
          <p:nvPicPr>
            <p:cNvPr id="861" name="Google Shape;861;g2c298d33e0c_0_6"/>
            <p:cNvPicPr preferRelativeResize="0"/>
            <p:nvPr/>
          </p:nvPicPr>
          <p:blipFill rotWithShape="1">
            <a:blip r:embed="rId26">
              <a:alphaModFix/>
            </a:blip>
            <a:srcRect l="19" r="9"/>
            <a:stretch/>
          </p:blipFill>
          <p:spPr>
            <a:xfrm>
              <a:off x="2093821" y="3060270"/>
              <a:ext cx="1148707" cy="821566"/>
            </a:xfrm>
            <a:prstGeom prst="rect">
              <a:avLst/>
            </a:prstGeom>
            <a:noFill/>
            <a:ln>
              <a:noFill/>
            </a:ln>
            <a:effectLst>
              <a:outerShdw blurRad="71438" dist="19050" dir="5400000" algn="bl" rotWithShape="0">
                <a:srgbClr val="000000">
                  <a:alpha val="18430"/>
                </a:srgbClr>
              </a:outerShdw>
            </a:effectLst>
          </p:spPr>
        </p:pic>
        <p:pic>
          <p:nvPicPr>
            <p:cNvPr id="862" name="Google Shape;862;g2c298d33e0c_0_6"/>
            <p:cNvPicPr preferRelativeResize="0"/>
            <p:nvPr/>
          </p:nvPicPr>
          <p:blipFill rotWithShape="1">
            <a:blip r:embed="rId27">
              <a:alphaModFix/>
            </a:blip>
            <a:srcRect l="189" r="179"/>
            <a:stretch/>
          </p:blipFill>
          <p:spPr>
            <a:xfrm>
              <a:off x="3320730" y="3060270"/>
              <a:ext cx="1148707" cy="822956"/>
            </a:xfrm>
            <a:prstGeom prst="rect">
              <a:avLst/>
            </a:prstGeom>
            <a:noFill/>
            <a:ln>
              <a:noFill/>
            </a:ln>
            <a:effectLst>
              <a:outerShdw blurRad="71438" dist="19050" dir="5400000" algn="bl" rotWithShape="0">
                <a:srgbClr val="000000">
                  <a:alpha val="18430"/>
                </a:srgbClr>
              </a:outerShdw>
            </a:effectLst>
          </p:spPr>
        </p:pic>
        <p:pic>
          <p:nvPicPr>
            <p:cNvPr id="863" name="Google Shape;863;g2c298d33e0c_0_6"/>
            <p:cNvPicPr preferRelativeResize="0"/>
            <p:nvPr/>
          </p:nvPicPr>
          <p:blipFill rotWithShape="1">
            <a:blip r:embed="rId28">
              <a:alphaModFix/>
            </a:blip>
            <a:srcRect l="99" r="99"/>
            <a:stretch/>
          </p:blipFill>
          <p:spPr>
            <a:xfrm>
              <a:off x="4547639" y="3060270"/>
              <a:ext cx="1148707" cy="822955"/>
            </a:xfrm>
            <a:prstGeom prst="rect">
              <a:avLst/>
            </a:prstGeom>
            <a:noFill/>
            <a:ln>
              <a:noFill/>
            </a:ln>
            <a:effectLst>
              <a:outerShdw blurRad="71438" dist="19050" dir="5400000" algn="bl" rotWithShape="0">
                <a:srgbClr val="000000">
                  <a:alpha val="18430"/>
                </a:srgbClr>
              </a:outerShdw>
            </a:effectLst>
          </p:spPr>
        </p:pic>
        <p:pic>
          <p:nvPicPr>
            <p:cNvPr id="864" name="Google Shape;864;g2c298d33e0c_0_6"/>
            <p:cNvPicPr preferRelativeResize="0"/>
            <p:nvPr/>
          </p:nvPicPr>
          <p:blipFill rotWithShape="1">
            <a:blip r:embed="rId29">
              <a:alphaModFix/>
            </a:blip>
            <a:srcRect l="99" r="99"/>
            <a:stretch/>
          </p:blipFill>
          <p:spPr>
            <a:xfrm>
              <a:off x="5774548" y="3060270"/>
              <a:ext cx="1148707" cy="822955"/>
            </a:xfrm>
            <a:prstGeom prst="rect">
              <a:avLst/>
            </a:prstGeom>
            <a:noFill/>
            <a:ln>
              <a:noFill/>
            </a:ln>
            <a:effectLst>
              <a:outerShdw blurRad="71438" dist="19050" dir="5400000" algn="bl" rotWithShape="0">
                <a:srgbClr val="000000">
                  <a:alpha val="18430"/>
                </a:srgbClr>
              </a:outerShdw>
            </a:effectLst>
          </p:spPr>
        </p:pic>
        <p:pic>
          <p:nvPicPr>
            <p:cNvPr id="865" name="Google Shape;865;g2c298d33e0c_0_6"/>
            <p:cNvPicPr preferRelativeResize="0"/>
            <p:nvPr/>
          </p:nvPicPr>
          <p:blipFill rotWithShape="1">
            <a:blip r:embed="rId30">
              <a:alphaModFix/>
            </a:blip>
            <a:srcRect l="99" r="99"/>
            <a:stretch/>
          </p:blipFill>
          <p:spPr>
            <a:xfrm>
              <a:off x="5774548" y="3991095"/>
              <a:ext cx="1148707" cy="822955"/>
            </a:xfrm>
            <a:prstGeom prst="rect">
              <a:avLst/>
            </a:prstGeom>
            <a:noFill/>
            <a:ln>
              <a:noFill/>
            </a:ln>
            <a:effectLst>
              <a:outerShdw blurRad="71438" dist="19050" dir="5400000" algn="bl" rotWithShape="0">
                <a:srgbClr val="000000">
                  <a:alpha val="18430"/>
                </a:srgbClr>
              </a:outerShdw>
            </a:effectLst>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0"/>
        <p:cNvGrpSpPr/>
        <p:nvPr/>
      </p:nvGrpSpPr>
      <p:grpSpPr>
        <a:xfrm>
          <a:off x="0" y="0"/>
          <a:ext cx="0" cy="0"/>
          <a:chOff x="0" y="0"/>
          <a:chExt cx="0" cy="0"/>
        </a:xfrm>
      </p:grpSpPr>
      <p:sp>
        <p:nvSpPr>
          <p:cNvPr id="871" name="Google Shape;871;g26b94af6077_0_0"/>
          <p:cNvSpPr txBox="1"/>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000000"/>
                </a:solidFill>
                <a:latin typeface="Poppins"/>
                <a:ea typeface="Poppins"/>
                <a:cs typeface="Poppins"/>
                <a:sym typeface="Poppins"/>
              </a:rPr>
              <a:t>Review Phase 4 </a:t>
            </a:r>
            <a:r>
              <a:rPr lang="en-US" sz="2400">
                <a:latin typeface="Poppins"/>
                <a:ea typeface="Poppins"/>
                <a:cs typeface="Poppins"/>
                <a:sym typeface="Poppins"/>
              </a:rPr>
              <a:t>Common Exception Word</a:t>
            </a:r>
            <a:r>
              <a:rPr lang="en-US" sz="2400" b="0" i="0" u="none" strike="noStrike" cap="none">
                <a:solidFill>
                  <a:srgbClr val="000000"/>
                </a:solidFill>
                <a:latin typeface="Poppins"/>
                <a:ea typeface="Poppins"/>
                <a:cs typeface="Poppins"/>
                <a:sym typeface="Poppins"/>
              </a:rPr>
              <a:t>s </a:t>
            </a:r>
            <a:r>
              <a:rPr lang="en-US" sz="2400" b="0" i="0" u="none" strike="noStrike" cap="none">
                <a:solidFill>
                  <a:srgbClr val="2356AF"/>
                </a:solidFill>
                <a:latin typeface="Poppins"/>
                <a:ea typeface="Poppins"/>
                <a:cs typeface="Poppins"/>
                <a:sym typeface="Poppins"/>
              </a:rPr>
              <a:t>said like out have some come</a:t>
            </a:r>
            <a:r>
              <a:rPr lang="en-US" sz="2400" b="0" i="0" u="none" strike="noStrike" cap="none">
                <a:solidFill>
                  <a:srgbClr val="000000"/>
                </a:solidFill>
                <a:latin typeface="Poppins"/>
                <a:ea typeface="Poppins"/>
                <a:cs typeface="Poppins"/>
                <a:sym typeface="Poppins"/>
              </a:rPr>
              <a:t>.</a:t>
            </a:r>
            <a:endParaRPr sz="2400" b="0" i="0" u="none" strike="noStrike" cap="none">
              <a:solidFill>
                <a:srgbClr val="000000"/>
              </a:solidFill>
              <a:latin typeface="Poppins"/>
              <a:ea typeface="Poppins"/>
              <a:cs typeface="Poppins"/>
              <a:sym typeface="Poppins"/>
            </a:endParaRPr>
          </a:p>
        </p:txBody>
      </p:sp>
      <p:pic>
        <p:nvPicPr>
          <p:cNvPr id="872" name="Google Shape;872;g26b94af6077_0_0"/>
          <p:cNvPicPr preferRelativeResize="0"/>
          <p:nvPr/>
        </p:nvPicPr>
        <p:blipFill rotWithShape="1">
          <a:blip r:embed="rId3">
            <a:alphaModFix/>
          </a:blip>
          <a:srcRect l="59" r="59"/>
          <a:stretch/>
        </p:blipFill>
        <p:spPr>
          <a:xfrm>
            <a:off x="868300" y="2129450"/>
            <a:ext cx="1146813" cy="819547"/>
          </a:xfrm>
          <a:prstGeom prst="rect">
            <a:avLst/>
          </a:prstGeom>
          <a:noFill/>
          <a:ln>
            <a:noFill/>
          </a:ln>
          <a:effectLst>
            <a:outerShdw blurRad="71438" dist="19050" dir="5400000" algn="bl" rotWithShape="0">
              <a:srgbClr val="000000">
                <a:alpha val="18040"/>
              </a:srgbClr>
            </a:outerShdw>
          </a:effectLst>
        </p:spPr>
      </p:pic>
      <p:pic>
        <p:nvPicPr>
          <p:cNvPr id="873" name="Google Shape;873;g26b94af6077_0_0"/>
          <p:cNvPicPr preferRelativeResize="0"/>
          <p:nvPr/>
        </p:nvPicPr>
        <p:blipFill rotWithShape="1">
          <a:blip r:embed="rId4">
            <a:alphaModFix/>
          </a:blip>
          <a:srcRect l="159" r="159"/>
          <a:stretch/>
        </p:blipFill>
        <p:spPr>
          <a:xfrm>
            <a:off x="2094526" y="2129450"/>
            <a:ext cx="1147320" cy="822955"/>
          </a:xfrm>
          <a:prstGeom prst="rect">
            <a:avLst/>
          </a:prstGeom>
          <a:noFill/>
          <a:ln>
            <a:noFill/>
          </a:ln>
          <a:effectLst>
            <a:outerShdw blurRad="71438" dist="19050" dir="5400000" algn="bl" rotWithShape="0">
              <a:srgbClr val="000000">
                <a:alpha val="18040"/>
              </a:srgbClr>
            </a:outerShdw>
          </a:effectLst>
        </p:spPr>
      </p:pic>
      <p:pic>
        <p:nvPicPr>
          <p:cNvPr id="874" name="Google Shape;874;g26b94af6077_0_0"/>
          <p:cNvPicPr preferRelativeResize="0"/>
          <p:nvPr/>
        </p:nvPicPr>
        <p:blipFill rotWithShape="1">
          <a:blip r:embed="rId5">
            <a:alphaModFix/>
          </a:blip>
          <a:srcRect l="159" r="159"/>
          <a:stretch/>
        </p:blipFill>
        <p:spPr>
          <a:xfrm>
            <a:off x="3321259" y="2129450"/>
            <a:ext cx="1147320" cy="821565"/>
          </a:xfrm>
          <a:prstGeom prst="rect">
            <a:avLst/>
          </a:prstGeom>
          <a:noFill/>
          <a:ln>
            <a:noFill/>
          </a:ln>
          <a:effectLst>
            <a:outerShdw blurRad="71438" dist="19050" dir="5400000" algn="bl" rotWithShape="0">
              <a:srgbClr val="000000">
                <a:alpha val="18040"/>
              </a:srgbClr>
            </a:outerShdw>
          </a:effectLst>
        </p:spPr>
      </p:pic>
      <p:pic>
        <p:nvPicPr>
          <p:cNvPr id="875" name="Google Shape;875;g26b94af6077_0_0"/>
          <p:cNvPicPr preferRelativeResize="0"/>
          <p:nvPr/>
        </p:nvPicPr>
        <p:blipFill rotWithShape="1">
          <a:blip r:embed="rId6">
            <a:alphaModFix/>
          </a:blip>
          <a:srcRect l="79" r="69"/>
          <a:stretch/>
        </p:blipFill>
        <p:spPr>
          <a:xfrm>
            <a:off x="4547991" y="2129450"/>
            <a:ext cx="1147320" cy="821566"/>
          </a:xfrm>
          <a:prstGeom prst="rect">
            <a:avLst/>
          </a:prstGeom>
          <a:noFill/>
          <a:ln>
            <a:noFill/>
          </a:ln>
          <a:effectLst>
            <a:outerShdw blurRad="71438" dist="19050" dir="5400000" algn="bl" rotWithShape="0">
              <a:srgbClr val="000000">
                <a:alpha val="18040"/>
              </a:srgbClr>
            </a:outerShdw>
          </a:effectLst>
        </p:spPr>
      </p:pic>
      <p:pic>
        <p:nvPicPr>
          <p:cNvPr id="876" name="Google Shape;876;g26b94af6077_0_0"/>
          <p:cNvPicPr preferRelativeResize="0"/>
          <p:nvPr/>
        </p:nvPicPr>
        <p:blipFill rotWithShape="1">
          <a:blip r:embed="rId7">
            <a:alphaModFix/>
          </a:blip>
          <a:srcRect l="79" r="69"/>
          <a:stretch/>
        </p:blipFill>
        <p:spPr>
          <a:xfrm>
            <a:off x="5774724" y="2129450"/>
            <a:ext cx="1147320" cy="821566"/>
          </a:xfrm>
          <a:prstGeom prst="rect">
            <a:avLst/>
          </a:prstGeom>
          <a:noFill/>
          <a:ln>
            <a:noFill/>
          </a:ln>
          <a:effectLst>
            <a:outerShdw blurRad="71438" dist="19050" dir="5400000" algn="bl" rotWithShape="0">
              <a:srgbClr val="000000">
                <a:alpha val="18040"/>
              </a:srgbClr>
            </a:outerShdw>
          </a:effectLst>
        </p:spPr>
      </p:pic>
      <p:pic>
        <p:nvPicPr>
          <p:cNvPr id="877" name="Google Shape;877;g26b94af6077_0_0"/>
          <p:cNvPicPr preferRelativeResize="0"/>
          <p:nvPr/>
        </p:nvPicPr>
        <p:blipFill rotWithShape="1">
          <a:blip r:embed="rId8">
            <a:alphaModFix/>
          </a:blip>
          <a:srcRect l="79" r="69"/>
          <a:stretch/>
        </p:blipFill>
        <p:spPr>
          <a:xfrm>
            <a:off x="7001457" y="2129450"/>
            <a:ext cx="1147320" cy="821566"/>
          </a:xfrm>
          <a:prstGeom prst="rect">
            <a:avLst/>
          </a:prstGeom>
          <a:noFill/>
          <a:ln>
            <a:noFill/>
          </a:ln>
          <a:effectLst>
            <a:outerShdw blurRad="71438" dist="19050" dir="5400000" algn="bl" rotWithShape="0">
              <a:srgbClr val="000000">
                <a:alpha val="1804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g2cf1f75ecdd_0_158"/>
          <p:cNvSpPr txBox="1">
            <a:spLocks noGrp="1"/>
          </p:cNvSpPr>
          <p:nvPr>
            <p:ph type="title"/>
          </p:nvPr>
        </p:nvSpPr>
        <p:spPr>
          <a:xfrm>
            <a:off x="995275" y="582900"/>
            <a:ext cx="7153500" cy="12432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SzPts val="2400"/>
              <a:buNone/>
            </a:pPr>
            <a:r>
              <a:rPr lang="en-US">
                <a:solidFill>
                  <a:schemeClr val="dk1"/>
                </a:solidFill>
              </a:rPr>
              <a:t>Review Alphabet Song</a:t>
            </a:r>
            <a:endParaRPr/>
          </a:p>
        </p:txBody>
      </p:sp>
      <p:sp>
        <p:nvSpPr>
          <p:cNvPr id="884" name="Google Shape;884;g2cf1f75ecdd_0_158"/>
          <p:cNvSpPr txBox="1"/>
          <p:nvPr/>
        </p:nvSpPr>
        <p:spPr>
          <a:xfrm>
            <a:off x="876925" y="1865475"/>
            <a:ext cx="7272000" cy="3587400"/>
          </a:xfrm>
          <a:prstGeom prst="rect">
            <a:avLst/>
          </a:prstGeom>
          <a:noFill/>
          <a:ln>
            <a:noFill/>
          </a:ln>
        </p:spPr>
        <p:txBody>
          <a:bodyPr spcFirstLastPara="1" wrap="square" lIns="91425" tIns="91425" rIns="91425" bIns="91425" anchor="t" anchorCtr="0">
            <a:noAutofit/>
          </a:bodyPr>
          <a:lstStyle/>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a, b, c, d, e, f, g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h, i, j, k, l, m, n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o, p, q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r, s, t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u v w </a:t>
            </a:r>
            <a:r>
              <a:rPr lang="en-US" sz="2500" b="0" i="0" u="none" strike="noStrike" cap="none">
                <a:solidFill>
                  <a:srgbClr val="D9D9D9"/>
                </a:solidFill>
                <a:latin typeface="Poppins"/>
                <a:ea typeface="Poppins"/>
                <a:cs typeface="Poppins"/>
                <a:sym typeface="Poppins"/>
              </a:rPr>
              <a:t>(pause)</a:t>
            </a:r>
            <a:r>
              <a:rPr lang="en-US" sz="2500" b="0" i="0" u="none" strike="noStrike" cap="none">
                <a:solidFill>
                  <a:schemeClr val="dk1"/>
                </a:solidFill>
                <a:latin typeface="Poppins"/>
                <a:ea typeface="Poppins"/>
                <a:cs typeface="Poppins"/>
                <a:sym typeface="Poppins"/>
              </a:rPr>
              <a:t> x y z </a:t>
            </a:r>
            <a:r>
              <a:rPr lang="en-US" sz="2500" b="0" i="0" u="none" strike="noStrike" cap="none">
                <a:solidFill>
                  <a:srgbClr val="D9D9D9"/>
                </a:solidFill>
                <a:latin typeface="Poppins"/>
                <a:ea typeface="Poppins"/>
                <a:cs typeface="Poppins"/>
                <a:sym typeface="Poppins"/>
              </a:rPr>
              <a:t>(pause)</a:t>
            </a:r>
            <a:endParaRPr sz="2500" b="0" i="0" u="none" strike="noStrike" cap="none">
              <a:solidFill>
                <a:schemeClr val="dk1"/>
              </a:solidFill>
              <a:latin typeface="Poppins"/>
              <a:ea typeface="Poppins"/>
              <a:cs typeface="Poppins"/>
              <a:sym typeface="Poppins"/>
            </a:endParaRPr>
          </a:p>
          <a:p>
            <a:pPr marL="0" marR="0" lvl="0" indent="0" algn="ctr" rtl="0">
              <a:lnSpc>
                <a:spcPct val="120000"/>
              </a:lnSpc>
              <a:spcBef>
                <a:spcPts val="0"/>
              </a:spcBef>
              <a:spcAft>
                <a:spcPts val="0"/>
              </a:spcAft>
              <a:buClr>
                <a:srgbClr val="000000"/>
              </a:buClr>
              <a:buSzPts val="2500"/>
              <a:buFont typeface="Arial"/>
              <a:buNone/>
            </a:pPr>
            <a:r>
              <a:rPr lang="en-US" sz="2500" b="0" i="0" u="none" strike="noStrike" cap="none">
                <a:solidFill>
                  <a:schemeClr val="dk1"/>
                </a:solidFill>
                <a:latin typeface="Poppins"/>
                <a:ea typeface="Poppins"/>
                <a:cs typeface="Poppins"/>
                <a:sym typeface="Poppins"/>
              </a:rPr>
              <a:t>Now I know my abc's, </a:t>
            </a:r>
            <a:br>
              <a:rPr lang="en-US" sz="2500" b="0" i="0" u="none" strike="noStrike" cap="none">
                <a:solidFill>
                  <a:schemeClr val="dk1"/>
                </a:solidFill>
                <a:latin typeface="Poppins"/>
                <a:ea typeface="Poppins"/>
                <a:cs typeface="Poppins"/>
                <a:sym typeface="Poppins"/>
              </a:rPr>
            </a:br>
            <a:r>
              <a:rPr lang="en-US" sz="2500" b="0" i="0" u="none" strike="noStrike" cap="none">
                <a:solidFill>
                  <a:schemeClr val="dk1"/>
                </a:solidFill>
                <a:latin typeface="Poppins"/>
                <a:ea typeface="Poppins"/>
                <a:cs typeface="Poppins"/>
                <a:sym typeface="Poppins"/>
              </a:rPr>
              <a:t>Next time won't you sing with me.</a:t>
            </a:r>
            <a:endParaRPr sz="2500" b="0" i="0" u="none" strike="noStrike" cap="none">
              <a:solidFill>
                <a:schemeClr val="dk1"/>
              </a:solidFill>
              <a:latin typeface="Poppins"/>
              <a:ea typeface="Poppins"/>
              <a:cs typeface="Poppins"/>
              <a:sym typeface="Poppins"/>
            </a:endParaRPr>
          </a:p>
        </p:txBody>
      </p:sp>
      <p:pic>
        <p:nvPicPr>
          <p:cNvPr id="885" name="Google Shape;885;g2cf1f75ecdd_0_158"/>
          <p:cNvPicPr preferRelativeResize="0"/>
          <p:nvPr/>
        </p:nvPicPr>
        <p:blipFill rotWithShape="1">
          <a:blip r:embed="rId3">
            <a:alphaModFix/>
          </a:blip>
          <a:srcRect/>
          <a:stretch/>
        </p:blipFill>
        <p:spPr>
          <a:xfrm>
            <a:off x="2506700" y="4770088"/>
            <a:ext cx="4130601" cy="12432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90"/>
        <p:cNvGrpSpPr/>
        <p:nvPr/>
      </p:nvGrpSpPr>
      <p:grpSpPr>
        <a:xfrm>
          <a:off x="0" y="0"/>
          <a:ext cx="0" cy="0"/>
          <a:chOff x="0" y="0"/>
          <a:chExt cx="0" cy="0"/>
        </a:xfrm>
      </p:grpSpPr>
      <p:sp>
        <p:nvSpPr>
          <p:cNvPr id="891" name="Google Shape;891;g2c186218c5a_0_17"/>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892" name="Google Shape;892;g2c186218c5a_0_17"/>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893" name="Google Shape;893;g2c186218c5a_0_17"/>
          <p:cNvPicPr preferRelativeResize="0"/>
          <p:nvPr/>
        </p:nvPicPr>
        <p:blipFill rotWithShape="1">
          <a:blip r:embed="rId3">
            <a:alphaModFix/>
          </a:blip>
          <a:srcRect/>
          <a:stretch/>
        </p:blipFill>
        <p:spPr>
          <a:xfrm>
            <a:off x="1123196" y="1835625"/>
            <a:ext cx="6897609" cy="2757875"/>
          </a:xfrm>
          <a:prstGeom prst="rect">
            <a:avLst/>
          </a:prstGeom>
          <a:noFill/>
          <a:ln>
            <a:noFill/>
          </a:ln>
          <a:effectLst>
            <a:outerShdw blurRad="71438" dist="19050" dir="5400000" algn="bl" rotWithShape="0">
              <a:srgbClr val="000000">
                <a:alpha val="20000"/>
              </a:srgbClr>
            </a:outerShdw>
          </a:effectLst>
        </p:spPr>
      </p:pic>
      <p:sp>
        <p:nvSpPr>
          <p:cNvPr id="894" name="Google Shape;894;g2c186218c5a_0_17"/>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99"/>
        <p:cNvGrpSpPr/>
        <p:nvPr/>
      </p:nvGrpSpPr>
      <p:grpSpPr>
        <a:xfrm>
          <a:off x="0" y="0"/>
          <a:ext cx="0" cy="0"/>
          <a:chOff x="0" y="0"/>
          <a:chExt cx="0" cy="0"/>
        </a:xfrm>
      </p:grpSpPr>
      <p:sp>
        <p:nvSpPr>
          <p:cNvPr id="900" name="Google Shape;900;g26b641b03cd_0_185"/>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JN691</a:t>
            </a:r>
            <a:endParaRPr dirty="0"/>
          </a:p>
        </p:txBody>
      </p:sp>
      <p:sp>
        <p:nvSpPr>
          <p:cNvPr id="901" name="Google Shape;901;g26b641b03cd_0_185"/>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Hear Phonemes</a:t>
            </a:r>
            <a:endParaRPr/>
          </a:p>
        </p:txBody>
      </p:sp>
      <p:pic>
        <p:nvPicPr>
          <p:cNvPr id="902" name="Google Shape;902;g26b641b03cd_0_185"/>
          <p:cNvPicPr preferRelativeResize="0"/>
          <p:nvPr/>
        </p:nvPicPr>
        <p:blipFill rotWithShape="1">
          <a:blip r:embed="rId3">
            <a:alphaModFix/>
          </a:blip>
          <a:srcRect t="39" b="39"/>
          <a:stretch/>
        </p:blipFill>
        <p:spPr>
          <a:xfrm>
            <a:off x="1123196" y="1835625"/>
            <a:ext cx="6897608" cy="2757875"/>
          </a:xfrm>
          <a:prstGeom prst="rect">
            <a:avLst/>
          </a:prstGeom>
          <a:noFill/>
          <a:ln>
            <a:noFill/>
          </a:ln>
          <a:effectLst>
            <a:outerShdw blurRad="71438" dist="19050" dir="5400000" algn="bl" rotWithShape="0">
              <a:srgbClr val="000000">
                <a:alpha val="20000"/>
              </a:srgbClr>
            </a:outerShdw>
          </a:effectLst>
        </p:spPr>
      </p:pic>
      <p:sp>
        <p:nvSpPr>
          <p:cNvPr id="903" name="Google Shape;903;g26b641b03cd_0_185"/>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08"/>
        <p:cNvGrpSpPr/>
        <p:nvPr/>
      </p:nvGrpSpPr>
      <p:grpSpPr>
        <a:xfrm>
          <a:off x="0" y="0"/>
          <a:ext cx="0" cy="0"/>
          <a:chOff x="0" y="0"/>
          <a:chExt cx="0" cy="0"/>
        </a:xfrm>
      </p:grpSpPr>
      <p:sp>
        <p:nvSpPr>
          <p:cNvPr id="909" name="Google Shape;909;g2c186218c5a_0_4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10" name="Google Shape;910;g2c186218c5a_0_4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Decoding</a:t>
            </a:r>
            <a:endParaRPr/>
          </a:p>
        </p:txBody>
      </p:sp>
      <p:pic>
        <p:nvPicPr>
          <p:cNvPr id="911" name="Google Shape;911;g2c186218c5a_0_40"/>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16"/>
        <p:cNvGrpSpPr/>
        <p:nvPr/>
      </p:nvGrpSpPr>
      <p:grpSpPr>
        <a:xfrm>
          <a:off x="0" y="0"/>
          <a:ext cx="0" cy="0"/>
          <a:chOff x="0" y="0"/>
          <a:chExt cx="0" cy="0"/>
        </a:xfrm>
      </p:grpSpPr>
      <p:sp>
        <p:nvSpPr>
          <p:cNvPr id="917" name="Google Shape;917;g2c4feb0fda9_1_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18" name="Google Shape;918;g2c4feb0fda9_1_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19" name="Google Shape;919;g2c4feb0fda9_1_0"/>
          <p:cNvSpPr/>
          <p:nvPr/>
        </p:nvSpPr>
        <p:spPr>
          <a:xfrm>
            <a:off x="3668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20" name="Google Shape;920;g2c4feb0fda9_1_0"/>
          <p:cNvSpPr/>
          <p:nvPr/>
        </p:nvSpPr>
        <p:spPr>
          <a:xfrm>
            <a:off x="4986600"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21" name="Google Shape;921;g2c4feb0fda9_1_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22" name="Google Shape;922;g2c4feb0fda9_1_0"/>
          <p:cNvSpPr txBox="1">
            <a:spLocks noGrp="1"/>
          </p:cNvSpPr>
          <p:nvPr>
            <p:ph type="subTitle" idx="4294967295"/>
          </p:nvPr>
        </p:nvSpPr>
        <p:spPr>
          <a:xfrm>
            <a:off x="543035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FFD400"/>
                </a:solidFill>
                <a:latin typeface="Jost"/>
                <a:ea typeface="Jost"/>
                <a:cs typeface="Jost"/>
                <a:sym typeface="Jost"/>
              </a:rPr>
              <a:t>ll</a:t>
            </a:r>
            <a:endParaRPr sz="15000" b="0" i="0" u="none" strike="noStrike" cap="none">
              <a:solidFill>
                <a:srgbClr val="FFD400"/>
              </a:solidFill>
              <a:latin typeface="Jost"/>
              <a:ea typeface="Jost"/>
              <a:cs typeface="Jost"/>
              <a:sym typeface="Jost"/>
            </a:endParaRPr>
          </a:p>
        </p:txBody>
      </p:sp>
      <p:sp>
        <p:nvSpPr>
          <p:cNvPr id="923" name="Google Shape;923;g2c4feb0fda9_1_0"/>
          <p:cNvSpPr txBox="1">
            <a:spLocks noGrp="1"/>
          </p:cNvSpPr>
          <p:nvPr>
            <p:ph type="subTitle" idx="4294967295"/>
          </p:nvPr>
        </p:nvSpPr>
        <p:spPr>
          <a:xfrm>
            <a:off x="3098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24" name="Google Shape;924;g2c4feb0fda9_1_0"/>
          <p:cNvSpPr txBox="1">
            <a:spLocks noGrp="1"/>
          </p:cNvSpPr>
          <p:nvPr>
            <p:ph type="subTitle" idx="4294967295"/>
          </p:nvPr>
        </p:nvSpPr>
        <p:spPr>
          <a:xfrm>
            <a:off x="44169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e</a:t>
            </a:r>
            <a:endParaRPr sz="15000" b="0" i="0" u="none" strike="noStrike" cap="none">
              <a:solidFill>
                <a:srgbClr val="ED1C24"/>
              </a:solidFill>
              <a:latin typeface="Jost"/>
              <a:ea typeface="Jost"/>
              <a:cs typeface="Jost"/>
              <a:sym typeface="Jost"/>
            </a:endParaRPr>
          </a:p>
        </p:txBody>
      </p:sp>
      <p:sp>
        <p:nvSpPr>
          <p:cNvPr id="925" name="Google Shape;925;g2c4feb0fda9_1_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6" name="Google Shape;926;g2c4feb0fda9_1_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7" name="Google Shape;927;g2c4feb0fda9_1_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8" name="Google Shape;928;g2c4feb0fda9_1_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9" name="Google Shape;929;g2c4feb0fda9_1_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30" name="Google Shape;930;g2c4feb0fda9_1_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31" name="Google Shape;931;g2c4feb0fda9_1_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32" name="Google Shape;932;g2c4feb0fda9_1_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33" name="Google Shape;933;g2c4feb0fda9_1_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34" name="Google Shape;934;g2c4feb0fda9_1_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35" name="Google Shape;935;g2c4feb0fda9_1_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36" name="Google Shape;936;g2c4feb0fda9_1_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37" name="Google Shape;937;g2c4feb0fda9_1_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38" name="Google Shape;938;g2c4feb0fda9_1_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39" name="Google Shape;939;g2c4feb0fda9_1_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0" name="Google Shape;940;g2c4feb0fda9_1_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41" name="Google Shape;941;g2c4feb0fda9_1_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42" name="Google Shape;942;g2c4feb0fda9_1_0"/>
          <p:cNvSpPr/>
          <p:nvPr/>
        </p:nvSpPr>
        <p:spPr>
          <a:xfrm>
            <a:off x="2525400"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43" name="Google Shape;943;g2c4feb0fda9_1_0"/>
          <p:cNvSpPr txBox="1">
            <a:spLocks noGrp="1"/>
          </p:cNvSpPr>
          <p:nvPr>
            <p:ph type="subTitle" idx="4294967295"/>
          </p:nvPr>
        </p:nvSpPr>
        <p:spPr>
          <a:xfrm>
            <a:off x="19557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44" name="Google Shape;944;g2c4feb0fda9_1_0"/>
          <p:cNvSpPr/>
          <p:nvPr/>
        </p:nvSpPr>
        <p:spPr>
          <a:xfrm>
            <a:off x="5914550" y="4011888"/>
            <a:ext cx="5610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49"/>
        <p:cNvGrpSpPr/>
        <p:nvPr/>
      </p:nvGrpSpPr>
      <p:grpSpPr>
        <a:xfrm>
          <a:off x="0" y="0"/>
          <a:ext cx="0" cy="0"/>
          <a:chOff x="0" y="0"/>
          <a:chExt cx="0" cy="0"/>
        </a:xfrm>
      </p:grpSpPr>
      <p:sp>
        <p:nvSpPr>
          <p:cNvPr id="950" name="Google Shape;950;g2d0611754fe_0_1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SOUND BUTTONS</a:t>
            </a:r>
            <a:endParaRPr/>
          </a:p>
        </p:txBody>
      </p:sp>
      <p:sp>
        <p:nvSpPr>
          <p:cNvPr id="951" name="Google Shape;951;g2d0611754fe_0_1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200"/>
              <a:buNone/>
            </a:pPr>
            <a:r>
              <a:rPr lang="en-US"/>
              <a:t>Model Blending Phonemes</a:t>
            </a:r>
            <a:endParaRPr/>
          </a:p>
        </p:txBody>
      </p:sp>
      <p:sp>
        <p:nvSpPr>
          <p:cNvPr id="952" name="Google Shape;952;g2d0611754fe_0_10"/>
          <p:cNvSpPr/>
          <p:nvPr/>
        </p:nvSpPr>
        <p:spPr>
          <a:xfrm>
            <a:off x="3744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53" name="Google Shape;953;g2d0611754fe_0_10"/>
          <p:cNvSpPr/>
          <p:nvPr/>
        </p:nvSpPr>
        <p:spPr>
          <a:xfrm>
            <a:off x="5062775" y="39068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cxnSp>
        <p:nvCxnSpPr>
          <p:cNvPr id="954" name="Google Shape;954;g2d0611754fe_0_10"/>
          <p:cNvCxnSpPr/>
          <p:nvPr/>
        </p:nvCxnSpPr>
        <p:spPr>
          <a:xfrm>
            <a:off x="2565600" y="4817400"/>
            <a:ext cx="4012800" cy="0"/>
          </a:xfrm>
          <a:prstGeom prst="straightConnector1">
            <a:avLst/>
          </a:prstGeom>
          <a:noFill/>
          <a:ln w="38100" cap="flat" cmpd="sng">
            <a:solidFill>
              <a:srgbClr val="CFD9EF"/>
            </a:solidFill>
            <a:prstDash val="solid"/>
            <a:miter lim="800000"/>
            <a:headEnd type="none" w="sm" len="sm"/>
            <a:tailEnd type="stealth" w="sm" len="sm"/>
          </a:ln>
        </p:spPr>
      </p:cxnSp>
      <p:sp>
        <p:nvSpPr>
          <p:cNvPr id="955" name="Google Shape;955;g2d0611754fe_0_10"/>
          <p:cNvSpPr txBox="1">
            <a:spLocks noGrp="1"/>
          </p:cNvSpPr>
          <p:nvPr>
            <p:ph type="subTitle" idx="4294967295"/>
          </p:nvPr>
        </p:nvSpPr>
        <p:spPr>
          <a:xfrm>
            <a:off x="558272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g</a:t>
            </a:r>
            <a:endParaRPr sz="15000" b="0" i="0" u="none" strike="noStrike" cap="none">
              <a:solidFill>
                <a:srgbClr val="2356AF"/>
              </a:solidFill>
              <a:latin typeface="Jost"/>
              <a:ea typeface="Jost"/>
              <a:cs typeface="Jost"/>
              <a:sym typeface="Jost"/>
            </a:endParaRPr>
          </a:p>
        </p:txBody>
      </p:sp>
      <p:sp>
        <p:nvSpPr>
          <p:cNvPr id="956" name="Google Shape;956;g2d0611754fe_0_10"/>
          <p:cNvSpPr txBox="1">
            <a:spLocks noGrp="1"/>
          </p:cNvSpPr>
          <p:nvPr>
            <p:ph type="subTitle" idx="4294967295"/>
          </p:nvPr>
        </p:nvSpPr>
        <p:spPr>
          <a:xfrm>
            <a:off x="3174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m</a:t>
            </a:r>
            <a:endParaRPr sz="15000" b="0" i="0" u="none" strike="noStrike" cap="none">
              <a:solidFill>
                <a:srgbClr val="2356AF"/>
              </a:solidFill>
              <a:latin typeface="Jost"/>
              <a:ea typeface="Jost"/>
              <a:cs typeface="Jost"/>
              <a:sym typeface="Jost"/>
            </a:endParaRPr>
          </a:p>
        </p:txBody>
      </p:sp>
      <p:sp>
        <p:nvSpPr>
          <p:cNvPr id="957" name="Google Shape;957;g2d0611754fe_0_10"/>
          <p:cNvSpPr txBox="1">
            <a:spLocks noGrp="1"/>
          </p:cNvSpPr>
          <p:nvPr>
            <p:ph type="subTitle" idx="4294967295"/>
          </p:nvPr>
        </p:nvSpPr>
        <p:spPr>
          <a:xfrm>
            <a:off x="4493100"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ED1C24"/>
                </a:solidFill>
                <a:latin typeface="Jost"/>
                <a:ea typeface="Jost"/>
                <a:cs typeface="Jost"/>
                <a:sym typeface="Jost"/>
              </a:rPr>
              <a:t>u</a:t>
            </a:r>
            <a:endParaRPr sz="15000" b="0" i="0" u="none" strike="noStrike" cap="none">
              <a:solidFill>
                <a:srgbClr val="ED1C24"/>
              </a:solidFill>
              <a:latin typeface="Jost"/>
              <a:ea typeface="Jost"/>
              <a:cs typeface="Jost"/>
              <a:sym typeface="Jost"/>
            </a:endParaRPr>
          </a:p>
        </p:txBody>
      </p:sp>
      <p:sp>
        <p:nvSpPr>
          <p:cNvPr id="958" name="Google Shape;958;g2d0611754fe_0_10"/>
          <p:cNvSpPr/>
          <p:nvPr/>
        </p:nvSpPr>
        <p:spPr>
          <a:xfrm>
            <a:off x="4857518" y="7078234"/>
            <a:ext cx="1019700" cy="180000"/>
          </a:xfrm>
          <a:prstGeom prst="rect">
            <a:avLst/>
          </a:prstGeom>
          <a:solidFill>
            <a:srgbClr val="00904C"/>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59" name="Google Shape;959;g2d0611754fe_0_10"/>
          <p:cNvSpPr/>
          <p:nvPr/>
        </p:nvSpPr>
        <p:spPr>
          <a:xfrm>
            <a:off x="5908585" y="7078234"/>
            <a:ext cx="1019700" cy="180000"/>
          </a:xfrm>
          <a:prstGeom prst="rect">
            <a:avLst/>
          </a:prstGeom>
          <a:solidFill>
            <a:srgbClr val="993FA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0" name="Google Shape;960;g2d0611754fe_0_10"/>
          <p:cNvSpPr/>
          <p:nvPr/>
        </p:nvSpPr>
        <p:spPr>
          <a:xfrm>
            <a:off x="2896984" y="7078234"/>
            <a:ext cx="1019700" cy="180000"/>
          </a:xfrm>
          <a:prstGeom prst="rect">
            <a:avLst/>
          </a:prstGeom>
          <a:solidFill>
            <a:srgbClr val="FFD40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1" name="Google Shape;961;g2d0611754fe_0_10"/>
          <p:cNvSpPr/>
          <p:nvPr/>
        </p:nvSpPr>
        <p:spPr>
          <a:xfrm>
            <a:off x="6959652" y="7078234"/>
            <a:ext cx="1019700" cy="180000"/>
          </a:xfrm>
          <a:prstGeom prst="rect">
            <a:avLst/>
          </a:prstGeom>
          <a:solidFill>
            <a:srgbClr val="EF8F2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2" name="Google Shape;962;g2d0611754fe_0_10"/>
          <p:cNvSpPr/>
          <p:nvPr/>
        </p:nvSpPr>
        <p:spPr>
          <a:xfrm>
            <a:off x="8212275" y="6936612"/>
            <a:ext cx="124800" cy="463200"/>
          </a:xfrm>
          <a:prstGeom prst="rect">
            <a:avLst/>
          </a:prstGeom>
          <a:solidFill>
            <a:srgbClr val="BCBEC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63" name="Google Shape;963;g2d0611754fe_0_10"/>
          <p:cNvSpPr txBox="1"/>
          <p:nvPr/>
        </p:nvSpPr>
        <p:spPr>
          <a:xfrm>
            <a:off x="-550" y="6984600"/>
            <a:ext cx="1709700" cy="376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7F7F7F"/>
              </a:buClr>
              <a:buSzPts val="2000"/>
              <a:buFont typeface="Calibri"/>
              <a:buNone/>
            </a:pPr>
            <a:r>
              <a:rPr lang="en-US" sz="1600" b="0" i="0" u="none" strike="noStrike" cap="none">
                <a:solidFill>
                  <a:srgbClr val="000000"/>
                </a:solidFill>
                <a:latin typeface="Poppins"/>
                <a:ea typeface="Poppins"/>
                <a:cs typeface="Poppins"/>
                <a:sym typeface="Poppins"/>
              </a:rPr>
              <a:t>Sound Buttons</a:t>
            </a:r>
            <a:endParaRPr sz="1600" b="0" i="0" u="none" strike="noStrike" cap="none">
              <a:solidFill>
                <a:srgbClr val="000000"/>
              </a:solidFill>
              <a:latin typeface="Poppins"/>
              <a:ea typeface="Poppins"/>
              <a:cs typeface="Poppins"/>
              <a:sym typeface="Poppins"/>
            </a:endParaRPr>
          </a:p>
        </p:txBody>
      </p:sp>
      <p:sp>
        <p:nvSpPr>
          <p:cNvPr id="964" name="Google Shape;964;g2d0611754fe_0_10"/>
          <p:cNvSpPr txBox="1"/>
          <p:nvPr/>
        </p:nvSpPr>
        <p:spPr>
          <a:xfrm>
            <a:off x="1555431" y="7416997"/>
            <a:ext cx="5610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Vowel</a:t>
            </a:r>
            <a:endParaRPr sz="950" b="0" i="0" u="none" strike="noStrike" cap="none">
              <a:solidFill>
                <a:srgbClr val="000000"/>
              </a:solidFill>
              <a:latin typeface="Poppins"/>
              <a:ea typeface="Poppins"/>
              <a:cs typeface="Poppins"/>
              <a:sym typeface="Poppins"/>
            </a:endParaRPr>
          </a:p>
        </p:txBody>
      </p:sp>
      <p:sp>
        <p:nvSpPr>
          <p:cNvPr id="965" name="Google Shape;965;g2d0611754fe_0_10"/>
          <p:cNvSpPr txBox="1"/>
          <p:nvPr/>
        </p:nvSpPr>
        <p:spPr>
          <a:xfrm>
            <a:off x="2116424" y="7417000"/>
            <a:ext cx="9651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a:t>
            </a:r>
            <a:endParaRPr sz="950" b="0" i="0" u="none" strike="noStrike" cap="none">
              <a:solidFill>
                <a:srgbClr val="000000"/>
              </a:solidFill>
              <a:latin typeface="Poppins"/>
              <a:ea typeface="Poppins"/>
              <a:cs typeface="Poppins"/>
              <a:sym typeface="Poppins"/>
            </a:endParaRPr>
          </a:p>
        </p:txBody>
      </p:sp>
      <p:sp>
        <p:nvSpPr>
          <p:cNvPr id="966" name="Google Shape;966;g2d0611754fe_0_10"/>
          <p:cNvSpPr txBox="1"/>
          <p:nvPr/>
        </p:nvSpPr>
        <p:spPr>
          <a:xfrm>
            <a:off x="2886646"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Consonant Digraph</a:t>
            </a:r>
            <a:endParaRPr sz="950" b="0" i="0" u="none" strike="noStrike" cap="none">
              <a:solidFill>
                <a:srgbClr val="000000"/>
              </a:solidFill>
              <a:latin typeface="Poppins"/>
              <a:ea typeface="Poppins"/>
              <a:cs typeface="Poppins"/>
              <a:sym typeface="Poppins"/>
            </a:endParaRPr>
          </a:p>
        </p:txBody>
      </p:sp>
      <p:sp>
        <p:nvSpPr>
          <p:cNvPr id="967" name="Google Shape;967;g2d0611754fe_0_10"/>
          <p:cNvSpPr txBox="1"/>
          <p:nvPr/>
        </p:nvSpPr>
        <p:spPr>
          <a:xfrm>
            <a:off x="4826153"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Long Vowel Sound</a:t>
            </a:r>
            <a:endParaRPr sz="950" b="0" i="0" u="none" strike="noStrike" cap="none">
              <a:solidFill>
                <a:srgbClr val="000000"/>
              </a:solidFill>
              <a:latin typeface="Poppins"/>
              <a:ea typeface="Poppins"/>
              <a:cs typeface="Poppins"/>
              <a:sym typeface="Poppins"/>
            </a:endParaRPr>
          </a:p>
        </p:txBody>
      </p:sp>
      <p:sp>
        <p:nvSpPr>
          <p:cNvPr id="968" name="Google Shape;968;g2d0611754fe_0_10"/>
          <p:cNvSpPr txBox="1"/>
          <p:nvPr/>
        </p:nvSpPr>
        <p:spPr>
          <a:xfrm>
            <a:off x="5707037"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R-controlled Digraph</a:t>
            </a:r>
            <a:endParaRPr sz="950" b="0" i="0" u="none" strike="noStrike" cap="none">
              <a:solidFill>
                <a:srgbClr val="000000"/>
              </a:solidFill>
              <a:latin typeface="Poppins"/>
              <a:ea typeface="Poppins"/>
              <a:cs typeface="Poppins"/>
              <a:sym typeface="Poppins"/>
            </a:endParaRPr>
          </a:p>
        </p:txBody>
      </p:sp>
      <p:sp>
        <p:nvSpPr>
          <p:cNvPr id="969" name="Google Shape;969;g2d0611754fe_0_10"/>
          <p:cNvSpPr txBox="1"/>
          <p:nvPr/>
        </p:nvSpPr>
        <p:spPr>
          <a:xfrm>
            <a:off x="6957664"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Split Digraph</a:t>
            </a:r>
            <a:endParaRPr sz="950" b="0" i="0" u="none" strike="noStrike" cap="none">
              <a:solidFill>
                <a:srgbClr val="000000"/>
              </a:solidFill>
              <a:latin typeface="Poppins"/>
              <a:ea typeface="Poppins"/>
              <a:cs typeface="Poppins"/>
              <a:sym typeface="Poppins"/>
            </a:endParaRPr>
          </a:p>
        </p:txBody>
      </p:sp>
      <p:sp>
        <p:nvSpPr>
          <p:cNvPr id="970" name="Google Shape;970;g2d0611754fe_0_10"/>
          <p:cNvSpPr txBox="1"/>
          <p:nvPr/>
        </p:nvSpPr>
        <p:spPr>
          <a:xfrm>
            <a:off x="7875029" y="7416997"/>
            <a:ext cx="7209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Syllable / Silent Letter</a:t>
            </a:r>
            <a:endParaRPr sz="950" b="0" i="0" u="none" strike="noStrike" cap="none">
              <a:solidFill>
                <a:srgbClr val="000000"/>
              </a:solidFill>
              <a:latin typeface="Poppins"/>
              <a:ea typeface="Poppins"/>
              <a:cs typeface="Poppins"/>
              <a:sym typeface="Poppins"/>
            </a:endParaRPr>
          </a:p>
        </p:txBody>
      </p:sp>
      <p:sp>
        <p:nvSpPr>
          <p:cNvPr id="971" name="Google Shape;971;g2d0611754fe_0_10"/>
          <p:cNvSpPr/>
          <p:nvPr/>
        </p:nvSpPr>
        <p:spPr>
          <a:xfrm>
            <a:off x="1651138" y="6977688"/>
            <a:ext cx="390000" cy="390000"/>
          </a:xfrm>
          <a:prstGeom prst="ellipse">
            <a:avLst/>
          </a:prstGeom>
          <a:solidFill>
            <a:srgbClr val="ED1C24"/>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2" name="Google Shape;972;g2d0611754fe_0_10"/>
          <p:cNvSpPr/>
          <p:nvPr/>
        </p:nvSpPr>
        <p:spPr>
          <a:xfrm>
            <a:off x="2350261" y="6977688"/>
            <a:ext cx="390000" cy="390000"/>
          </a:xfrm>
          <a:prstGeom prst="ellipse">
            <a:avLst/>
          </a:prstGeom>
          <a:solidFill>
            <a:srgbClr val="0072BC"/>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3" name="Google Shape;973;g2d0611754fe_0_10"/>
          <p:cNvSpPr/>
          <p:nvPr/>
        </p:nvSpPr>
        <p:spPr>
          <a:xfrm>
            <a:off x="3948051" y="7078200"/>
            <a:ext cx="878100" cy="180000"/>
          </a:xfrm>
          <a:prstGeom prst="rect">
            <a:avLst/>
          </a:prstGeom>
          <a:solidFill>
            <a:srgbClr val="815137"/>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4" name="Google Shape;974;g2d0611754fe_0_10"/>
          <p:cNvSpPr txBox="1"/>
          <p:nvPr/>
        </p:nvSpPr>
        <p:spPr>
          <a:xfrm>
            <a:off x="3884428" y="7416997"/>
            <a:ext cx="1019700" cy="376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1050"/>
              <a:buFont typeface="Calibri"/>
              <a:buNone/>
            </a:pPr>
            <a:r>
              <a:rPr lang="en-US" sz="950" b="0" i="0" u="none" strike="noStrike" cap="none">
                <a:solidFill>
                  <a:srgbClr val="000000"/>
                </a:solidFill>
                <a:latin typeface="Poppins"/>
                <a:ea typeface="Poppins"/>
                <a:cs typeface="Poppins"/>
                <a:sym typeface="Poppins"/>
              </a:rPr>
              <a:t>Multi Sound</a:t>
            </a:r>
            <a:endParaRPr sz="950" b="0" i="0" u="none" strike="noStrike" cap="none">
              <a:solidFill>
                <a:srgbClr val="000000"/>
              </a:solidFill>
              <a:latin typeface="Poppins"/>
              <a:ea typeface="Poppins"/>
              <a:cs typeface="Poppins"/>
              <a:sym typeface="Poppins"/>
            </a:endParaRPr>
          </a:p>
        </p:txBody>
      </p:sp>
      <p:sp>
        <p:nvSpPr>
          <p:cNvPr id="975" name="Google Shape;975;g2d0611754fe_0_10"/>
          <p:cNvSpPr/>
          <p:nvPr/>
        </p:nvSpPr>
        <p:spPr>
          <a:xfrm>
            <a:off x="260157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976" name="Google Shape;976;g2d0611754fe_0_10"/>
          <p:cNvSpPr txBox="1">
            <a:spLocks noGrp="1"/>
          </p:cNvSpPr>
          <p:nvPr>
            <p:ph type="subTitle" idx="4294967295"/>
          </p:nvPr>
        </p:nvSpPr>
        <p:spPr>
          <a:xfrm>
            <a:off x="2031875" y="1308025"/>
            <a:ext cx="1529400" cy="2371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5000" b="0" i="0" u="none" strike="noStrike" cap="none">
                <a:solidFill>
                  <a:srgbClr val="2356AF"/>
                </a:solidFill>
                <a:latin typeface="Jost"/>
                <a:ea typeface="Jost"/>
                <a:cs typeface="Jost"/>
                <a:sym typeface="Jost"/>
              </a:rPr>
              <a:t>s</a:t>
            </a:r>
            <a:endParaRPr sz="15000" b="0" i="0" u="none" strike="noStrike" cap="none">
              <a:solidFill>
                <a:srgbClr val="2356AF"/>
              </a:solidFill>
              <a:latin typeface="Jost"/>
              <a:ea typeface="Jost"/>
              <a:cs typeface="Jost"/>
              <a:sym typeface="Jost"/>
            </a:endParaRPr>
          </a:p>
        </p:txBody>
      </p:sp>
      <p:sp>
        <p:nvSpPr>
          <p:cNvPr id="977" name="Google Shape;977;g2d0611754fe_0_10"/>
          <p:cNvSpPr/>
          <p:nvPr/>
        </p:nvSpPr>
        <p:spPr>
          <a:xfrm>
            <a:off x="6152425" y="3906888"/>
            <a:ext cx="390000" cy="390000"/>
          </a:xfrm>
          <a:prstGeom prst="ellipse">
            <a:avLst/>
          </a:prstGeom>
          <a:solidFill>
            <a:srgbClr val="2356A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2"/>
        <p:cNvGrpSpPr/>
        <p:nvPr/>
      </p:nvGrpSpPr>
      <p:grpSpPr>
        <a:xfrm>
          <a:off x="0" y="0"/>
          <a:ext cx="0" cy="0"/>
          <a:chOff x="0" y="0"/>
          <a:chExt cx="0" cy="0"/>
        </a:xfrm>
      </p:grpSpPr>
      <p:sp>
        <p:nvSpPr>
          <p:cNvPr id="983" name="Google Shape;983;g2c186218c5a_0_4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 </a:t>
            </a:r>
            <a:endParaRPr/>
          </a:p>
        </p:txBody>
      </p:sp>
      <p:sp>
        <p:nvSpPr>
          <p:cNvPr id="984" name="Google Shape;984;g2c186218c5a_0_4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Explain Encoding</a:t>
            </a:r>
            <a:endParaRPr/>
          </a:p>
        </p:txBody>
      </p:sp>
      <p:pic>
        <p:nvPicPr>
          <p:cNvPr id="985" name="Google Shape;985;g2c186218c5a_0_44"/>
          <p:cNvPicPr preferRelativeResize="0"/>
          <p:nvPr/>
        </p:nvPicPr>
        <p:blipFill rotWithShape="1">
          <a:blip r:embed="rId3">
            <a:alphaModFix/>
          </a:blip>
          <a:srcRect/>
          <a:stretch/>
        </p:blipFill>
        <p:spPr>
          <a:xfrm>
            <a:off x="1127788" y="1389281"/>
            <a:ext cx="6888424" cy="3631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90"/>
        <p:cNvGrpSpPr/>
        <p:nvPr/>
      </p:nvGrpSpPr>
      <p:grpSpPr>
        <a:xfrm>
          <a:off x="0" y="0"/>
          <a:ext cx="0" cy="0"/>
          <a:chOff x="0" y="0"/>
          <a:chExt cx="0" cy="0"/>
        </a:xfrm>
      </p:grpSpPr>
      <p:sp>
        <p:nvSpPr>
          <p:cNvPr id="991" name="Google Shape;991;g26b641b03cd_0_20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992" name="Google Shape;992;g26b641b03cd_0_20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993" name="Google Shape;993;g26b641b03cd_0_204"/>
          <p:cNvPicPr preferRelativeResize="0"/>
          <p:nvPr/>
        </p:nvPicPr>
        <p:blipFill rotWithShape="1">
          <a:blip r:embed="rId3">
            <a:alphaModFix/>
          </a:blip>
          <a:srcRect/>
          <a:stretch/>
        </p:blipFill>
        <p:spPr>
          <a:xfrm>
            <a:off x="2859278" y="1109924"/>
            <a:ext cx="3425169" cy="4114800"/>
          </a:xfrm>
          <a:prstGeom prst="rect">
            <a:avLst/>
          </a:prstGeom>
          <a:noFill/>
          <a:ln>
            <a:noFill/>
          </a:ln>
          <a:effectLst>
            <a:outerShdw blurRad="114300" dist="19050" dir="5400000" algn="bl" rotWithShape="0">
              <a:srgbClr val="000000">
                <a:alpha val="20000"/>
              </a:srgbClr>
            </a:outerShdw>
          </a:effectLst>
        </p:spPr>
      </p:pic>
      <p:sp>
        <p:nvSpPr>
          <p:cNvPr id="994" name="Google Shape;994;g26b641b03cd_0_204"/>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99"/>
        <p:cNvGrpSpPr/>
        <p:nvPr/>
      </p:nvGrpSpPr>
      <p:grpSpPr>
        <a:xfrm>
          <a:off x="0" y="0"/>
          <a:ext cx="0" cy="0"/>
          <a:chOff x="0" y="0"/>
          <a:chExt cx="0" cy="0"/>
        </a:xfrm>
      </p:grpSpPr>
      <p:sp>
        <p:nvSpPr>
          <p:cNvPr id="1000" name="Google Shape;1000;g2c186218c5a_0_4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JN689</a:t>
            </a:r>
            <a:endParaRPr dirty="0"/>
          </a:p>
        </p:txBody>
      </p:sp>
      <p:sp>
        <p:nvSpPr>
          <p:cNvPr id="1001" name="Google Shape;1001;g2c186218c5a_0_48"/>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Build a Decodable Word</a:t>
            </a:r>
            <a:endParaRPr/>
          </a:p>
        </p:txBody>
      </p:sp>
      <p:pic>
        <p:nvPicPr>
          <p:cNvPr id="1002" name="Google Shape;1002;g2c186218c5a_0_48"/>
          <p:cNvPicPr preferRelativeResize="0"/>
          <p:nvPr/>
        </p:nvPicPr>
        <p:blipFill rotWithShape="1">
          <a:blip r:embed="rId3">
            <a:alphaModFix/>
          </a:blip>
          <a:srcRect l="79" r="89"/>
          <a:stretch/>
        </p:blipFill>
        <p:spPr>
          <a:xfrm>
            <a:off x="2859278" y="1109924"/>
            <a:ext cx="3425168" cy="4114800"/>
          </a:xfrm>
          <a:prstGeom prst="rect">
            <a:avLst/>
          </a:prstGeom>
          <a:noFill/>
          <a:ln>
            <a:noFill/>
          </a:ln>
          <a:effectLst>
            <a:outerShdw blurRad="114300" dist="19050" dir="5400000" algn="bl" rotWithShape="0">
              <a:srgbClr val="000000">
                <a:alpha val="20000"/>
              </a:srgbClr>
            </a:outerShdw>
          </a:effectLst>
        </p:spPr>
      </p:pic>
      <p:sp>
        <p:nvSpPr>
          <p:cNvPr id="1003" name="Google Shape;1003;g2c186218c5a_0_4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08"/>
        <p:cNvGrpSpPr/>
        <p:nvPr/>
      </p:nvGrpSpPr>
      <p:grpSpPr>
        <a:xfrm>
          <a:off x="0" y="0"/>
          <a:ext cx="0" cy="0"/>
          <a:chOff x="0" y="0"/>
          <a:chExt cx="0" cy="0"/>
        </a:xfrm>
      </p:grpSpPr>
      <p:sp>
        <p:nvSpPr>
          <p:cNvPr id="1009" name="Google Shape;1009;g26b641b03cd_0_21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10" name="Google Shape;1010;g26b641b03cd_0_213"/>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11" name="Google Shape;1011;g26b641b03cd_0_213"/>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12" name="Google Shape;1012;g26b641b03cd_0_21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17"/>
        <p:cNvGrpSpPr/>
        <p:nvPr/>
      </p:nvGrpSpPr>
      <p:grpSpPr>
        <a:xfrm>
          <a:off x="0" y="0"/>
          <a:ext cx="0" cy="0"/>
          <a:chOff x="0" y="0"/>
          <a:chExt cx="0" cy="0"/>
        </a:xfrm>
      </p:grpSpPr>
      <p:sp>
        <p:nvSpPr>
          <p:cNvPr id="1018" name="Google Shape;1018;g2c186218c5a_0_149"/>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JN692</a:t>
            </a:r>
            <a:endParaRPr dirty="0"/>
          </a:p>
        </p:txBody>
      </p:sp>
      <p:sp>
        <p:nvSpPr>
          <p:cNvPr id="1019" name="Google Shape;1019;g2c186218c5a_0_149"/>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3600"/>
              <a:buNone/>
            </a:pPr>
            <a:r>
              <a:rPr lang="en-US"/>
              <a:t>Practise with Alien Words</a:t>
            </a:r>
            <a:endParaRPr/>
          </a:p>
        </p:txBody>
      </p:sp>
      <p:pic>
        <p:nvPicPr>
          <p:cNvPr id="1020" name="Google Shape;1020;g2c186218c5a_0_149"/>
          <p:cNvPicPr preferRelativeResize="0"/>
          <p:nvPr/>
        </p:nvPicPr>
        <p:blipFill rotWithShape="1">
          <a:blip r:embed="rId3">
            <a:alphaModFix/>
          </a:blip>
          <a:srcRect l="228" r="228"/>
          <a:stretch/>
        </p:blipFill>
        <p:spPr>
          <a:xfrm>
            <a:off x="3273063" y="1365375"/>
            <a:ext cx="2597600" cy="3621551"/>
          </a:xfrm>
          <a:prstGeom prst="rect">
            <a:avLst/>
          </a:prstGeom>
          <a:noFill/>
          <a:ln>
            <a:noFill/>
          </a:ln>
          <a:effectLst>
            <a:outerShdw blurRad="85725" dist="19050" dir="5400000" algn="bl" rotWithShape="0">
              <a:srgbClr val="000000">
                <a:alpha val="20000"/>
              </a:srgbClr>
            </a:outerShdw>
          </a:effectLst>
        </p:spPr>
      </p:pic>
      <p:sp>
        <p:nvSpPr>
          <p:cNvPr id="1021" name="Google Shape;1021;g2c186218c5a_0_149"/>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26"/>
        <p:cNvGrpSpPr/>
        <p:nvPr/>
      </p:nvGrpSpPr>
      <p:grpSpPr>
        <a:xfrm>
          <a:off x="0" y="0"/>
          <a:ext cx="0" cy="0"/>
          <a:chOff x="0" y="0"/>
          <a:chExt cx="0" cy="0"/>
        </a:xfrm>
      </p:grpSpPr>
      <p:sp>
        <p:nvSpPr>
          <p:cNvPr id="1027" name="Google Shape;1027;g26b641b03cd_0_301"/>
          <p:cNvSpPr txBox="1">
            <a:spLocks noGrp="1"/>
          </p:cNvSpPr>
          <p:nvPr>
            <p:ph type="title"/>
          </p:nvPr>
        </p:nvSpPr>
        <p:spPr>
          <a:xfrm>
            <a:off x="967325" y="5568500"/>
            <a:ext cx="72093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28" name="Google Shape;1028;g26b641b03cd_0_30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29" name="Google Shape;1029;g26b641b03cd_0_30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0" name="Google Shape;1030;g26b641b03cd_0_30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g2d0611754fe_0_51"/>
          <p:cNvSpPr txBox="1">
            <a:spLocks noGrp="1"/>
          </p:cNvSpPr>
          <p:nvPr>
            <p:ph type="title"/>
          </p:nvPr>
        </p:nvSpPr>
        <p:spPr>
          <a:xfrm>
            <a:off x="1006100" y="5568500"/>
            <a:ext cx="7131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37" name="Google Shape;1037;g2d0611754fe_0_51"/>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38" name="Google Shape;1038;g2d0611754fe_0_51"/>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39" name="Google Shape;1039;g2d0611754fe_0_51"/>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g2d0611754fe_0_43"/>
          <p:cNvSpPr txBox="1">
            <a:spLocks noGrp="1"/>
          </p:cNvSpPr>
          <p:nvPr>
            <p:ph type="title"/>
          </p:nvPr>
        </p:nvSpPr>
        <p:spPr>
          <a:xfrm>
            <a:off x="973800" y="5568500"/>
            <a:ext cx="71964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46" name="Google Shape;1046;g2d0611754fe_0_43"/>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47" name="Google Shape;1047;g2d0611754fe_0_43"/>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48" name="Google Shape;1048;g2d0611754fe_0_43"/>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FRONT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53"/>
        <p:cNvGrpSpPr/>
        <p:nvPr/>
      </p:nvGrpSpPr>
      <p:grpSpPr>
        <a:xfrm>
          <a:off x="0" y="0"/>
          <a:ext cx="0" cy="0"/>
          <a:chOff x="0" y="0"/>
          <a:chExt cx="0" cy="0"/>
        </a:xfrm>
      </p:grpSpPr>
      <p:sp>
        <p:nvSpPr>
          <p:cNvPr id="1054" name="Google Shape;1054;g26b641b03cd_0_308"/>
          <p:cNvSpPr txBox="1">
            <a:spLocks noGrp="1"/>
          </p:cNvSpPr>
          <p:nvPr>
            <p:ph type="title"/>
          </p:nvPr>
        </p:nvSpPr>
        <p:spPr>
          <a:xfrm>
            <a:off x="986725" y="5568500"/>
            <a:ext cx="7170600" cy="6912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SzPct val="125000"/>
              <a:buNone/>
            </a:pPr>
            <a:r>
              <a:rPr lang="en-US"/>
              <a:t>Practise Common Exception Words</a:t>
            </a:r>
            <a:endParaRPr/>
          </a:p>
        </p:txBody>
      </p:sp>
      <p:sp>
        <p:nvSpPr>
          <p:cNvPr id="1055" name="Google Shape;1055;g26b641b03cd_0_308"/>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fontScale="77500" lnSpcReduction="20000"/>
          </a:bodyPr>
          <a:lstStyle/>
          <a:p>
            <a:pPr marL="0" lvl="0" indent="0" algn="ctr" rtl="0">
              <a:lnSpc>
                <a:spcPct val="90000"/>
              </a:lnSpc>
              <a:spcBef>
                <a:spcPts val="1000"/>
              </a:spcBef>
              <a:spcAft>
                <a:spcPts val="0"/>
              </a:spcAft>
              <a:buSzPts val="1800"/>
              <a:buNone/>
            </a:pPr>
            <a:r>
              <a:rPr lang="en-US" dirty="0"/>
              <a:t>USING JN687</a:t>
            </a:r>
            <a:endParaRPr dirty="0"/>
          </a:p>
        </p:txBody>
      </p:sp>
      <p:pic>
        <p:nvPicPr>
          <p:cNvPr id="1056" name="Google Shape;1056;g26b641b03cd_0_308"/>
          <p:cNvPicPr preferRelativeResize="0"/>
          <p:nvPr/>
        </p:nvPicPr>
        <p:blipFill rotWithShape="1">
          <a:blip r:embed="rId3">
            <a:alphaModFix/>
          </a:blip>
          <a:srcRect t="19" b="29"/>
          <a:stretch/>
        </p:blipFill>
        <p:spPr>
          <a:xfrm>
            <a:off x="2122875" y="1417100"/>
            <a:ext cx="4898249" cy="3500450"/>
          </a:xfrm>
          <a:prstGeom prst="rect">
            <a:avLst/>
          </a:prstGeom>
          <a:noFill/>
          <a:ln>
            <a:noFill/>
          </a:ln>
          <a:effectLst>
            <a:outerShdw blurRad="57150" dist="19050" dir="5400000" algn="bl" rotWithShape="0">
              <a:srgbClr val="000000">
                <a:alpha val="20000"/>
              </a:srgbClr>
            </a:outerShdw>
          </a:effectLst>
        </p:spPr>
      </p:pic>
      <p:sp>
        <p:nvSpPr>
          <p:cNvPr id="1057" name="Google Shape;1057;g26b641b03cd_0_308"/>
          <p:cNvSpPr txBox="1">
            <a:spLocks noGrp="1"/>
          </p:cNvSpPr>
          <p:nvPr>
            <p:ph type="subTitle" idx="1"/>
          </p:nvPr>
        </p:nvSpPr>
        <p:spPr>
          <a:xfrm>
            <a:off x="1360463" y="7080300"/>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SzPts val="1800"/>
              <a:buNone/>
            </a:pPr>
            <a:r>
              <a:rPr lang="en-US"/>
              <a:t>BACK</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g1f3daf8a844_0_64"/>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64" name="Google Shape;1064;g1f3daf8a844_0_64"/>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65" name="Google Shape;1065;g1f3daf8a844_0_64"/>
          <p:cNvGrpSpPr/>
          <p:nvPr/>
        </p:nvGrpSpPr>
        <p:grpSpPr>
          <a:xfrm>
            <a:off x="3024000" y="209875"/>
            <a:ext cx="3096000" cy="454800"/>
            <a:chOff x="3024000" y="209875"/>
            <a:chExt cx="3096000" cy="454800"/>
          </a:xfrm>
        </p:grpSpPr>
        <p:sp>
          <p:nvSpPr>
            <p:cNvPr id="1066" name="Google Shape;1066;g1f3daf8a844_0_64"/>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67" name="Google Shape;1067;g1f3daf8a844_0_64"/>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68" name="Google Shape;1068;g1f3daf8a844_0_64"/>
            <p:cNvPicPr preferRelativeResize="0"/>
            <p:nvPr/>
          </p:nvPicPr>
          <p:blipFill rotWithShape="1">
            <a:blip r:embed="rId3">
              <a:alphaModFix/>
            </a:blip>
            <a:srcRect/>
            <a:stretch/>
          </p:blipFill>
          <p:spPr>
            <a:xfrm>
              <a:off x="3278989" y="302008"/>
              <a:ext cx="214317" cy="246300"/>
            </a:xfrm>
            <a:prstGeom prst="rect">
              <a:avLst/>
            </a:prstGeom>
            <a:noFill/>
            <a:ln>
              <a:noFill/>
            </a:ln>
          </p:spPr>
        </p:pic>
      </p:grpSp>
      <p:cxnSp>
        <p:nvCxnSpPr>
          <p:cNvPr id="1069" name="Google Shape;1069;g1f3daf8a844_0_64"/>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0" name="Google Shape;1070;g1f3daf8a844_0_64"/>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71" name="Google Shape;1071;g1f3daf8a844_0_64"/>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072" name="Google Shape;1072;g1f3daf8a844_0_64"/>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073" name="Google Shape;1073;g1f3daf8a844_0_64"/>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074" name="Google Shape;1074;g1f3daf8a844_0_64"/>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075" name="Google Shape;1075;g1f3daf8a844_0_64"/>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076" name="Google Shape;1076;g1f3daf8a844_0_64"/>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sp>
        <p:nvSpPr>
          <p:cNvPr id="1077" name="Google Shape;1077;g1f3daf8a844_0_64"/>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078" name="Google Shape;1078;g1f3daf8a844_0_64"/>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079" name="Google Shape;1079;g1f3daf8a844_0_64"/>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080" name="Google Shape;1080;g1f3daf8a844_0_64"/>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081" name="Google Shape;1081;g1f3daf8a844_0_64"/>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082" name="Google Shape;1082;g1f3daf8a844_0_64"/>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cxnSp>
        <p:nvCxnSpPr>
          <p:cNvPr id="1083" name="Google Shape;1083;g1f3daf8a844_0_64"/>
          <p:cNvCxnSpPr/>
          <p:nvPr/>
        </p:nvCxnSpPr>
        <p:spPr>
          <a:xfrm>
            <a:off x="1181100" y="3648525"/>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084" name="Google Shape;1084;g1f3daf8a844_0_64"/>
          <p:cNvSpPr txBox="1"/>
          <p:nvPr/>
        </p:nvSpPr>
        <p:spPr>
          <a:xfrm>
            <a:off x="3486803" y="99118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089"/>
        <p:cNvGrpSpPr/>
        <p:nvPr/>
      </p:nvGrpSpPr>
      <p:grpSpPr>
        <a:xfrm>
          <a:off x="0" y="0"/>
          <a:ext cx="0" cy="0"/>
          <a:chOff x="0" y="0"/>
          <a:chExt cx="0" cy="0"/>
        </a:xfrm>
      </p:grpSpPr>
      <p:sp>
        <p:nvSpPr>
          <p:cNvPr id="1090" name="Google Shape;1090;g2d0611754fe_0_60"/>
          <p:cNvSpPr txBox="1">
            <a:spLocks noGrp="1"/>
          </p:cNvSpPr>
          <p:nvPr>
            <p:ph type="subTitle" idx="1"/>
          </p:nvPr>
        </p:nvSpPr>
        <p:spPr>
          <a:xfrm>
            <a:off x="1360463" y="6212475"/>
            <a:ext cx="6423000" cy="3693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1000"/>
              </a:spcBef>
              <a:spcAft>
                <a:spcPts val="0"/>
              </a:spcAft>
              <a:buClr>
                <a:schemeClr val="dk1"/>
              </a:buClr>
              <a:buSzPts val="1800"/>
              <a:buFont typeface="Arial"/>
              <a:buNone/>
            </a:pPr>
            <a:r>
              <a:rPr lang="en-US"/>
              <a:t>USING MAGNETIC LETTERS AND A WHITEBOARD</a:t>
            </a:r>
            <a:endParaRPr/>
          </a:p>
        </p:txBody>
      </p:sp>
      <p:sp>
        <p:nvSpPr>
          <p:cNvPr id="1091" name="Google Shape;1091;g2d0611754fe_0_60"/>
          <p:cNvSpPr txBox="1">
            <a:spLocks noGrp="1"/>
          </p:cNvSpPr>
          <p:nvPr>
            <p:ph type="title"/>
          </p:nvPr>
        </p:nvSpPr>
        <p:spPr>
          <a:xfrm>
            <a:off x="1360463" y="5568500"/>
            <a:ext cx="6423000" cy="6912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SzPts val="3600"/>
              <a:buNone/>
            </a:pPr>
            <a:r>
              <a:rPr lang="en-US"/>
              <a:t>Practise Building Words</a:t>
            </a:r>
            <a:endParaRPr/>
          </a:p>
        </p:txBody>
      </p:sp>
      <p:grpSp>
        <p:nvGrpSpPr>
          <p:cNvPr id="1092" name="Google Shape;1092;g2d0611754fe_0_60"/>
          <p:cNvGrpSpPr/>
          <p:nvPr/>
        </p:nvGrpSpPr>
        <p:grpSpPr>
          <a:xfrm>
            <a:off x="3024000" y="209875"/>
            <a:ext cx="3096000" cy="454800"/>
            <a:chOff x="3024000" y="209875"/>
            <a:chExt cx="3096000" cy="454800"/>
          </a:xfrm>
        </p:grpSpPr>
        <p:sp>
          <p:nvSpPr>
            <p:cNvPr id="1093" name="Google Shape;1093;g2d0611754fe_0_60"/>
            <p:cNvSpPr/>
            <p:nvPr/>
          </p:nvSpPr>
          <p:spPr>
            <a:xfrm>
              <a:off x="3064325" y="209875"/>
              <a:ext cx="3015300" cy="454800"/>
            </a:xfrm>
            <a:prstGeom prst="rect">
              <a:avLst/>
            </a:prstGeom>
            <a:solidFill>
              <a:srgbClr val="FFFFFF"/>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Poppins"/>
                <a:ea typeface="Poppins"/>
                <a:cs typeface="Poppins"/>
                <a:sym typeface="Poppins"/>
              </a:endParaRPr>
            </a:p>
          </p:txBody>
        </p:sp>
        <p:sp>
          <p:nvSpPr>
            <p:cNvPr id="1094" name="Google Shape;1094;g2d0611754fe_0_60"/>
            <p:cNvSpPr/>
            <p:nvPr/>
          </p:nvSpPr>
          <p:spPr>
            <a:xfrm>
              <a:off x="3024000" y="318050"/>
              <a:ext cx="3096000" cy="246300"/>
            </a:xfrm>
            <a:prstGeom prst="rect">
              <a:avLst/>
            </a:prstGeom>
            <a:noFill/>
            <a:ln>
              <a:noFill/>
            </a:ln>
          </p:spPr>
          <p:txBody>
            <a:bodyPr spcFirstLastPara="1" wrap="square" lIns="0" tIns="0" rIns="0" bIns="0" anchor="t" anchorCtr="0">
              <a:noAutofit/>
            </a:bodyPr>
            <a:lstStyle/>
            <a:p>
              <a:pPr marL="0" marR="0" lvl="0" indent="0" algn="ctr" rtl="0">
                <a:lnSpc>
                  <a:spcPct val="100000"/>
                </a:lnSpc>
                <a:spcBef>
                  <a:spcPts val="0"/>
                </a:spcBef>
                <a:spcAft>
                  <a:spcPts val="0"/>
                </a:spcAft>
                <a:buClr>
                  <a:srgbClr val="000000"/>
                </a:buClr>
                <a:buSzPts val="1600"/>
                <a:buFont typeface="Arial"/>
                <a:buNone/>
              </a:pPr>
              <a:r>
                <a:rPr lang="en-US" sz="1600">
                  <a:solidFill>
                    <a:srgbClr val="D8D8D8"/>
                  </a:solidFill>
                  <a:latin typeface="Poppins Medium"/>
                  <a:ea typeface="Poppins Medium"/>
                  <a:cs typeface="Poppins Medium"/>
                  <a:sym typeface="Poppins Medium"/>
                </a:rPr>
                <a:t>PRACTISE</a:t>
              </a:r>
              <a:r>
                <a:rPr lang="en-US" sz="1600" b="0" i="0" u="none" strike="noStrike" cap="none">
                  <a:solidFill>
                    <a:srgbClr val="D8D8D8"/>
                  </a:solidFill>
                  <a:latin typeface="Poppins Medium"/>
                  <a:ea typeface="Poppins Medium"/>
                  <a:cs typeface="Poppins Medium"/>
                  <a:sym typeface="Poppins Medium"/>
                </a:rPr>
                <a:t> – 10MINS</a:t>
              </a:r>
              <a:endParaRPr sz="1400" b="0" i="0" u="none" strike="noStrike" cap="none">
                <a:solidFill>
                  <a:srgbClr val="000000"/>
                </a:solidFill>
                <a:latin typeface="Arial"/>
                <a:ea typeface="Arial"/>
                <a:cs typeface="Arial"/>
                <a:sym typeface="Arial"/>
              </a:endParaRPr>
            </a:p>
          </p:txBody>
        </p:sp>
        <p:pic>
          <p:nvPicPr>
            <p:cNvPr id="1095" name="Google Shape;1095;g2d0611754fe_0_60"/>
            <p:cNvPicPr preferRelativeResize="0"/>
            <p:nvPr/>
          </p:nvPicPr>
          <p:blipFill rotWithShape="1">
            <a:blip r:embed="rId3">
              <a:alphaModFix/>
            </a:blip>
            <a:srcRect/>
            <a:stretch/>
          </p:blipFill>
          <p:spPr>
            <a:xfrm>
              <a:off x="3278989" y="302008"/>
              <a:ext cx="214317" cy="246300"/>
            </a:xfrm>
            <a:prstGeom prst="rect">
              <a:avLst/>
            </a:prstGeom>
            <a:noFill/>
            <a:ln>
              <a:noFill/>
            </a:ln>
          </p:spPr>
        </p:pic>
      </p:grpSp>
      <p:sp>
        <p:nvSpPr>
          <p:cNvPr id="1096" name="Google Shape;1096;g2d0611754fe_0_60"/>
          <p:cNvSpPr txBox="1">
            <a:spLocks noGrp="1"/>
          </p:cNvSpPr>
          <p:nvPr>
            <p:ph type="subTitle" idx="4294967295"/>
          </p:nvPr>
        </p:nvSpPr>
        <p:spPr>
          <a:xfrm>
            <a:off x="1193375" y="3501975"/>
            <a:ext cx="6781800" cy="2931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1000"/>
              </a:spcBef>
              <a:spcAft>
                <a:spcPts val="0"/>
              </a:spcAft>
              <a:buClr>
                <a:schemeClr val="dk1"/>
              </a:buClr>
              <a:buSzPts val="2800"/>
              <a:buFont typeface="Poppins"/>
              <a:buNone/>
            </a:pPr>
            <a:r>
              <a:rPr lang="en-US" sz="1800" b="0" i="0" u="none" strike="noStrike" cap="none">
                <a:solidFill>
                  <a:srgbClr val="B7B7B7"/>
                </a:solidFill>
                <a:latin typeface="Jost"/>
                <a:ea typeface="Jost"/>
                <a:cs typeface="Jost"/>
                <a:sym typeface="Jost"/>
              </a:rPr>
              <a:t>sm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sh sm</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ck smug swim sw</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m swing sw</a:t>
            </a:r>
            <a:r>
              <a:rPr lang="en-US" sz="1500" b="0" i="0" u="none" strike="noStrike" cap="none">
                <a:solidFill>
                  <a:srgbClr val="B7B7B7"/>
                </a:solidFill>
                <a:latin typeface="Poppins"/>
                <a:ea typeface="Poppins"/>
                <a:cs typeface="Poppins"/>
                <a:sym typeface="Poppins"/>
              </a:rPr>
              <a:t>a</a:t>
            </a:r>
            <a:r>
              <a:rPr lang="en-US" sz="1800" b="0" i="0" u="none" strike="noStrike" cap="none">
                <a:solidFill>
                  <a:srgbClr val="B7B7B7"/>
                </a:solidFill>
                <a:latin typeface="Jost"/>
                <a:ea typeface="Jost"/>
                <a:cs typeface="Jost"/>
                <a:sym typeface="Jost"/>
              </a:rPr>
              <a:t>t</a:t>
            </a:r>
            <a:endParaRPr sz="1800" b="0" i="0" u="none" strike="noStrike" cap="none">
              <a:solidFill>
                <a:srgbClr val="B7B7B7"/>
              </a:solidFill>
              <a:latin typeface="Jost"/>
              <a:ea typeface="Jost"/>
              <a:cs typeface="Jost"/>
              <a:sym typeface="Jost"/>
            </a:endParaRPr>
          </a:p>
        </p:txBody>
      </p:sp>
      <p:cxnSp>
        <p:nvCxnSpPr>
          <p:cNvPr id="1097" name="Google Shape;1097;g2d0611754fe_0_60"/>
          <p:cNvCxnSpPr/>
          <p:nvPr/>
        </p:nvCxnSpPr>
        <p:spPr>
          <a:xfrm>
            <a:off x="1181100" y="3919050"/>
            <a:ext cx="6781800" cy="0"/>
          </a:xfrm>
          <a:prstGeom prst="straightConnector1">
            <a:avLst/>
          </a:prstGeom>
          <a:noFill/>
          <a:ln w="19050" cap="flat" cmpd="sng">
            <a:solidFill>
              <a:srgbClr val="CFD9EF"/>
            </a:solidFill>
            <a:prstDash val="solid"/>
            <a:miter lim="800000"/>
            <a:headEnd type="none" w="sm" len="sm"/>
            <a:tailEnd type="none" w="sm" len="sm"/>
          </a:ln>
        </p:spPr>
      </p:cxnSp>
      <p:cxnSp>
        <p:nvCxnSpPr>
          <p:cNvPr id="1098" name="Google Shape;1098;g2d0611754fe_0_60"/>
          <p:cNvCxnSpPr/>
          <p:nvPr/>
        </p:nvCxnSpPr>
        <p:spPr>
          <a:xfrm>
            <a:off x="1181100" y="4473239"/>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099" name="Google Shape;1099;g2d0611754fe_0_60"/>
          <p:cNvCxnSpPr/>
          <p:nvPr/>
        </p:nvCxnSpPr>
        <p:spPr>
          <a:xfrm>
            <a:off x="1181100" y="4225358"/>
            <a:ext cx="6781800" cy="0"/>
          </a:xfrm>
          <a:prstGeom prst="straightConnector1">
            <a:avLst/>
          </a:prstGeom>
          <a:noFill/>
          <a:ln w="28575" cap="flat" cmpd="sng">
            <a:solidFill>
              <a:srgbClr val="C2EDFF"/>
            </a:solidFill>
            <a:prstDash val="lgDash"/>
            <a:miter lim="800000"/>
            <a:headEnd type="none" w="sm" len="sm"/>
            <a:tailEnd type="none" w="sm" len="sm"/>
          </a:ln>
        </p:spPr>
      </p:cxnSp>
      <p:cxnSp>
        <p:nvCxnSpPr>
          <p:cNvPr id="1100" name="Google Shape;1100;g2d0611754fe_0_60"/>
          <p:cNvCxnSpPr/>
          <p:nvPr/>
        </p:nvCxnSpPr>
        <p:spPr>
          <a:xfrm>
            <a:off x="1181100" y="4848175"/>
            <a:ext cx="6781800" cy="0"/>
          </a:xfrm>
          <a:prstGeom prst="straightConnector1">
            <a:avLst/>
          </a:prstGeom>
          <a:noFill/>
          <a:ln w="28575" cap="flat" cmpd="sng">
            <a:solidFill>
              <a:srgbClr val="C2EDFF"/>
            </a:solidFill>
            <a:prstDash val="solid"/>
            <a:miter lim="800000"/>
            <a:headEnd type="none" w="sm" len="sm"/>
            <a:tailEnd type="none" w="sm" len="sm"/>
          </a:ln>
        </p:spPr>
      </p:cxnSp>
      <p:cxnSp>
        <p:nvCxnSpPr>
          <p:cNvPr id="1101" name="Google Shape;1101;g2d0611754fe_0_60"/>
          <p:cNvCxnSpPr/>
          <p:nvPr/>
        </p:nvCxnSpPr>
        <p:spPr>
          <a:xfrm>
            <a:off x="1181100" y="5000333"/>
            <a:ext cx="6781800" cy="0"/>
          </a:xfrm>
          <a:prstGeom prst="straightConnector1">
            <a:avLst/>
          </a:prstGeom>
          <a:noFill/>
          <a:ln w="28575" cap="flat" cmpd="sng">
            <a:solidFill>
              <a:srgbClr val="C2EDFF"/>
            </a:solidFill>
            <a:prstDash val="lgDash"/>
            <a:miter lim="800000"/>
            <a:headEnd type="none" w="sm" len="sm"/>
            <a:tailEnd type="none" w="sm" len="sm"/>
          </a:ln>
        </p:spPr>
      </p:cxnSp>
      <p:sp>
        <p:nvSpPr>
          <p:cNvPr id="1102" name="Google Shape;1102;g2d0611754fe_0_60"/>
          <p:cNvSpPr txBox="1"/>
          <p:nvPr/>
        </p:nvSpPr>
        <p:spPr>
          <a:xfrm>
            <a:off x="2333951"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m</a:t>
            </a:r>
            <a:endParaRPr sz="5500" b="0" i="0" u="none" strike="noStrike" cap="none">
              <a:solidFill>
                <a:srgbClr val="2356AF"/>
              </a:solidFill>
              <a:latin typeface="Jost"/>
              <a:ea typeface="Jost"/>
              <a:cs typeface="Jost"/>
              <a:sym typeface="Jost"/>
            </a:endParaRPr>
          </a:p>
        </p:txBody>
      </p:sp>
      <p:sp>
        <p:nvSpPr>
          <p:cNvPr id="1103" name="Google Shape;1103;g2d0611754fe_0_60"/>
          <p:cNvSpPr txBox="1"/>
          <p:nvPr/>
        </p:nvSpPr>
        <p:spPr>
          <a:xfrm>
            <a:off x="5792506"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ck</a:t>
            </a:r>
            <a:endParaRPr sz="5500" b="0" i="0" u="none" strike="noStrike" cap="none">
              <a:solidFill>
                <a:srgbClr val="FFD400"/>
              </a:solidFill>
              <a:latin typeface="Jost"/>
              <a:ea typeface="Jost"/>
              <a:cs typeface="Jost"/>
              <a:sym typeface="Jost"/>
            </a:endParaRPr>
          </a:p>
        </p:txBody>
      </p:sp>
      <p:sp>
        <p:nvSpPr>
          <p:cNvPr id="1104" name="Google Shape;1104;g2d0611754fe_0_60"/>
          <p:cNvSpPr txBox="1"/>
          <p:nvPr/>
        </p:nvSpPr>
        <p:spPr>
          <a:xfrm>
            <a:off x="1181100"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s</a:t>
            </a:r>
            <a:endParaRPr sz="5500" b="0" i="0" u="none" strike="noStrike" cap="none">
              <a:solidFill>
                <a:srgbClr val="2356AF"/>
              </a:solidFill>
              <a:latin typeface="Jost"/>
              <a:ea typeface="Jost"/>
              <a:cs typeface="Jost"/>
              <a:sym typeface="Jost"/>
            </a:endParaRPr>
          </a:p>
        </p:txBody>
      </p:sp>
      <p:sp>
        <p:nvSpPr>
          <p:cNvPr id="1105" name="Google Shape;1105;g2d0611754fe_0_60"/>
          <p:cNvSpPr txBox="1"/>
          <p:nvPr/>
        </p:nvSpPr>
        <p:spPr>
          <a:xfrm>
            <a:off x="4639654"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sh</a:t>
            </a:r>
            <a:endParaRPr sz="5500" b="0" i="0" u="none" strike="noStrike" cap="none">
              <a:solidFill>
                <a:srgbClr val="FFD400"/>
              </a:solidFill>
              <a:latin typeface="Jost"/>
              <a:ea typeface="Jost"/>
              <a:cs typeface="Jost"/>
              <a:sym typeface="Jost"/>
            </a:endParaRPr>
          </a:p>
        </p:txBody>
      </p:sp>
      <p:cxnSp>
        <p:nvCxnSpPr>
          <p:cNvPr id="1106" name="Google Shape;1106;g2d0611754fe_0_60"/>
          <p:cNvCxnSpPr/>
          <p:nvPr/>
        </p:nvCxnSpPr>
        <p:spPr>
          <a:xfrm>
            <a:off x="1181100" y="3378000"/>
            <a:ext cx="6781800" cy="0"/>
          </a:xfrm>
          <a:prstGeom prst="straightConnector1">
            <a:avLst/>
          </a:prstGeom>
          <a:noFill/>
          <a:ln w="19050" cap="flat" cmpd="sng">
            <a:solidFill>
              <a:srgbClr val="CFD9EF"/>
            </a:solidFill>
            <a:prstDash val="solid"/>
            <a:miter lim="800000"/>
            <a:headEnd type="none" w="sm" len="sm"/>
            <a:tailEnd type="none" w="sm" len="sm"/>
          </a:ln>
        </p:spPr>
      </p:cxnSp>
      <p:sp>
        <p:nvSpPr>
          <p:cNvPr id="1107" name="Google Shape;1107;g2d0611754fe_0_60"/>
          <p:cNvSpPr txBox="1"/>
          <p:nvPr/>
        </p:nvSpPr>
        <p:spPr>
          <a:xfrm>
            <a:off x="6945355" y="960050"/>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u</a:t>
            </a:r>
            <a:endParaRPr sz="5500" b="0" i="0" u="none" strike="noStrike" cap="none">
              <a:solidFill>
                <a:srgbClr val="ED1C24"/>
              </a:solidFill>
              <a:latin typeface="Jost"/>
              <a:ea typeface="Jost"/>
              <a:cs typeface="Jost"/>
              <a:sym typeface="Jost"/>
            </a:endParaRPr>
          </a:p>
        </p:txBody>
      </p:sp>
      <p:sp>
        <p:nvSpPr>
          <p:cNvPr id="1108" name="Google Shape;1108;g2d0611754fe_0_60"/>
          <p:cNvSpPr txBox="1"/>
          <p:nvPr/>
        </p:nvSpPr>
        <p:spPr>
          <a:xfrm>
            <a:off x="2910348"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w</a:t>
            </a:r>
            <a:endParaRPr sz="5500" b="0" i="0" u="none" strike="noStrike" cap="none">
              <a:solidFill>
                <a:srgbClr val="2356AF"/>
              </a:solidFill>
              <a:latin typeface="Jost"/>
              <a:ea typeface="Jost"/>
              <a:cs typeface="Jost"/>
              <a:sym typeface="Jost"/>
            </a:endParaRPr>
          </a:p>
        </p:txBody>
      </p:sp>
      <p:sp>
        <p:nvSpPr>
          <p:cNvPr id="1109" name="Google Shape;1109;g2d0611754fe_0_60"/>
          <p:cNvSpPr txBox="1"/>
          <p:nvPr/>
        </p:nvSpPr>
        <p:spPr>
          <a:xfrm>
            <a:off x="6368903"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t</a:t>
            </a:r>
            <a:endParaRPr sz="5500" b="0" i="0" u="none" strike="noStrike" cap="none">
              <a:solidFill>
                <a:srgbClr val="FFD403"/>
              </a:solidFill>
              <a:latin typeface="Jost"/>
              <a:ea typeface="Jost"/>
              <a:cs typeface="Jost"/>
              <a:sym typeface="Jost"/>
            </a:endParaRPr>
          </a:p>
        </p:txBody>
      </p:sp>
      <p:sp>
        <p:nvSpPr>
          <p:cNvPr id="1110" name="Google Shape;1110;g2d0611754fe_0_60"/>
          <p:cNvSpPr txBox="1"/>
          <p:nvPr/>
        </p:nvSpPr>
        <p:spPr>
          <a:xfrm>
            <a:off x="1757497"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2356AF"/>
                </a:solidFill>
                <a:latin typeface="Jost"/>
                <a:ea typeface="Jost"/>
                <a:cs typeface="Jost"/>
                <a:sym typeface="Jost"/>
              </a:rPr>
              <a:t>g</a:t>
            </a:r>
            <a:endParaRPr sz="5500" b="0" i="0" u="none" strike="noStrike" cap="none">
              <a:solidFill>
                <a:srgbClr val="2356AF"/>
              </a:solidFill>
              <a:latin typeface="Jost"/>
              <a:ea typeface="Jost"/>
              <a:cs typeface="Jost"/>
              <a:sym typeface="Jost"/>
            </a:endParaRPr>
          </a:p>
        </p:txBody>
      </p:sp>
      <p:sp>
        <p:nvSpPr>
          <p:cNvPr id="1111" name="Google Shape;1111;g2d0611754fe_0_60"/>
          <p:cNvSpPr txBox="1"/>
          <p:nvPr/>
        </p:nvSpPr>
        <p:spPr>
          <a:xfrm>
            <a:off x="4063200"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FFD400"/>
                </a:solidFill>
                <a:latin typeface="Jost"/>
                <a:ea typeface="Jost"/>
                <a:cs typeface="Jost"/>
                <a:sym typeface="Jost"/>
              </a:rPr>
              <a:t>ng</a:t>
            </a:r>
            <a:endParaRPr sz="5500" b="0" i="0" u="none" strike="noStrike" cap="none">
              <a:solidFill>
                <a:srgbClr val="FFD400"/>
              </a:solidFill>
              <a:latin typeface="Jost"/>
              <a:ea typeface="Jost"/>
              <a:cs typeface="Jost"/>
              <a:sym typeface="Jost"/>
            </a:endParaRPr>
          </a:p>
        </p:txBody>
      </p:sp>
      <p:sp>
        <p:nvSpPr>
          <p:cNvPr id="1112" name="Google Shape;1112;g2d0611754fe_0_60"/>
          <p:cNvSpPr txBox="1"/>
          <p:nvPr/>
        </p:nvSpPr>
        <p:spPr>
          <a:xfrm>
            <a:off x="5216051" y="2160375"/>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5500" b="0" i="0" u="none" strike="noStrike" cap="none">
                <a:solidFill>
                  <a:srgbClr val="ED1C24"/>
                </a:solidFill>
                <a:latin typeface="Jost"/>
                <a:ea typeface="Jost"/>
                <a:cs typeface="Jost"/>
                <a:sym typeface="Jost"/>
              </a:rPr>
              <a:t>i</a:t>
            </a:r>
            <a:endParaRPr sz="5500" b="0" i="0" u="none" strike="noStrike" cap="none">
              <a:solidFill>
                <a:srgbClr val="ED1C24"/>
              </a:solidFill>
              <a:latin typeface="Jost"/>
              <a:ea typeface="Jost"/>
              <a:cs typeface="Jost"/>
              <a:sym typeface="Jost"/>
            </a:endParaRPr>
          </a:p>
        </p:txBody>
      </p:sp>
      <p:sp>
        <p:nvSpPr>
          <p:cNvPr id="1113" name="Google Shape;1113;g2d0611754fe_0_60"/>
          <p:cNvSpPr txBox="1"/>
          <p:nvPr/>
        </p:nvSpPr>
        <p:spPr>
          <a:xfrm>
            <a:off x="3486803" y="991181"/>
            <a:ext cx="1017600" cy="752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8000"/>
              <a:buFont typeface="Arial"/>
              <a:buNone/>
            </a:pPr>
            <a:r>
              <a:rPr lang="en-US" sz="4800" b="0" i="0" u="none" strike="noStrike" cap="none">
                <a:solidFill>
                  <a:srgbClr val="ED1C24"/>
                </a:solidFill>
                <a:latin typeface="Poppins"/>
                <a:ea typeface="Poppins"/>
                <a:cs typeface="Poppins"/>
                <a:sym typeface="Poppins"/>
              </a:rPr>
              <a:t>a</a:t>
            </a:r>
            <a:endParaRPr sz="4800" b="0" i="0" u="none" strike="noStrike" cap="none">
              <a:solidFill>
                <a:srgbClr val="ED1C24"/>
              </a:solidFill>
              <a:latin typeface="Jost"/>
              <a:ea typeface="Jost"/>
              <a:cs typeface="Jost"/>
              <a:sym typeface="Jost"/>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487</Words>
  <Application>Microsoft Office PowerPoint</Application>
  <PresentationFormat>On-screen Show (4:3)</PresentationFormat>
  <Paragraphs>146</Paragraphs>
  <Slides>24</Slides>
  <Notes>24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Poppins Medium</vt:lpstr>
      <vt:lpstr>Nunito Black</vt:lpstr>
      <vt:lpstr>Poppins SemiBold</vt:lpstr>
      <vt:lpstr>Calibri</vt:lpstr>
      <vt:lpstr>Poppins</vt:lpstr>
      <vt:lpstr>Jost</vt:lpstr>
      <vt:lpstr>Arial</vt:lpstr>
      <vt:lpstr>Office Theme</vt:lpstr>
      <vt:lpstr>PowerPoint Presentation</vt:lpstr>
      <vt:lpstr>PowerPoint Presentation</vt:lpstr>
      <vt:lpstr>Recall all GPCs learned so far using flashcards.</vt:lpstr>
      <vt:lpstr>Recall all GPCs learned so far using flashcards.</vt:lpstr>
      <vt:lpstr>Review Phase 2 Common Exception Words  as I is no go to into the put his has of pull full.</vt:lpstr>
      <vt:lpstr>Review Phase 3 Common Exception Words push they me we be he she my by looked you are there here were all sure.</vt:lpstr>
      <vt:lpstr>PowerPoint Presentation</vt:lpstr>
      <vt:lpstr>Review Alphabet Song</vt:lpstr>
      <vt:lpstr>Hear Phonemes</vt:lpstr>
      <vt:lpstr>Hear Phonemes</vt:lpstr>
      <vt:lpstr>Explain Decoding</vt:lpstr>
      <vt:lpstr>Model Blending Phonemes</vt:lpstr>
      <vt:lpstr>Model Blending Phonemes</vt:lpstr>
      <vt:lpstr>Explain Encoding</vt:lpstr>
      <vt:lpstr>Build a Decodable Word</vt:lpstr>
      <vt:lpstr>Build a Decodable Word</vt:lpstr>
      <vt:lpstr>Practise with Alien Words</vt:lpstr>
      <vt:lpstr>Practise with Alien Words</vt:lpstr>
      <vt:lpstr>Practise Common Exception Words</vt:lpstr>
      <vt:lpstr>Practise Common Exception Words</vt:lpstr>
      <vt:lpstr>Practise Common Exception Words</vt:lpstr>
      <vt:lpstr>Practise Common Exception Words</vt:lpstr>
      <vt:lpstr>Practise Building Words</vt:lpstr>
      <vt:lpstr>Practise Building Words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Junior Learning</dc:creator>
  <cp:lastModifiedBy>Lauren McNally</cp:lastModifiedBy>
  <cp:revision>1</cp:revision>
  <dcterms:created xsi:type="dcterms:W3CDTF">2021-01-13T00:47:47Z</dcterms:created>
  <dcterms:modified xsi:type="dcterms:W3CDTF">2026-05-14T04:00:18Z</dcterms:modified>
</cp:coreProperties>
</file>