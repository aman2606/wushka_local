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Z6r09q1WiyR5W68sEqLzEMYWS1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5A9A6D-29DA-4ABF-8583-91B55BF97388}">
  <a:tblStyle styleId="{4F5A9A6D-29DA-4ABF-8583-91B55BF9738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d27f4a22fe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d27f4a22fe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d27f4a22fe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d284f23b4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d284f23b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d284f23b4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09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20140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/ee/</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2 -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10</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slide" Target="slide11.xml"/><Relationship Id="rId5" Type="http://schemas.openxmlformats.org/officeDocument/2006/relationships/image" Target="../media/image13.png"/><Relationship Id="rId10" Type="http://schemas.openxmlformats.org/officeDocument/2006/relationships/slide" Target="slide20.xml"/><Relationship Id="rId4" Type="http://schemas.openxmlformats.org/officeDocument/2006/relationships/image" Target="../media/image12.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2" Type="http://schemas.openxmlformats.org/officeDocument/2006/relationships/notesSlide" Target="../notesSlides/notesSlide3.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11.png"/><Relationship Id="rId26" Type="http://schemas.openxmlformats.org/officeDocument/2006/relationships/image" Target="../media/image61.png"/><Relationship Id="rId3" Type="http://schemas.openxmlformats.org/officeDocument/2006/relationships/image" Target="../media/image39.png"/><Relationship Id="rId21" Type="http://schemas.openxmlformats.org/officeDocument/2006/relationships/image" Target="../media/image56.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0.png"/><Relationship Id="rId2" Type="http://schemas.openxmlformats.org/officeDocument/2006/relationships/notesSlide" Target="../notesSlides/notesSlide4.xml"/><Relationship Id="rId16" Type="http://schemas.openxmlformats.org/officeDocument/2006/relationships/image" Target="../media/image52.png"/><Relationship Id="rId20" Type="http://schemas.openxmlformats.org/officeDocument/2006/relationships/image" Target="../media/image55.png"/><Relationship Id="rId29" Type="http://schemas.openxmlformats.org/officeDocument/2006/relationships/image" Target="../media/image64.png"/><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7.png"/><Relationship Id="rId24" Type="http://schemas.openxmlformats.org/officeDocument/2006/relationships/image" Target="../media/image59.png"/><Relationship Id="rId5" Type="http://schemas.openxmlformats.org/officeDocument/2006/relationships/image" Target="../media/image41.png"/><Relationship Id="rId15" Type="http://schemas.openxmlformats.org/officeDocument/2006/relationships/image" Target="../media/image51.png"/><Relationship Id="rId23" Type="http://schemas.openxmlformats.org/officeDocument/2006/relationships/image" Target="../media/image58.png"/><Relationship Id="rId28" Type="http://schemas.openxmlformats.org/officeDocument/2006/relationships/image" Target="../media/image63.png"/><Relationship Id="rId10" Type="http://schemas.openxmlformats.org/officeDocument/2006/relationships/image" Target="../media/image46.png"/><Relationship Id="rId19" Type="http://schemas.openxmlformats.org/officeDocument/2006/relationships/image" Target="../media/image54.png"/><Relationship Id="rId31" Type="http://schemas.openxmlformats.org/officeDocument/2006/relationships/image" Target="../media/image6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7.png"/><Relationship Id="rId27" Type="http://schemas.openxmlformats.org/officeDocument/2006/relationships/image" Target="../media/image62.png"/><Relationship Id="rId30" Type="http://schemas.openxmlformats.org/officeDocument/2006/relationships/image" Target="../media/image65.png"/></Relationships>
</file>

<file path=ppt/slides/_rels/slide5.xml.rels><?xml version="1.0" encoding="UTF-8" standalone="yes"?>
<Relationships xmlns="http://schemas.openxmlformats.org/package/2006/relationships"><Relationship Id="rId13" Type="http://schemas.openxmlformats.org/officeDocument/2006/relationships/image" Target="../media/image77.png"/><Relationship Id="rId18" Type="http://schemas.openxmlformats.org/officeDocument/2006/relationships/image" Target="../media/image82.png"/><Relationship Id="rId26" Type="http://schemas.openxmlformats.org/officeDocument/2006/relationships/image" Target="../media/image9.png"/><Relationship Id="rId39" Type="http://schemas.openxmlformats.org/officeDocument/2006/relationships/image" Target="../media/image100.png"/><Relationship Id="rId21" Type="http://schemas.openxmlformats.org/officeDocument/2006/relationships/image" Target="../media/image85.png"/><Relationship Id="rId34" Type="http://schemas.openxmlformats.org/officeDocument/2006/relationships/image" Target="../media/image96.png"/><Relationship Id="rId42" Type="http://schemas.openxmlformats.org/officeDocument/2006/relationships/image" Target="../media/image103.png"/><Relationship Id="rId7"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80.png"/><Relationship Id="rId20" Type="http://schemas.openxmlformats.org/officeDocument/2006/relationships/image" Target="../media/image84.png"/><Relationship Id="rId29" Type="http://schemas.openxmlformats.org/officeDocument/2006/relationships/image" Target="../media/image91.png"/><Relationship Id="rId41"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0.png"/><Relationship Id="rId11" Type="http://schemas.openxmlformats.org/officeDocument/2006/relationships/image" Target="../media/image75.png"/><Relationship Id="rId24" Type="http://schemas.openxmlformats.org/officeDocument/2006/relationships/image" Target="../media/image88.png"/><Relationship Id="rId32" Type="http://schemas.openxmlformats.org/officeDocument/2006/relationships/image" Target="../media/image94.png"/><Relationship Id="rId37" Type="http://schemas.openxmlformats.org/officeDocument/2006/relationships/image" Target="../media/image98.png"/><Relationship Id="rId40" Type="http://schemas.openxmlformats.org/officeDocument/2006/relationships/image" Target="../media/image101.png"/><Relationship Id="rId5" Type="http://schemas.openxmlformats.org/officeDocument/2006/relationships/image" Target="../media/image69.png"/><Relationship Id="rId15" Type="http://schemas.openxmlformats.org/officeDocument/2006/relationships/image" Target="../media/image79.png"/><Relationship Id="rId23" Type="http://schemas.openxmlformats.org/officeDocument/2006/relationships/image" Target="../media/image87.png"/><Relationship Id="rId28" Type="http://schemas.openxmlformats.org/officeDocument/2006/relationships/image" Target="../media/image8.png"/><Relationship Id="rId36" Type="http://schemas.openxmlformats.org/officeDocument/2006/relationships/image" Target="../media/image97.png"/><Relationship Id="rId10" Type="http://schemas.openxmlformats.org/officeDocument/2006/relationships/image" Target="../media/image74.png"/><Relationship Id="rId19" Type="http://schemas.openxmlformats.org/officeDocument/2006/relationships/image" Target="../media/image83.png"/><Relationship Id="rId31" Type="http://schemas.openxmlformats.org/officeDocument/2006/relationships/image" Target="../media/image93.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 Id="rId22" Type="http://schemas.openxmlformats.org/officeDocument/2006/relationships/image" Target="../media/image86.png"/><Relationship Id="rId27" Type="http://schemas.openxmlformats.org/officeDocument/2006/relationships/image" Target="../media/image90.png"/><Relationship Id="rId30" Type="http://schemas.openxmlformats.org/officeDocument/2006/relationships/image" Target="../media/image92.png"/><Relationship Id="rId35" Type="http://schemas.openxmlformats.org/officeDocument/2006/relationships/image" Target="../media/image10.png"/><Relationship Id="rId43" Type="http://schemas.openxmlformats.org/officeDocument/2006/relationships/image" Target="../media/image104.png"/><Relationship Id="rId8" Type="http://schemas.openxmlformats.org/officeDocument/2006/relationships/image" Target="../media/image72.png"/><Relationship Id="rId3" Type="http://schemas.openxmlformats.org/officeDocument/2006/relationships/image" Target="../media/image67.png"/><Relationship Id="rId12" Type="http://schemas.openxmlformats.org/officeDocument/2006/relationships/image" Target="../media/image76.png"/><Relationship Id="rId17" Type="http://schemas.openxmlformats.org/officeDocument/2006/relationships/image" Target="../media/image81.png"/><Relationship Id="rId25" Type="http://schemas.openxmlformats.org/officeDocument/2006/relationships/image" Target="../media/image89.png"/><Relationship Id="rId33" Type="http://schemas.openxmlformats.org/officeDocument/2006/relationships/image" Target="../media/image95.png"/><Relationship Id="rId38" Type="http://schemas.openxmlformats.org/officeDocument/2006/relationships/image" Target="../media/image99.png"/></Relationships>
</file>

<file path=ppt/slides/_rels/slide6.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06.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7.xml"/><Relationship Id="rId16"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8.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3.png"/><Relationship Id="rId3" Type="http://schemas.openxmlformats.org/officeDocument/2006/relationships/image" Target="../media/image121.png"/><Relationship Id="rId21" Type="http://schemas.openxmlformats.org/officeDocument/2006/relationships/image" Target="../media/image13.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2.png"/><Relationship Id="rId2" Type="http://schemas.openxmlformats.org/officeDocument/2006/relationships/notesSlide" Target="../notesSlides/notesSlide8.xml"/><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6.png"/><Relationship Id="rId1" Type="http://schemas.openxmlformats.org/officeDocument/2006/relationships/slideLayout" Target="../slideLayouts/slideLayout3.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1.png"/><Relationship Id="rId5" Type="http://schemas.openxmlformats.org/officeDocument/2006/relationships/image" Target="../media/image123.png"/><Relationship Id="rId15" Type="http://schemas.openxmlformats.org/officeDocument/2006/relationships/image" Target="../media/image133.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9.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3" Type="http://schemas.openxmlformats.org/officeDocument/2006/relationships/image" Target="../media/image148.png"/><Relationship Id="rId7" Type="http://schemas.openxmlformats.org/officeDocument/2006/relationships/image" Target="../media/image152.png"/><Relationship Id="rId12" Type="http://schemas.openxmlformats.org/officeDocument/2006/relationships/image" Target="../media/image15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50.png"/><Relationship Id="rId15" Type="http://schemas.openxmlformats.org/officeDocument/2006/relationships/image" Target="../media/image160.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s>
</file>

<file path=ppt/slides/_rels/slide10.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1.png"/><Relationship Id="rId3" Type="http://schemas.openxmlformats.org/officeDocument/2006/relationships/image" Target="../media/image161.png"/><Relationship Id="rId7" Type="http://schemas.openxmlformats.org/officeDocument/2006/relationships/image" Target="../media/image165.png"/><Relationship Id="rId12" Type="http://schemas.openxmlformats.org/officeDocument/2006/relationships/image" Target="../media/image170.png"/><Relationship Id="rId2" Type="http://schemas.openxmlformats.org/officeDocument/2006/relationships/notesSlide" Target="../notesSlides/notesSlide10.xml"/><Relationship Id="rId16" Type="http://schemas.openxmlformats.org/officeDocument/2006/relationships/image" Target="../media/image174.png"/><Relationship Id="rId1" Type="http://schemas.openxmlformats.org/officeDocument/2006/relationships/slideLayout" Target="../slideLayouts/slideLayout3.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73.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7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13.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0.png"/><Relationship Id="rId7" Type="http://schemas.openxmlformats.org/officeDocument/2006/relationships/image" Target="../media/image18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 Id="rId9" Type="http://schemas.openxmlformats.org/officeDocument/2006/relationships/image" Target="../media/image186.png"/></Relationships>
</file>

<file path=ppt/slides/_rels/slide16.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19.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s>
</file>

<file path=ppt/slides/_rels/slide20.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13.png"/><Relationship Id="rId7" Type="http://schemas.openxmlformats.org/officeDocument/2006/relationships/image" Target="../media/image14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21.xml.rels><?xml version="1.0" encoding="UTF-8" standalone="yes"?>
<Relationships xmlns="http://schemas.openxmlformats.org/package/2006/relationships"><Relationship Id="rId8" Type="http://schemas.openxmlformats.org/officeDocument/2006/relationships/image" Target="../media/image206.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04.png"/><Relationship Id="rId5" Type="http://schemas.openxmlformats.org/officeDocument/2006/relationships/image" Target="../media/image203.png"/><Relationship Id="rId4" Type="http://schemas.openxmlformats.org/officeDocument/2006/relationships/image" Target="../media/image202.png"/></Relationships>
</file>

<file path=ppt/slides/_rels/slide22.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Review Sound Family /ee/</a:t>
            </a:r>
            <a:endParaRPr sz="3000"/>
          </a:p>
        </p:txBody>
      </p:sp>
      <p:sp>
        <p:nvSpPr>
          <p:cNvPr id="679" name="Google Shape;679;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10</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1" name="Google Shape;681;p1"/>
          <p:cNvPicPr preferRelativeResize="0"/>
          <p:nvPr/>
        </p:nvPicPr>
        <p:blipFill rotWithShape="1">
          <a:blip r:embed="rId3">
            <a:alphaModFix/>
          </a:blip>
          <a:srcRect l="19" r="19"/>
          <a:stretch/>
        </p:blipFill>
        <p:spPr>
          <a:xfrm rot="894050">
            <a:off x="7886991" y="4389511"/>
            <a:ext cx="950687" cy="1345572"/>
          </a:xfrm>
          <a:prstGeom prst="rect">
            <a:avLst/>
          </a:prstGeom>
          <a:noFill/>
          <a:ln>
            <a:noFill/>
          </a:ln>
          <a:effectLst>
            <a:outerShdw blurRad="71438" dist="38100" dir="5220000" algn="bl" rotWithShape="0">
              <a:srgbClr val="000000">
                <a:alpha val="20000"/>
              </a:srgbClr>
            </a:outerShdw>
          </a:effectLst>
        </p:spPr>
      </p:pic>
      <p:sp>
        <p:nvSpPr>
          <p:cNvPr id="682" name="Google Shape;682;p1"/>
          <p:cNvSpPr/>
          <p:nvPr/>
        </p:nvSpPr>
        <p:spPr>
          <a:xfrm>
            <a:off x="6381205" y="5055518"/>
            <a:ext cx="124200" cy="72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6670016" y="5055518"/>
            <a:ext cx="124200" cy="72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475387" y="5055518"/>
            <a:ext cx="124200" cy="72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764198" y="5055518"/>
            <a:ext cx="124200" cy="72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6" name="Google Shape;686;p1"/>
          <p:cNvPicPr preferRelativeResize="0"/>
          <p:nvPr/>
        </p:nvPicPr>
        <p:blipFill rotWithShape="1">
          <a:blip r:embed="rId4">
            <a:alphaModFix/>
          </a:blip>
          <a:srcRect l="79" r="69"/>
          <a:stretch/>
        </p:blipFill>
        <p:spPr>
          <a:xfrm rot="682270">
            <a:off x="7361537" y="4227953"/>
            <a:ext cx="950687" cy="1345570"/>
          </a:xfrm>
          <a:prstGeom prst="rect">
            <a:avLst/>
          </a:prstGeom>
          <a:noFill/>
          <a:ln>
            <a:noFill/>
          </a:ln>
          <a:effectLst>
            <a:outerShdw blurRad="71438" dist="38100" dir="5220000" algn="bl" rotWithShape="0">
              <a:srgbClr val="000000">
                <a:alpha val="20000"/>
              </a:srgbClr>
            </a:outerShdw>
          </a:effectLst>
        </p:spPr>
      </p:pic>
      <p:pic>
        <p:nvPicPr>
          <p:cNvPr id="687" name="Google Shape;687;p1"/>
          <p:cNvPicPr preferRelativeResize="0"/>
          <p:nvPr/>
        </p:nvPicPr>
        <p:blipFill rotWithShape="1">
          <a:blip r:embed="rId5">
            <a:alphaModFix/>
          </a:blip>
          <a:srcRect l="19" r="19"/>
          <a:stretch/>
        </p:blipFill>
        <p:spPr>
          <a:xfrm rot="372220">
            <a:off x="6886267" y="4120441"/>
            <a:ext cx="950687" cy="1345565"/>
          </a:xfrm>
          <a:prstGeom prst="rect">
            <a:avLst/>
          </a:prstGeom>
          <a:noFill/>
          <a:ln>
            <a:noFill/>
          </a:ln>
          <a:effectLst>
            <a:outerShdw blurRad="71438" dist="38100" dir="5220000" algn="bl" rotWithShape="0">
              <a:srgbClr val="000000">
                <a:alpha val="20000"/>
              </a:srgbClr>
            </a:outerShdw>
          </a:effectLst>
        </p:spPr>
      </p:pic>
      <p:pic>
        <p:nvPicPr>
          <p:cNvPr id="688" name="Google Shape;688;p1"/>
          <p:cNvPicPr preferRelativeResize="0"/>
          <p:nvPr/>
        </p:nvPicPr>
        <p:blipFill rotWithShape="1">
          <a:blip r:embed="rId6">
            <a:alphaModFix/>
          </a:blip>
          <a:srcRect l="79" r="69"/>
          <a:stretch/>
        </p:blipFill>
        <p:spPr>
          <a:xfrm rot="-6">
            <a:off x="6164714" y="4062926"/>
            <a:ext cx="950687" cy="1345571"/>
          </a:xfrm>
          <a:prstGeom prst="rect">
            <a:avLst/>
          </a:prstGeom>
          <a:noFill/>
          <a:ln>
            <a:noFill/>
          </a:ln>
          <a:effectLst>
            <a:outerShdw blurRad="71438" dist="38100" dir="5220000" algn="bl" rotWithShape="0">
              <a:srgbClr val="000000">
                <a:alpha val="20000"/>
              </a:srgbClr>
            </a:outerShdw>
          </a:effectLst>
        </p:spPr>
      </p:pic>
      <p:pic>
        <p:nvPicPr>
          <p:cNvPr id="689" name="Google Shape;689;p1"/>
          <p:cNvPicPr preferRelativeResize="0"/>
          <p:nvPr/>
        </p:nvPicPr>
        <p:blipFill rotWithShape="1">
          <a:blip r:embed="rId7">
            <a:alphaModFix/>
          </a:blip>
          <a:srcRect l="19" r="19"/>
          <a:stretch/>
        </p:blipFill>
        <p:spPr>
          <a:xfrm rot="-158089">
            <a:off x="5602768" y="4112198"/>
            <a:ext cx="950689" cy="1345570"/>
          </a:xfrm>
          <a:prstGeom prst="rect">
            <a:avLst/>
          </a:prstGeom>
          <a:noFill/>
          <a:ln>
            <a:noFill/>
          </a:ln>
          <a:effectLst>
            <a:outerShdw blurRad="71438" dist="38100" dir="5220000" algn="bl" rotWithShape="0">
              <a:srgbClr val="000000">
                <a:alpha val="20000"/>
              </a:srgbClr>
            </a:outerShdw>
          </a:effectLst>
        </p:spPr>
      </p:pic>
      <p:pic>
        <p:nvPicPr>
          <p:cNvPr id="690" name="Google Shape;690;p1"/>
          <p:cNvPicPr preferRelativeResize="0"/>
          <p:nvPr/>
        </p:nvPicPr>
        <p:blipFill rotWithShape="1">
          <a:blip r:embed="rId8">
            <a:alphaModFix/>
          </a:blip>
          <a:srcRect l="19" r="19"/>
          <a:stretch/>
        </p:blipFill>
        <p:spPr>
          <a:xfrm rot="-622213">
            <a:off x="4977860" y="4255542"/>
            <a:ext cx="950686" cy="1345570"/>
          </a:xfrm>
          <a:prstGeom prst="rect">
            <a:avLst/>
          </a:prstGeom>
          <a:noFill/>
          <a:ln>
            <a:noFill/>
          </a:ln>
          <a:effectLst>
            <a:outerShdw blurRad="71438" dist="38100" dir="5220000" algn="bl" rotWithShape="0">
              <a:srgbClr val="000000">
                <a:alpha val="20000"/>
              </a:srgbClr>
            </a:outerShdw>
          </a:effectLst>
        </p:spPr>
      </p:pic>
      <p:pic>
        <p:nvPicPr>
          <p:cNvPr id="691" name="Google Shape;691;p1"/>
          <p:cNvPicPr preferRelativeResize="0"/>
          <p:nvPr/>
        </p:nvPicPr>
        <p:blipFill rotWithShape="1">
          <a:blip r:embed="rId9">
            <a:alphaModFix/>
          </a:blip>
          <a:srcRect l="79" r="69"/>
          <a:stretch/>
        </p:blipFill>
        <p:spPr>
          <a:xfrm rot="-848809">
            <a:off x="4385498" y="4418756"/>
            <a:ext cx="950684" cy="1345571"/>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646527"/>
          <a:ext cx="3784875" cy="2032200"/>
        </p:xfrm>
        <a:graphic>
          <a:graphicData uri="http://schemas.openxmlformats.org/drawingml/2006/table">
            <a:tbl>
              <a:tblPr firstRow="1" bandRow="1">
                <a:noFill/>
                <a:tableStyleId>{4F5A9A6D-29DA-4ABF-8583-91B55BF97388}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/ee/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7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/ee/ </a:t>
            </a:r>
            <a:r>
              <a:rPr lang="en-US">
                <a:solidFill>
                  <a:srgbClr val="000000"/>
                </a:solidFill>
              </a:rPr>
              <a:t>s</a:t>
            </a:r>
            <a:r>
              <a:rPr lang="en-US"/>
              <a:t>ound family spelling patterns, including homophones and Common Exception Words.</a:t>
            </a:r>
            <a:endParaRPr/>
          </a:p>
        </p:txBody>
      </p:sp>
      <p:sp>
        <p:nvSpPr>
          <p:cNvPr id="699" name="Google Shape;699;g2bee4f4af4b_0_204"/>
          <p:cNvSpPr txBox="1">
            <a:spLocks noGrp="1"/>
          </p:cNvSpPr>
          <p:nvPr>
            <p:ph type="body" idx="2"/>
          </p:nvPr>
        </p:nvSpPr>
        <p:spPr>
          <a:xfrm>
            <a:off x="3298550" y="2002026"/>
            <a:ext cx="4850100" cy="12210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00" name="Google Shape;700;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319758"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5498676" y="5256525"/>
            <a:ext cx="1492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5778959" y="4326104"/>
            <a:ext cx="931974" cy="6652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l="-10" r="10"/>
          <a:stretch/>
        </p:blipFill>
        <p:spPr>
          <a:xfrm>
            <a:off x="799837" y="4340700"/>
            <a:ext cx="1269350" cy="636000"/>
          </a:xfrm>
          <a:prstGeom prst="rect">
            <a:avLst/>
          </a:prstGeom>
          <a:noFill/>
          <a:ln>
            <a:noFill/>
          </a:ln>
          <a:effectLst>
            <a:outerShdw blurRad="57150" dist="19050" dir="5400000" algn="bl" rotWithShape="0">
              <a:srgbClr val="BFBFBF"/>
            </a:outerShdw>
          </a:effectLst>
        </p:spPr>
      </p:pic>
      <p:sp>
        <p:nvSpPr>
          <p:cNvPr id="715" name="Google Shape;715;g2bee4f4af4b_0_204">
            <a:hlinkClick r:id="rId8" action="ppaction://hlinksldjump"/>
          </p:cNvPr>
          <p:cNvSpPr/>
          <p:nvPr/>
        </p:nvSpPr>
        <p:spPr>
          <a:xfrm>
            <a:off x="2259434" y="375450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4570788" y="37879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5640589" y="378793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1019082" y="36327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3264014"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0532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6" name="Google Shape;756;g26b7edf6e71_0_26"/>
          <p:cNvGrpSpPr/>
          <p:nvPr/>
        </p:nvGrpSpPr>
        <p:grpSpPr>
          <a:xfrm>
            <a:off x="930400" y="2053250"/>
            <a:ext cx="7283201" cy="2971674"/>
            <a:chOff x="930400" y="2129450"/>
            <a:chExt cx="7283201" cy="2971674"/>
          </a:xfrm>
        </p:grpSpPr>
        <p:pic>
          <p:nvPicPr>
            <p:cNvPr id="757" name="Google Shape;75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7" name="Google Shape;76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2c298da1f27_0_417"/>
          <p:cNvGrpSpPr/>
          <p:nvPr/>
        </p:nvGrpSpPr>
        <p:grpSpPr>
          <a:xfrm>
            <a:off x="930400" y="2053250"/>
            <a:ext cx="7283201" cy="2971674"/>
            <a:chOff x="930400" y="2053250"/>
            <a:chExt cx="7283201" cy="2971674"/>
          </a:xfrm>
        </p:grpSpPr>
        <p:pic>
          <p:nvPicPr>
            <p:cNvPr id="793" name="Google Shape;793;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4" name="Google Shape;794;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6" name="Google Shape;806;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2" name="Google Shape;812;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5" name="Google Shape;815;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6" name="Google Shape;816;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9" name="Google Shape;819;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0" name="Google Shape;820;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3" name="Google Shape;823;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4" name="Google Shape;824;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8" name="Google Shape;828;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40" name="Google Shape;840;g2cdbdd49f8e_0_0"/>
          <p:cNvPicPr preferRelativeResize="0"/>
          <p:nvPr/>
        </p:nvPicPr>
        <p:blipFill rotWithShape="1">
          <a:blip r:embed="rId3">
            <a:alphaModFix/>
          </a:blip>
          <a:srcRect l="79" r="79"/>
          <a:stretch/>
        </p:blipFill>
        <p:spPr>
          <a:xfrm>
            <a:off x="930400" y="2053250"/>
            <a:ext cx="1315420" cy="1861922"/>
          </a:xfrm>
          <a:prstGeom prst="rect">
            <a:avLst/>
          </a:prstGeom>
          <a:noFill/>
          <a:ln>
            <a:noFill/>
          </a:ln>
          <a:effectLst>
            <a:outerShdw blurRad="71438" dist="28575" dir="5400000" algn="bl" rotWithShape="0">
              <a:srgbClr val="000000">
                <a:alpha val="15690"/>
              </a:srgbClr>
            </a:outerShdw>
          </a:effectLst>
        </p:spPr>
      </p:pic>
      <p:pic>
        <p:nvPicPr>
          <p:cNvPr id="841" name="Google Shape;841;g2cdbdd49f8e_0_0"/>
          <p:cNvPicPr preferRelativeResize="0"/>
          <p:nvPr/>
        </p:nvPicPr>
        <p:blipFill rotWithShape="1">
          <a:blip r:embed="rId4">
            <a:alphaModFix/>
          </a:blip>
          <a:srcRect l="79" r="79"/>
          <a:stretch/>
        </p:blipFill>
        <p:spPr>
          <a:xfrm>
            <a:off x="5358480" y="2053250"/>
            <a:ext cx="1315420" cy="1861922"/>
          </a:xfrm>
          <a:prstGeom prst="rect">
            <a:avLst/>
          </a:prstGeom>
          <a:noFill/>
          <a:ln>
            <a:noFill/>
          </a:ln>
          <a:effectLst>
            <a:outerShdw blurRad="71438" dist="28575" dir="5400000" algn="bl" rotWithShape="0">
              <a:srgbClr val="000000">
                <a:alpha val="15690"/>
              </a:srgbClr>
            </a:outerShdw>
          </a:effectLst>
        </p:spPr>
      </p:pic>
      <p:pic>
        <p:nvPicPr>
          <p:cNvPr id="842" name="Google Shape;842;g2cdbdd49f8e_0_0"/>
          <p:cNvPicPr preferRelativeResize="0"/>
          <p:nvPr/>
        </p:nvPicPr>
        <p:blipFill rotWithShape="1">
          <a:blip r:embed="rId5">
            <a:alphaModFix/>
          </a:blip>
          <a:srcRect l="19" r="29"/>
          <a:stretch/>
        </p:blipFill>
        <p:spPr>
          <a:xfrm>
            <a:off x="2406425" y="2053250"/>
            <a:ext cx="1315420" cy="1861926"/>
          </a:xfrm>
          <a:prstGeom prst="rect">
            <a:avLst/>
          </a:prstGeom>
          <a:noFill/>
          <a:ln>
            <a:noFill/>
          </a:ln>
          <a:effectLst>
            <a:outerShdw blurRad="71438" dist="28575" dir="5400000" algn="bl" rotWithShape="0">
              <a:srgbClr val="000000">
                <a:alpha val="15690"/>
              </a:srgbClr>
            </a:outerShdw>
          </a:effectLst>
        </p:spPr>
      </p:pic>
      <p:pic>
        <p:nvPicPr>
          <p:cNvPr id="843" name="Google Shape;843;g2cdbdd49f8e_0_0"/>
          <p:cNvPicPr preferRelativeResize="0"/>
          <p:nvPr/>
        </p:nvPicPr>
        <p:blipFill rotWithShape="1">
          <a:blip r:embed="rId6">
            <a:alphaModFix/>
          </a:blip>
          <a:srcRect l="19" r="29"/>
          <a:stretch/>
        </p:blipFill>
        <p:spPr>
          <a:xfrm>
            <a:off x="3882455" y="2053250"/>
            <a:ext cx="1315420" cy="1861926"/>
          </a:xfrm>
          <a:prstGeom prst="rect">
            <a:avLst/>
          </a:prstGeom>
          <a:noFill/>
          <a:ln>
            <a:noFill/>
          </a:ln>
          <a:effectLst>
            <a:outerShdw blurRad="71438" dist="28575" dir="5400000" algn="bl" rotWithShape="0">
              <a:srgbClr val="000000">
                <a:alpha val="15690"/>
              </a:srgbClr>
            </a:outerShdw>
          </a:effectLst>
        </p:spPr>
      </p:pic>
      <p:pic>
        <p:nvPicPr>
          <p:cNvPr id="844" name="Google Shape;844;g2cdbdd49f8e_0_0"/>
          <p:cNvPicPr preferRelativeResize="0"/>
          <p:nvPr/>
        </p:nvPicPr>
        <p:blipFill rotWithShape="1">
          <a:blip r:embed="rId7">
            <a:alphaModFix/>
          </a:blip>
          <a:srcRect l="19" r="29"/>
          <a:stretch/>
        </p:blipFill>
        <p:spPr>
          <a:xfrm>
            <a:off x="6834506" y="2053250"/>
            <a:ext cx="1315420" cy="1861926"/>
          </a:xfrm>
          <a:prstGeom prst="rect">
            <a:avLst/>
          </a:prstGeom>
          <a:noFill/>
          <a:ln>
            <a:noFill/>
          </a:ln>
          <a:effectLst>
            <a:outerShdw blurRad="71438" dist="28575" dir="5400000" algn="bl" rotWithShape="0">
              <a:srgbClr val="000000">
                <a:alpha val="156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1" name="Google Shape;851;g26b7edf6e71_0_109"/>
          <p:cNvGrpSpPr/>
          <p:nvPr/>
        </p:nvGrpSpPr>
        <p:grpSpPr>
          <a:xfrm>
            <a:off x="865957" y="2135925"/>
            <a:ext cx="7282807" cy="2686611"/>
            <a:chOff x="867357" y="2129450"/>
            <a:chExt cx="7282807" cy="2686611"/>
          </a:xfrm>
        </p:grpSpPr>
        <p:pic>
          <p:nvPicPr>
            <p:cNvPr id="852" name="Google Shape;85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5" name="Google Shape;86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2" name="Google Shape;872;g2c298d33e0c_0_6"/>
          <p:cNvGrpSpPr/>
          <p:nvPr/>
        </p:nvGrpSpPr>
        <p:grpSpPr>
          <a:xfrm>
            <a:off x="866900" y="2136537"/>
            <a:ext cx="7281864" cy="2684601"/>
            <a:chOff x="868300" y="2129450"/>
            <a:chExt cx="7281864" cy="2684601"/>
          </a:xfrm>
        </p:grpSpPr>
        <p:pic>
          <p:nvPicPr>
            <p:cNvPr id="873" name="Google Shape;87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7" name="Google Shape;87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7" name="Google Shape;89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8" name="Google Shape;89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9" name="Google Shape;89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7" name="Google Shape;907;g2c298da1f27_0_455"/>
          <p:cNvGrpSpPr/>
          <p:nvPr/>
        </p:nvGrpSpPr>
        <p:grpSpPr>
          <a:xfrm>
            <a:off x="868300" y="2129450"/>
            <a:ext cx="7281864" cy="2684601"/>
            <a:chOff x="868300" y="2053250"/>
            <a:chExt cx="7281864" cy="2684601"/>
          </a:xfrm>
        </p:grpSpPr>
        <p:pic>
          <p:nvPicPr>
            <p:cNvPr id="908" name="Google Shape;90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5" name="Google Shape;91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7" name="Google Shape;927;g2c298da1f27_1_0"/>
          <p:cNvGrpSpPr/>
          <p:nvPr/>
        </p:nvGrpSpPr>
        <p:grpSpPr>
          <a:xfrm>
            <a:off x="868300" y="2129450"/>
            <a:ext cx="7281864" cy="2688001"/>
            <a:chOff x="868300" y="2129450"/>
            <a:chExt cx="7281864" cy="2688001"/>
          </a:xfrm>
        </p:grpSpPr>
        <p:pic>
          <p:nvPicPr>
            <p:cNvPr id="928" name="Google Shape;92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4" name="Google Shape;93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5" name="Google Shape;93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0" name="Google Shape;94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1" name="Google Shape;941;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within </a:t>
            </a:r>
            <a:r>
              <a:rPr lang="en-US" sz="2000">
                <a:solidFill>
                  <a:srgbClr val="8DC63F"/>
                </a:solidFill>
              </a:rPr>
              <a:t>/ee/</a:t>
            </a:r>
            <a:r>
              <a:rPr lang="en-US" sz="2000"/>
              <a:t> family:</a:t>
            </a:r>
            <a:endParaRPr sz="2000"/>
          </a:p>
          <a:p>
            <a:pPr marL="0" lvl="0" indent="0" algn="ctr" rtl="0">
              <a:lnSpc>
                <a:spcPct val="100000"/>
              </a:lnSpc>
              <a:spcBef>
                <a:spcPts val="0"/>
              </a:spcBef>
              <a:spcAft>
                <a:spcPts val="0"/>
              </a:spcAft>
              <a:buSzPts val="2160"/>
              <a:buNone/>
            </a:pPr>
            <a:r>
              <a:rPr lang="en-US" sz="2000">
                <a:solidFill>
                  <a:srgbClr val="2356AF"/>
                </a:solidFill>
              </a:rPr>
              <a:t>leek / leak, meet / meat, real / reel, </a:t>
            </a:r>
            <a:br>
              <a:rPr lang="en-US" sz="2000">
                <a:solidFill>
                  <a:srgbClr val="2356AF"/>
                </a:solidFill>
              </a:rPr>
            </a:br>
            <a:r>
              <a:rPr lang="en-US" sz="2000">
                <a:solidFill>
                  <a:srgbClr val="2356AF"/>
                </a:solidFill>
              </a:rPr>
              <a:t>steal / steel, see / sea</a:t>
            </a:r>
            <a:r>
              <a:rPr lang="en-US" sz="2000"/>
              <a:t>.</a:t>
            </a:r>
            <a:endParaRPr sz="2000"/>
          </a:p>
        </p:txBody>
      </p:sp>
      <p:pic>
        <p:nvPicPr>
          <p:cNvPr id="948" name="Google Shape;948;g26f40b1072c_1_28"/>
          <p:cNvPicPr preferRelativeResize="0"/>
          <p:nvPr/>
        </p:nvPicPr>
        <p:blipFill rotWithShape="1">
          <a:blip r:embed="rId3">
            <a:alphaModFix/>
          </a:blip>
          <a:srcRect l="-10"/>
          <a:stretch/>
        </p:blipFill>
        <p:spPr>
          <a:xfrm>
            <a:off x="925450" y="2096825"/>
            <a:ext cx="2416349" cy="1210600"/>
          </a:xfrm>
          <a:prstGeom prst="rect">
            <a:avLst/>
          </a:prstGeom>
          <a:noFill/>
          <a:ln>
            <a:noFill/>
          </a:ln>
          <a:effectLst>
            <a:outerShdw blurRad="57150" dist="19050" dir="5400000" algn="bl" rotWithShape="0">
              <a:srgbClr val="BFBFBF"/>
            </a:outerShdw>
          </a:effectLst>
        </p:spPr>
      </p:pic>
      <p:pic>
        <p:nvPicPr>
          <p:cNvPr id="949" name="Google Shape;949;g26f40b1072c_1_28"/>
          <p:cNvPicPr preferRelativeResize="0"/>
          <p:nvPr/>
        </p:nvPicPr>
        <p:blipFill rotWithShape="1">
          <a:blip r:embed="rId4">
            <a:alphaModFix/>
          </a:blip>
          <a:srcRect l="-10"/>
          <a:stretch/>
        </p:blipFill>
        <p:spPr>
          <a:xfrm>
            <a:off x="3361225" y="2096825"/>
            <a:ext cx="2421526" cy="1210600"/>
          </a:xfrm>
          <a:prstGeom prst="rect">
            <a:avLst/>
          </a:prstGeom>
          <a:noFill/>
          <a:ln>
            <a:noFill/>
          </a:ln>
          <a:effectLst>
            <a:outerShdw blurRad="57150" dist="19050" dir="5400000" algn="bl" rotWithShape="0">
              <a:srgbClr val="BFBFBF"/>
            </a:outerShdw>
          </a:effectLst>
        </p:spPr>
      </p:pic>
      <p:pic>
        <p:nvPicPr>
          <p:cNvPr id="950" name="Google Shape;950;g26f40b1072c_1_28"/>
          <p:cNvPicPr preferRelativeResize="0"/>
          <p:nvPr/>
        </p:nvPicPr>
        <p:blipFill rotWithShape="1">
          <a:blip r:embed="rId5">
            <a:alphaModFix/>
          </a:blip>
          <a:srcRect l="-120" r="-100"/>
          <a:stretch/>
        </p:blipFill>
        <p:spPr>
          <a:xfrm>
            <a:off x="2142050" y="3370225"/>
            <a:ext cx="2421526" cy="1210600"/>
          </a:xfrm>
          <a:prstGeom prst="rect">
            <a:avLst/>
          </a:prstGeom>
          <a:noFill/>
          <a:ln>
            <a:noFill/>
          </a:ln>
          <a:effectLst>
            <a:outerShdw blurRad="57150" dist="19050" dir="5400000" algn="bl" rotWithShape="0">
              <a:srgbClr val="BFBFBF"/>
            </a:outerShdw>
          </a:effectLst>
        </p:spPr>
      </p:pic>
      <p:pic>
        <p:nvPicPr>
          <p:cNvPr id="951" name="Google Shape;951;g26f40b1072c_1_28"/>
          <p:cNvPicPr preferRelativeResize="0"/>
          <p:nvPr/>
        </p:nvPicPr>
        <p:blipFill rotWithShape="1">
          <a:blip r:embed="rId6">
            <a:alphaModFix/>
          </a:blip>
          <a:srcRect l="-10"/>
          <a:stretch/>
        </p:blipFill>
        <p:spPr>
          <a:xfrm>
            <a:off x="4580412" y="3370225"/>
            <a:ext cx="2421526" cy="1210600"/>
          </a:xfrm>
          <a:prstGeom prst="rect">
            <a:avLst/>
          </a:prstGeom>
          <a:noFill/>
          <a:ln>
            <a:noFill/>
          </a:ln>
          <a:effectLst>
            <a:outerShdw blurRad="57150" dist="19050" dir="5400000" algn="bl" rotWithShape="0">
              <a:srgbClr val="BFBFBF"/>
            </a:outerShdw>
          </a:effectLst>
        </p:spPr>
      </p:pic>
      <p:pic>
        <p:nvPicPr>
          <p:cNvPr id="952" name="Google Shape;952;g26f40b1072c_1_28"/>
          <p:cNvPicPr preferRelativeResize="0"/>
          <p:nvPr/>
        </p:nvPicPr>
        <p:blipFill rotWithShape="1">
          <a:blip r:embed="rId7">
            <a:alphaModFix/>
          </a:blip>
          <a:srcRect l="-10"/>
          <a:stretch/>
        </p:blipFill>
        <p:spPr>
          <a:xfrm>
            <a:off x="5799613" y="2096825"/>
            <a:ext cx="2421526" cy="121060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6f40b1072c_1_0"/>
          <p:cNvSpPr txBox="1">
            <a:spLocks noGrp="1"/>
          </p:cNvSpPr>
          <p:nvPr>
            <p:ph type="title"/>
          </p:nvPr>
        </p:nvSpPr>
        <p:spPr>
          <a:xfrm>
            <a:off x="715825" y="735300"/>
            <a:ext cx="77124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containing </a:t>
            </a:r>
            <a:r>
              <a:rPr lang="en-US" sz="2000">
                <a:solidFill>
                  <a:srgbClr val="8DC63F"/>
                </a:solidFill>
              </a:rPr>
              <a:t>/ee/ </a:t>
            </a:r>
            <a:r>
              <a:rPr lang="en-US" sz="2000"/>
              <a:t>sound </a:t>
            </a:r>
            <a:r>
              <a:rPr lang="en-US" sz="2000">
                <a:solidFill>
                  <a:srgbClr val="2356AF"/>
                </a:solidFill>
              </a:rPr>
              <a:t>me we be he she</a:t>
            </a:r>
            <a:r>
              <a:rPr lang="en-US" sz="2000"/>
              <a:t>.</a:t>
            </a:r>
            <a:endParaRPr sz="2000"/>
          </a:p>
        </p:txBody>
      </p:sp>
      <p:pic>
        <p:nvPicPr>
          <p:cNvPr id="959" name="Google Shape;959;g26f40b1072c_1_0"/>
          <p:cNvPicPr preferRelativeResize="0"/>
          <p:nvPr/>
        </p:nvPicPr>
        <p:blipFill rotWithShape="1">
          <a:blip r:embed="rId3">
            <a:alphaModFix/>
          </a:blip>
          <a:srcRect l="59" r="59"/>
          <a:stretch/>
        </p:blipFill>
        <p:spPr>
          <a:xfrm>
            <a:off x="928525" y="2115018"/>
            <a:ext cx="1731251" cy="1237205"/>
          </a:xfrm>
          <a:prstGeom prst="rect">
            <a:avLst/>
          </a:prstGeom>
          <a:noFill/>
          <a:ln>
            <a:noFill/>
          </a:ln>
          <a:effectLst>
            <a:outerShdw blurRad="71438" dist="19050" dir="5400000" algn="bl" rotWithShape="0">
              <a:srgbClr val="000000">
                <a:alpha val="18039"/>
              </a:srgbClr>
            </a:outerShdw>
          </a:effectLst>
        </p:spPr>
      </p:pic>
      <p:pic>
        <p:nvPicPr>
          <p:cNvPr id="960" name="Google Shape;960;g26f40b1072c_1_0"/>
          <p:cNvPicPr preferRelativeResize="0"/>
          <p:nvPr/>
        </p:nvPicPr>
        <p:blipFill rotWithShape="1">
          <a:blip r:embed="rId4">
            <a:alphaModFix/>
          </a:blip>
          <a:srcRect t="19" b="29"/>
          <a:stretch/>
        </p:blipFill>
        <p:spPr>
          <a:xfrm>
            <a:off x="2780425" y="2115018"/>
            <a:ext cx="1731251" cy="1237206"/>
          </a:xfrm>
          <a:prstGeom prst="rect">
            <a:avLst/>
          </a:prstGeom>
          <a:noFill/>
          <a:ln>
            <a:noFill/>
          </a:ln>
          <a:effectLst>
            <a:outerShdw blurRad="71438" dist="19050" dir="5400000" algn="bl" rotWithShape="0">
              <a:srgbClr val="000000">
                <a:alpha val="18039"/>
              </a:srgbClr>
            </a:outerShdw>
          </a:effectLst>
        </p:spPr>
      </p:pic>
      <p:pic>
        <p:nvPicPr>
          <p:cNvPr id="961" name="Google Shape;961;g26f40b1072c_1_0"/>
          <p:cNvPicPr preferRelativeResize="0"/>
          <p:nvPr/>
        </p:nvPicPr>
        <p:blipFill rotWithShape="1">
          <a:blip r:embed="rId5">
            <a:alphaModFix/>
          </a:blip>
          <a:srcRect t="19" b="29"/>
          <a:stretch/>
        </p:blipFill>
        <p:spPr>
          <a:xfrm>
            <a:off x="4632325" y="2115018"/>
            <a:ext cx="1731251" cy="1237206"/>
          </a:xfrm>
          <a:prstGeom prst="rect">
            <a:avLst/>
          </a:prstGeom>
          <a:noFill/>
          <a:ln>
            <a:noFill/>
          </a:ln>
          <a:effectLst>
            <a:outerShdw blurRad="71438" dist="19050" dir="5400000" algn="bl" rotWithShape="0">
              <a:srgbClr val="000000">
                <a:alpha val="18039"/>
              </a:srgbClr>
            </a:outerShdw>
          </a:effectLst>
        </p:spPr>
      </p:pic>
      <p:pic>
        <p:nvPicPr>
          <p:cNvPr id="962" name="Google Shape;962;g26f40b1072c_1_0"/>
          <p:cNvPicPr preferRelativeResize="0"/>
          <p:nvPr/>
        </p:nvPicPr>
        <p:blipFill rotWithShape="1">
          <a:blip r:embed="rId6">
            <a:alphaModFix/>
          </a:blip>
          <a:srcRect l="59" r="59"/>
          <a:stretch/>
        </p:blipFill>
        <p:spPr>
          <a:xfrm>
            <a:off x="6484224" y="2115018"/>
            <a:ext cx="1731251" cy="1237205"/>
          </a:xfrm>
          <a:prstGeom prst="rect">
            <a:avLst/>
          </a:prstGeom>
          <a:noFill/>
          <a:ln>
            <a:noFill/>
          </a:ln>
          <a:effectLst>
            <a:outerShdw blurRad="71438" dist="19050" dir="5400000" algn="bl" rotWithShape="0">
              <a:srgbClr val="000000">
                <a:alpha val="18039"/>
              </a:srgbClr>
            </a:outerShdw>
          </a:effectLst>
        </p:spPr>
      </p:pic>
      <p:pic>
        <p:nvPicPr>
          <p:cNvPr id="963" name="Google Shape;963;g26f40b1072c_1_0"/>
          <p:cNvPicPr preferRelativeResize="0"/>
          <p:nvPr/>
        </p:nvPicPr>
        <p:blipFill rotWithShape="1">
          <a:blip r:embed="rId7">
            <a:alphaModFix/>
          </a:blip>
          <a:srcRect t="19" b="29"/>
          <a:stretch/>
        </p:blipFill>
        <p:spPr>
          <a:xfrm>
            <a:off x="3706375" y="3498043"/>
            <a:ext cx="1731251" cy="1237206"/>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d27f4a22fe_0_2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Introduce </a:t>
            </a:r>
            <a:r>
              <a:rPr lang="en-US" sz="2000">
                <a:solidFill>
                  <a:srgbClr val="8DC63F"/>
                </a:solidFill>
              </a:rPr>
              <a:t>/ee/</a:t>
            </a:r>
            <a:r>
              <a:rPr lang="en-US" sz="2000"/>
              <a:t> sound in new Common Exception Word </a:t>
            </a:r>
            <a:r>
              <a:rPr lang="en-US" sz="2000">
                <a:solidFill>
                  <a:srgbClr val="2356AF"/>
                </a:solidFill>
              </a:rPr>
              <a:t>people</a:t>
            </a:r>
            <a:r>
              <a:rPr lang="en-US" sz="2000"/>
              <a:t>.</a:t>
            </a:r>
            <a:endParaRPr sz="2000"/>
          </a:p>
        </p:txBody>
      </p:sp>
      <p:pic>
        <p:nvPicPr>
          <p:cNvPr id="970" name="Google Shape;970;g2d27f4a22fe_0_23"/>
          <p:cNvPicPr preferRelativeResize="0"/>
          <p:nvPr/>
        </p:nvPicPr>
        <p:blipFill rotWithShape="1">
          <a:blip r:embed="rId3">
            <a:alphaModFix/>
          </a:blip>
          <a:srcRect/>
          <a:stretch/>
        </p:blipFill>
        <p:spPr>
          <a:xfrm>
            <a:off x="2792917" y="2129450"/>
            <a:ext cx="3558167"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7" name="Google Shape;977;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78" name="Google Shape;978;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9" name="Google Shape;979;g2ce718e20f2_0_845"/>
          <p:cNvPicPr preferRelativeResize="0"/>
          <p:nvPr/>
        </p:nvPicPr>
        <p:blipFill rotWithShape="1">
          <a:blip r:embed="rId3">
            <a:alphaModFix/>
          </a:blip>
          <a:srcRect l="79" r="79"/>
          <a:stretch/>
        </p:blipFill>
        <p:spPr>
          <a:xfrm>
            <a:off x="1325375" y="963136"/>
            <a:ext cx="1521025" cy="2152911"/>
          </a:xfrm>
          <a:prstGeom prst="rect">
            <a:avLst/>
          </a:prstGeom>
          <a:noFill/>
          <a:ln>
            <a:noFill/>
          </a:ln>
          <a:effectLst>
            <a:outerShdw blurRad="71438" dist="28575" dir="5400000" algn="bl" rotWithShape="0">
              <a:srgbClr val="000000">
                <a:alpha val="16078"/>
              </a:srgbClr>
            </a:outerShdw>
          </a:effectLst>
        </p:spPr>
      </p:pic>
      <p:pic>
        <p:nvPicPr>
          <p:cNvPr id="980" name="Google Shape;980;g2ce718e20f2_0_845"/>
          <p:cNvPicPr preferRelativeResize="0"/>
          <p:nvPr/>
        </p:nvPicPr>
        <p:blipFill rotWithShape="1">
          <a:blip r:embed="rId4">
            <a:alphaModFix/>
          </a:blip>
          <a:srcRect l="19" r="29"/>
          <a:stretch/>
        </p:blipFill>
        <p:spPr>
          <a:xfrm>
            <a:off x="2982784" y="963136"/>
            <a:ext cx="1521025" cy="2152911"/>
          </a:xfrm>
          <a:prstGeom prst="rect">
            <a:avLst/>
          </a:prstGeom>
          <a:noFill/>
          <a:ln>
            <a:noFill/>
          </a:ln>
          <a:effectLst>
            <a:outerShdw blurRad="71438" dist="28575" dir="5400000" algn="bl" rotWithShape="0">
              <a:srgbClr val="000000">
                <a:alpha val="16078"/>
              </a:srgbClr>
            </a:outerShdw>
          </a:effectLst>
        </p:spPr>
      </p:pic>
      <p:pic>
        <p:nvPicPr>
          <p:cNvPr id="981" name="Google Shape;981;g2ce718e20f2_0_845"/>
          <p:cNvPicPr preferRelativeResize="0"/>
          <p:nvPr/>
        </p:nvPicPr>
        <p:blipFill rotWithShape="1">
          <a:blip r:embed="rId5">
            <a:alphaModFix/>
          </a:blip>
          <a:srcRect l="19" r="29"/>
          <a:stretch/>
        </p:blipFill>
        <p:spPr>
          <a:xfrm>
            <a:off x="4640192" y="963136"/>
            <a:ext cx="1521025" cy="2152911"/>
          </a:xfrm>
          <a:prstGeom prst="rect">
            <a:avLst/>
          </a:prstGeom>
          <a:noFill/>
          <a:ln>
            <a:noFill/>
          </a:ln>
          <a:effectLst>
            <a:outerShdw blurRad="71438" dist="28575" dir="5400000" algn="bl" rotWithShape="0">
              <a:srgbClr val="000000">
                <a:alpha val="16078"/>
              </a:srgbClr>
            </a:outerShdw>
          </a:effectLst>
        </p:spPr>
      </p:pic>
      <p:pic>
        <p:nvPicPr>
          <p:cNvPr id="982" name="Google Shape;982;g2ce718e20f2_0_845"/>
          <p:cNvPicPr preferRelativeResize="0"/>
          <p:nvPr/>
        </p:nvPicPr>
        <p:blipFill rotWithShape="1">
          <a:blip r:embed="rId6">
            <a:alphaModFix/>
          </a:blip>
          <a:srcRect l="79" r="79"/>
          <a:stretch/>
        </p:blipFill>
        <p:spPr>
          <a:xfrm>
            <a:off x="6297601" y="963136"/>
            <a:ext cx="1521025" cy="2152911"/>
          </a:xfrm>
          <a:prstGeom prst="rect">
            <a:avLst/>
          </a:prstGeom>
          <a:noFill/>
          <a:ln>
            <a:noFill/>
          </a:ln>
          <a:effectLst>
            <a:outerShdw blurRad="71438" dist="28575" dir="5400000" algn="bl" rotWithShape="0">
              <a:srgbClr val="000000">
                <a:alpha val="16078"/>
              </a:srgbClr>
            </a:outerShdw>
          </a:effectLst>
        </p:spPr>
      </p:pic>
      <p:pic>
        <p:nvPicPr>
          <p:cNvPr id="983" name="Google Shape;983;g2ce718e20f2_0_845"/>
          <p:cNvPicPr preferRelativeResize="0"/>
          <p:nvPr/>
        </p:nvPicPr>
        <p:blipFill rotWithShape="1">
          <a:blip r:embed="rId7">
            <a:alphaModFix/>
          </a:blip>
          <a:srcRect l="19" r="29"/>
          <a:stretch/>
        </p:blipFill>
        <p:spPr>
          <a:xfrm>
            <a:off x="2154079" y="3206974"/>
            <a:ext cx="1521025" cy="2152911"/>
          </a:xfrm>
          <a:prstGeom prst="rect">
            <a:avLst/>
          </a:prstGeom>
          <a:noFill/>
          <a:ln>
            <a:noFill/>
          </a:ln>
          <a:effectLst>
            <a:outerShdw blurRad="71438" dist="28575" dir="5400000" algn="bl" rotWithShape="0">
              <a:srgbClr val="000000">
                <a:alpha val="16078"/>
              </a:srgbClr>
            </a:outerShdw>
          </a:effectLst>
        </p:spPr>
      </p:pic>
      <p:pic>
        <p:nvPicPr>
          <p:cNvPr id="984" name="Google Shape;984;g2ce718e20f2_0_845"/>
          <p:cNvPicPr preferRelativeResize="0"/>
          <p:nvPr/>
        </p:nvPicPr>
        <p:blipFill rotWithShape="1">
          <a:blip r:embed="rId8">
            <a:alphaModFix/>
          </a:blip>
          <a:srcRect l="79" r="79"/>
          <a:stretch/>
        </p:blipFill>
        <p:spPr>
          <a:xfrm>
            <a:off x="3811488" y="3206974"/>
            <a:ext cx="1521025" cy="2152911"/>
          </a:xfrm>
          <a:prstGeom prst="rect">
            <a:avLst/>
          </a:prstGeom>
          <a:noFill/>
          <a:ln>
            <a:noFill/>
          </a:ln>
          <a:effectLst>
            <a:outerShdw blurRad="71438" dist="28575" dir="5400000" algn="bl" rotWithShape="0">
              <a:srgbClr val="000000">
                <a:alpha val="16078"/>
              </a:srgbClr>
            </a:outerShdw>
          </a:effectLst>
        </p:spPr>
      </p:pic>
      <p:pic>
        <p:nvPicPr>
          <p:cNvPr id="985" name="Google Shape;985;g2ce718e20f2_0_845"/>
          <p:cNvPicPr preferRelativeResize="0"/>
          <p:nvPr/>
        </p:nvPicPr>
        <p:blipFill rotWithShape="1">
          <a:blip r:embed="rId9">
            <a:alphaModFix/>
          </a:blip>
          <a:srcRect l="19" r="29"/>
          <a:stretch/>
        </p:blipFill>
        <p:spPr>
          <a:xfrm>
            <a:off x="5468896" y="3206974"/>
            <a:ext cx="1521025" cy="215291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2" name="Google Shape;992;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93" name="Google Shape;993;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4" name="Google Shape;994;g2701ceed56d_4_329"/>
          <p:cNvPicPr preferRelativeResize="0"/>
          <p:nvPr/>
        </p:nvPicPr>
        <p:blipFill rotWithShape="1">
          <a:blip r:embed="rId3">
            <a:alphaModFix/>
          </a:blip>
          <a:srcRect l="79" r="79"/>
          <a:stretch/>
        </p:blipFill>
        <p:spPr>
          <a:xfrm>
            <a:off x="1325375" y="963136"/>
            <a:ext cx="1521025" cy="2152911"/>
          </a:xfrm>
          <a:prstGeom prst="rect">
            <a:avLst/>
          </a:prstGeom>
          <a:noFill/>
          <a:ln>
            <a:noFill/>
          </a:ln>
          <a:effectLst>
            <a:outerShdw blurRad="71438" dist="28575" dir="5400000" algn="bl" rotWithShape="0">
              <a:srgbClr val="000000">
                <a:alpha val="16078"/>
              </a:srgbClr>
            </a:outerShdw>
          </a:effectLst>
        </p:spPr>
      </p:pic>
      <p:pic>
        <p:nvPicPr>
          <p:cNvPr id="995" name="Google Shape;995;g2701ceed56d_4_329"/>
          <p:cNvPicPr preferRelativeResize="0"/>
          <p:nvPr/>
        </p:nvPicPr>
        <p:blipFill rotWithShape="1">
          <a:blip r:embed="rId4">
            <a:alphaModFix/>
          </a:blip>
          <a:srcRect t="59" b="59"/>
          <a:stretch/>
        </p:blipFill>
        <p:spPr>
          <a:xfrm>
            <a:off x="2982784" y="963136"/>
            <a:ext cx="1521025" cy="2152911"/>
          </a:xfrm>
          <a:prstGeom prst="rect">
            <a:avLst/>
          </a:prstGeom>
          <a:noFill/>
          <a:ln>
            <a:noFill/>
          </a:ln>
          <a:effectLst>
            <a:outerShdw blurRad="71438" dist="28575" dir="5400000" algn="bl" rotWithShape="0">
              <a:srgbClr val="000000">
                <a:alpha val="16078"/>
              </a:srgbClr>
            </a:outerShdw>
          </a:effectLst>
        </p:spPr>
      </p:pic>
      <p:pic>
        <p:nvPicPr>
          <p:cNvPr id="996" name="Google Shape;996;g2701ceed56d_4_329"/>
          <p:cNvPicPr preferRelativeResize="0"/>
          <p:nvPr/>
        </p:nvPicPr>
        <p:blipFill rotWithShape="1">
          <a:blip r:embed="rId5">
            <a:alphaModFix/>
          </a:blip>
          <a:srcRect l="19" r="29"/>
          <a:stretch/>
        </p:blipFill>
        <p:spPr>
          <a:xfrm>
            <a:off x="4640192" y="963136"/>
            <a:ext cx="1521025" cy="2152911"/>
          </a:xfrm>
          <a:prstGeom prst="rect">
            <a:avLst/>
          </a:prstGeom>
          <a:noFill/>
          <a:ln>
            <a:noFill/>
          </a:ln>
          <a:effectLst>
            <a:outerShdw blurRad="71438" dist="28575" dir="5400000" algn="bl" rotWithShape="0">
              <a:srgbClr val="000000">
                <a:alpha val="16078"/>
              </a:srgbClr>
            </a:outerShdw>
          </a:effectLst>
        </p:spPr>
      </p:pic>
      <p:pic>
        <p:nvPicPr>
          <p:cNvPr id="997" name="Google Shape;997;g2701ceed56d_4_329"/>
          <p:cNvPicPr preferRelativeResize="0"/>
          <p:nvPr/>
        </p:nvPicPr>
        <p:blipFill rotWithShape="1">
          <a:blip r:embed="rId6">
            <a:alphaModFix/>
          </a:blip>
          <a:srcRect l="19" r="29"/>
          <a:stretch/>
        </p:blipFill>
        <p:spPr>
          <a:xfrm>
            <a:off x="2154079" y="3206974"/>
            <a:ext cx="1521025" cy="2152911"/>
          </a:xfrm>
          <a:prstGeom prst="rect">
            <a:avLst/>
          </a:prstGeom>
          <a:noFill/>
          <a:ln>
            <a:noFill/>
          </a:ln>
          <a:effectLst>
            <a:outerShdw blurRad="71438" dist="28575" dir="5400000" algn="bl" rotWithShape="0">
              <a:srgbClr val="000000">
                <a:alpha val="16078"/>
              </a:srgbClr>
            </a:outerShdw>
          </a:effectLst>
        </p:spPr>
      </p:pic>
      <p:pic>
        <p:nvPicPr>
          <p:cNvPr id="998" name="Google Shape;998;g2701ceed56d_4_329"/>
          <p:cNvPicPr preferRelativeResize="0"/>
          <p:nvPr/>
        </p:nvPicPr>
        <p:blipFill rotWithShape="1">
          <a:blip r:embed="rId7">
            <a:alphaModFix/>
          </a:blip>
          <a:srcRect l="79" r="79"/>
          <a:stretch/>
        </p:blipFill>
        <p:spPr>
          <a:xfrm>
            <a:off x="3811488" y="3206974"/>
            <a:ext cx="1521025" cy="2152911"/>
          </a:xfrm>
          <a:prstGeom prst="rect">
            <a:avLst/>
          </a:prstGeom>
          <a:noFill/>
          <a:ln>
            <a:noFill/>
          </a:ln>
          <a:effectLst>
            <a:outerShdw blurRad="71438" dist="28575" dir="5400000" algn="bl" rotWithShape="0">
              <a:srgbClr val="000000">
                <a:alpha val="16078"/>
              </a:srgbClr>
            </a:outerShdw>
          </a:effectLst>
        </p:spPr>
      </p:pic>
      <p:pic>
        <p:nvPicPr>
          <p:cNvPr id="999" name="Google Shape;999;g2701ceed56d_4_329"/>
          <p:cNvPicPr preferRelativeResize="0"/>
          <p:nvPr/>
        </p:nvPicPr>
        <p:blipFill rotWithShape="1">
          <a:blip r:embed="rId8">
            <a:alphaModFix/>
          </a:blip>
          <a:srcRect l="19" r="29"/>
          <a:stretch/>
        </p:blipFill>
        <p:spPr>
          <a:xfrm>
            <a:off x="5468896" y="3206974"/>
            <a:ext cx="1521025" cy="2152911"/>
          </a:xfrm>
          <a:prstGeom prst="rect">
            <a:avLst/>
          </a:prstGeom>
          <a:noFill/>
          <a:ln>
            <a:noFill/>
          </a:ln>
          <a:effectLst>
            <a:outerShdw blurRad="71438" dist="28575" dir="5400000" algn="bl" rotWithShape="0">
              <a:srgbClr val="000000">
                <a:alpha val="16078"/>
              </a:srgbClr>
            </a:outerShdw>
          </a:effectLst>
        </p:spPr>
      </p:pic>
      <p:pic>
        <p:nvPicPr>
          <p:cNvPr id="1000" name="Google Shape;1000;g2701ceed56d_4_329"/>
          <p:cNvPicPr preferRelativeResize="0"/>
          <p:nvPr/>
        </p:nvPicPr>
        <p:blipFill rotWithShape="1">
          <a:blip r:embed="rId9">
            <a:alphaModFix/>
          </a:blip>
          <a:srcRect l="79" r="79"/>
          <a:stretch/>
        </p:blipFill>
        <p:spPr>
          <a:xfrm>
            <a:off x="6297015" y="963136"/>
            <a:ext cx="1521611" cy="2148841"/>
          </a:xfrm>
          <a:prstGeom prst="rect">
            <a:avLst/>
          </a:prstGeom>
          <a:noFill/>
          <a:ln>
            <a:noFill/>
          </a:ln>
          <a:effectLst>
            <a:outerShdw blurRad="71438" dist="28575" dir="5400000" algn="bl" rotWithShape="0">
              <a:srgbClr val="000000">
                <a:alpha val="16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7" name="Google Shape;100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08" name="Google Shape;10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9" name="Google Shape;1009;g26b641b03cd_0_204"/>
          <p:cNvPicPr preferRelativeResize="0"/>
          <p:nvPr/>
        </p:nvPicPr>
        <p:blipFill rotWithShape="1">
          <a:blip r:embed="rId3">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0" name="Google Shape;1010;g26b641b03cd_0_204"/>
          <p:cNvPicPr preferRelativeResize="0"/>
          <p:nvPr/>
        </p:nvPicPr>
        <p:blipFill rotWithShape="1">
          <a:blip r:embed="rId4">
            <a:alphaModFix/>
          </a:blip>
          <a:srcRect l="69" r="6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1" name="Google Shape;1011;g26b641b03cd_0_204"/>
          <p:cNvPicPr preferRelativeResize="0"/>
          <p:nvPr/>
        </p:nvPicPr>
        <p:blipFill rotWithShape="1">
          <a:blip r:embed="rId5">
            <a:alphaModFix/>
          </a:blip>
          <a:srcRect l="69" r="6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2" name="Google Shape;1012;g26b641b03cd_0_204"/>
          <p:cNvPicPr preferRelativeResize="0"/>
          <p:nvPr/>
        </p:nvPicPr>
        <p:blipFill rotWithShape="1">
          <a:blip r:embed="rId6">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9" name="Google Shape;101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0" name="Google Shape;102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1" name="Google Shape;1021;g2c186218c5a_0_48"/>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2" name="Google Shape;1022;g2c186218c5a_0_48"/>
          <p:cNvPicPr preferRelativeResize="0"/>
          <p:nvPr/>
        </p:nvPicPr>
        <p:blipFill rotWithShape="1">
          <a:blip r:embed="rId4">
            <a:alphaModFix/>
          </a:blip>
          <a:srcRect l="149" r="15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3" name="Google Shape;1023;g2c186218c5a_0_48"/>
          <p:cNvPicPr preferRelativeResize="0"/>
          <p:nvPr/>
        </p:nvPicPr>
        <p:blipFill rotWithShape="1">
          <a:blip r:embed="rId5">
            <a:alphaModFix/>
          </a:blip>
          <a:srcRect l="149" r="15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4" name="Google Shape;1024;g2c186218c5a_0_48"/>
          <p:cNvPicPr preferRelativeResize="0"/>
          <p:nvPr/>
        </p:nvPicPr>
        <p:blipFill rotWithShape="1">
          <a:blip r:embed="rId6">
            <a:alphaModFix/>
          </a:blip>
          <a:srcRect l="149" r="15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1" name="Google Shape;103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32" name="Google Shape;103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33" name="Google Shape;1033;g26b641b03cd_0_213"/>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34" name="Google Shape;1034;g26b641b03cd_0_213"/>
          <p:cNvPicPr preferRelativeResize="0"/>
          <p:nvPr/>
        </p:nvPicPr>
        <p:blipFill rotWithShape="1">
          <a:blip r:embed="rId4">
            <a:alphaModFix/>
          </a:blip>
          <a:srcRect l="228" r="228"/>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35" name="Google Shape;1035;g26b641b03cd_0_213"/>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36" name="Google Shape;1036;g26b641b03cd_0_213"/>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3" name="Google Shape;104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4" name="Google Shape;104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5" name="Google Shape;1045;g2c186218c5a_0_149"/>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6" name="Google Shape;1046;g2c186218c5a_0_149"/>
          <p:cNvPicPr preferRelativeResize="0"/>
          <p:nvPr/>
        </p:nvPicPr>
        <p:blipFill rotWithShape="1">
          <a:blip r:embed="rId4">
            <a:alphaModFix/>
          </a:blip>
          <a:srcRect l="228" r="228"/>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7" name="Google Shape;1047;g2c186218c5a_0_149"/>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8" name="Google Shape;1048;g2c186218c5a_0_149"/>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6b641b03cd_0_301"/>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55" name="Google Shape;105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56" name="Google Shape;105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7" name="Google Shape;1057;g26b641b03cd_0_301"/>
          <p:cNvPicPr preferRelativeResize="0"/>
          <p:nvPr/>
        </p:nvPicPr>
        <p:blipFill rotWithShape="1">
          <a:blip r:embed="rId3">
            <a:alphaModFix/>
          </a:blip>
          <a:srcRect l="59" r="59"/>
          <a:stretch/>
        </p:blipFill>
        <p:spPr>
          <a:xfrm>
            <a:off x="1343200" y="1678450"/>
            <a:ext cx="2043837" cy="1460583"/>
          </a:xfrm>
          <a:prstGeom prst="rect">
            <a:avLst/>
          </a:prstGeom>
          <a:noFill/>
          <a:ln>
            <a:noFill/>
          </a:ln>
          <a:effectLst>
            <a:outerShdw blurRad="57150" dist="19050" dir="5400000" algn="bl" rotWithShape="0">
              <a:srgbClr val="000000">
                <a:alpha val="20000"/>
              </a:srgbClr>
            </a:outerShdw>
          </a:effectLst>
        </p:spPr>
      </p:pic>
      <p:pic>
        <p:nvPicPr>
          <p:cNvPr id="1058" name="Google Shape;1058;g26b641b03cd_0_301"/>
          <p:cNvPicPr preferRelativeResize="0"/>
          <p:nvPr/>
        </p:nvPicPr>
        <p:blipFill rotWithShape="1">
          <a:blip r:embed="rId4">
            <a:alphaModFix/>
          </a:blip>
          <a:srcRect t="19" b="29"/>
          <a:stretch/>
        </p:blipFill>
        <p:spPr>
          <a:xfrm>
            <a:off x="3550082"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59" name="Google Shape;1059;g26b641b03cd_0_301"/>
          <p:cNvPicPr preferRelativeResize="0"/>
          <p:nvPr/>
        </p:nvPicPr>
        <p:blipFill rotWithShape="1">
          <a:blip r:embed="rId5">
            <a:alphaModFix/>
          </a:blip>
          <a:srcRect t="19" b="29"/>
          <a:stretch/>
        </p:blipFill>
        <p:spPr>
          <a:xfrm>
            <a:off x="5756963"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60" name="Google Shape;1060;g26b641b03cd_0_301"/>
          <p:cNvPicPr preferRelativeResize="0"/>
          <p:nvPr/>
        </p:nvPicPr>
        <p:blipFill rotWithShape="1">
          <a:blip r:embed="rId6">
            <a:alphaModFix/>
          </a:blip>
          <a:srcRect l="59" r="59"/>
          <a:stretch/>
        </p:blipFill>
        <p:spPr>
          <a:xfrm>
            <a:off x="1343200" y="3261762"/>
            <a:ext cx="2043837" cy="1460583"/>
          </a:xfrm>
          <a:prstGeom prst="rect">
            <a:avLst/>
          </a:prstGeom>
          <a:noFill/>
          <a:ln>
            <a:noFill/>
          </a:ln>
          <a:effectLst>
            <a:outerShdw blurRad="57150" dist="19050" dir="5400000" algn="bl" rotWithShape="0">
              <a:srgbClr val="000000">
                <a:alpha val="20000"/>
              </a:srgbClr>
            </a:outerShdw>
          </a:effectLst>
        </p:spPr>
      </p:pic>
      <p:pic>
        <p:nvPicPr>
          <p:cNvPr id="1061" name="Google Shape;1061;g26b641b03cd_0_301"/>
          <p:cNvPicPr preferRelativeResize="0"/>
          <p:nvPr/>
        </p:nvPicPr>
        <p:blipFill rotWithShape="1">
          <a:blip r:embed="rId7">
            <a:alphaModFix/>
          </a:blip>
          <a:srcRect t="19" b="29"/>
          <a:stretch/>
        </p:blipFill>
        <p:spPr>
          <a:xfrm>
            <a:off x="3550082" y="3261762"/>
            <a:ext cx="2043837" cy="1460582"/>
          </a:xfrm>
          <a:prstGeom prst="rect">
            <a:avLst/>
          </a:prstGeom>
          <a:noFill/>
          <a:ln>
            <a:noFill/>
          </a:ln>
          <a:effectLst>
            <a:outerShdw blurRad="57150" dist="19050" dir="5400000" algn="bl" rotWithShape="0">
              <a:srgbClr val="000000">
                <a:alpha val="20000"/>
              </a:srgbClr>
            </a:outerShdw>
          </a:effectLst>
        </p:spPr>
      </p:pic>
      <p:pic>
        <p:nvPicPr>
          <p:cNvPr id="1062" name="Google Shape;1062;g26b641b03cd_0_301"/>
          <p:cNvPicPr preferRelativeResize="0"/>
          <p:nvPr/>
        </p:nvPicPr>
        <p:blipFill rotWithShape="1">
          <a:blip r:embed="rId8">
            <a:alphaModFix/>
          </a:blip>
          <a:srcRect/>
          <a:stretch/>
        </p:blipFill>
        <p:spPr>
          <a:xfrm>
            <a:off x="5756963" y="326176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9" name="Google Shape;106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70" name="Google Shape;1070;g26b641b03cd_0_308"/>
          <p:cNvSpPr txBox="1">
            <a:spLocks noGrp="1"/>
          </p:cNvSpPr>
          <p:nvPr>
            <p:ph type="title"/>
          </p:nvPr>
        </p:nvSpPr>
        <p:spPr>
          <a:xfrm>
            <a:off x="814100" y="5568500"/>
            <a:ext cx="751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71" name="Google Shape;1071;g26b641b03cd_0_308"/>
          <p:cNvPicPr preferRelativeResize="0"/>
          <p:nvPr/>
        </p:nvPicPr>
        <p:blipFill rotWithShape="1">
          <a:blip r:embed="rId3">
            <a:alphaModFix/>
          </a:blip>
          <a:srcRect l="59" r="59"/>
          <a:stretch/>
        </p:blipFill>
        <p:spPr>
          <a:xfrm>
            <a:off x="1343200" y="1678450"/>
            <a:ext cx="2043837" cy="1460583"/>
          </a:xfrm>
          <a:prstGeom prst="rect">
            <a:avLst/>
          </a:prstGeom>
          <a:noFill/>
          <a:ln>
            <a:noFill/>
          </a:ln>
          <a:effectLst>
            <a:outerShdw blurRad="57150" dist="19050" dir="5400000" algn="bl" rotWithShape="0">
              <a:srgbClr val="000000">
                <a:alpha val="20000"/>
              </a:srgbClr>
            </a:outerShdw>
          </a:effectLst>
        </p:spPr>
      </p:pic>
      <p:pic>
        <p:nvPicPr>
          <p:cNvPr id="1072" name="Google Shape;1072;g26b641b03cd_0_308"/>
          <p:cNvPicPr preferRelativeResize="0"/>
          <p:nvPr/>
        </p:nvPicPr>
        <p:blipFill rotWithShape="1">
          <a:blip r:embed="rId4">
            <a:alphaModFix/>
          </a:blip>
          <a:srcRect t="19" b="29"/>
          <a:stretch/>
        </p:blipFill>
        <p:spPr>
          <a:xfrm>
            <a:off x="3550082"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73" name="Google Shape;1073;g26b641b03cd_0_308"/>
          <p:cNvPicPr preferRelativeResize="0"/>
          <p:nvPr/>
        </p:nvPicPr>
        <p:blipFill rotWithShape="1">
          <a:blip r:embed="rId5">
            <a:alphaModFix/>
          </a:blip>
          <a:srcRect t="19" b="29"/>
          <a:stretch/>
        </p:blipFill>
        <p:spPr>
          <a:xfrm>
            <a:off x="5756963" y="1678450"/>
            <a:ext cx="2043837" cy="1460582"/>
          </a:xfrm>
          <a:prstGeom prst="rect">
            <a:avLst/>
          </a:prstGeom>
          <a:noFill/>
          <a:ln>
            <a:noFill/>
          </a:ln>
          <a:effectLst>
            <a:outerShdw blurRad="57150" dist="19050" dir="5400000" algn="bl" rotWithShape="0">
              <a:srgbClr val="000000">
                <a:alpha val="20000"/>
              </a:srgbClr>
            </a:outerShdw>
          </a:effectLst>
        </p:spPr>
      </p:pic>
      <p:pic>
        <p:nvPicPr>
          <p:cNvPr id="1074" name="Google Shape;1074;g26b641b03cd_0_308"/>
          <p:cNvPicPr preferRelativeResize="0"/>
          <p:nvPr/>
        </p:nvPicPr>
        <p:blipFill rotWithShape="1">
          <a:blip r:embed="rId6">
            <a:alphaModFix/>
          </a:blip>
          <a:srcRect l="59" r="59"/>
          <a:stretch/>
        </p:blipFill>
        <p:spPr>
          <a:xfrm>
            <a:off x="1343200" y="3261762"/>
            <a:ext cx="2043837" cy="1460583"/>
          </a:xfrm>
          <a:prstGeom prst="rect">
            <a:avLst/>
          </a:prstGeom>
          <a:noFill/>
          <a:ln>
            <a:noFill/>
          </a:ln>
          <a:effectLst>
            <a:outerShdw blurRad="57150" dist="19050" dir="5400000" algn="bl" rotWithShape="0">
              <a:srgbClr val="000000">
                <a:alpha val="20000"/>
              </a:srgbClr>
            </a:outerShdw>
          </a:effectLst>
        </p:spPr>
      </p:pic>
      <p:pic>
        <p:nvPicPr>
          <p:cNvPr id="1075" name="Google Shape;1075;g26b641b03cd_0_308"/>
          <p:cNvPicPr preferRelativeResize="0"/>
          <p:nvPr/>
        </p:nvPicPr>
        <p:blipFill rotWithShape="1">
          <a:blip r:embed="rId7">
            <a:alphaModFix/>
          </a:blip>
          <a:srcRect t="19" b="29"/>
          <a:stretch/>
        </p:blipFill>
        <p:spPr>
          <a:xfrm>
            <a:off x="3550082" y="3261762"/>
            <a:ext cx="2043837" cy="1460582"/>
          </a:xfrm>
          <a:prstGeom prst="rect">
            <a:avLst/>
          </a:prstGeom>
          <a:noFill/>
          <a:ln>
            <a:noFill/>
          </a:ln>
          <a:effectLst>
            <a:outerShdw blurRad="57150" dist="19050" dir="5400000" algn="bl" rotWithShape="0">
              <a:srgbClr val="000000">
                <a:alpha val="20000"/>
              </a:srgbClr>
            </a:outerShdw>
          </a:effectLst>
        </p:spPr>
      </p:pic>
      <p:pic>
        <p:nvPicPr>
          <p:cNvPr id="1076" name="Google Shape;1076;g26b641b03cd_0_308"/>
          <p:cNvPicPr preferRelativeResize="0"/>
          <p:nvPr/>
        </p:nvPicPr>
        <p:blipFill rotWithShape="1">
          <a:blip r:embed="rId8">
            <a:alphaModFix/>
          </a:blip>
          <a:srcRect/>
          <a:stretch/>
        </p:blipFill>
        <p:spPr>
          <a:xfrm>
            <a:off x="5756963" y="326176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pic>
        <p:nvPicPr>
          <p:cNvPr id="1082" name="Google Shape;1082;g2d284f23b43_0_0"/>
          <p:cNvPicPr preferRelativeResize="0"/>
          <p:nvPr/>
        </p:nvPicPr>
        <p:blipFill rotWithShape="1">
          <a:blip r:embed="rId3">
            <a:alphaModFix/>
          </a:blip>
          <a:srcRect l="19" r="28"/>
          <a:stretch/>
        </p:blipFill>
        <p:spPr>
          <a:xfrm>
            <a:off x="661750" y="2729650"/>
            <a:ext cx="4363976" cy="1154266"/>
          </a:xfrm>
          <a:prstGeom prst="rect">
            <a:avLst/>
          </a:prstGeom>
          <a:noFill/>
          <a:ln>
            <a:noFill/>
          </a:ln>
        </p:spPr>
      </p:pic>
      <p:pic>
        <p:nvPicPr>
          <p:cNvPr id="1083" name="Google Shape;1083;g2d284f23b43_0_0"/>
          <p:cNvPicPr preferRelativeResize="0"/>
          <p:nvPr/>
        </p:nvPicPr>
        <p:blipFill rotWithShape="1">
          <a:blip r:embed="rId4">
            <a:alphaModFix/>
          </a:blip>
          <a:srcRect/>
          <a:stretch/>
        </p:blipFill>
        <p:spPr>
          <a:xfrm>
            <a:off x="5095625" y="2715675"/>
            <a:ext cx="3304477" cy="150846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Words>
  <Application>Microsoft Office PowerPoint</Application>
  <PresentationFormat>On-screen Show (4:3)</PresentationFormat>
  <Paragraphs>96</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Nunito Black</vt:lpstr>
      <vt:lpstr>Arial</vt:lpstr>
      <vt:lpstr>Jost</vt:lpstr>
      <vt:lpstr>Poppins</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Teach Homophones within /ee/ family: leek / leak, meet / meat, real / reel,  steal / steel, see / sea.</vt:lpstr>
      <vt:lpstr>Review Common Exception Words containing /ee/ sound me we be he she.</vt:lpstr>
      <vt:lpstr>Introduce /ee/ sound in new Common Exception Word people.</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2026-05-22T04:40:29Z</dcterms:modified>
</cp:coreProperties>
</file>