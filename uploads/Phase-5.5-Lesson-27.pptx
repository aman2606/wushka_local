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6858000" type="screen4x3"/>
  <p:notesSz cx="6858000" cy="9144000"/>
  <p:embeddedFontLst>
    <p:embeddedFont>
      <p:font typeface="Jost" panose="020B0604020202020204" charset="0"/>
      <p:regular r:id="rId22"/>
      <p:bold r:id="rId23"/>
      <p:italic r:id="rId24"/>
      <p:boldItalic r:id="rId25"/>
    </p:embeddedFont>
    <p:embeddedFont>
      <p:font typeface="Nunito Black" pitchFamily="2" charset="0"/>
      <p:bold r:id="rId26"/>
      <p:boldItalic r:id="rId27"/>
    </p:embeddedFont>
    <p:embeddedFont>
      <p:font typeface="Poppins" panose="00000500000000000000" pitchFamily="2" charset="0"/>
      <p:regular r:id="rId28"/>
      <p:bold r:id="rId29"/>
      <p:italic r:id="rId30"/>
      <p:boldItalic r:id="rId31"/>
    </p:embeddedFont>
    <p:embeddedFont>
      <p:font typeface="Poppins Medium" panose="00000600000000000000" pitchFamily="2" charset="0"/>
      <p:regular r:id="rId32"/>
      <p:bold r:id="rId33"/>
      <p:italic r:id="rId34"/>
      <p:boldItalic r:id="rId35"/>
    </p:embeddedFont>
    <p:embeddedFont>
      <p:font typeface="Poppins SemiBold" panose="00000700000000000000" pitchFamily="2"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6" roundtripDataSignature="AMtx7mhZWWJafelzgrKBgkd1+vWchrpuk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D947845-1B19-43A7-BA11-EE77019D958B}">
  <a:tblStyle styleId="{0D947845-1B19-43A7-BA11-EE77019D958B}"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9" Type="http://schemas.openxmlformats.org/officeDocument/2006/relationships/font" Target="fonts/font18.fntdata"/><Relationship Id="rId21" Type="http://schemas.openxmlformats.org/officeDocument/2006/relationships/notesMaster" Target="notesMasters/notesMaster1.xml"/><Relationship Id="rId34" Type="http://schemas.openxmlformats.org/officeDocument/2006/relationships/font" Target="fonts/font13.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font" Target="fonts/font1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font" Target="fonts/font15.fntdata"/><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font" Target="fonts/font14.fntdata"/><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font" Target="fonts/font12.fntdata"/><Relationship Id="rId38" Type="http://schemas.openxmlformats.org/officeDocument/2006/relationships/font" Target="fonts/font17.fntdata"/><Relationship Id="rId46"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9" name="Google Shape;649;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9" name="Google Shape;659;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5"/>
        <p:cNvGrpSpPr/>
        <p:nvPr/>
      </p:nvGrpSpPr>
      <p:grpSpPr>
        <a:xfrm>
          <a:off x="0" y="0"/>
          <a:ext cx="0" cy="0"/>
          <a:chOff x="0" y="0"/>
          <a:chExt cx="0" cy="0"/>
        </a:xfrm>
      </p:grpSpPr>
      <p:sp>
        <p:nvSpPr>
          <p:cNvPr id="676" name="Google Shape;676;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7" name="Google Shape;677;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8" name="Google Shape;678;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5"/>
        <p:cNvGrpSpPr/>
        <p:nvPr/>
      </p:nvGrpSpPr>
      <p:grpSpPr>
        <a:xfrm>
          <a:off x="0" y="0"/>
          <a:ext cx="0" cy="0"/>
          <a:chOff x="0" y="0"/>
          <a:chExt cx="0" cy="0"/>
        </a:xfrm>
      </p:grpSpPr>
      <p:sp>
        <p:nvSpPr>
          <p:cNvPr id="706" name="Google Shape;706;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7" name="Google Shape;707;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8" name="Google Shape;708;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1"/>
        <p:cNvGrpSpPr/>
        <p:nvPr/>
      </p:nvGrpSpPr>
      <p:grpSpPr>
        <a:xfrm>
          <a:off x="0" y="0"/>
          <a:ext cx="0" cy="0"/>
          <a:chOff x="0" y="0"/>
          <a:chExt cx="0" cy="0"/>
        </a:xfrm>
      </p:grpSpPr>
      <p:sp>
        <p:nvSpPr>
          <p:cNvPr id="742" name="Google Shape;742;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3" name="Google Shape;743;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4" name="Google Shape;744;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9"/>
        <p:cNvGrpSpPr/>
        <p:nvPr/>
      </p:nvGrpSpPr>
      <p:grpSpPr>
        <a:xfrm>
          <a:off x="0" y="0"/>
          <a:ext cx="0" cy="0"/>
          <a:chOff x="0" y="0"/>
          <a:chExt cx="0" cy="0"/>
        </a:xfrm>
      </p:grpSpPr>
      <p:sp>
        <p:nvSpPr>
          <p:cNvPr id="790" name="Google Shape;790;g2cdbdd49f8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1" name="Google Shape;791;g2cdbdd49f8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2" name="Google Shape;792;g2cdbdd49f8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p:cNvGrpSpPr/>
        <p:nvPr/>
      </p:nvGrpSpPr>
      <p:grpSpPr>
        <a:xfrm>
          <a:off x="0" y="0"/>
          <a:ext cx="0" cy="0"/>
          <a:chOff x="0" y="0"/>
          <a:chExt cx="0" cy="0"/>
        </a:xfrm>
      </p:grpSpPr>
      <p:sp>
        <p:nvSpPr>
          <p:cNvPr id="806" name="Google Shape;806;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7" name="Google Shape;807;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8" name="Google Shape;808;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6"/>
        <p:cNvGrpSpPr/>
        <p:nvPr/>
      </p:nvGrpSpPr>
      <p:grpSpPr>
        <a:xfrm>
          <a:off x="0" y="0"/>
          <a:ext cx="0" cy="0"/>
          <a:chOff x="0" y="0"/>
          <a:chExt cx="0" cy="0"/>
        </a:xfrm>
      </p:grpSpPr>
      <p:sp>
        <p:nvSpPr>
          <p:cNvPr id="827" name="Google Shape;827;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8" name="Google Shape;828;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9" name="Google Shape;829;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1"/>
        <p:cNvGrpSpPr/>
        <p:nvPr/>
      </p:nvGrpSpPr>
      <p:grpSpPr>
        <a:xfrm>
          <a:off x="0" y="0"/>
          <a:ext cx="0" cy="0"/>
          <a:chOff x="0" y="0"/>
          <a:chExt cx="0" cy="0"/>
        </a:xfrm>
      </p:grpSpPr>
      <p:sp>
        <p:nvSpPr>
          <p:cNvPr id="862" name="Google Shape;862;g2c298da1f27_0_4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3" name="Google Shape;863;g2c298da1f27_0_4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4" name="Google Shape;864;g2c298da1f27_0_4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3" name="Google Shape;883;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4" name="Google Shape;884;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2"/>
        <p:cNvGrpSpPr/>
        <p:nvPr/>
      </p:nvGrpSpPr>
      <p:grpSpPr>
        <a:xfrm>
          <a:off x="0" y="0"/>
          <a:ext cx="0" cy="0"/>
          <a:chOff x="0" y="0"/>
          <a:chExt cx="0" cy="0"/>
        </a:xfrm>
      </p:grpSpPr>
      <p:sp>
        <p:nvSpPr>
          <p:cNvPr id="903" name="Google Shape;903;g2cdbdd193bb_0_34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4" name="Google Shape;904;g2cdbdd193bb_0_34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5" name="Google Shape;905;g2cdbdd193bb_0_34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4"/>
        <p:cNvGrpSpPr/>
        <p:nvPr/>
      </p:nvGrpSpPr>
      <p:grpSpPr>
        <a:xfrm>
          <a:off x="0" y="0"/>
          <a:ext cx="0" cy="0"/>
          <a:chOff x="0" y="0"/>
          <a:chExt cx="0" cy="0"/>
        </a:xfrm>
      </p:grpSpPr>
      <p:sp>
        <p:nvSpPr>
          <p:cNvPr id="925" name="Google Shape;925;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6" name="Google Shape;926;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7" name="Google Shape;927;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7"/>
        <p:cNvGrpSpPr/>
        <p:nvPr/>
      </p:nvGrpSpPr>
      <p:grpSpPr>
        <a:xfrm>
          <a:off x="0" y="0"/>
          <a:ext cx="0" cy="0"/>
          <a:chOff x="0" y="0"/>
          <a:chExt cx="0" cy="0"/>
        </a:xfrm>
      </p:grpSpPr>
      <p:sp>
        <p:nvSpPr>
          <p:cNvPr id="938" name="Google Shape;938;g2da56ff5c23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9" name="Google Shape;939;g2da56ff5c23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0" name="Google Shape;940;g2da56ff5c23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0"/>
        <p:cNvGrpSpPr/>
        <p:nvPr/>
      </p:nvGrpSpPr>
      <p:grpSpPr>
        <a:xfrm>
          <a:off x="0" y="0"/>
          <a:ext cx="0" cy="0"/>
          <a:chOff x="0" y="0"/>
          <a:chExt cx="0" cy="0"/>
        </a:xfrm>
      </p:grpSpPr>
      <p:sp>
        <p:nvSpPr>
          <p:cNvPr id="951" name="Google Shape;951;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2" name="Google Shape;952;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3" name="Google Shape;953;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9"/>
        <p:cNvGrpSpPr/>
        <p:nvPr/>
      </p:nvGrpSpPr>
      <p:grpSpPr>
        <a:xfrm>
          <a:off x="0" y="0"/>
          <a:ext cx="0" cy="0"/>
          <a:chOff x="0" y="0"/>
          <a:chExt cx="0" cy="0"/>
        </a:xfrm>
      </p:grpSpPr>
      <p:sp>
        <p:nvSpPr>
          <p:cNvPr id="960" name="Google Shape;960;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1" name="Google Shape;961;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2" name="Google Shape;962;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8"/>
        <p:cNvGrpSpPr/>
        <p:nvPr/>
      </p:nvGrpSpPr>
      <p:grpSpPr>
        <a:xfrm>
          <a:off x="0" y="0"/>
          <a:ext cx="0" cy="0"/>
          <a:chOff x="0" y="0"/>
          <a:chExt cx="0" cy="0"/>
        </a:xfrm>
      </p:grpSpPr>
      <p:sp>
        <p:nvSpPr>
          <p:cNvPr id="969" name="Google Shape;969;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0" name="Google Shape;970;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1" name="Google Shape;971;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7"/>
        <p:cNvGrpSpPr/>
        <p:nvPr/>
      </p:nvGrpSpPr>
      <p:grpSpPr>
        <a:xfrm>
          <a:off x="0" y="0"/>
          <a:ext cx="0" cy="0"/>
          <a:chOff x="0" y="0"/>
          <a:chExt cx="0" cy="0"/>
        </a:xfrm>
      </p:grpSpPr>
      <p:sp>
        <p:nvSpPr>
          <p:cNvPr id="978" name="Google Shape;978;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9" name="Google Shape;979;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0" name="Google Shape;980;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6"/>
        <p:cNvGrpSpPr/>
        <p:nvPr/>
      </p:nvGrpSpPr>
      <p:grpSpPr>
        <a:xfrm>
          <a:off x="0" y="0"/>
          <a:ext cx="0" cy="0"/>
          <a:chOff x="0" y="0"/>
          <a:chExt cx="0" cy="0"/>
        </a:xfrm>
      </p:grpSpPr>
      <p:sp>
        <p:nvSpPr>
          <p:cNvPr id="987" name="Google Shape;987;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8" name="Google Shape;988;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9" name="Google Shape;989;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4"/>
        <p:cNvGrpSpPr/>
        <p:nvPr/>
      </p:nvGrpSpPr>
      <p:grpSpPr>
        <a:xfrm>
          <a:off x="0" y="0"/>
          <a:ext cx="0" cy="0"/>
          <a:chOff x="0" y="0"/>
          <a:chExt cx="0" cy="0"/>
        </a:xfrm>
      </p:grpSpPr>
      <p:sp>
        <p:nvSpPr>
          <p:cNvPr id="1015" name="Google Shape;1015;g2da56ff5c23_0_4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6" name="Google Shape;1016;g2da56ff5c23_0_4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7" name="Google Shape;1017;g2da56ff5c23_0_4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5" y="1600125"/>
            <a:ext cx="57501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CB3D85"/>
                </a:solidFill>
                <a:latin typeface="Poppins SemiBold"/>
                <a:ea typeface="Poppins SemiBold"/>
                <a:cs typeface="Poppins SemiBold"/>
                <a:sym typeface="Poppins SemiBold"/>
              </a:rPr>
              <a:t>Phase 5.5</a:t>
            </a:r>
            <a:endParaRPr sz="6000" b="0" i="0" u="none" strike="noStrike" cap="none">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8" name="Google Shape;38;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596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Objective</a:t>
            </a:r>
            <a:endParaRPr sz="3200" b="0" i="0" u="none" strike="noStrike" cap="non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 name="Google Shape;52;p15"/>
          <p:cNvSpPr txBox="1"/>
          <p:nvPr/>
        </p:nvSpPr>
        <p:spPr>
          <a:xfrm>
            <a:off x="856314" y="21244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Review</a:t>
            </a:r>
            <a:endParaRPr sz="3200" b="0" i="0" u="none" strike="noStrike" cap="non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4" name="Google Shape;54;p15"/>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23958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Sound Family /y-oo/</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Week 6 - Tuesday</a:t>
            </a:r>
            <a:endParaRPr sz="1800" b="0" i="0" u="none" strike="noStrike" cap="none">
              <a:solidFill>
                <a:srgbClr val="CB3D85"/>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9614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Lesson 27</a:t>
            </a:r>
            <a:endParaRPr sz="1800" b="0" i="0" u="none" strike="noStrike" cap="none">
              <a:solidFill>
                <a:srgbClr val="CB3D85"/>
              </a:solidFill>
              <a:latin typeface="Poppins Medium"/>
              <a:ea typeface="Poppins Medium"/>
              <a:cs typeface="Poppins Medium"/>
              <a:sym typeface="Poppins Medium"/>
            </a:endParaRPr>
          </a:p>
        </p:txBody>
      </p:sp>
      <p:sp>
        <p:nvSpPr>
          <p:cNvPr id="113" name="Google Shape;113;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6" name="Google Shape;126;g26b641b03cd_0_33"/>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1pPr>
            <a:lvl2pPr lvl="1"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2pPr>
            <a:lvl3pPr lvl="2"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3pPr>
            <a:lvl4pPr lvl="3"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4pPr>
            <a:lvl5pPr lvl="4"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5pPr>
            <a:lvl6pPr lvl="5"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6pPr>
            <a:lvl7pPr lvl="6"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7pPr>
            <a:lvl8pPr lvl="7"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8pPr>
            <a:lvl9pPr lvl="8"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End of Session</a:t>
            </a:r>
            <a:endParaRPr sz="3200" b="0" i="0" u="none" strike="noStrike" cap="none">
              <a:solidFill>
                <a:srgbClr val="CB3D85"/>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600"/>
            <a:chOff x="-36800" y="-52000"/>
            <a:chExt cx="9236100" cy="54360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5905920" y="8810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6" name="Google Shape;176;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9" name="Google Shape;179;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180" name="Google Shape;180;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2" name="Google Shape;182;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 name="Google Shape;183;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4" name="Google Shape;184;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5" name="Google Shape;185;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6" name="Google Shape;186;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89" name="Google Shape;18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0" name="Google Shape;19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sp>
        <p:nvSpPr>
          <p:cNvPr id="191" name="Google Shape;191;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2" name="Google Shape;19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3" name="Google Shape;19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94" name="Google Shape;19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5" name="Google Shape;19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6" name="Google Shape;19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7" name="Google Shape;19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8" name="Google Shape;19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199" name="Google Shape;199;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00" name="Google Shape;200;g2c235dd0dad_1_8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1" name="Google Shape;201;g2c235dd0dad_1_8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02" name="Google Shape;202;g2c235dd0dad_1_8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3" name="Google Shape;203;g2c235dd0dad_1_8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4" name="Google Shape;204;g2c235dd0dad_1_8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5" name="Google Shape;20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6" name="Google Shape;206;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07" name="Google Shape;207;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08" name="Google Shape;208;g2c235dd0dad_1_8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09" name="Google Shape;209;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10" name="Google Shape;210;g2c235dd0dad_1_87"/>
          <p:cNvGrpSpPr/>
          <p:nvPr/>
        </p:nvGrpSpPr>
        <p:grpSpPr>
          <a:xfrm>
            <a:off x="662575" y="6212475"/>
            <a:ext cx="586800" cy="571500"/>
            <a:chOff x="662575" y="6212475"/>
            <a:chExt cx="586800" cy="571500"/>
          </a:xfrm>
        </p:grpSpPr>
        <p:sp>
          <p:nvSpPr>
            <p:cNvPr id="211" name="Google Shape;21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4" name="Google Shape;214;g2c235dd0dad_1_87"/>
          <p:cNvGrpSpPr/>
          <p:nvPr/>
        </p:nvGrpSpPr>
        <p:grpSpPr>
          <a:xfrm>
            <a:off x="7894350" y="6212475"/>
            <a:ext cx="586800" cy="571500"/>
            <a:chOff x="7894350" y="6212475"/>
            <a:chExt cx="586800" cy="571500"/>
          </a:xfrm>
        </p:grpSpPr>
        <p:sp>
          <p:nvSpPr>
            <p:cNvPr id="215" name="Google Shape;21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0" name="Google Shape;22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cxnSp>
        <p:nvCxnSpPr>
          <p:cNvPr id="221" name="Google Shape;22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2" name="Google Shape;22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3" name="Google Shape;22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4" name="Google Shape;22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5" name="Google Shape;22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6" name="Google Shape;22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7" name="Google Shape;22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8" name="Google Shape;228;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9" name="Google Shape;229;g1f3daf8a844_0_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0" name="Google Shape;230;g1f3daf8a844_0_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31" name="Google Shape;231;g1f3daf8a844_0_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2" name="Google Shape;232;g1f3daf8a844_0_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3" name="Google Shape;233;g1f3daf8a844_0_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4" name="Google Shape;23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5" name="Google Shape;235;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36" name="Google Shape;236;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37" name="Google Shape;237;g1f3daf8a844_0_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38" name="Google Shape;238;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39" name="Google Shape;239;g1f3daf8a844_0_32"/>
          <p:cNvGrpSpPr/>
          <p:nvPr/>
        </p:nvGrpSpPr>
        <p:grpSpPr>
          <a:xfrm>
            <a:off x="662575" y="6212475"/>
            <a:ext cx="586800" cy="571500"/>
            <a:chOff x="662575" y="6212475"/>
            <a:chExt cx="586800" cy="571500"/>
          </a:xfrm>
        </p:grpSpPr>
        <p:sp>
          <p:nvSpPr>
            <p:cNvPr id="240" name="Google Shape;24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3" name="Google Shape;243;g1f3daf8a844_0_32"/>
          <p:cNvGrpSpPr/>
          <p:nvPr/>
        </p:nvGrpSpPr>
        <p:grpSpPr>
          <a:xfrm>
            <a:off x="7894350" y="6212475"/>
            <a:ext cx="586800" cy="571500"/>
            <a:chOff x="7894350" y="6212475"/>
            <a:chExt cx="586800" cy="571500"/>
          </a:xfrm>
        </p:grpSpPr>
        <p:sp>
          <p:nvSpPr>
            <p:cNvPr id="244" name="Google Shape;24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7"/>
        <p:cNvGrpSpPr/>
        <p:nvPr/>
      </p:nvGrpSpPr>
      <p:grpSpPr>
        <a:xfrm>
          <a:off x="0" y="0"/>
          <a:ext cx="0" cy="0"/>
          <a:chOff x="0" y="0"/>
          <a:chExt cx="0" cy="0"/>
        </a:xfrm>
      </p:grpSpPr>
      <p:sp>
        <p:nvSpPr>
          <p:cNvPr id="248" name="Google Shape;24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49" name="Google Shape;24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Quickwrite</a:t>
            </a:r>
            <a:endParaRPr sz="3000" b="0" i="0" u="none" strike="noStrike" cap="none">
              <a:solidFill>
                <a:srgbClr val="CB3D85"/>
              </a:solidFill>
              <a:latin typeface="Poppins Medium"/>
              <a:ea typeface="Poppins Medium"/>
              <a:cs typeface="Poppins Medium"/>
              <a:sym typeface="Poppins Medium"/>
            </a:endParaRPr>
          </a:p>
        </p:txBody>
      </p:sp>
      <p:sp>
        <p:nvSpPr>
          <p:cNvPr id="250" name="Google Shape;250;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1" name="Google Shape;251;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3" name="Google Shape;253;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4" name="Google Shape;254;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5" name="Google Shape;255;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6" name="Google Shape;256;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57" name="Google Shape;257;g2c157a2fb06_0_5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9" name="Google Shape;259;g2c157a2fb06_0_5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0" name="Google Shape;260;g2c157a2fb06_0_5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1" name="Google Shape;261;g2c157a2fb06_0_5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2" name="Google Shape;262;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3" name="Google Shape;263;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64" name="Google Shape;264;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65" name="Google Shape;265;g2c157a2fb06_0_5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66" name="Google Shape;266;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67" name="Google Shape;267;g2c157a2fb06_0_53"/>
          <p:cNvGrpSpPr/>
          <p:nvPr/>
        </p:nvGrpSpPr>
        <p:grpSpPr>
          <a:xfrm>
            <a:off x="662575" y="6212475"/>
            <a:ext cx="586800" cy="571500"/>
            <a:chOff x="662575" y="6212475"/>
            <a:chExt cx="586800" cy="571500"/>
          </a:xfrm>
        </p:grpSpPr>
        <p:sp>
          <p:nvSpPr>
            <p:cNvPr id="268" name="Google Shape;268;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2c157a2fb06_0_5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c157a2fb06_0_5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1" name="Google Shape;271;g2c157a2fb06_0_53"/>
          <p:cNvGrpSpPr/>
          <p:nvPr/>
        </p:nvGrpSpPr>
        <p:grpSpPr>
          <a:xfrm>
            <a:off x="7894350" y="6212475"/>
            <a:ext cx="586800" cy="571500"/>
            <a:chOff x="7894350" y="6212475"/>
            <a:chExt cx="586800" cy="571500"/>
          </a:xfrm>
        </p:grpSpPr>
        <p:sp>
          <p:nvSpPr>
            <p:cNvPr id="272" name="Google Shape;272;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2c157a2fb06_0_5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2c157a2fb06_0_5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5"/>
        <p:cNvGrpSpPr/>
        <p:nvPr/>
      </p:nvGrpSpPr>
      <p:grpSpPr>
        <a:xfrm>
          <a:off x="0" y="0"/>
          <a:ext cx="0" cy="0"/>
          <a:chOff x="0" y="0"/>
          <a:chExt cx="0" cy="0"/>
        </a:xfrm>
      </p:grpSpPr>
      <p:pic>
        <p:nvPicPr>
          <p:cNvPr id="276" name="Google Shape;276;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7" name="Google Shape;277;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8" name="Google Shape;278;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Full Circle</a:t>
            </a:r>
            <a:endParaRPr sz="3000" b="0" i="0" u="none" strike="noStrike" cap="none">
              <a:solidFill>
                <a:srgbClr val="CB3D85"/>
              </a:solidFill>
              <a:latin typeface="Poppins Medium"/>
              <a:ea typeface="Poppins Medium"/>
              <a:cs typeface="Poppins Medium"/>
              <a:sym typeface="Poppins Medium"/>
            </a:endParaRPr>
          </a:p>
        </p:txBody>
      </p:sp>
      <p:sp>
        <p:nvSpPr>
          <p:cNvPr id="279" name="Google Shape;279;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0" name="Google Shape;280;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3" name="Google Shape;283;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4" name="Google Shape;284;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285" name="Google Shape;285;g2c157a2fb06_0_15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15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87" name="Google Shape;287;g2c157a2fb06_0_15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8" name="Google Shape;288;g2c157a2fb06_0_15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15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1" name="Google Shape;291;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92" name="Google Shape;292;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93" name="Google Shape;293;g2c157a2fb06_0_15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94" name="Google Shape;294;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95" name="Google Shape;295;g2c157a2fb06_0_158"/>
          <p:cNvGrpSpPr/>
          <p:nvPr/>
        </p:nvGrpSpPr>
        <p:grpSpPr>
          <a:xfrm>
            <a:off x="662575" y="6212475"/>
            <a:ext cx="586800" cy="571500"/>
            <a:chOff x="662575" y="6212475"/>
            <a:chExt cx="586800" cy="571500"/>
          </a:xfrm>
        </p:grpSpPr>
        <p:sp>
          <p:nvSpPr>
            <p:cNvPr id="296" name="Google Shape;29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9" name="Google Shape;299;g2c157a2fb06_0_158"/>
          <p:cNvGrpSpPr/>
          <p:nvPr/>
        </p:nvGrpSpPr>
        <p:grpSpPr>
          <a:xfrm>
            <a:off x="7894350" y="6212475"/>
            <a:ext cx="586800" cy="571500"/>
            <a:chOff x="7894350" y="6212475"/>
            <a:chExt cx="586800" cy="571500"/>
          </a:xfrm>
        </p:grpSpPr>
        <p:sp>
          <p:nvSpPr>
            <p:cNvPr id="300" name="Google Shape;30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15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3"/>
        <p:cNvGrpSpPr/>
        <p:nvPr/>
      </p:nvGrpSpPr>
      <p:grpSpPr>
        <a:xfrm>
          <a:off x="0" y="0"/>
          <a:ext cx="0" cy="0"/>
          <a:chOff x="0" y="0"/>
          <a:chExt cx="0" cy="0"/>
        </a:xfrm>
      </p:grpSpPr>
      <p:sp>
        <p:nvSpPr>
          <p:cNvPr id="304" name="Google Shape;304;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5" name="Google Shape;305;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Picture Match</a:t>
            </a:r>
            <a:endParaRPr sz="3000" b="0" i="0" u="none" strike="noStrike" cap="none">
              <a:solidFill>
                <a:srgbClr val="CB3D85"/>
              </a:solidFill>
              <a:latin typeface="Poppins Medium"/>
              <a:ea typeface="Poppins Medium"/>
              <a:cs typeface="Poppins Medium"/>
              <a:sym typeface="Poppins Medium"/>
            </a:endParaRPr>
          </a:p>
        </p:txBody>
      </p:sp>
      <p:sp>
        <p:nvSpPr>
          <p:cNvPr id="306" name="Google Shape;306;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263"/>
          <p:cNvSpPr>
            <a:spLocks noGrp="1"/>
          </p:cNvSpPr>
          <p:nvPr>
            <p:ph type="pic" idx="5"/>
          </p:nvPr>
        </p:nvSpPr>
        <p:spPr>
          <a:xfrm>
            <a:off x="5086375" y="4412425"/>
            <a:ext cx="2668800" cy="1291500"/>
          </a:xfrm>
          <a:prstGeom prst="rect">
            <a:avLst/>
          </a:prstGeom>
          <a:noFill/>
          <a:ln>
            <a:noFill/>
          </a:ln>
        </p:spPr>
      </p:sp>
      <p:sp>
        <p:nvSpPr>
          <p:cNvPr id="311" name="Google Shape;311;g2c157a2fb06_0_263"/>
          <p:cNvSpPr>
            <a:spLocks noGrp="1"/>
          </p:cNvSpPr>
          <p:nvPr>
            <p:ph type="pic" idx="6"/>
          </p:nvPr>
        </p:nvSpPr>
        <p:spPr>
          <a:xfrm>
            <a:off x="5086375" y="797675"/>
            <a:ext cx="2668800" cy="1291500"/>
          </a:xfrm>
          <a:prstGeom prst="rect">
            <a:avLst/>
          </a:prstGeom>
          <a:noFill/>
          <a:ln>
            <a:noFill/>
          </a:ln>
        </p:spPr>
      </p:sp>
      <p:sp>
        <p:nvSpPr>
          <p:cNvPr id="312" name="Google Shape;312;g2c157a2fb06_0_263"/>
          <p:cNvSpPr>
            <a:spLocks noGrp="1"/>
          </p:cNvSpPr>
          <p:nvPr>
            <p:ph type="pic" idx="7"/>
          </p:nvPr>
        </p:nvSpPr>
        <p:spPr>
          <a:xfrm>
            <a:off x="5086375" y="2002592"/>
            <a:ext cx="2668800" cy="1291500"/>
          </a:xfrm>
          <a:prstGeom prst="rect">
            <a:avLst/>
          </a:prstGeom>
          <a:noFill/>
          <a:ln>
            <a:noFill/>
          </a:ln>
        </p:spPr>
      </p:sp>
      <p:sp>
        <p:nvSpPr>
          <p:cNvPr id="313" name="Google Shape;313;g2c157a2fb06_0_263"/>
          <p:cNvSpPr>
            <a:spLocks noGrp="1"/>
          </p:cNvSpPr>
          <p:nvPr>
            <p:ph type="pic" idx="8"/>
          </p:nvPr>
        </p:nvSpPr>
        <p:spPr>
          <a:xfrm>
            <a:off x="5086375" y="3207508"/>
            <a:ext cx="2668800" cy="1291500"/>
          </a:xfrm>
          <a:prstGeom prst="rect">
            <a:avLst/>
          </a:prstGeom>
          <a:noFill/>
          <a:ln>
            <a:noFill/>
          </a:ln>
        </p:spPr>
      </p:sp>
      <p:sp>
        <p:nvSpPr>
          <p:cNvPr id="314" name="Google Shape;314;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5" name="Google Shape;315;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16" name="Google Shape;316;g2c157a2fb06_0_26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26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18" name="Google Shape;318;g2c157a2fb06_0_26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9" name="Google Shape;319;g2c157a2fb06_0_26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2" name="Google Shape;322;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23" name="Google Shape;323;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24" name="Google Shape;324;g2c157a2fb06_0_26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25" name="Google Shape;325;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26" name="Google Shape;326;g2c157a2fb06_0_263"/>
          <p:cNvGrpSpPr/>
          <p:nvPr/>
        </p:nvGrpSpPr>
        <p:grpSpPr>
          <a:xfrm>
            <a:off x="662575" y="6212475"/>
            <a:ext cx="586800" cy="571500"/>
            <a:chOff x="662575" y="6212475"/>
            <a:chExt cx="586800" cy="571500"/>
          </a:xfrm>
        </p:grpSpPr>
        <p:sp>
          <p:nvSpPr>
            <p:cNvPr id="327" name="Google Shape;327;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30" name="Google Shape;330;g2c157a2fb06_0_263"/>
          <p:cNvGrpSpPr/>
          <p:nvPr/>
        </p:nvGrpSpPr>
        <p:grpSpPr>
          <a:xfrm>
            <a:off x="7894350" y="6212475"/>
            <a:ext cx="586800" cy="571500"/>
            <a:chOff x="7894350" y="6212475"/>
            <a:chExt cx="586800" cy="571500"/>
          </a:xfrm>
        </p:grpSpPr>
        <p:sp>
          <p:nvSpPr>
            <p:cNvPr id="331" name="Google Shape;331;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3" name="Google Shape;333;g2c157a2fb06_0_26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4"/>
        <p:cNvGrpSpPr/>
        <p:nvPr/>
      </p:nvGrpSpPr>
      <p:grpSpPr>
        <a:xfrm>
          <a:off x="0" y="0"/>
          <a:ext cx="0" cy="0"/>
          <a:chOff x="0" y="0"/>
          <a:chExt cx="0" cy="0"/>
        </a:xfrm>
      </p:grpSpPr>
      <p:cxnSp>
        <p:nvCxnSpPr>
          <p:cNvPr id="335" name="Google Shape;335;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6" name="Google Shape;336;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7" name="Google Shape;337;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8" name="Google Shape;338;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39" name="Google Shape;339;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Caption</a:t>
            </a:r>
            <a:endParaRPr sz="3000" b="0" i="0" u="none" strike="noStrike" cap="none">
              <a:solidFill>
                <a:srgbClr val="CB3D85"/>
              </a:solidFill>
              <a:latin typeface="Poppins Medium"/>
              <a:ea typeface="Poppins Medium"/>
              <a:cs typeface="Poppins Medium"/>
              <a:sym typeface="Poppins Medium"/>
            </a:endParaRPr>
          </a:p>
        </p:txBody>
      </p:sp>
      <p:sp>
        <p:nvSpPr>
          <p:cNvPr id="340" name="Google Shape;340;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42" name="Google Shape;342;g2c157a2fb06_0_46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46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44" name="Google Shape;344;g2c157a2fb06_0_46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5" name="Google Shape;345;g2c157a2fb06_0_46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c157a2fb06_0_46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8" name="Google Shape;348;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49" name="Google Shape;349;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50" name="Google Shape;350;g2c157a2fb06_0_46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51" name="Google Shape;351;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52" name="Google Shape;352;g2c157a2fb06_0_467"/>
          <p:cNvGrpSpPr/>
          <p:nvPr/>
        </p:nvGrpSpPr>
        <p:grpSpPr>
          <a:xfrm>
            <a:off x="662575" y="6212475"/>
            <a:ext cx="586800" cy="571500"/>
            <a:chOff x="662575" y="6212475"/>
            <a:chExt cx="586800" cy="571500"/>
          </a:xfrm>
        </p:grpSpPr>
        <p:sp>
          <p:nvSpPr>
            <p:cNvPr id="353" name="Google Shape;353;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6" name="Google Shape;356;g2c157a2fb06_0_467"/>
          <p:cNvGrpSpPr/>
          <p:nvPr/>
        </p:nvGrpSpPr>
        <p:grpSpPr>
          <a:xfrm>
            <a:off x="7894350" y="6212475"/>
            <a:ext cx="586800" cy="571500"/>
            <a:chOff x="7894350" y="6212475"/>
            <a:chExt cx="586800" cy="571500"/>
          </a:xfrm>
        </p:grpSpPr>
        <p:sp>
          <p:nvSpPr>
            <p:cNvPr id="357" name="Google Shape;357;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8" name="Google Shape;358;g2c157a2fb06_0_46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60"/>
        <p:cNvGrpSpPr/>
        <p:nvPr/>
      </p:nvGrpSpPr>
      <p:grpSpPr>
        <a:xfrm>
          <a:off x="0" y="0"/>
          <a:ext cx="0" cy="0"/>
          <a:chOff x="0" y="0"/>
          <a:chExt cx="0" cy="0"/>
        </a:xfrm>
      </p:grpSpPr>
      <p:cxnSp>
        <p:nvCxnSpPr>
          <p:cNvPr id="361" name="Google Shape;361;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2" name="Google Shape;362;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3" name="Google Shape;363;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Caption</a:t>
            </a:r>
            <a:endParaRPr sz="3000" b="0" i="0" u="none" strike="noStrike" cap="none">
              <a:solidFill>
                <a:srgbClr val="CB3D85"/>
              </a:solidFill>
              <a:latin typeface="Poppins Medium"/>
              <a:ea typeface="Poppins Medium"/>
              <a:cs typeface="Poppins Medium"/>
              <a:sym typeface="Poppins Medium"/>
            </a:endParaRPr>
          </a:p>
        </p:txBody>
      </p:sp>
      <p:sp>
        <p:nvSpPr>
          <p:cNvPr id="365" name="Google Shape;365;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6" name="Google Shape;366;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68" name="Google Shape;368;g2c157a2fb06_0_629"/>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629"/>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0" name="Google Shape;370;g2c157a2fb06_0_629"/>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1" name="Google Shape;371;g2c157a2fb06_0_629"/>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629"/>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4" name="Google Shape;374;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75" name="Google Shape;375;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76" name="Google Shape;376;g2c157a2fb06_0_629"/>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77" name="Google Shape;377;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78" name="Google Shape;378;g2c157a2fb06_0_629"/>
          <p:cNvGrpSpPr/>
          <p:nvPr/>
        </p:nvGrpSpPr>
        <p:grpSpPr>
          <a:xfrm>
            <a:off x="662575" y="6212475"/>
            <a:ext cx="586800" cy="571500"/>
            <a:chOff x="662575" y="6212475"/>
            <a:chExt cx="586800" cy="571500"/>
          </a:xfrm>
        </p:grpSpPr>
        <p:sp>
          <p:nvSpPr>
            <p:cNvPr id="379" name="Google Shape;379;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2" name="Google Shape;382;g2c157a2fb06_0_629"/>
          <p:cNvGrpSpPr/>
          <p:nvPr/>
        </p:nvGrpSpPr>
        <p:grpSpPr>
          <a:xfrm>
            <a:off x="7894350" y="6212475"/>
            <a:ext cx="586800" cy="571500"/>
            <a:chOff x="7894350" y="6212475"/>
            <a:chExt cx="586800" cy="571500"/>
          </a:xfrm>
        </p:grpSpPr>
        <p:sp>
          <p:nvSpPr>
            <p:cNvPr id="383" name="Google Shape;383;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4" name="Google Shape;384;g2c157a2fb06_0_629">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5" name="Google Shape;385;g2c157a2fb06_0_629">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6"/>
        <p:cNvGrpSpPr/>
        <p:nvPr/>
      </p:nvGrpSpPr>
      <p:grpSpPr>
        <a:xfrm>
          <a:off x="0" y="0"/>
          <a:ext cx="0" cy="0"/>
          <a:chOff x="0" y="0"/>
          <a:chExt cx="0" cy="0"/>
        </a:xfrm>
      </p:grpSpPr>
      <p:cxnSp>
        <p:nvCxnSpPr>
          <p:cNvPr id="387" name="Google Shape;387;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8" name="Google Shape;388;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0" name="Google Shape;390;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1" name="Google Shape;391;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2" name="Google Shape;392;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Sentence</a:t>
            </a:r>
            <a:endParaRPr sz="3000" b="0" i="0" u="none" strike="noStrike" cap="none">
              <a:solidFill>
                <a:srgbClr val="CB3D85"/>
              </a:solidFill>
              <a:latin typeface="Poppins Medium"/>
              <a:ea typeface="Poppins Medium"/>
              <a:cs typeface="Poppins Medium"/>
              <a:sym typeface="Poppins Medium"/>
            </a:endParaRPr>
          </a:p>
        </p:txBody>
      </p:sp>
      <p:sp>
        <p:nvSpPr>
          <p:cNvPr id="393" name="Google Shape;393;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4" name="Google Shape;394;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95" name="Google Shape;395;g2c157a2fb06_0_79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79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97" name="Google Shape;397;g2c157a2fb06_0_79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8" name="Google Shape;398;g2c157a2fb06_0_79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79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1" name="Google Shape;401;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02" name="Google Shape;402;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03" name="Google Shape;403;g2c157a2fb06_0_79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04" name="Google Shape;404;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05" name="Google Shape;405;g2c157a2fb06_0_798"/>
          <p:cNvGrpSpPr/>
          <p:nvPr/>
        </p:nvGrpSpPr>
        <p:grpSpPr>
          <a:xfrm>
            <a:off x="662575" y="6212475"/>
            <a:ext cx="586800" cy="571500"/>
            <a:chOff x="662575" y="6212475"/>
            <a:chExt cx="586800" cy="571500"/>
          </a:xfrm>
        </p:grpSpPr>
        <p:sp>
          <p:nvSpPr>
            <p:cNvPr id="406" name="Google Shape;406;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9" name="Google Shape;409;g2c157a2fb06_0_798"/>
          <p:cNvGrpSpPr/>
          <p:nvPr/>
        </p:nvGrpSpPr>
        <p:grpSpPr>
          <a:xfrm>
            <a:off x="7894350" y="6212475"/>
            <a:ext cx="586800" cy="571500"/>
            <a:chOff x="7894350" y="6212475"/>
            <a:chExt cx="586800" cy="571500"/>
          </a:xfrm>
        </p:grpSpPr>
        <p:sp>
          <p:nvSpPr>
            <p:cNvPr id="410" name="Google Shape;410;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79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2" name="Google Shape;412;g2c157a2fb06_0_79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3"/>
        <p:cNvGrpSpPr/>
        <p:nvPr/>
      </p:nvGrpSpPr>
      <p:grpSpPr>
        <a:xfrm>
          <a:off x="0" y="0"/>
          <a:ext cx="0" cy="0"/>
          <a:chOff x="0" y="0"/>
          <a:chExt cx="0" cy="0"/>
        </a:xfrm>
      </p:grpSpPr>
      <p:cxnSp>
        <p:nvCxnSpPr>
          <p:cNvPr id="414" name="Google Shape;414;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5" name="Google Shape;415;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6" name="Google Shape;416;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7" name="Google Shape;417;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8" name="Google Shape;418;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9" name="Google Shape;419;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Sentence</a:t>
            </a:r>
            <a:endParaRPr sz="3000" b="0" i="0" u="none" strike="noStrike" cap="none">
              <a:solidFill>
                <a:srgbClr val="CB3D85"/>
              </a:solidFill>
              <a:latin typeface="Poppins Medium"/>
              <a:ea typeface="Poppins Medium"/>
              <a:cs typeface="Poppins Medium"/>
              <a:sym typeface="Poppins Medium"/>
            </a:endParaRPr>
          </a:p>
        </p:txBody>
      </p:sp>
      <p:sp>
        <p:nvSpPr>
          <p:cNvPr id="420" name="Google Shape;420;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1" name="Google Shape;421;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22" name="Google Shape;422;g2c157a2fb06_0_82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82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24" name="Google Shape;424;g2c157a2fb06_0_82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5" name="Google Shape;425;g2c157a2fb06_0_82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82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8" name="Google Shape;428;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29" name="Google Shape;429;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30" name="Google Shape;430;g2c157a2fb06_0_82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31" name="Google Shape;431;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32" name="Google Shape;432;g2c157a2fb06_0_825"/>
          <p:cNvGrpSpPr/>
          <p:nvPr/>
        </p:nvGrpSpPr>
        <p:grpSpPr>
          <a:xfrm>
            <a:off x="662575" y="6212475"/>
            <a:ext cx="586800" cy="571500"/>
            <a:chOff x="662575" y="6212475"/>
            <a:chExt cx="586800" cy="571500"/>
          </a:xfrm>
        </p:grpSpPr>
        <p:sp>
          <p:nvSpPr>
            <p:cNvPr id="433" name="Google Shape;433;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6" name="Google Shape;436;g2c157a2fb06_0_825"/>
          <p:cNvGrpSpPr/>
          <p:nvPr/>
        </p:nvGrpSpPr>
        <p:grpSpPr>
          <a:xfrm>
            <a:off x="7894350" y="6212475"/>
            <a:ext cx="586800" cy="571500"/>
            <a:chOff x="7894350" y="6212475"/>
            <a:chExt cx="586800" cy="571500"/>
          </a:xfrm>
        </p:grpSpPr>
        <p:sp>
          <p:nvSpPr>
            <p:cNvPr id="437" name="Google Shape;437;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82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9" name="Google Shape;439;g2c157a2fb06_0_82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40"/>
        <p:cNvGrpSpPr/>
        <p:nvPr/>
      </p:nvGrpSpPr>
      <p:grpSpPr>
        <a:xfrm>
          <a:off x="0" y="0"/>
          <a:ext cx="0" cy="0"/>
          <a:chOff x="0" y="0"/>
          <a:chExt cx="0" cy="0"/>
        </a:xfrm>
      </p:grpSpPr>
      <p:sp>
        <p:nvSpPr>
          <p:cNvPr id="441" name="Google Shape;441;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Hands Up, Pair Up</a:t>
            </a:r>
            <a:endParaRPr sz="3000" b="0" i="0" u="none" strike="noStrike" cap="none">
              <a:solidFill>
                <a:srgbClr val="CB3D85"/>
              </a:solidFill>
              <a:latin typeface="Poppins Medium"/>
              <a:ea typeface="Poppins Medium"/>
              <a:cs typeface="Poppins Medium"/>
              <a:sym typeface="Poppins Medium"/>
            </a:endParaRPr>
          </a:p>
        </p:txBody>
      </p:sp>
      <p:sp>
        <p:nvSpPr>
          <p:cNvPr id="445" name="Google Shape;445;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6" name="Google Shape;446;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7" name="Google Shape;447;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9" name="Google Shape;449;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1" name="Google Shape;451;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3" name="Google Shape;453;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5" name="Google Shape;455;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7" name="Google Shape;457;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9" name="Google Shape;459;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0" name="Google Shape;460;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61" name="Google Shape;461;g2c157a2fb06_0_70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63" name="Google Shape;463;g2c157a2fb06_0_70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4" name="Google Shape;464;g2c157a2fb06_0_70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7" name="Google Shape;467;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68" name="Google Shape;468;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69" name="Google Shape;469;g2c157a2fb06_0_70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70" name="Google Shape;470;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71" name="Google Shape;471;g2c157a2fb06_0_700"/>
          <p:cNvGrpSpPr/>
          <p:nvPr/>
        </p:nvGrpSpPr>
        <p:grpSpPr>
          <a:xfrm>
            <a:off x="662575" y="6212475"/>
            <a:ext cx="586800" cy="571500"/>
            <a:chOff x="662575" y="6212475"/>
            <a:chExt cx="586800" cy="571500"/>
          </a:xfrm>
        </p:grpSpPr>
        <p:sp>
          <p:nvSpPr>
            <p:cNvPr id="472" name="Google Shape;472;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75" name="Google Shape;475;g2c157a2fb06_0_700"/>
          <p:cNvGrpSpPr/>
          <p:nvPr/>
        </p:nvGrpSpPr>
        <p:grpSpPr>
          <a:xfrm>
            <a:off x="7894350" y="6212475"/>
            <a:ext cx="586800" cy="571500"/>
            <a:chOff x="7894350" y="6212475"/>
            <a:chExt cx="586800" cy="571500"/>
          </a:xfrm>
        </p:grpSpPr>
        <p:sp>
          <p:nvSpPr>
            <p:cNvPr id="476" name="Google Shape;476;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79"/>
        <p:cNvGrpSpPr/>
        <p:nvPr/>
      </p:nvGrpSpPr>
      <p:grpSpPr>
        <a:xfrm>
          <a:off x="0" y="0"/>
          <a:ext cx="0" cy="0"/>
          <a:chOff x="0" y="0"/>
          <a:chExt cx="0" cy="0"/>
        </a:xfrm>
      </p:grpSpPr>
      <p:sp>
        <p:nvSpPr>
          <p:cNvPr id="480" name="Google Shape;480;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Bingo</a:t>
            </a:r>
            <a:endParaRPr sz="3000" b="0" i="0" u="none" strike="noStrike" cap="none">
              <a:solidFill>
                <a:srgbClr val="CB3D85"/>
              </a:solidFill>
              <a:latin typeface="Poppins Medium"/>
              <a:ea typeface="Poppins Medium"/>
              <a:cs typeface="Poppins Medium"/>
              <a:sym typeface="Poppins Medium"/>
            </a:endParaRPr>
          </a:p>
        </p:txBody>
      </p:sp>
      <p:cxnSp>
        <p:nvCxnSpPr>
          <p:cNvPr id="481" name="Google Shape;481;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2" name="Google Shape;482;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8" name="Google Shape;488;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89" name="Google Shape;489;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0" name="Google Shape;490;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1" name="Google Shape;491;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2" name="Google Shape;492;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0" name="Google Shape;500;g2c157a2fb06_0_9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02" name="Google Shape;502;g2c157a2fb06_0_9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3" name="Google Shape;503;g2c157a2fb06_0_9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9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6" name="Google Shape;506;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07" name="Google Shape;507;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08" name="Google Shape;508;g2c157a2fb06_0_9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09" name="Google Shape;509;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10" name="Google Shape;510;g2c157a2fb06_0_932"/>
          <p:cNvGrpSpPr/>
          <p:nvPr/>
        </p:nvGrpSpPr>
        <p:grpSpPr>
          <a:xfrm>
            <a:off x="662575" y="6212475"/>
            <a:ext cx="586800" cy="571500"/>
            <a:chOff x="662575" y="6212475"/>
            <a:chExt cx="586800" cy="571500"/>
          </a:xfrm>
        </p:grpSpPr>
        <p:sp>
          <p:nvSpPr>
            <p:cNvPr id="511" name="Google Shape;511;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4" name="Google Shape;514;g2c157a2fb06_0_932"/>
          <p:cNvGrpSpPr/>
          <p:nvPr/>
        </p:nvGrpSpPr>
        <p:grpSpPr>
          <a:xfrm>
            <a:off x="7894350" y="6212475"/>
            <a:ext cx="586800" cy="571500"/>
            <a:chOff x="7894350" y="6212475"/>
            <a:chExt cx="586800" cy="571500"/>
          </a:xfrm>
        </p:grpSpPr>
        <p:sp>
          <p:nvSpPr>
            <p:cNvPr id="515" name="Google Shape;515;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9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9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8"/>
        <p:cNvGrpSpPr/>
        <p:nvPr/>
      </p:nvGrpSpPr>
      <p:grpSpPr>
        <a:xfrm>
          <a:off x="0" y="0"/>
          <a:ext cx="0" cy="0"/>
          <a:chOff x="0" y="0"/>
          <a:chExt cx="0" cy="0"/>
        </a:xfrm>
      </p:grpSpPr>
      <p:cxnSp>
        <p:nvCxnSpPr>
          <p:cNvPr id="519" name="Google Shape;519;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20" name="Google Shape;520;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1" name="Google Shape;521;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2" name="Google Shape;522;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0" name="Google Shape;53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1" name="Google Shape;53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Lucky Dip</a:t>
            </a:r>
            <a:endParaRPr sz="3000" b="0" i="0" u="none" strike="noStrike" cap="none">
              <a:solidFill>
                <a:srgbClr val="CB3D85"/>
              </a:solidFill>
              <a:latin typeface="Poppins Medium"/>
              <a:ea typeface="Poppins Medium"/>
              <a:cs typeface="Poppins Medium"/>
              <a:sym typeface="Poppins Medium"/>
            </a:endParaRPr>
          </a:p>
        </p:txBody>
      </p:sp>
      <p:sp>
        <p:nvSpPr>
          <p:cNvPr id="532" name="Google Shape;532;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3" name="Google Shape;53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4" name="Google Shape;53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5" name="Google Shape;53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536" name="Google Shape;536;g2c157a2fb06_0_104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7" name="Google Shape;537;g2c157a2fb06_0_104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8" name="Google Shape;538;g2c157a2fb06_0_104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9" name="Google Shape;539;g2c157a2fb06_0_104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2" name="Google Shape;542;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43" name="Google Shape;543;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44" name="Google Shape;544;g2c157a2fb06_0_104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45" name="Google Shape;545;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46" name="Google Shape;546;g2c157a2fb06_0_1045"/>
          <p:cNvGrpSpPr/>
          <p:nvPr/>
        </p:nvGrpSpPr>
        <p:grpSpPr>
          <a:xfrm>
            <a:off x="662575" y="6212475"/>
            <a:ext cx="586800" cy="571500"/>
            <a:chOff x="662575" y="6212475"/>
            <a:chExt cx="586800" cy="571500"/>
          </a:xfrm>
        </p:grpSpPr>
        <p:sp>
          <p:nvSpPr>
            <p:cNvPr id="547" name="Google Shape;54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104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0" name="Google Shape;550;g2c157a2fb06_0_1045"/>
          <p:cNvGrpSpPr/>
          <p:nvPr/>
        </p:nvGrpSpPr>
        <p:grpSpPr>
          <a:xfrm>
            <a:off x="7894350" y="6212475"/>
            <a:ext cx="586800" cy="571500"/>
            <a:chOff x="7894350" y="6212475"/>
            <a:chExt cx="586800" cy="571500"/>
          </a:xfrm>
        </p:grpSpPr>
        <p:sp>
          <p:nvSpPr>
            <p:cNvPr id="551" name="Google Shape;55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2" name="Google Shape;552;g2c157a2fb06_0_104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4"/>
        <p:cNvGrpSpPr/>
        <p:nvPr/>
      </p:nvGrpSpPr>
      <p:grpSpPr>
        <a:xfrm>
          <a:off x="0" y="0"/>
          <a:ext cx="0" cy="0"/>
          <a:chOff x="0" y="0"/>
          <a:chExt cx="0" cy="0"/>
        </a:xfrm>
      </p:grpSpPr>
      <p:sp>
        <p:nvSpPr>
          <p:cNvPr id="555" name="Google Shape;555;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6" name="Google Shape;556;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Countdown</a:t>
            </a:r>
            <a:endParaRPr sz="3000" b="0" i="0" u="none" strike="noStrike" cap="none">
              <a:solidFill>
                <a:srgbClr val="CB3D85"/>
              </a:solidFill>
              <a:latin typeface="Poppins Medium"/>
              <a:ea typeface="Poppins Medium"/>
              <a:cs typeface="Poppins Medium"/>
              <a:sym typeface="Poppins Medium"/>
            </a:endParaRPr>
          </a:p>
        </p:txBody>
      </p:sp>
      <p:sp>
        <p:nvSpPr>
          <p:cNvPr id="557" name="Google Shape;557;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8" name="Google Shape;558;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0" name="Google Shape;560;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1" name="Google Shape;561;g2c157a2fb06_0_1110"/>
          <p:cNvGrpSpPr/>
          <p:nvPr/>
        </p:nvGrpSpPr>
        <p:grpSpPr>
          <a:xfrm>
            <a:off x="5806200" y="1807463"/>
            <a:ext cx="756300" cy="146700"/>
            <a:chOff x="5806200" y="1807463"/>
            <a:chExt cx="756300" cy="146700"/>
          </a:xfrm>
        </p:grpSpPr>
        <p:sp>
          <p:nvSpPr>
            <p:cNvPr id="562" name="Google Shape;56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5" name="Google Shape;565;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6" name="Google Shape;566;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7" name="Google Shape;567;g2c157a2fb06_0_1110"/>
          <p:cNvGrpSpPr/>
          <p:nvPr/>
        </p:nvGrpSpPr>
        <p:grpSpPr>
          <a:xfrm>
            <a:off x="5806200" y="2842438"/>
            <a:ext cx="756300" cy="146700"/>
            <a:chOff x="5806200" y="1807463"/>
            <a:chExt cx="756300" cy="146700"/>
          </a:xfrm>
        </p:grpSpPr>
        <p:sp>
          <p:nvSpPr>
            <p:cNvPr id="568" name="Google Shape;568;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1110"/>
          <p:cNvGrpSpPr/>
          <p:nvPr/>
        </p:nvGrpSpPr>
        <p:grpSpPr>
          <a:xfrm>
            <a:off x="5806200" y="3877413"/>
            <a:ext cx="756300" cy="146700"/>
            <a:chOff x="5806200" y="1807463"/>
            <a:chExt cx="756300" cy="146700"/>
          </a:xfrm>
        </p:grpSpPr>
        <p:sp>
          <p:nvSpPr>
            <p:cNvPr id="572" name="Google Shape;57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5" name="Google Shape;575;g2c157a2fb06_0_111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7" name="Google Shape;577;g2c157a2fb06_0_111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8" name="Google Shape;578;g2c157a2fb06_0_111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11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1" name="Google Shape;581;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82" name="Google Shape;582;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83" name="Google Shape;583;g2c157a2fb06_0_111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84" name="Google Shape;584;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85" name="Google Shape;585;g2c157a2fb06_0_1110"/>
          <p:cNvGrpSpPr/>
          <p:nvPr/>
        </p:nvGrpSpPr>
        <p:grpSpPr>
          <a:xfrm>
            <a:off x="662575" y="6212475"/>
            <a:ext cx="586800" cy="571500"/>
            <a:chOff x="662575" y="6212475"/>
            <a:chExt cx="586800" cy="571500"/>
          </a:xfrm>
        </p:grpSpPr>
        <p:sp>
          <p:nvSpPr>
            <p:cNvPr id="586" name="Google Shape;586;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9" name="Google Shape;589;g2c157a2fb06_0_1110"/>
          <p:cNvGrpSpPr/>
          <p:nvPr/>
        </p:nvGrpSpPr>
        <p:grpSpPr>
          <a:xfrm>
            <a:off x="7894350" y="6212475"/>
            <a:ext cx="586800" cy="571500"/>
            <a:chOff x="7894350" y="6212475"/>
            <a:chExt cx="586800" cy="571500"/>
          </a:xfrm>
        </p:grpSpPr>
        <p:sp>
          <p:nvSpPr>
            <p:cNvPr id="590" name="Google Shape;590;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11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3"/>
        <p:cNvGrpSpPr/>
        <p:nvPr/>
      </p:nvGrpSpPr>
      <p:grpSpPr>
        <a:xfrm>
          <a:off x="0" y="0"/>
          <a:ext cx="0" cy="0"/>
          <a:chOff x="0" y="0"/>
          <a:chExt cx="0" cy="0"/>
        </a:xfrm>
      </p:grpSpPr>
      <p:sp>
        <p:nvSpPr>
          <p:cNvPr id="594" name="Google Shape;594;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5" name="Google Shape;595;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7" name="Google Shape;597;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8" name="Google Shape;598;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9" name="Google Shape;599;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0" name="Google Shape;600;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1" name="Google Shape;601;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6" name="Google Shape;606;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7" name="Google Shape;607;p30"/>
          <p:cNvGrpSpPr/>
          <p:nvPr/>
        </p:nvGrpSpPr>
        <p:grpSpPr>
          <a:xfrm>
            <a:off x="6022940" y="5341706"/>
            <a:ext cx="594501" cy="305904"/>
            <a:chOff x="5672081" y="1914352"/>
            <a:chExt cx="792668" cy="305904"/>
          </a:xfrm>
        </p:grpSpPr>
        <p:sp>
          <p:nvSpPr>
            <p:cNvPr id="608" name="Google Shape;608;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9" name="Google Shape;609;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10" name="Google Shape;610;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1" name="Google Shape;611;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8" name="Google Shape;618;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19" name="Google Shape;619;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20" name="Google Shape;620;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1" name="Google Shape;621;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8" name="Google Shape;628;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3" name="Google Shape;633;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4" name="Google Shape;634;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5" name="Google Shape;635;p30"/>
          <p:cNvSpPr/>
          <p:nvPr/>
        </p:nvSpPr>
        <p:spPr>
          <a:xfrm>
            <a:off x="1435861" y="383761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7" name="Google Shape;637;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8" name="Google Shape;638;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39"/>
        <p:cNvGrpSpPr/>
        <p:nvPr/>
      </p:nvGrpSpPr>
      <p:grpSpPr>
        <a:xfrm>
          <a:off x="0" y="0"/>
          <a:ext cx="0" cy="0"/>
          <a:chOff x="0" y="0"/>
          <a:chExt cx="0" cy="0"/>
        </a:xfrm>
      </p:grpSpPr>
      <p:sp>
        <p:nvSpPr>
          <p:cNvPr id="640" name="Google Shape;640;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1" name="Google Shape;641;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2" name="Google Shape;642;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3"/>
        <p:cNvGrpSpPr/>
        <p:nvPr/>
      </p:nvGrpSpPr>
      <p:grpSpPr>
        <a:xfrm>
          <a:off x="0" y="0"/>
          <a:ext cx="0" cy="0"/>
          <a:chOff x="0" y="0"/>
          <a:chExt cx="0" cy="0"/>
        </a:xfrm>
      </p:grpSpPr>
      <p:sp>
        <p:nvSpPr>
          <p:cNvPr id="644" name="Google Shape;644;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5" name="Google Shape;645;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6" name="Google Shape;646;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17.xml"/><Relationship Id="rId3" Type="http://schemas.openxmlformats.org/officeDocument/2006/relationships/image" Target="../media/image6.png"/><Relationship Id="rId7" Type="http://schemas.openxmlformats.org/officeDocument/2006/relationships/slide" Target="slide15.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slide" Target="slide12.xml"/><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18" Type="http://schemas.openxmlformats.org/officeDocument/2006/relationships/image" Target="../media/image24.png"/><Relationship Id="rId3" Type="http://schemas.openxmlformats.org/officeDocument/2006/relationships/image" Target="../media/image9.png"/><Relationship Id="rId21" Type="http://schemas.openxmlformats.org/officeDocument/2006/relationships/image" Target="../media/image27.pn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png"/><Relationship Id="rId25" Type="http://schemas.openxmlformats.org/officeDocument/2006/relationships/image" Target="../media/image31.png"/><Relationship Id="rId2" Type="http://schemas.openxmlformats.org/officeDocument/2006/relationships/notesSlide" Target="../notesSlides/notesSlide3.xml"/><Relationship Id="rId16" Type="http://schemas.openxmlformats.org/officeDocument/2006/relationships/image" Target="../media/image22.png"/><Relationship Id="rId20"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12.png"/><Relationship Id="rId11" Type="http://schemas.openxmlformats.org/officeDocument/2006/relationships/image" Target="../media/image17.png"/><Relationship Id="rId24" Type="http://schemas.openxmlformats.org/officeDocument/2006/relationships/image" Target="../media/image30.png"/><Relationship Id="rId5" Type="http://schemas.openxmlformats.org/officeDocument/2006/relationships/image" Target="../media/image11.png"/><Relationship Id="rId15" Type="http://schemas.openxmlformats.org/officeDocument/2006/relationships/image" Target="../media/image21.png"/><Relationship Id="rId23" Type="http://schemas.openxmlformats.org/officeDocument/2006/relationships/image" Target="../media/image29.png"/><Relationship Id="rId10" Type="http://schemas.openxmlformats.org/officeDocument/2006/relationships/image" Target="../media/image16.png"/><Relationship Id="rId19" Type="http://schemas.openxmlformats.org/officeDocument/2006/relationships/image" Target="../media/image25.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 Id="rId22" Type="http://schemas.openxmlformats.org/officeDocument/2006/relationships/image" Target="../media/image28.png"/></Relationships>
</file>

<file path=ppt/slides/_rels/slide4.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png"/><Relationship Id="rId18" Type="http://schemas.openxmlformats.org/officeDocument/2006/relationships/image" Target="../media/image47.png"/><Relationship Id="rId26" Type="http://schemas.openxmlformats.org/officeDocument/2006/relationships/image" Target="../media/image55.png"/><Relationship Id="rId3" Type="http://schemas.openxmlformats.org/officeDocument/2006/relationships/image" Target="../media/image32.png"/><Relationship Id="rId21" Type="http://schemas.openxmlformats.org/officeDocument/2006/relationships/image" Target="../media/image50.png"/><Relationship Id="rId7" Type="http://schemas.openxmlformats.org/officeDocument/2006/relationships/image" Target="../media/image36.png"/><Relationship Id="rId12" Type="http://schemas.openxmlformats.org/officeDocument/2006/relationships/image" Target="../media/image41.png"/><Relationship Id="rId17" Type="http://schemas.openxmlformats.org/officeDocument/2006/relationships/image" Target="../media/image46.png"/><Relationship Id="rId25" Type="http://schemas.openxmlformats.org/officeDocument/2006/relationships/image" Target="../media/image54.png"/><Relationship Id="rId2" Type="http://schemas.openxmlformats.org/officeDocument/2006/relationships/notesSlide" Target="../notesSlides/notesSlide4.xml"/><Relationship Id="rId16" Type="http://schemas.openxmlformats.org/officeDocument/2006/relationships/image" Target="../media/image45.png"/><Relationship Id="rId20" Type="http://schemas.openxmlformats.org/officeDocument/2006/relationships/image" Target="../media/image49.png"/><Relationship Id="rId29" Type="http://schemas.openxmlformats.org/officeDocument/2006/relationships/image" Target="../media/image58.png"/><Relationship Id="rId1" Type="http://schemas.openxmlformats.org/officeDocument/2006/relationships/slideLayout" Target="../slideLayouts/slideLayout3.xml"/><Relationship Id="rId6" Type="http://schemas.openxmlformats.org/officeDocument/2006/relationships/image" Target="../media/image35.png"/><Relationship Id="rId11" Type="http://schemas.openxmlformats.org/officeDocument/2006/relationships/image" Target="../media/image40.png"/><Relationship Id="rId24" Type="http://schemas.openxmlformats.org/officeDocument/2006/relationships/image" Target="../media/image53.png"/><Relationship Id="rId5" Type="http://schemas.openxmlformats.org/officeDocument/2006/relationships/image" Target="../media/image34.png"/><Relationship Id="rId15" Type="http://schemas.openxmlformats.org/officeDocument/2006/relationships/image" Target="../media/image44.png"/><Relationship Id="rId23" Type="http://schemas.openxmlformats.org/officeDocument/2006/relationships/image" Target="../media/image52.png"/><Relationship Id="rId28" Type="http://schemas.openxmlformats.org/officeDocument/2006/relationships/image" Target="../media/image57.png"/><Relationship Id="rId10" Type="http://schemas.openxmlformats.org/officeDocument/2006/relationships/image" Target="../media/image39.png"/><Relationship Id="rId19" Type="http://schemas.openxmlformats.org/officeDocument/2006/relationships/image" Target="../media/image48.png"/><Relationship Id="rId31" Type="http://schemas.openxmlformats.org/officeDocument/2006/relationships/image" Target="../media/image60.png"/><Relationship Id="rId4" Type="http://schemas.openxmlformats.org/officeDocument/2006/relationships/image" Target="../media/image33.png"/><Relationship Id="rId9" Type="http://schemas.openxmlformats.org/officeDocument/2006/relationships/image" Target="../media/image38.png"/><Relationship Id="rId14" Type="http://schemas.openxmlformats.org/officeDocument/2006/relationships/image" Target="../media/image43.png"/><Relationship Id="rId22" Type="http://schemas.openxmlformats.org/officeDocument/2006/relationships/image" Target="../media/image51.png"/><Relationship Id="rId27" Type="http://schemas.openxmlformats.org/officeDocument/2006/relationships/image" Target="../media/image56.png"/><Relationship Id="rId30" Type="http://schemas.openxmlformats.org/officeDocument/2006/relationships/image" Target="../media/image59.png"/></Relationships>
</file>

<file path=ppt/slides/_rels/slide5.xml.rels><?xml version="1.0" encoding="UTF-8" standalone="yes"?>
<Relationships xmlns="http://schemas.openxmlformats.org/package/2006/relationships"><Relationship Id="rId13" Type="http://schemas.openxmlformats.org/officeDocument/2006/relationships/image" Target="../media/image71.png"/><Relationship Id="rId18" Type="http://schemas.openxmlformats.org/officeDocument/2006/relationships/image" Target="../media/image76.png"/><Relationship Id="rId26" Type="http://schemas.openxmlformats.org/officeDocument/2006/relationships/image" Target="../media/image84.png"/><Relationship Id="rId39" Type="http://schemas.openxmlformats.org/officeDocument/2006/relationships/image" Target="../media/image95.png"/><Relationship Id="rId21" Type="http://schemas.openxmlformats.org/officeDocument/2006/relationships/image" Target="../media/image79.png"/><Relationship Id="rId34" Type="http://schemas.openxmlformats.org/officeDocument/2006/relationships/image" Target="../media/image90.png"/><Relationship Id="rId42" Type="http://schemas.openxmlformats.org/officeDocument/2006/relationships/image" Target="../media/image98.png"/><Relationship Id="rId7" Type="http://schemas.openxmlformats.org/officeDocument/2006/relationships/image" Target="../media/image65.png"/><Relationship Id="rId2" Type="http://schemas.openxmlformats.org/officeDocument/2006/relationships/notesSlide" Target="../notesSlides/notesSlide5.xml"/><Relationship Id="rId16" Type="http://schemas.openxmlformats.org/officeDocument/2006/relationships/image" Target="../media/image74.png"/><Relationship Id="rId20" Type="http://schemas.openxmlformats.org/officeDocument/2006/relationships/image" Target="../media/image78.png"/><Relationship Id="rId29" Type="http://schemas.openxmlformats.org/officeDocument/2006/relationships/image" Target="../media/image87.png"/><Relationship Id="rId41" Type="http://schemas.openxmlformats.org/officeDocument/2006/relationships/image" Target="../media/image97.png"/><Relationship Id="rId1" Type="http://schemas.openxmlformats.org/officeDocument/2006/relationships/slideLayout" Target="../slideLayouts/slideLayout3.xml"/><Relationship Id="rId6" Type="http://schemas.openxmlformats.org/officeDocument/2006/relationships/image" Target="../media/image64.png"/><Relationship Id="rId11" Type="http://schemas.openxmlformats.org/officeDocument/2006/relationships/image" Target="../media/image69.png"/><Relationship Id="rId24" Type="http://schemas.openxmlformats.org/officeDocument/2006/relationships/image" Target="../media/image82.png"/><Relationship Id="rId32" Type="http://schemas.openxmlformats.org/officeDocument/2006/relationships/image" Target="../media/image88.png"/><Relationship Id="rId37" Type="http://schemas.openxmlformats.org/officeDocument/2006/relationships/image" Target="../media/image93.png"/><Relationship Id="rId40" Type="http://schemas.openxmlformats.org/officeDocument/2006/relationships/image" Target="../media/image96.png"/><Relationship Id="rId5" Type="http://schemas.openxmlformats.org/officeDocument/2006/relationships/image" Target="../media/image63.png"/><Relationship Id="rId15" Type="http://schemas.openxmlformats.org/officeDocument/2006/relationships/image" Target="../media/image73.png"/><Relationship Id="rId23" Type="http://schemas.openxmlformats.org/officeDocument/2006/relationships/image" Target="../media/image81.png"/><Relationship Id="rId28" Type="http://schemas.openxmlformats.org/officeDocument/2006/relationships/image" Target="../media/image86.png"/><Relationship Id="rId36" Type="http://schemas.openxmlformats.org/officeDocument/2006/relationships/image" Target="../media/image92.png"/><Relationship Id="rId10" Type="http://schemas.openxmlformats.org/officeDocument/2006/relationships/image" Target="../media/image68.png"/><Relationship Id="rId19" Type="http://schemas.openxmlformats.org/officeDocument/2006/relationships/image" Target="../media/image77.png"/><Relationship Id="rId31" Type="http://schemas.openxmlformats.org/officeDocument/2006/relationships/image" Target="../media/image6.png"/><Relationship Id="rId4" Type="http://schemas.openxmlformats.org/officeDocument/2006/relationships/image" Target="../media/image62.png"/><Relationship Id="rId9" Type="http://schemas.openxmlformats.org/officeDocument/2006/relationships/image" Target="../media/image67.png"/><Relationship Id="rId14" Type="http://schemas.openxmlformats.org/officeDocument/2006/relationships/image" Target="../media/image72.png"/><Relationship Id="rId22" Type="http://schemas.openxmlformats.org/officeDocument/2006/relationships/image" Target="../media/image80.png"/><Relationship Id="rId27" Type="http://schemas.openxmlformats.org/officeDocument/2006/relationships/image" Target="../media/image85.png"/><Relationship Id="rId30" Type="http://schemas.openxmlformats.org/officeDocument/2006/relationships/image" Target="../media/image5.png"/><Relationship Id="rId35" Type="http://schemas.openxmlformats.org/officeDocument/2006/relationships/image" Target="../media/image91.png"/><Relationship Id="rId43" Type="http://schemas.openxmlformats.org/officeDocument/2006/relationships/image" Target="../media/image99.png"/><Relationship Id="rId8" Type="http://schemas.openxmlformats.org/officeDocument/2006/relationships/image" Target="../media/image66.png"/><Relationship Id="rId3" Type="http://schemas.openxmlformats.org/officeDocument/2006/relationships/image" Target="../media/image61.png"/><Relationship Id="rId12" Type="http://schemas.openxmlformats.org/officeDocument/2006/relationships/image" Target="../media/image70.png"/><Relationship Id="rId17" Type="http://schemas.openxmlformats.org/officeDocument/2006/relationships/image" Target="../media/image75.png"/><Relationship Id="rId25" Type="http://schemas.openxmlformats.org/officeDocument/2006/relationships/image" Target="../media/image83.png"/><Relationship Id="rId33" Type="http://schemas.openxmlformats.org/officeDocument/2006/relationships/image" Target="../media/image89.png"/><Relationship Id="rId38" Type="http://schemas.openxmlformats.org/officeDocument/2006/relationships/image" Target="../media/image94.png"/></Relationships>
</file>

<file path=ppt/slides/_rels/slide6.xml.rels><?xml version="1.0" encoding="UTF-8" standalone="yes"?>
<Relationships xmlns="http://schemas.openxmlformats.org/package/2006/relationships"><Relationship Id="rId8" Type="http://schemas.openxmlformats.org/officeDocument/2006/relationships/image" Target="../media/image105.png"/><Relationship Id="rId3" Type="http://schemas.openxmlformats.org/officeDocument/2006/relationships/image" Target="../media/image100.png"/><Relationship Id="rId7" Type="http://schemas.openxmlformats.org/officeDocument/2006/relationships/image" Target="../media/image104.png"/><Relationship Id="rId12" Type="http://schemas.openxmlformats.org/officeDocument/2006/relationships/image" Target="../media/image109.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03.png"/><Relationship Id="rId11" Type="http://schemas.openxmlformats.org/officeDocument/2006/relationships/image" Target="../media/image108.png"/><Relationship Id="rId5" Type="http://schemas.openxmlformats.org/officeDocument/2006/relationships/image" Target="../media/image102.png"/><Relationship Id="rId10" Type="http://schemas.openxmlformats.org/officeDocument/2006/relationships/image" Target="../media/image107.png"/><Relationship Id="rId4" Type="http://schemas.openxmlformats.org/officeDocument/2006/relationships/image" Target="../media/image101.png"/><Relationship Id="rId9" Type="http://schemas.openxmlformats.org/officeDocument/2006/relationships/image" Target="../media/image106.png"/></Relationships>
</file>

<file path=ppt/slides/_rels/slide7.xml.rels><?xml version="1.0" encoding="UTF-8" standalone="yes"?>
<Relationships xmlns="http://schemas.openxmlformats.org/package/2006/relationships"><Relationship Id="rId8" Type="http://schemas.openxmlformats.org/officeDocument/2006/relationships/image" Target="../media/image115.png"/><Relationship Id="rId13" Type="http://schemas.openxmlformats.org/officeDocument/2006/relationships/image" Target="../media/image120.png"/><Relationship Id="rId3" Type="http://schemas.openxmlformats.org/officeDocument/2006/relationships/image" Target="../media/image110.png"/><Relationship Id="rId7" Type="http://schemas.openxmlformats.org/officeDocument/2006/relationships/image" Target="../media/image114.png"/><Relationship Id="rId12" Type="http://schemas.openxmlformats.org/officeDocument/2006/relationships/image" Target="../media/image119.png"/><Relationship Id="rId2" Type="http://schemas.openxmlformats.org/officeDocument/2006/relationships/notesSlide" Target="../notesSlides/notesSlide7.xml"/><Relationship Id="rId16" Type="http://schemas.openxmlformats.org/officeDocument/2006/relationships/image" Target="../media/image123.png"/><Relationship Id="rId1" Type="http://schemas.openxmlformats.org/officeDocument/2006/relationships/slideLayout" Target="../slideLayouts/slideLayout3.xml"/><Relationship Id="rId6" Type="http://schemas.openxmlformats.org/officeDocument/2006/relationships/image" Target="../media/image113.png"/><Relationship Id="rId11" Type="http://schemas.openxmlformats.org/officeDocument/2006/relationships/image" Target="../media/image118.png"/><Relationship Id="rId5" Type="http://schemas.openxmlformats.org/officeDocument/2006/relationships/image" Target="../media/image112.png"/><Relationship Id="rId15" Type="http://schemas.openxmlformats.org/officeDocument/2006/relationships/image" Target="../media/image122.png"/><Relationship Id="rId10" Type="http://schemas.openxmlformats.org/officeDocument/2006/relationships/image" Target="../media/image117.png"/><Relationship Id="rId4" Type="http://schemas.openxmlformats.org/officeDocument/2006/relationships/image" Target="../media/image111.png"/><Relationship Id="rId9" Type="http://schemas.openxmlformats.org/officeDocument/2006/relationships/image" Target="../media/image116.png"/><Relationship Id="rId14" Type="http://schemas.openxmlformats.org/officeDocument/2006/relationships/image" Target="../media/image121.png"/></Relationships>
</file>

<file path=ppt/slides/_rels/slide8.xml.rels><?xml version="1.0" encoding="UTF-8" standalone="yes"?>
<Relationships xmlns="http://schemas.openxmlformats.org/package/2006/relationships"><Relationship Id="rId8" Type="http://schemas.openxmlformats.org/officeDocument/2006/relationships/image" Target="../media/image129.png"/><Relationship Id="rId13" Type="http://schemas.openxmlformats.org/officeDocument/2006/relationships/image" Target="../media/image134.png"/><Relationship Id="rId18" Type="http://schemas.openxmlformats.org/officeDocument/2006/relationships/image" Target="../media/image139.png"/><Relationship Id="rId26" Type="http://schemas.openxmlformats.org/officeDocument/2006/relationships/image" Target="../media/image147.png"/><Relationship Id="rId3" Type="http://schemas.openxmlformats.org/officeDocument/2006/relationships/image" Target="../media/image124.png"/><Relationship Id="rId21" Type="http://schemas.openxmlformats.org/officeDocument/2006/relationships/image" Target="../media/image142.png"/><Relationship Id="rId7" Type="http://schemas.openxmlformats.org/officeDocument/2006/relationships/image" Target="../media/image128.png"/><Relationship Id="rId12" Type="http://schemas.openxmlformats.org/officeDocument/2006/relationships/image" Target="../media/image133.png"/><Relationship Id="rId17" Type="http://schemas.openxmlformats.org/officeDocument/2006/relationships/image" Target="../media/image138.png"/><Relationship Id="rId25" Type="http://schemas.openxmlformats.org/officeDocument/2006/relationships/image" Target="../media/image146.png"/><Relationship Id="rId2" Type="http://schemas.openxmlformats.org/officeDocument/2006/relationships/notesSlide" Target="../notesSlides/notesSlide8.xml"/><Relationship Id="rId16" Type="http://schemas.openxmlformats.org/officeDocument/2006/relationships/image" Target="../media/image137.png"/><Relationship Id="rId20" Type="http://schemas.openxmlformats.org/officeDocument/2006/relationships/image" Target="../media/image141.png"/><Relationship Id="rId29" Type="http://schemas.openxmlformats.org/officeDocument/2006/relationships/image" Target="../media/image150.png"/><Relationship Id="rId1" Type="http://schemas.openxmlformats.org/officeDocument/2006/relationships/slideLayout" Target="../slideLayouts/slideLayout3.xml"/><Relationship Id="rId6" Type="http://schemas.openxmlformats.org/officeDocument/2006/relationships/image" Target="../media/image127.png"/><Relationship Id="rId11" Type="http://schemas.openxmlformats.org/officeDocument/2006/relationships/image" Target="../media/image132.png"/><Relationship Id="rId24" Type="http://schemas.openxmlformats.org/officeDocument/2006/relationships/image" Target="../media/image145.png"/><Relationship Id="rId5" Type="http://schemas.openxmlformats.org/officeDocument/2006/relationships/image" Target="../media/image126.png"/><Relationship Id="rId15" Type="http://schemas.openxmlformats.org/officeDocument/2006/relationships/image" Target="../media/image136.png"/><Relationship Id="rId23" Type="http://schemas.openxmlformats.org/officeDocument/2006/relationships/image" Target="../media/image144.png"/><Relationship Id="rId28" Type="http://schemas.openxmlformats.org/officeDocument/2006/relationships/image" Target="../media/image149.png"/><Relationship Id="rId10" Type="http://schemas.openxmlformats.org/officeDocument/2006/relationships/image" Target="../media/image131.png"/><Relationship Id="rId19" Type="http://schemas.openxmlformats.org/officeDocument/2006/relationships/image" Target="../media/image140.png"/><Relationship Id="rId4" Type="http://schemas.openxmlformats.org/officeDocument/2006/relationships/image" Target="../media/image125.png"/><Relationship Id="rId9" Type="http://schemas.openxmlformats.org/officeDocument/2006/relationships/image" Target="../media/image130.png"/><Relationship Id="rId14" Type="http://schemas.openxmlformats.org/officeDocument/2006/relationships/image" Target="../media/image135.png"/><Relationship Id="rId22" Type="http://schemas.openxmlformats.org/officeDocument/2006/relationships/image" Target="../media/image143.png"/><Relationship Id="rId27" Type="http://schemas.openxmlformats.org/officeDocument/2006/relationships/image" Target="../media/image148.png"/><Relationship Id="rId30" Type="http://schemas.openxmlformats.org/officeDocument/2006/relationships/image" Target="../media/image151.png"/></Relationships>
</file>

<file path=ppt/slides/_rels/slide9.xml.rels><?xml version="1.0" encoding="UTF-8" standalone="yes"?>
<Relationships xmlns="http://schemas.openxmlformats.org/package/2006/relationships"><Relationship Id="rId8" Type="http://schemas.openxmlformats.org/officeDocument/2006/relationships/image" Target="../media/image157.png"/><Relationship Id="rId13" Type="http://schemas.openxmlformats.org/officeDocument/2006/relationships/image" Target="../media/image162.png"/><Relationship Id="rId3" Type="http://schemas.openxmlformats.org/officeDocument/2006/relationships/image" Target="../media/image152.png"/><Relationship Id="rId7" Type="http://schemas.openxmlformats.org/officeDocument/2006/relationships/image" Target="../media/image156.png"/><Relationship Id="rId12" Type="http://schemas.openxmlformats.org/officeDocument/2006/relationships/image" Target="../media/image161.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55.png"/><Relationship Id="rId11" Type="http://schemas.openxmlformats.org/officeDocument/2006/relationships/image" Target="../media/image160.png"/><Relationship Id="rId5" Type="http://schemas.openxmlformats.org/officeDocument/2006/relationships/image" Target="../media/image154.png"/><Relationship Id="rId15" Type="http://schemas.openxmlformats.org/officeDocument/2006/relationships/image" Target="../media/image164.png"/><Relationship Id="rId10" Type="http://schemas.openxmlformats.org/officeDocument/2006/relationships/image" Target="../media/image159.png"/><Relationship Id="rId4" Type="http://schemas.openxmlformats.org/officeDocument/2006/relationships/image" Target="../media/image153.png"/><Relationship Id="rId9" Type="http://schemas.openxmlformats.org/officeDocument/2006/relationships/image" Target="../media/image158.png"/><Relationship Id="rId14" Type="http://schemas.openxmlformats.org/officeDocument/2006/relationships/image" Target="../media/image163.png"/></Relationships>
</file>

<file path=ppt/slides/_rels/slide10.xml.rels><?xml version="1.0" encoding="UTF-8" standalone="yes"?>
<Relationships xmlns="http://schemas.openxmlformats.org/package/2006/relationships"><Relationship Id="rId8" Type="http://schemas.openxmlformats.org/officeDocument/2006/relationships/image" Target="../media/image170.png"/><Relationship Id="rId13" Type="http://schemas.openxmlformats.org/officeDocument/2006/relationships/image" Target="../media/image175.png"/><Relationship Id="rId3" Type="http://schemas.openxmlformats.org/officeDocument/2006/relationships/image" Target="../media/image165.png"/><Relationship Id="rId7" Type="http://schemas.openxmlformats.org/officeDocument/2006/relationships/image" Target="../media/image169.png"/><Relationship Id="rId12" Type="http://schemas.openxmlformats.org/officeDocument/2006/relationships/image" Target="../media/image174.png"/><Relationship Id="rId2" Type="http://schemas.openxmlformats.org/officeDocument/2006/relationships/notesSlide" Target="../notesSlides/notesSlide10.xml"/><Relationship Id="rId16" Type="http://schemas.openxmlformats.org/officeDocument/2006/relationships/image" Target="../media/image178.png"/><Relationship Id="rId1" Type="http://schemas.openxmlformats.org/officeDocument/2006/relationships/slideLayout" Target="../slideLayouts/slideLayout3.xml"/><Relationship Id="rId6" Type="http://schemas.openxmlformats.org/officeDocument/2006/relationships/image" Target="../media/image168.png"/><Relationship Id="rId11" Type="http://schemas.openxmlformats.org/officeDocument/2006/relationships/image" Target="../media/image173.png"/><Relationship Id="rId5" Type="http://schemas.openxmlformats.org/officeDocument/2006/relationships/image" Target="../media/image167.png"/><Relationship Id="rId15" Type="http://schemas.openxmlformats.org/officeDocument/2006/relationships/image" Target="../media/image177.png"/><Relationship Id="rId10" Type="http://schemas.openxmlformats.org/officeDocument/2006/relationships/image" Target="../media/image172.png"/><Relationship Id="rId4" Type="http://schemas.openxmlformats.org/officeDocument/2006/relationships/image" Target="../media/image166.png"/><Relationship Id="rId9" Type="http://schemas.openxmlformats.org/officeDocument/2006/relationships/image" Target="../media/image171.png"/><Relationship Id="rId14" Type="http://schemas.openxmlformats.org/officeDocument/2006/relationships/image" Target="../media/image176.png"/></Relationships>
</file>

<file path=ppt/slides/_rels/slide11.xml.rels><?xml version="1.0" encoding="UTF-8" standalone="yes"?>
<Relationships xmlns="http://schemas.openxmlformats.org/package/2006/relationships"><Relationship Id="rId8" Type="http://schemas.openxmlformats.org/officeDocument/2006/relationships/image" Target="../media/image184.png"/><Relationship Id="rId13" Type="http://schemas.openxmlformats.org/officeDocument/2006/relationships/image" Target="../media/image189.png"/><Relationship Id="rId18" Type="http://schemas.openxmlformats.org/officeDocument/2006/relationships/image" Target="../media/image194.png"/><Relationship Id="rId3" Type="http://schemas.openxmlformats.org/officeDocument/2006/relationships/image" Target="../media/image179.png"/><Relationship Id="rId7" Type="http://schemas.openxmlformats.org/officeDocument/2006/relationships/image" Target="../media/image183.png"/><Relationship Id="rId12" Type="http://schemas.openxmlformats.org/officeDocument/2006/relationships/image" Target="../media/image188.png"/><Relationship Id="rId17" Type="http://schemas.openxmlformats.org/officeDocument/2006/relationships/image" Target="../media/image193.png"/><Relationship Id="rId2" Type="http://schemas.openxmlformats.org/officeDocument/2006/relationships/notesSlide" Target="../notesSlides/notesSlide11.xml"/><Relationship Id="rId16" Type="http://schemas.openxmlformats.org/officeDocument/2006/relationships/image" Target="../media/image192.png"/><Relationship Id="rId1" Type="http://schemas.openxmlformats.org/officeDocument/2006/relationships/slideLayout" Target="../slideLayouts/slideLayout3.xml"/><Relationship Id="rId6" Type="http://schemas.openxmlformats.org/officeDocument/2006/relationships/image" Target="../media/image182.png"/><Relationship Id="rId11" Type="http://schemas.openxmlformats.org/officeDocument/2006/relationships/image" Target="../media/image187.png"/><Relationship Id="rId5" Type="http://schemas.openxmlformats.org/officeDocument/2006/relationships/image" Target="../media/image181.png"/><Relationship Id="rId15" Type="http://schemas.openxmlformats.org/officeDocument/2006/relationships/image" Target="../media/image191.png"/><Relationship Id="rId10" Type="http://schemas.openxmlformats.org/officeDocument/2006/relationships/image" Target="../media/image186.png"/><Relationship Id="rId4" Type="http://schemas.openxmlformats.org/officeDocument/2006/relationships/image" Target="../media/image180.png"/><Relationship Id="rId9" Type="http://schemas.openxmlformats.org/officeDocument/2006/relationships/image" Target="../media/image185.png"/><Relationship Id="rId14" Type="http://schemas.openxmlformats.org/officeDocument/2006/relationships/image" Target="../media/image190.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95.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96.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1"/>
          <p:cNvSpPr txBox="1">
            <a:spLocks noGrp="1"/>
          </p:cNvSpPr>
          <p:nvPr>
            <p:ph type="subTitle" idx="1"/>
          </p:nvPr>
        </p:nvSpPr>
        <p:spPr>
          <a:xfrm>
            <a:off x="884092" y="2685056"/>
            <a:ext cx="3882600" cy="8454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262626"/>
              </a:buClr>
              <a:buSzPts val="3600"/>
              <a:buNone/>
            </a:pPr>
            <a:r>
              <a:rPr lang="en-US" sz="2800"/>
              <a:t>Sound Family /y-oo/;</a:t>
            </a:r>
            <a:br>
              <a:rPr lang="en-US" sz="2800"/>
            </a:br>
            <a:r>
              <a:rPr lang="en-US" sz="2800"/>
              <a:t>ew (/oo/ vs /y-oo/)</a:t>
            </a:r>
            <a:endParaRPr sz="2800"/>
          </a:p>
        </p:txBody>
      </p:sp>
      <p:sp>
        <p:nvSpPr>
          <p:cNvPr id="652" name="Google Shape;652;p1"/>
          <p:cNvSpPr txBox="1">
            <a:spLocks noGrp="1"/>
          </p:cNvSpPr>
          <p:nvPr>
            <p:ph type="subTitle" idx="2"/>
          </p:nvPr>
        </p:nvSpPr>
        <p:spPr>
          <a:xfrm>
            <a:off x="884092" y="3693158"/>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1000"/>
              </a:spcBef>
              <a:spcAft>
                <a:spcPts val="0"/>
              </a:spcAft>
              <a:buSzPts val="2200"/>
              <a:buNone/>
            </a:pPr>
            <a:r>
              <a:rPr lang="en-US"/>
              <a:t>Lesson 27</a:t>
            </a:r>
            <a:endParaRPr/>
          </a:p>
        </p:txBody>
      </p:sp>
      <p:pic>
        <p:nvPicPr>
          <p:cNvPr id="653" name="Google Shape;653;p1"/>
          <p:cNvPicPr preferRelativeResize="0"/>
          <p:nvPr/>
        </p:nvPicPr>
        <p:blipFill rotWithShape="1">
          <a:blip r:embed="rId3">
            <a:alphaModFix/>
          </a:blip>
          <a:srcRect l="19" r="19"/>
          <a:stretch/>
        </p:blipFill>
        <p:spPr>
          <a:xfrm rot="540305">
            <a:off x="6695728" y="3950203"/>
            <a:ext cx="1208040" cy="1709828"/>
          </a:xfrm>
          <a:prstGeom prst="rect">
            <a:avLst/>
          </a:prstGeom>
          <a:noFill/>
          <a:ln>
            <a:noFill/>
          </a:ln>
          <a:effectLst>
            <a:outerShdw blurRad="71438" dist="38100" dir="5220000" algn="bl" rotWithShape="0">
              <a:srgbClr val="000000">
                <a:alpha val="20000"/>
              </a:srgbClr>
            </a:outerShdw>
          </a:effectLst>
        </p:spPr>
      </p:pic>
      <p:pic>
        <p:nvPicPr>
          <p:cNvPr id="654" name="Google Shape;654;p1"/>
          <p:cNvPicPr preferRelativeResize="0"/>
          <p:nvPr/>
        </p:nvPicPr>
        <p:blipFill rotWithShape="1">
          <a:blip r:embed="rId4">
            <a:alphaModFix/>
          </a:blip>
          <a:srcRect l="79" r="79"/>
          <a:stretch/>
        </p:blipFill>
        <p:spPr>
          <a:xfrm rot="-278018">
            <a:off x="5552278" y="3960008"/>
            <a:ext cx="1208038" cy="1709829"/>
          </a:xfrm>
          <a:prstGeom prst="rect">
            <a:avLst/>
          </a:prstGeom>
          <a:noFill/>
          <a:ln>
            <a:noFill/>
          </a:ln>
          <a:effectLst>
            <a:outerShdw blurRad="71438" dist="38100" dir="5220000" algn="bl" rotWithShape="0">
              <a:srgbClr val="000000">
                <a:alpha val="20000"/>
              </a:srgbClr>
            </a:outerShdw>
          </a:effectLst>
        </p:spPr>
      </p:pic>
      <p:graphicFrame>
        <p:nvGraphicFramePr>
          <p:cNvPr id="655" name="Google Shape;655;p1"/>
          <p:cNvGraphicFramePr/>
          <p:nvPr/>
        </p:nvGraphicFramePr>
        <p:xfrm>
          <a:off x="4844200" y="1646527"/>
          <a:ext cx="3784875" cy="2032200"/>
        </p:xfrm>
        <a:graphic>
          <a:graphicData uri="http://schemas.openxmlformats.org/drawingml/2006/table">
            <a:tbl>
              <a:tblPr firstRow="1" bandRow="1">
                <a:noFill/>
                <a:tableStyleId>{0D947845-1B19-43A7-BA11-EE77019D958B}</a:tableStyleId>
              </a:tblPr>
              <a:tblGrid>
                <a:gridCol w="508550">
                  <a:extLst>
                    <a:ext uri="{9D8B030D-6E8A-4147-A177-3AD203B41FA5}">
                      <a16:colId xmlns:a16="http://schemas.microsoft.com/office/drawing/2014/main" val="20000"/>
                    </a:ext>
                  </a:extLst>
                </a:gridCol>
                <a:gridCol w="508550">
                  <a:extLst>
                    <a:ext uri="{9D8B030D-6E8A-4147-A177-3AD203B41FA5}">
                      <a16:colId xmlns:a16="http://schemas.microsoft.com/office/drawing/2014/main" val="20001"/>
                    </a:ext>
                  </a:extLst>
                </a:gridCol>
                <a:gridCol w="604975">
                  <a:extLst>
                    <a:ext uri="{9D8B030D-6E8A-4147-A177-3AD203B41FA5}">
                      <a16:colId xmlns:a16="http://schemas.microsoft.com/office/drawing/2014/main" val="20002"/>
                    </a:ext>
                  </a:extLst>
                </a:gridCol>
                <a:gridCol w="508575">
                  <a:extLst>
                    <a:ext uri="{9D8B030D-6E8A-4147-A177-3AD203B41FA5}">
                      <a16:colId xmlns:a16="http://schemas.microsoft.com/office/drawing/2014/main" val="20003"/>
                    </a:ext>
                  </a:extLst>
                </a:gridCol>
                <a:gridCol w="556725">
                  <a:extLst>
                    <a:ext uri="{9D8B030D-6E8A-4147-A177-3AD203B41FA5}">
                      <a16:colId xmlns:a16="http://schemas.microsoft.com/office/drawing/2014/main" val="20004"/>
                    </a:ext>
                  </a:extLst>
                </a:gridCol>
                <a:gridCol w="596975">
                  <a:extLst>
                    <a:ext uri="{9D8B030D-6E8A-4147-A177-3AD203B41FA5}">
                      <a16:colId xmlns:a16="http://schemas.microsoft.com/office/drawing/2014/main" val="20005"/>
                    </a:ext>
                  </a:extLst>
                </a:gridCol>
                <a:gridCol w="500525">
                  <a:extLst>
                    <a:ext uri="{9D8B030D-6E8A-4147-A177-3AD203B41FA5}">
                      <a16:colId xmlns:a16="http://schemas.microsoft.com/office/drawing/2014/main" val="20006"/>
                    </a:ext>
                  </a:extLst>
                </a:gridCol>
              </a:tblGrid>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i/</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/ee/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/igh/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/o</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600" u="none" strike="noStrike" cap="none">
                          <a:latin typeface="Jost"/>
                          <a:ea typeface="Jost"/>
                          <a:cs typeface="Jost"/>
                          <a:sym typeface="Jost"/>
                        </a:rPr>
                        <a:t>/oo/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FFFFFF"/>
                          </a:solidFill>
                          <a:latin typeface="Jost"/>
                          <a:ea typeface="Jost"/>
                          <a:cs typeface="Jost"/>
                          <a:sym typeface="Jost"/>
                        </a:rPr>
                        <a:t>/y-oo/ </a:t>
                      </a:r>
                      <a:endParaRPr sz="16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/n/</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/m/</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/ch/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/k/</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/j/</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/v/</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 </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/e/</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/i/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/zh/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/z/</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/ur/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ir/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/e</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sp>
        <p:nvSpPr>
          <p:cNvPr id="661" name="Google Shape;661;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Learn and practise </a:t>
            </a:r>
            <a:r>
              <a:rPr lang="en-US">
                <a:solidFill>
                  <a:srgbClr val="8DC63F"/>
                </a:solidFill>
              </a:rPr>
              <a:t>/y-oo/</a:t>
            </a:r>
            <a:r>
              <a:rPr lang="en-US"/>
              <a:t> sound family spelling patterns.</a:t>
            </a:r>
            <a:endParaRPr/>
          </a:p>
        </p:txBody>
      </p:sp>
      <p:sp>
        <p:nvSpPr>
          <p:cNvPr id="662" name="Google Shape;662;g2bee4f4af4b_0_204"/>
          <p:cNvSpPr txBox="1">
            <a:spLocks noGrp="1"/>
          </p:cNvSpPr>
          <p:nvPr>
            <p:ph type="body" idx="2"/>
          </p:nvPr>
        </p:nvSpPr>
        <p:spPr>
          <a:xfrm>
            <a:off x="3298550" y="21596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Recall all GPCs learned so far using flashcards.</a:t>
            </a:r>
            <a:endParaRPr/>
          </a:p>
        </p:txBody>
      </p:sp>
      <p:sp>
        <p:nvSpPr>
          <p:cNvPr id="663" name="Google Shape;663;g2bee4f4af4b_0_204"/>
          <p:cNvSpPr txBox="1"/>
          <p:nvPr/>
        </p:nvSpPr>
        <p:spPr>
          <a:xfrm>
            <a:off x="982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664" name="Google Shape;664;g2bee4f4af4b_0_204"/>
          <p:cNvSpPr txBox="1"/>
          <p:nvPr/>
        </p:nvSpPr>
        <p:spPr>
          <a:xfrm>
            <a:off x="774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665" name="Google Shape;665;g2bee4f4af4b_0_204"/>
          <p:cNvPicPr preferRelativeResize="0"/>
          <p:nvPr/>
        </p:nvPicPr>
        <p:blipFill rotWithShape="1">
          <a:blip r:embed="rId3">
            <a:alphaModFix/>
          </a:blip>
          <a:srcRect l="79" r="79"/>
          <a:stretch/>
        </p:blipFill>
        <p:spPr>
          <a:xfrm>
            <a:off x="995626" y="4101860"/>
            <a:ext cx="786850" cy="1113689"/>
          </a:xfrm>
          <a:prstGeom prst="rect">
            <a:avLst/>
          </a:prstGeom>
          <a:noFill/>
          <a:ln>
            <a:noFill/>
          </a:ln>
          <a:effectLst>
            <a:outerShdw blurRad="71438" dist="19050" dir="5220000" algn="bl" rotWithShape="0">
              <a:srgbClr val="D8D8D8"/>
            </a:outerShdw>
          </a:effectLst>
        </p:spPr>
      </p:pic>
      <p:sp>
        <p:nvSpPr>
          <p:cNvPr id="666" name="Google Shape;666;g2bee4f4af4b_0_204"/>
          <p:cNvSpPr txBox="1"/>
          <p:nvPr/>
        </p:nvSpPr>
        <p:spPr>
          <a:xfrm>
            <a:off x="2262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667" name="Google Shape;667;g2bee4f4af4b_0_204"/>
          <p:cNvSpPr txBox="1"/>
          <p:nvPr/>
        </p:nvSpPr>
        <p:spPr>
          <a:xfrm>
            <a:off x="2055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668" name="Google Shape;668;g2bee4f4af4b_0_204"/>
          <p:cNvPicPr preferRelativeResize="0"/>
          <p:nvPr/>
        </p:nvPicPr>
        <p:blipFill rotWithShape="1">
          <a:blip r:embed="rId4">
            <a:alphaModFix/>
          </a:blip>
          <a:srcRect l="89" r="79"/>
          <a:stretch/>
        </p:blipFill>
        <p:spPr>
          <a:xfrm>
            <a:off x="2262506" y="4169988"/>
            <a:ext cx="813600" cy="977432"/>
          </a:xfrm>
          <a:prstGeom prst="rect">
            <a:avLst/>
          </a:prstGeom>
          <a:noFill/>
          <a:ln>
            <a:noFill/>
          </a:ln>
          <a:effectLst>
            <a:outerShdw blurRad="71438" dist="19050" dir="5220000" algn="bl" rotWithShape="0">
              <a:srgbClr val="D8D8D8"/>
            </a:outerShdw>
          </a:effectLst>
        </p:spPr>
      </p:pic>
      <p:sp>
        <p:nvSpPr>
          <p:cNvPr id="669" name="Google Shape;669;g2bee4f4af4b_0_204"/>
          <p:cNvSpPr txBox="1"/>
          <p:nvPr/>
        </p:nvSpPr>
        <p:spPr>
          <a:xfrm>
            <a:off x="3450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670" name="Google Shape;670;g2bee4f4af4b_0_204"/>
          <p:cNvSpPr txBox="1"/>
          <p:nvPr/>
        </p:nvSpPr>
        <p:spPr>
          <a:xfrm>
            <a:off x="3335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671" name="Google Shape;671;g2bee4f4af4b_0_204"/>
          <p:cNvPicPr preferRelativeResize="0"/>
          <p:nvPr/>
        </p:nvPicPr>
        <p:blipFill rotWithShape="1">
          <a:blip r:embed="rId5">
            <a:alphaModFix/>
          </a:blip>
          <a:srcRect t="89" b="99"/>
          <a:stretch/>
        </p:blipFill>
        <p:spPr>
          <a:xfrm>
            <a:off x="3549599" y="4232253"/>
            <a:ext cx="614525" cy="852902"/>
          </a:xfrm>
          <a:prstGeom prst="rect">
            <a:avLst/>
          </a:prstGeom>
          <a:noFill/>
          <a:ln>
            <a:noFill/>
          </a:ln>
          <a:effectLst>
            <a:outerShdw blurRad="71438" dist="19050" dir="5220000" algn="bl" rotWithShape="0">
              <a:srgbClr val="D8D8D8"/>
            </a:outerShdw>
          </a:effectLst>
        </p:spPr>
      </p:pic>
      <p:sp>
        <p:nvSpPr>
          <p:cNvPr id="672" name="Google Shape;672;g2bee4f4af4b_0_204">
            <a:hlinkClick r:id="rId6" action="ppaction://hlinksldjump"/>
          </p:cNvPr>
          <p:cNvSpPr/>
          <p:nvPr/>
        </p:nvSpPr>
        <p:spPr>
          <a:xfrm>
            <a:off x="929226" y="3632779"/>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3" name="Google Shape;673;g2bee4f4af4b_0_204">
            <a:hlinkClick r:id="rId7" action="ppaction://hlinksldjump"/>
          </p:cNvPr>
          <p:cNvSpPr/>
          <p:nvPr/>
        </p:nvSpPr>
        <p:spPr>
          <a:xfrm>
            <a:off x="2049962" y="3754504"/>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4" name="Google Shape;674;g2bee4f4af4b_0_204">
            <a:hlinkClick r:id="rId8" action="ppaction://hlinksldjump"/>
          </p:cNvPr>
          <p:cNvSpPr/>
          <p:nvPr/>
        </p:nvSpPr>
        <p:spPr>
          <a:xfrm>
            <a:off x="3335461" y="3754504"/>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9"/>
        <p:cNvGrpSpPr/>
        <p:nvPr/>
      </p:nvGrpSpPr>
      <p:grpSpPr>
        <a:xfrm>
          <a:off x="0" y="0"/>
          <a:ext cx="0" cy="0"/>
          <a:chOff x="0" y="0"/>
          <a:chExt cx="0" cy="0"/>
        </a:xfrm>
      </p:grpSpPr>
      <p:sp>
        <p:nvSpPr>
          <p:cNvPr id="680" name="Google Shape;680;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681" name="Google Shape;681;g26b641b03cd_0_165"/>
          <p:cNvGrpSpPr/>
          <p:nvPr/>
        </p:nvGrpSpPr>
        <p:grpSpPr>
          <a:xfrm>
            <a:off x="930400" y="2053244"/>
            <a:ext cx="7283200" cy="3724851"/>
            <a:chOff x="930400" y="2129444"/>
            <a:chExt cx="7283200" cy="3724851"/>
          </a:xfrm>
        </p:grpSpPr>
        <p:pic>
          <p:nvPicPr>
            <p:cNvPr id="682" name="Google Shape;682;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683" name="Google Shape;683;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684" name="Google Shape;684;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685" name="Google Shape;685;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686" name="Google Shape;686;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687" name="Google Shape;687;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688" name="Google Shape;688;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689" name="Google Shape;689;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690" name="Google Shape;690;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691" name="Google Shape;691;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692" name="Google Shape;692;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3" name="Google Shape;693;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694" name="Google Shape;694;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5" name="Google Shape;695;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696" name="Google Shape;696;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697" name="Google Shape;697;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698" name="Google Shape;698;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699" name="Google Shape;699;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00" name="Google Shape;700;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1" name="Google Shape;701;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02" name="Google Shape;702;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3" name="Google Shape;703;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04" name="Google Shape;704;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710" name="Google Shape;710;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11" name="Google Shape;711;g26b7edf6e71_0_26"/>
          <p:cNvGrpSpPr/>
          <p:nvPr/>
        </p:nvGrpSpPr>
        <p:grpSpPr>
          <a:xfrm>
            <a:off x="930400" y="2053250"/>
            <a:ext cx="7283201" cy="2971674"/>
            <a:chOff x="930400" y="2129450"/>
            <a:chExt cx="7283201" cy="2971674"/>
          </a:xfrm>
        </p:grpSpPr>
        <p:pic>
          <p:nvPicPr>
            <p:cNvPr id="712" name="Google Shape;712;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13" name="Google Shape;713;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4" name="Google Shape;714;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15" name="Google Shape;715;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16" name="Google Shape;716;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7" name="Google Shape;717;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18" name="Google Shape;718;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19" name="Google Shape;719;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20" name="Google Shape;720;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21" name="Google Shape;721;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22" name="Google Shape;722;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23" name="Google Shape;723;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24" name="Google Shape;724;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25" name="Google Shape;725;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26" name="Google Shape;726;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27" name="Google Shape;727;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28" name="Google Shape;728;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29" name="Google Shape;729;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0" name="Google Shape;730;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1" name="Google Shape;731;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32" name="Google Shape;732;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33" name="Google Shape;733;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4" name="Google Shape;734;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35" name="Google Shape;735;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6" name="Google Shape;736;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37" name="Google Shape;737;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38" name="Google Shape;738;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39" name="Google Shape;739;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40" name="Google Shape;740;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45"/>
        <p:cNvGrpSpPr/>
        <p:nvPr/>
      </p:nvGrpSpPr>
      <p:grpSpPr>
        <a:xfrm>
          <a:off x="0" y="0"/>
          <a:ext cx="0" cy="0"/>
          <a:chOff x="0" y="0"/>
          <a:chExt cx="0" cy="0"/>
        </a:xfrm>
      </p:grpSpPr>
      <p:sp>
        <p:nvSpPr>
          <p:cNvPr id="746" name="Google Shape;746;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47" name="Google Shape;747;g2c298da1f27_0_417"/>
          <p:cNvGrpSpPr/>
          <p:nvPr/>
        </p:nvGrpSpPr>
        <p:grpSpPr>
          <a:xfrm>
            <a:off x="930400" y="2053250"/>
            <a:ext cx="7283201" cy="2971674"/>
            <a:chOff x="930400" y="2053250"/>
            <a:chExt cx="7283201" cy="2971674"/>
          </a:xfrm>
        </p:grpSpPr>
        <p:pic>
          <p:nvPicPr>
            <p:cNvPr id="748" name="Google Shape;748;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49" name="Google Shape;749;g2c298da1f27_0_41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50" name="Google Shape;750;g2c298da1f27_0_41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51" name="Google Shape;751;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52" name="Google Shape;752;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53" name="Google Shape;753;g2c298da1f27_0_41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54" name="Google Shape;754;g2c298da1f27_0_41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55" name="Google Shape;755;g2c298da1f27_0_41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56" name="Google Shape;756;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57" name="Google Shape;757;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58" name="Google Shape;758;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59" name="Google Shape;759;g2c298da1f27_0_41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60" name="Google Shape;760;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1" name="Google Shape;761;g2c298da1f27_0_41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2" name="Google Shape;762;g2c298da1f27_0_41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3" name="Google Shape;763;g2c298da1f27_0_41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4" name="Google Shape;764;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765" name="Google Shape;765;g2c298da1f27_0_41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6" name="Google Shape;766;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7" name="Google Shape;767;g2c298da1f27_0_41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768" name="Google Shape;768;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769" name="Google Shape;769;g2c298da1f27_0_41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0" name="Google Shape;770;g2c298da1f27_0_41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771" name="Google Shape;771;g2c298da1f27_0_41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2" name="Google Shape;772;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73" name="Google Shape;773;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74" name="Google Shape;774;g2c298da1f27_0_41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5" name="Google Shape;775;g2c298da1f27_0_41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76" name="Google Shape;776;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77" name="Google Shape;777;g2c298da1f27_0_41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78" name="Google Shape;778;g2c298da1f27_0_41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9" name="Google Shape;779;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80" name="Google Shape;780;g2c298da1f27_0_41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81" name="Google Shape;781;g2c298da1f27_0_41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782" name="Google Shape;782;g2c298da1f27_0_41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783" name="Google Shape;783;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4" name="Google Shape;784;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5" name="Google Shape;785;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786" name="Google Shape;786;g2c298da1f27_0_41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87" name="Google Shape;787;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788" name="Google Shape;788;g2c298da1f27_0_41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3"/>
        <p:cNvGrpSpPr/>
        <p:nvPr/>
      </p:nvGrpSpPr>
      <p:grpSpPr>
        <a:xfrm>
          <a:off x="0" y="0"/>
          <a:ext cx="0" cy="0"/>
          <a:chOff x="0" y="0"/>
          <a:chExt cx="0" cy="0"/>
        </a:xfrm>
      </p:grpSpPr>
      <p:sp>
        <p:nvSpPr>
          <p:cNvPr id="794" name="Google Shape;794;g2cdbdd49f8e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95" name="Google Shape;795;g2cdbdd49f8e_0_0"/>
          <p:cNvPicPr preferRelativeResize="0"/>
          <p:nvPr/>
        </p:nvPicPr>
        <p:blipFill rotWithShape="1">
          <a:blip r:embed="rId3">
            <a:alphaModFix/>
          </a:blip>
          <a:srcRect l="79" r="79"/>
          <a:stretch/>
        </p:blipFill>
        <p:spPr>
          <a:xfrm>
            <a:off x="930400" y="2053250"/>
            <a:ext cx="650175" cy="920300"/>
          </a:xfrm>
          <a:prstGeom prst="rect">
            <a:avLst/>
          </a:prstGeom>
          <a:noFill/>
          <a:ln>
            <a:noFill/>
          </a:ln>
          <a:effectLst>
            <a:outerShdw blurRad="71438" dist="28575" dir="5400000" algn="bl" rotWithShape="0">
              <a:srgbClr val="000000">
                <a:alpha val="15290"/>
              </a:srgbClr>
            </a:outerShdw>
          </a:effectLst>
        </p:spPr>
      </p:pic>
      <p:pic>
        <p:nvPicPr>
          <p:cNvPr id="796" name="Google Shape;796;g2cdbdd49f8e_0_0"/>
          <p:cNvPicPr preferRelativeResize="0"/>
          <p:nvPr/>
        </p:nvPicPr>
        <p:blipFill rotWithShape="1">
          <a:blip r:embed="rId4">
            <a:alphaModFix/>
          </a:blip>
          <a:srcRect l="79" r="79"/>
          <a:stretch/>
        </p:blipFill>
        <p:spPr>
          <a:xfrm>
            <a:off x="3119078" y="2053250"/>
            <a:ext cx="650175" cy="920300"/>
          </a:xfrm>
          <a:prstGeom prst="rect">
            <a:avLst/>
          </a:prstGeom>
          <a:noFill/>
          <a:ln>
            <a:noFill/>
          </a:ln>
          <a:effectLst>
            <a:outerShdw blurRad="71438" dist="28575" dir="5400000" algn="bl" rotWithShape="0">
              <a:srgbClr val="000000">
                <a:alpha val="15290"/>
              </a:srgbClr>
            </a:outerShdw>
          </a:effectLst>
        </p:spPr>
      </p:pic>
      <p:pic>
        <p:nvPicPr>
          <p:cNvPr id="797" name="Google Shape;797;g2cdbdd49f8e_0_0"/>
          <p:cNvPicPr preferRelativeResize="0"/>
          <p:nvPr/>
        </p:nvPicPr>
        <p:blipFill rotWithShape="1">
          <a:blip r:embed="rId5">
            <a:alphaModFix/>
          </a:blip>
          <a:srcRect l="19" r="29"/>
          <a:stretch/>
        </p:blipFill>
        <p:spPr>
          <a:xfrm>
            <a:off x="1659959" y="2053250"/>
            <a:ext cx="650175" cy="920300"/>
          </a:xfrm>
          <a:prstGeom prst="rect">
            <a:avLst/>
          </a:prstGeom>
          <a:noFill/>
          <a:ln>
            <a:noFill/>
          </a:ln>
          <a:effectLst>
            <a:outerShdw blurRad="71438" dist="28575" dir="5400000" algn="bl" rotWithShape="0">
              <a:srgbClr val="000000">
                <a:alpha val="15290"/>
              </a:srgbClr>
            </a:outerShdw>
          </a:effectLst>
        </p:spPr>
      </p:pic>
      <p:pic>
        <p:nvPicPr>
          <p:cNvPr id="798" name="Google Shape;798;g2cdbdd49f8e_0_0"/>
          <p:cNvPicPr preferRelativeResize="0"/>
          <p:nvPr/>
        </p:nvPicPr>
        <p:blipFill rotWithShape="1">
          <a:blip r:embed="rId6">
            <a:alphaModFix/>
          </a:blip>
          <a:srcRect l="19" r="29"/>
          <a:stretch/>
        </p:blipFill>
        <p:spPr>
          <a:xfrm>
            <a:off x="2389520" y="2053250"/>
            <a:ext cx="650175" cy="920300"/>
          </a:xfrm>
          <a:prstGeom prst="rect">
            <a:avLst/>
          </a:prstGeom>
          <a:noFill/>
          <a:ln>
            <a:noFill/>
          </a:ln>
          <a:effectLst>
            <a:outerShdw blurRad="71438" dist="28575" dir="5400000" algn="bl" rotWithShape="0">
              <a:srgbClr val="000000">
                <a:alpha val="15290"/>
              </a:srgbClr>
            </a:outerShdw>
          </a:effectLst>
        </p:spPr>
      </p:pic>
      <p:pic>
        <p:nvPicPr>
          <p:cNvPr id="799" name="Google Shape;799;g2cdbdd49f8e_0_0"/>
          <p:cNvPicPr preferRelativeResize="0"/>
          <p:nvPr/>
        </p:nvPicPr>
        <p:blipFill rotWithShape="1">
          <a:blip r:embed="rId7">
            <a:alphaModFix/>
          </a:blip>
          <a:srcRect l="19" r="29"/>
          <a:stretch/>
        </p:blipFill>
        <p:spPr>
          <a:xfrm>
            <a:off x="3848637" y="2053250"/>
            <a:ext cx="650175" cy="920300"/>
          </a:xfrm>
          <a:prstGeom prst="rect">
            <a:avLst/>
          </a:prstGeom>
          <a:noFill/>
          <a:ln>
            <a:noFill/>
          </a:ln>
          <a:effectLst>
            <a:outerShdw blurRad="71438" dist="28575" dir="5400000" algn="bl" rotWithShape="0">
              <a:srgbClr val="000000">
                <a:alpha val="15290"/>
              </a:srgbClr>
            </a:outerShdw>
          </a:effectLst>
        </p:spPr>
      </p:pic>
      <p:pic>
        <p:nvPicPr>
          <p:cNvPr id="800" name="Google Shape;800;g2cdbdd49f8e_0_0"/>
          <p:cNvPicPr preferRelativeResize="0"/>
          <p:nvPr/>
        </p:nvPicPr>
        <p:blipFill rotWithShape="1">
          <a:blip r:embed="rId8">
            <a:alphaModFix/>
          </a:blip>
          <a:srcRect l="79" r="79"/>
          <a:stretch/>
        </p:blipFill>
        <p:spPr>
          <a:xfrm>
            <a:off x="6037316" y="2053250"/>
            <a:ext cx="650175" cy="920300"/>
          </a:xfrm>
          <a:prstGeom prst="rect">
            <a:avLst/>
          </a:prstGeom>
          <a:noFill/>
          <a:ln>
            <a:noFill/>
          </a:ln>
          <a:effectLst>
            <a:outerShdw blurRad="71438" dist="28575" dir="5400000" algn="bl" rotWithShape="0">
              <a:srgbClr val="000000">
                <a:alpha val="15290"/>
              </a:srgbClr>
            </a:outerShdw>
          </a:effectLst>
        </p:spPr>
      </p:pic>
      <p:pic>
        <p:nvPicPr>
          <p:cNvPr id="801" name="Google Shape;801;g2cdbdd49f8e_0_0"/>
          <p:cNvPicPr preferRelativeResize="0"/>
          <p:nvPr/>
        </p:nvPicPr>
        <p:blipFill rotWithShape="1">
          <a:blip r:embed="rId9">
            <a:alphaModFix/>
          </a:blip>
          <a:srcRect l="79" r="79"/>
          <a:stretch/>
        </p:blipFill>
        <p:spPr>
          <a:xfrm>
            <a:off x="4578198" y="2053250"/>
            <a:ext cx="650175" cy="920300"/>
          </a:xfrm>
          <a:prstGeom prst="rect">
            <a:avLst/>
          </a:prstGeom>
          <a:noFill/>
          <a:ln>
            <a:noFill/>
          </a:ln>
          <a:effectLst>
            <a:outerShdw blurRad="71438" dist="28575" dir="5400000" algn="bl" rotWithShape="0">
              <a:srgbClr val="000000">
                <a:alpha val="15290"/>
              </a:srgbClr>
            </a:outerShdw>
          </a:effectLst>
        </p:spPr>
      </p:pic>
      <p:pic>
        <p:nvPicPr>
          <p:cNvPr id="802" name="Google Shape;802;g2cdbdd49f8e_0_0"/>
          <p:cNvPicPr preferRelativeResize="0"/>
          <p:nvPr/>
        </p:nvPicPr>
        <p:blipFill rotWithShape="1">
          <a:blip r:embed="rId10">
            <a:alphaModFix/>
          </a:blip>
          <a:srcRect l="79" r="79"/>
          <a:stretch/>
        </p:blipFill>
        <p:spPr>
          <a:xfrm>
            <a:off x="5307757" y="2053250"/>
            <a:ext cx="650175" cy="920300"/>
          </a:xfrm>
          <a:prstGeom prst="rect">
            <a:avLst/>
          </a:prstGeom>
          <a:noFill/>
          <a:ln>
            <a:noFill/>
          </a:ln>
          <a:effectLst>
            <a:outerShdw blurRad="71438" dist="28575" dir="5400000" algn="bl" rotWithShape="0">
              <a:srgbClr val="000000">
                <a:alpha val="15290"/>
              </a:srgbClr>
            </a:outerShdw>
          </a:effectLst>
        </p:spPr>
      </p:pic>
      <p:pic>
        <p:nvPicPr>
          <p:cNvPr id="803" name="Google Shape;803;g2cdbdd49f8e_0_0"/>
          <p:cNvPicPr preferRelativeResize="0"/>
          <p:nvPr/>
        </p:nvPicPr>
        <p:blipFill rotWithShape="1">
          <a:blip r:embed="rId11">
            <a:alphaModFix/>
          </a:blip>
          <a:srcRect l="19" r="29"/>
          <a:stretch/>
        </p:blipFill>
        <p:spPr>
          <a:xfrm>
            <a:off x="6766872" y="2053250"/>
            <a:ext cx="650175" cy="920300"/>
          </a:xfrm>
          <a:prstGeom prst="rect">
            <a:avLst/>
          </a:prstGeom>
          <a:noFill/>
          <a:ln>
            <a:noFill/>
          </a:ln>
          <a:effectLst>
            <a:outerShdw blurRad="71438" dist="28575" dir="5400000" algn="bl" rotWithShape="0">
              <a:srgbClr val="000000">
                <a:alpha val="15290"/>
              </a:srgbClr>
            </a:outerShdw>
          </a:effectLst>
        </p:spPr>
      </p:pic>
      <p:pic>
        <p:nvPicPr>
          <p:cNvPr id="804" name="Google Shape;804;g2cdbdd49f8e_0_0"/>
          <p:cNvPicPr preferRelativeResize="0"/>
          <p:nvPr/>
        </p:nvPicPr>
        <p:blipFill rotWithShape="1">
          <a:blip r:embed="rId12">
            <a:alphaModFix/>
          </a:blip>
          <a:srcRect/>
          <a:stretch/>
        </p:blipFill>
        <p:spPr>
          <a:xfrm>
            <a:off x="7496424" y="2053250"/>
            <a:ext cx="650176" cy="920300"/>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09"/>
        <p:cNvGrpSpPr/>
        <p:nvPr/>
      </p:nvGrpSpPr>
      <p:grpSpPr>
        <a:xfrm>
          <a:off x="0" y="0"/>
          <a:ext cx="0" cy="0"/>
          <a:chOff x="0" y="0"/>
          <a:chExt cx="0" cy="0"/>
        </a:xfrm>
      </p:grpSpPr>
      <p:sp>
        <p:nvSpPr>
          <p:cNvPr id="810" name="Google Shape;810;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11" name="Google Shape;811;g26b7edf6e71_0_109"/>
          <p:cNvGrpSpPr/>
          <p:nvPr/>
        </p:nvGrpSpPr>
        <p:grpSpPr>
          <a:xfrm>
            <a:off x="865957" y="2135925"/>
            <a:ext cx="7282807" cy="2686611"/>
            <a:chOff x="867357" y="2129450"/>
            <a:chExt cx="7282807" cy="2686611"/>
          </a:xfrm>
        </p:grpSpPr>
        <p:pic>
          <p:nvPicPr>
            <p:cNvPr id="812" name="Google Shape;812;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13" name="Google Shape;813;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14" name="Google Shape;814;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15" name="Google Shape;815;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16" name="Google Shape;816;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17" name="Google Shape;817;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18" name="Google Shape;818;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19" name="Google Shape;819;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20" name="Google Shape;820;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21" name="Google Shape;821;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22" name="Google Shape;822;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23" name="Google Shape;823;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24" name="Google Shape;824;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25" name="Google Shape;825;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30"/>
        <p:cNvGrpSpPr/>
        <p:nvPr/>
      </p:nvGrpSpPr>
      <p:grpSpPr>
        <a:xfrm>
          <a:off x="0" y="0"/>
          <a:ext cx="0" cy="0"/>
          <a:chOff x="0" y="0"/>
          <a:chExt cx="0" cy="0"/>
        </a:xfrm>
      </p:grpSpPr>
      <p:sp>
        <p:nvSpPr>
          <p:cNvPr id="831" name="Google Shape;831;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32" name="Google Shape;832;g2c298d33e0c_0_6"/>
          <p:cNvGrpSpPr/>
          <p:nvPr/>
        </p:nvGrpSpPr>
        <p:grpSpPr>
          <a:xfrm>
            <a:off x="866900" y="2079100"/>
            <a:ext cx="7281864" cy="2684601"/>
            <a:chOff x="868300" y="2129450"/>
            <a:chExt cx="7281864" cy="2684601"/>
          </a:xfrm>
        </p:grpSpPr>
        <p:pic>
          <p:nvPicPr>
            <p:cNvPr id="833" name="Google Shape;833;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34" name="Google Shape;834;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35" name="Google Shape;835;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36" name="Google Shape;836;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37" name="Google Shape;837;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38" name="Google Shape;838;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39" name="Google Shape;839;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40" name="Google Shape;840;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41" name="Google Shape;841;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42" name="Google Shape;842;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43" name="Google Shape;843;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44" name="Google Shape;844;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45" name="Google Shape;845;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46" name="Google Shape;846;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47" name="Google Shape;847;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48" name="Google Shape;848;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49" name="Google Shape;849;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50" name="Google Shape;850;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51" name="Google Shape;851;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52" name="Google Shape;852;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53" name="Google Shape;853;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54" name="Google Shape;854;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55" name="Google Shape;855;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56" name="Google Shape;856;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57" name="Google Shape;857;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58" name="Google Shape;858;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59" name="Google Shape;859;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60" name="Google Shape;860;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65"/>
        <p:cNvGrpSpPr/>
        <p:nvPr/>
      </p:nvGrpSpPr>
      <p:grpSpPr>
        <a:xfrm>
          <a:off x="0" y="0"/>
          <a:ext cx="0" cy="0"/>
          <a:chOff x="0" y="0"/>
          <a:chExt cx="0" cy="0"/>
        </a:xfrm>
      </p:grpSpPr>
      <p:sp>
        <p:nvSpPr>
          <p:cNvPr id="866" name="Google Shape;866;g2c298da1f27_0_45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867" name="Google Shape;867;g2c298da1f27_0_455"/>
          <p:cNvGrpSpPr/>
          <p:nvPr/>
        </p:nvGrpSpPr>
        <p:grpSpPr>
          <a:xfrm>
            <a:off x="868300" y="2129450"/>
            <a:ext cx="7281864" cy="2684601"/>
            <a:chOff x="868300" y="2053250"/>
            <a:chExt cx="7281864" cy="2684601"/>
          </a:xfrm>
        </p:grpSpPr>
        <p:pic>
          <p:nvPicPr>
            <p:cNvPr id="868" name="Google Shape;868;g2c298da1f27_0_455"/>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869" name="Google Shape;869;g2c298da1f27_0_455"/>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870" name="Google Shape;870;g2c298da1f27_0_455"/>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871" name="Google Shape;871;g2c298da1f27_0_455"/>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872" name="Google Shape;872;g2c298da1f27_0_455"/>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873" name="Google Shape;873;g2c298da1f27_0_455"/>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874" name="Google Shape;874;g2c298da1f27_0_45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875" name="Google Shape;875;g2c298da1f27_0_455"/>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876" name="Google Shape;876;g2c298da1f27_0_45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877" name="Google Shape;877;g2c298da1f27_0_45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878" name="Google Shape;878;g2c298da1f27_0_455"/>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879" name="Google Shape;879;g2c298da1f27_0_455"/>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880" name="Google Shape;880;g2c298da1f27_0_455"/>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85"/>
        <p:cNvGrpSpPr/>
        <p:nvPr/>
      </p:nvGrpSpPr>
      <p:grpSpPr>
        <a:xfrm>
          <a:off x="0" y="0"/>
          <a:ext cx="0" cy="0"/>
          <a:chOff x="0" y="0"/>
          <a:chExt cx="0" cy="0"/>
        </a:xfrm>
      </p:grpSpPr>
      <p:sp>
        <p:nvSpPr>
          <p:cNvPr id="886" name="Google Shape;886;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a:t>
            </a:r>
            <a:r>
              <a:rPr lang="en-US"/>
              <a:t>.</a:t>
            </a:r>
            <a:endParaRPr/>
          </a:p>
        </p:txBody>
      </p:sp>
      <p:grpSp>
        <p:nvGrpSpPr>
          <p:cNvPr id="887" name="Google Shape;887;g2c298da1f27_1_0"/>
          <p:cNvGrpSpPr/>
          <p:nvPr/>
        </p:nvGrpSpPr>
        <p:grpSpPr>
          <a:xfrm>
            <a:off x="868300" y="2129450"/>
            <a:ext cx="7281864" cy="2688001"/>
            <a:chOff x="868300" y="2129450"/>
            <a:chExt cx="7281864" cy="2688001"/>
          </a:xfrm>
        </p:grpSpPr>
        <p:pic>
          <p:nvPicPr>
            <p:cNvPr id="888" name="Google Shape;888;g2c298da1f27_1_0"/>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889" name="Google Shape;889;g2c298da1f27_1_0"/>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890" name="Google Shape;890;g2c298da1f27_1_0"/>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891" name="Google Shape;891;g2c298da1f27_1_0"/>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892" name="Google Shape;892;g2c298da1f27_1_0"/>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893" name="Google Shape;893;g2c298da1f27_1_0"/>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894" name="Google Shape;894;g2c298da1f27_1_0"/>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895" name="Google Shape;895;g2c298da1f27_1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896" name="Google Shape;896;g2c298da1f27_1_0"/>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897" name="Google Shape;897;g2c298da1f27_1_0"/>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898" name="Google Shape;898;g2c298da1f27_1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899" name="Google Shape;899;g2c298da1f27_1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900" name="Google Shape;900;g2c298da1f27_1_0"/>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901" name="Google Shape;901;g2c298da1f27_1_0"/>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06"/>
        <p:cNvGrpSpPr/>
        <p:nvPr/>
      </p:nvGrpSpPr>
      <p:grpSpPr>
        <a:xfrm>
          <a:off x="0" y="0"/>
          <a:ext cx="0" cy="0"/>
          <a:chOff x="0" y="0"/>
          <a:chExt cx="0" cy="0"/>
        </a:xfrm>
      </p:grpSpPr>
      <p:sp>
        <p:nvSpPr>
          <p:cNvPr id="907" name="Google Shape;907;g2cdbdd193bb_0_343"/>
          <p:cNvSpPr txBox="1"/>
          <p:nvPr/>
        </p:nvSpPr>
        <p:spPr>
          <a:xfrm>
            <a:off x="995575" y="582900"/>
            <a:ext cx="7153200" cy="12432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200" b="0" i="0" u="none" strike="noStrike" cap="none">
                <a:solidFill>
                  <a:srgbClr val="000000"/>
                </a:solidFill>
                <a:latin typeface="Poppins"/>
                <a:ea typeface="Poppins"/>
                <a:cs typeface="Poppins"/>
                <a:sym typeface="Poppins"/>
              </a:rPr>
              <a:t>Review Phase 5.5 </a:t>
            </a:r>
            <a:r>
              <a:rPr lang="en-US" sz="2200">
                <a:latin typeface="Poppins"/>
                <a:ea typeface="Poppins"/>
                <a:cs typeface="Poppins"/>
                <a:sym typeface="Poppins"/>
              </a:rPr>
              <a:t>Common Exception Word</a:t>
            </a:r>
            <a:r>
              <a:rPr lang="en-US" sz="2200" b="0" i="0" u="none" strike="noStrike" cap="none">
                <a:solidFill>
                  <a:srgbClr val="000000"/>
                </a:solidFill>
                <a:latin typeface="Poppins"/>
                <a:ea typeface="Poppins"/>
                <a:cs typeface="Poppins"/>
                <a:sym typeface="Poppins"/>
              </a:rPr>
              <a:t>s </a:t>
            </a:r>
            <a:br>
              <a:rPr lang="en-US" sz="2200" b="0" i="0" u="none" strike="noStrike" cap="none">
                <a:solidFill>
                  <a:srgbClr val="000000"/>
                </a:solidFill>
                <a:latin typeface="Poppins"/>
                <a:ea typeface="Poppins"/>
                <a:cs typeface="Poppins"/>
                <a:sym typeface="Poppins"/>
              </a:rPr>
            </a:br>
            <a:r>
              <a:rPr lang="en-US" sz="2200" b="0" i="0" u="none" strike="noStrike" cap="none">
                <a:solidFill>
                  <a:srgbClr val="2356AF"/>
                </a:solidFill>
                <a:latin typeface="Poppins"/>
                <a:ea typeface="Poppins"/>
                <a:cs typeface="Poppins"/>
                <a:sym typeface="Poppins"/>
              </a:rPr>
              <a:t>people wild child mind kind behind eye oh most only both though through who prove shoe</a:t>
            </a:r>
            <a:r>
              <a:rPr lang="en-US" sz="2200" b="0" i="0" u="none" strike="noStrike" cap="none">
                <a:solidFill>
                  <a:srgbClr val="000000"/>
                </a:solidFill>
                <a:latin typeface="Poppins"/>
                <a:ea typeface="Poppins"/>
                <a:cs typeface="Poppins"/>
                <a:sym typeface="Poppins"/>
              </a:rPr>
              <a:t>.</a:t>
            </a:r>
            <a:endParaRPr sz="2200" b="0" i="0" u="none" strike="noStrike" cap="none">
              <a:solidFill>
                <a:srgbClr val="000000"/>
              </a:solidFill>
              <a:latin typeface="Poppins"/>
              <a:ea typeface="Poppins"/>
              <a:cs typeface="Poppins"/>
              <a:sym typeface="Poppins"/>
            </a:endParaRPr>
          </a:p>
        </p:txBody>
      </p:sp>
      <p:pic>
        <p:nvPicPr>
          <p:cNvPr id="908" name="Google Shape;908;g2cdbdd193bb_0_343"/>
          <p:cNvPicPr preferRelativeResize="0"/>
          <p:nvPr/>
        </p:nvPicPr>
        <p:blipFill rotWithShape="1">
          <a:blip r:embed="rId3">
            <a:alphaModFix/>
          </a:blip>
          <a:srcRect l="159" r="159"/>
          <a:stretch/>
        </p:blipFill>
        <p:spPr>
          <a:xfrm>
            <a:off x="2094526" y="3994500"/>
            <a:ext cx="1147320" cy="822955"/>
          </a:xfrm>
          <a:prstGeom prst="rect">
            <a:avLst/>
          </a:prstGeom>
          <a:noFill/>
          <a:ln>
            <a:noFill/>
          </a:ln>
          <a:effectLst>
            <a:outerShdw blurRad="71438" dist="19050" dir="5400000" algn="bl" rotWithShape="0">
              <a:srgbClr val="000000">
                <a:alpha val="17650"/>
              </a:srgbClr>
            </a:outerShdw>
          </a:effectLst>
        </p:spPr>
      </p:pic>
      <p:pic>
        <p:nvPicPr>
          <p:cNvPr id="909" name="Google Shape;909;g2cdbdd193bb_0_343"/>
          <p:cNvPicPr preferRelativeResize="0"/>
          <p:nvPr/>
        </p:nvPicPr>
        <p:blipFill rotWithShape="1">
          <a:blip r:embed="rId4">
            <a:alphaModFix/>
          </a:blip>
          <a:srcRect l="79" r="69"/>
          <a:stretch/>
        </p:blipFill>
        <p:spPr>
          <a:xfrm>
            <a:off x="3321259" y="3994500"/>
            <a:ext cx="1147320" cy="821566"/>
          </a:xfrm>
          <a:prstGeom prst="rect">
            <a:avLst/>
          </a:prstGeom>
          <a:noFill/>
          <a:ln>
            <a:noFill/>
          </a:ln>
          <a:effectLst>
            <a:outerShdw blurRad="71438" dist="19050" dir="5400000" algn="bl" rotWithShape="0">
              <a:srgbClr val="000000">
                <a:alpha val="17650"/>
              </a:srgbClr>
            </a:outerShdw>
          </a:effectLst>
        </p:spPr>
      </p:pic>
      <p:pic>
        <p:nvPicPr>
          <p:cNvPr id="910" name="Google Shape;910;g2cdbdd193bb_0_343"/>
          <p:cNvPicPr preferRelativeResize="0"/>
          <p:nvPr/>
        </p:nvPicPr>
        <p:blipFill rotWithShape="1">
          <a:blip r:embed="rId5">
            <a:alphaModFix/>
          </a:blip>
          <a:srcRect l="79" r="69"/>
          <a:stretch/>
        </p:blipFill>
        <p:spPr>
          <a:xfrm>
            <a:off x="4547991" y="3994500"/>
            <a:ext cx="1147320" cy="821566"/>
          </a:xfrm>
          <a:prstGeom prst="rect">
            <a:avLst/>
          </a:prstGeom>
          <a:noFill/>
          <a:ln>
            <a:noFill/>
          </a:ln>
          <a:effectLst>
            <a:outerShdw blurRad="71438" dist="19050" dir="5400000" algn="bl" rotWithShape="0">
              <a:srgbClr val="000000">
                <a:alpha val="17650"/>
              </a:srgbClr>
            </a:outerShdw>
          </a:effectLst>
        </p:spPr>
      </p:pic>
      <p:pic>
        <p:nvPicPr>
          <p:cNvPr id="911" name="Google Shape;911;g2cdbdd193bb_0_343"/>
          <p:cNvPicPr preferRelativeResize="0"/>
          <p:nvPr/>
        </p:nvPicPr>
        <p:blipFill rotWithShape="1">
          <a:blip r:embed="rId6">
            <a:alphaModFix/>
          </a:blip>
          <a:srcRect l="59" r="59"/>
          <a:stretch/>
        </p:blipFill>
        <p:spPr>
          <a:xfrm>
            <a:off x="868300" y="3994500"/>
            <a:ext cx="1146813" cy="819547"/>
          </a:xfrm>
          <a:prstGeom prst="rect">
            <a:avLst/>
          </a:prstGeom>
          <a:noFill/>
          <a:ln>
            <a:noFill/>
          </a:ln>
          <a:effectLst>
            <a:outerShdw blurRad="71438" dist="19050" dir="5400000" algn="bl" rotWithShape="0">
              <a:srgbClr val="000000">
                <a:alpha val="17650"/>
              </a:srgbClr>
            </a:outerShdw>
          </a:effectLst>
        </p:spPr>
      </p:pic>
      <p:pic>
        <p:nvPicPr>
          <p:cNvPr id="912" name="Google Shape;912;g2cdbdd193bb_0_343"/>
          <p:cNvPicPr preferRelativeResize="0"/>
          <p:nvPr/>
        </p:nvPicPr>
        <p:blipFill rotWithShape="1">
          <a:blip r:embed="rId7">
            <a:alphaModFix/>
          </a:blip>
          <a:srcRect/>
          <a:stretch/>
        </p:blipFill>
        <p:spPr>
          <a:xfrm>
            <a:off x="868300" y="2129450"/>
            <a:ext cx="1146813" cy="819547"/>
          </a:xfrm>
          <a:prstGeom prst="rect">
            <a:avLst/>
          </a:prstGeom>
          <a:noFill/>
          <a:ln>
            <a:noFill/>
          </a:ln>
          <a:effectLst>
            <a:outerShdw blurRad="71438" dist="19050" dir="5400000" algn="bl" rotWithShape="0">
              <a:srgbClr val="000000">
                <a:alpha val="17650"/>
              </a:srgbClr>
            </a:outerShdw>
          </a:effectLst>
        </p:spPr>
      </p:pic>
      <p:pic>
        <p:nvPicPr>
          <p:cNvPr id="913" name="Google Shape;913;g2cdbdd193bb_0_343"/>
          <p:cNvPicPr preferRelativeResize="0"/>
          <p:nvPr/>
        </p:nvPicPr>
        <p:blipFill rotWithShape="1">
          <a:blip r:embed="rId8">
            <a:alphaModFix/>
          </a:blip>
          <a:srcRect l="189" r="179"/>
          <a:stretch/>
        </p:blipFill>
        <p:spPr>
          <a:xfrm>
            <a:off x="2094526" y="2129450"/>
            <a:ext cx="1147320" cy="822956"/>
          </a:xfrm>
          <a:prstGeom prst="rect">
            <a:avLst/>
          </a:prstGeom>
          <a:noFill/>
          <a:ln>
            <a:noFill/>
          </a:ln>
          <a:effectLst>
            <a:outerShdw blurRad="71438" dist="19050" dir="5400000" algn="bl" rotWithShape="0">
              <a:srgbClr val="000000">
                <a:alpha val="17650"/>
              </a:srgbClr>
            </a:outerShdw>
          </a:effectLst>
        </p:spPr>
      </p:pic>
      <p:pic>
        <p:nvPicPr>
          <p:cNvPr id="914" name="Google Shape;914;g2cdbdd193bb_0_343"/>
          <p:cNvPicPr preferRelativeResize="0"/>
          <p:nvPr/>
        </p:nvPicPr>
        <p:blipFill rotWithShape="1">
          <a:blip r:embed="rId9">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7650"/>
              </a:srgbClr>
            </a:outerShdw>
          </a:effectLst>
        </p:spPr>
      </p:pic>
      <p:pic>
        <p:nvPicPr>
          <p:cNvPr id="915" name="Google Shape;915;g2cdbdd193bb_0_343"/>
          <p:cNvPicPr preferRelativeResize="0"/>
          <p:nvPr/>
        </p:nvPicPr>
        <p:blipFill rotWithShape="1">
          <a:blip r:embed="rId10">
            <a:alphaModFix/>
          </a:blip>
          <a:srcRect l="19" r="9"/>
          <a:stretch/>
        </p:blipFill>
        <p:spPr>
          <a:xfrm>
            <a:off x="4547991" y="2129450"/>
            <a:ext cx="1147320" cy="821566"/>
          </a:xfrm>
          <a:prstGeom prst="rect">
            <a:avLst/>
          </a:prstGeom>
          <a:noFill/>
          <a:ln>
            <a:noFill/>
          </a:ln>
          <a:effectLst>
            <a:outerShdw blurRad="71438" dist="19050" dir="5400000" algn="bl" rotWithShape="0">
              <a:srgbClr val="000000">
                <a:alpha val="17650"/>
              </a:srgbClr>
            </a:outerShdw>
          </a:effectLst>
        </p:spPr>
      </p:pic>
      <p:pic>
        <p:nvPicPr>
          <p:cNvPr id="916" name="Google Shape;916;g2cdbdd193bb_0_343"/>
          <p:cNvPicPr preferRelativeResize="0"/>
          <p:nvPr/>
        </p:nvPicPr>
        <p:blipFill rotWithShape="1">
          <a:blip r:embed="rId11">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7650"/>
              </a:srgbClr>
            </a:outerShdw>
          </a:effectLst>
        </p:spPr>
      </p:pic>
      <p:pic>
        <p:nvPicPr>
          <p:cNvPr id="917" name="Google Shape;917;g2cdbdd193bb_0_343"/>
          <p:cNvPicPr preferRelativeResize="0"/>
          <p:nvPr/>
        </p:nvPicPr>
        <p:blipFill rotWithShape="1">
          <a:blip r:embed="rId12">
            <a:alphaModFix/>
          </a:blip>
          <a:srcRect l="19" r="9"/>
          <a:stretch/>
        </p:blipFill>
        <p:spPr>
          <a:xfrm>
            <a:off x="7001457" y="2129450"/>
            <a:ext cx="1147320" cy="821566"/>
          </a:xfrm>
          <a:prstGeom prst="rect">
            <a:avLst/>
          </a:prstGeom>
          <a:noFill/>
          <a:ln>
            <a:noFill/>
          </a:ln>
          <a:effectLst>
            <a:outerShdw blurRad="71438" dist="19050" dir="5400000" algn="bl" rotWithShape="0">
              <a:srgbClr val="000000">
                <a:alpha val="17650"/>
              </a:srgbClr>
            </a:outerShdw>
          </a:effectLst>
        </p:spPr>
      </p:pic>
      <p:pic>
        <p:nvPicPr>
          <p:cNvPr id="918" name="Google Shape;918;g2cdbdd193bb_0_343"/>
          <p:cNvPicPr preferRelativeResize="0"/>
          <p:nvPr/>
        </p:nvPicPr>
        <p:blipFill rotWithShape="1">
          <a:blip r:embed="rId13">
            <a:alphaModFix/>
          </a:blip>
          <a:srcRect t="79" b="89"/>
          <a:stretch/>
        </p:blipFill>
        <p:spPr>
          <a:xfrm>
            <a:off x="868300" y="3060275"/>
            <a:ext cx="1146813" cy="819547"/>
          </a:xfrm>
          <a:prstGeom prst="rect">
            <a:avLst/>
          </a:prstGeom>
          <a:noFill/>
          <a:ln>
            <a:noFill/>
          </a:ln>
          <a:effectLst>
            <a:outerShdw blurRad="71438" dist="19050" dir="5400000" algn="bl" rotWithShape="0">
              <a:srgbClr val="000000">
                <a:alpha val="17650"/>
              </a:srgbClr>
            </a:outerShdw>
          </a:effectLst>
        </p:spPr>
      </p:pic>
      <p:pic>
        <p:nvPicPr>
          <p:cNvPr id="919" name="Google Shape;919;g2cdbdd193bb_0_343"/>
          <p:cNvPicPr preferRelativeResize="0"/>
          <p:nvPr/>
        </p:nvPicPr>
        <p:blipFill rotWithShape="1">
          <a:blip r:embed="rId14">
            <a:alphaModFix/>
          </a:blip>
          <a:srcRect l="99" r="99"/>
          <a:stretch/>
        </p:blipFill>
        <p:spPr>
          <a:xfrm>
            <a:off x="2094526" y="3060275"/>
            <a:ext cx="1147320" cy="822955"/>
          </a:xfrm>
          <a:prstGeom prst="rect">
            <a:avLst/>
          </a:prstGeom>
          <a:noFill/>
          <a:ln>
            <a:noFill/>
          </a:ln>
          <a:effectLst>
            <a:outerShdw blurRad="71438" dist="19050" dir="5400000" algn="bl" rotWithShape="0">
              <a:srgbClr val="000000">
                <a:alpha val="17650"/>
              </a:srgbClr>
            </a:outerShdw>
          </a:effectLst>
        </p:spPr>
      </p:pic>
      <p:pic>
        <p:nvPicPr>
          <p:cNvPr id="920" name="Google Shape;920;g2cdbdd193bb_0_343"/>
          <p:cNvPicPr preferRelativeResize="0"/>
          <p:nvPr/>
        </p:nvPicPr>
        <p:blipFill rotWithShape="1">
          <a:blip r:embed="rId15">
            <a:alphaModFix/>
          </a:blip>
          <a:srcRect l="159" r="159"/>
          <a:stretch/>
        </p:blipFill>
        <p:spPr>
          <a:xfrm>
            <a:off x="3321259" y="3060275"/>
            <a:ext cx="1147320" cy="821565"/>
          </a:xfrm>
          <a:prstGeom prst="rect">
            <a:avLst/>
          </a:prstGeom>
          <a:noFill/>
          <a:ln>
            <a:noFill/>
          </a:ln>
          <a:effectLst>
            <a:outerShdw blurRad="71438" dist="19050" dir="5400000" algn="bl" rotWithShape="0">
              <a:srgbClr val="000000">
                <a:alpha val="17650"/>
              </a:srgbClr>
            </a:outerShdw>
          </a:effectLst>
        </p:spPr>
      </p:pic>
      <p:pic>
        <p:nvPicPr>
          <p:cNvPr id="921" name="Google Shape;921;g2cdbdd193bb_0_343"/>
          <p:cNvPicPr preferRelativeResize="0"/>
          <p:nvPr/>
        </p:nvPicPr>
        <p:blipFill rotWithShape="1">
          <a:blip r:embed="rId16">
            <a:alphaModFix/>
          </a:blip>
          <a:srcRect l="159" r="159"/>
          <a:stretch/>
        </p:blipFill>
        <p:spPr>
          <a:xfrm>
            <a:off x="4547991" y="3060275"/>
            <a:ext cx="1147320" cy="821565"/>
          </a:xfrm>
          <a:prstGeom prst="rect">
            <a:avLst/>
          </a:prstGeom>
          <a:noFill/>
          <a:ln>
            <a:noFill/>
          </a:ln>
          <a:effectLst>
            <a:outerShdw blurRad="71438" dist="19050" dir="5400000" algn="bl" rotWithShape="0">
              <a:srgbClr val="000000">
                <a:alpha val="17650"/>
              </a:srgbClr>
            </a:outerShdw>
          </a:effectLst>
        </p:spPr>
      </p:pic>
      <p:pic>
        <p:nvPicPr>
          <p:cNvPr id="922" name="Google Shape;922;g2cdbdd193bb_0_343"/>
          <p:cNvPicPr preferRelativeResize="0"/>
          <p:nvPr/>
        </p:nvPicPr>
        <p:blipFill rotWithShape="1">
          <a:blip r:embed="rId17">
            <a:alphaModFix/>
          </a:blip>
          <a:srcRect l="159" r="159"/>
          <a:stretch/>
        </p:blipFill>
        <p:spPr>
          <a:xfrm>
            <a:off x="5774724" y="3060275"/>
            <a:ext cx="1147320" cy="821565"/>
          </a:xfrm>
          <a:prstGeom prst="rect">
            <a:avLst/>
          </a:prstGeom>
          <a:noFill/>
          <a:ln>
            <a:noFill/>
          </a:ln>
          <a:effectLst>
            <a:outerShdw blurRad="71438" dist="19050" dir="5400000" algn="bl" rotWithShape="0">
              <a:srgbClr val="000000">
                <a:alpha val="17650"/>
              </a:srgbClr>
            </a:outerShdw>
          </a:effectLst>
        </p:spPr>
      </p:pic>
      <p:pic>
        <p:nvPicPr>
          <p:cNvPr id="923" name="Google Shape;923;g2cdbdd193bb_0_343"/>
          <p:cNvPicPr preferRelativeResize="0"/>
          <p:nvPr/>
        </p:nvPicPr>
        <p:blipFill rotWithShape="1">
          <a:blip r:embed="rId18">
            <a:alphaModFix/>
          </a:blip>
          <a:srcRect l="79" r="69"/>
          <a:stretch/>
        </p:blipFill>
        <p:spPr>
          <a:xfrm>
            <a:off x="7001457" y="3060275"/>
            <a:ext cx="1147320" cy="821566"/>
          </a:xfrm>
          <a:prstGeom prst="rect">
            <a:avLst/>
          </a:prstGeom>
          <a:noFill/>
          <a:ln>
            <a:noFill/>
          </a:ln>
          <a:effectLst>
            <a:outerShdw blurRad="71438" dist="19050" dir="5400000" algn="bl" rotWithShape="0">
              <a:srgbClr val="000000">
                <a:alpha val="1765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28"/>
        <p:cNvGrpSpPr/>
        <p:nvPr/>
      </p:nvGrpSpPr>
      <p:grpSpPr>
        <a:xfrm>
          <a:off x="0" y="0"/>
          <a:ext cx="0" cy="0"/>
          <a:chOff x="0" y="0"/>
          <a:chExt cx="0" cy="0"/>
        </a:xfrm>
      </p:grpSpPr>
      <p:sp>
        <p:nvSpPr>
          <p:cNvPr id="929" name="Google Shape;929;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30" name="Google Shape;930;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pic>
        <p:nvPicPr>
          <p:cNvPr id="931" name="Google Shape;931;g2c186218c5a_0_25"/>
          <p:cNvPicPr preferRelativeResize="0"/>
          <p:nvPr/>
        </p:nvPicPr>
        <p:blipFill rotWithShape="1">
          <a:blip r:embed="rId3">
            <a:alphaModFix/>
          </a:blip>
          <a:srcRect l="79" r="79"/>
          <a:stretch/>
        </p:blipFill>
        <p:spPr>
          <a:xfrm>
            <a:off x="1360488" y="996300"/>
            <a:ext cx="2818850" cy="3989961"/>
          </a:xfrm>
          <a:prstGeom prst="rect">
            <a:avLst/>
          </a:prstGeom>
          <a:noFill/>
          <a:ln>
            <a:noFill/>
          </a:ln>
          <a:effectLst>
            <a:outerShdw blurRad="142875" dist="19050" dir="5400000" algn="bl" rotWithShape="0">
              <a:srgbClr val="000000">
                <a:alpha val="27058"/>
              </a:srgbClr>
            </a:outerShdw>
          </a:effectLst>
        </p:spPr>
      </p:pic>
      <p:sp>
        <p:nvSpPr>
          <p:cNvPr id="932" name="Google Shape;932;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33" name="Google Shape;933;g2c186218c5a_0_25"/>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ch</a:t>
            </a:r>
            <a:r>
              <a:rPr lang="en-US" sz="5800" b="0" i="0" u="none" strike="noStrike" cap="none">
                <a:solidFill>
                  <a:srgbClr val="00904C"/>
                </a:solidFill>
                <a:latin typeface="Jost"/>
                <a:ea typeface="Jost"/>
                <a:cs typeface="Jost"/>
                <a:sym typeface="Jost"/>
              </a:rPr>
              <a:t>ew</a:t>
            </a:r>
            <a:endParaRPr sz="5800" b="0" i="0" u="none" strike="noStrike" cap="none">
              <a:solidFill>
                <a:srgbClr val="00904C"/>
              </a:solidFill>
              <a:latin typeface="Jost"/>
              <a:ea typeface="Jost"/>
              <a:cs typeface="Jost"/>
              <a:sym typeface="Jost"/>
            </a:endParaRPr>
          </a:p>
        </p:txBody>
      </p:sp>
      <p:sp>
        <p:nvSpPr>
          <p:cNvPr id="934" name="Google Shape;934;g2c186218c5a_0_25"/>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a:solidFill>
                  <a:srgbClr val="2356AF"/>
                </a:solidFill>
                <a:latin typeface="Jost"/>
                <a:ea typeface="Jost"/>
                <a:cs typeface="Jost"/>
                <a:sym typeface="Jost"/>
              </a:rPr>
              <a:t>bl</a:t>
            </a:r>
            <a:r>
              <a:rPr lang="en-US" sz="5800" b="0" i="0" u="none" strike="noStrike" cap="none">
                <a:solidFill>
                  <a:srgbClr val="00904C"/>
                </a:solidFill>
                <a:latin typeface="Jost"/>
                <a:ea typeface="Jost"/>
                <a:cs typeface="Jost"/>
                <a:sym typeface="Jost"/>
              </a:rPr>
              <a:t>ew</a:t>
            </a:r>
            <a:endParaRPr sz="5800" b="0" i="0" u="none" strike="noStrike" cap="none">
              <a:solidFill>
                <a:srgbClr val="2356AF"/>
              </a:solidFill>
              <a:latin typeface="Jost"/>
              <a:ea typeface="Jost"/>
              <a:cs typeface="Jost"/>
              <a:sym typeface="Jost"/>
            </a:endParaRPr>
          </a:p>
        </p:txBody>
      </p:sp>
      <p:sp>
        <p:nvSpPr>
          <p:cNvPr id="935" name="Google Shape;935;g2c186218c5a_0_25"/>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2356AF"/>
                </a:solidFill>
                <a:latin typeface="Jost"/>
                <a:ea typeface="Jost"/>
                <a:cs typeface="Jost"/>
                <a:sym typeface="Jost"/>
              </a:rPr>
              <a:t>cr</a:t>
            </a:r>
            <a:r>
              <a:rPr lang="en-US" sz="5800" b="0" i="0" u="none" strike="noStrike" cap="none">
                <a:solidFill>
                  <a:srgbClr val="00904C"/>
                </a:solidFill>
                <a:latin typeface="Jost"/>
                <a:ea typeface="Jost"/>
                <a:cs typeface="Jost"/>
                <a:sym typeface="Jost"/>
              </a:rPr>
              <a:t>ew</a:t>
            </a:r>
            <a:endParaRPr sz="5800" b="0" i="0" u="none" strike="noStrike" cap="none">
              <a:solidFill>
                <a:srgbClr val="2356AF"/>
              </a:solidFill>
              <a:latin typeface="Jost"/>
              <a:ea typeface="Jost"/>
              <a:cs typeface="Jost"/>
              <a:sym typeface="Jost"/>
            </a:endParaRPr>
          </a:p>
        </p:txBody>
      </p:sp>
      <p:sp>
        <p:nvSpPr>
          <p:cNvPr id="936" name="Google Shape;936;g2c186218c5a_0_25"/>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100"/>
              <a:buNone/>
            </a:pPr>
            <a:r>
              <a:rPr lang="en-US"/>
              <a:t>Phase 5, Lesson 16</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41"/>
        <p:cNvGrpSpPr/>
        <p:nvPr/>
      </p:nvGrpSpPr>
      <p:grpSpPr>
        <a:xfrm>
          <a:off x="0" y="0"/>
          <a:ext cx="0" cy="0"/>
          <a:chOff x="0" y="0"/>
          <a:chExt cx="0" cy="0"/>
        </a:xfrm>
      </p:grpSpPr>
      <p:sp>
        <p:nvSpPr>
          <p:cNvPr id="942" name="Google Shape;942;g2da56ff5c23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43" name="Google Shape;943;g2da56ff5c23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pic>
        <p:nvPicPr>
          <p:cNvPr id="944" name="Google Shape;944;g2da56ff5c23_0_25"/>
          <p:cNvPicPr preferRelativeResize="0"/>
          <p:nvPr/>
        </p:nvPicPr>
        <p:blipFill rotWithShape="1">
          <a:blip r:embed="rId3">
            <a:alphaModFix/>
          </a:blip>
          <a:srcRect l="19" r="29"/>
          <a:stretch/>
        </p:blipFill>
        <p:spPr>
          <a:xfrm>
            <a:off x="1360488" y="996300"/>
            <a:ext cx="2818850" cy="3989962"/>
          </a:xfrm>
          <a:prstGeom prst="rect">
            <a:avLst/>
          </a:prstGeom>
          <a:noFill/>
          <a:ln>
            <a:noFill/>
          </a:ln>
          <a:effectLst>
            <a:outerShdw blurRad="142875" dist="19050" dir="5400000" algn="bl" rotWithShape="0">
              <a:srgbClr val="000000">
                <a:alpha val="27058"/>
              </a:srgbClr>
            </a:outerShdw>
          </a:effectLst>
        </p:spPr>
      </p:pic>
      <p:sp>
        <p:nvSpPr>
          <p:cNvPr id="945" name="Google Shape;945;g2da56ff5c23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46" name="Google Shape;946;g2da56ff5c23_0_25"/>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00904C"/>
                </a:solidFill>
                <a:latin typeface="Jost"/>
                <a:ea typeface="Jost"/>
                <a:cs typeface="Jost"/>
                <a:sym typeface="Jost"/>
              </a:rPr>
              <a:t>ew</a:t>
            </a:r>
            <a:r>
              <a:rPr lang="en-US" sz="5800" b="0" i="0" u="none" strike="noStrike" cap="none">
                <a:solidFill>
                  <a:srgbClr val="2356AF"/>
                </a:solidFill>
                <a:latin typeface="Jost"/>
                <a:ea typeface="Jost"/>
                <a:cs typeface="Jost"/>
                <a:sym typeface="Jost"/>
              </a:rPr>
              <a:t>e</a:t>
            </a:r>
            <a:endParaRPr sz="5800" b="0" i="0" u="none" strike="noStrike" cap="none">
              <a:solidFill>
                <a:srgbClr val="2356AF"/>
              </a:solidFill>
              <a:latin typeface="Jost"/>
              <a:ea typeface="Jost"/>
              <a:cs typeface="Jost"/>
              <a:sym typeface="Jost"/>
            </a:endParaRPr>
          </a:p>
        </p:txBody>
      </p:sp>
      <p:sp>
        <p:nvSpPr>
          <p:cNvPr id="947" name="Google Shape;947;g2da56ff5c23_0_25"/>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2356AF"/>
                </a:solidFill>
                <a:latin typeface="Jost"/>
                <a:ea typeface="Jost"/>
                <a:cs typeface="Jost"/>
                <a:sym typeface="Jost"/>
              </a:rPr>
              <a:t>intervi</a:t>
            </a:r>
            <a:r>
              <a:rPr lang="en-US" sz="5800" b="0" i="0" u="none" strike="noStrike" cap="none">
                <a:solidFill>
                  <a:srgbClr val="00904C"/>
                </a:solidFill>
                <a:latin typeface="Jost"/>
                <a:ea typeface="Jost"/>
                <a:cs typeface="Jost"/>
                <a:sym typeface="Jost"/>
              </a:rPr>
              <a:t>ew</a:t>
            </a:r>
            <a:endParaRPr sz="5800" b="0" i="0" u="none" strike="noStrike" cap="none">
              <a:solidFill>
                <a:srgbClr val="00904C"/>
              </a:solidFill>
              <a:latin typeface="Jost"/>
              <a:ea typeface="Jost"/>
              <a:cs typeface="Jost"/>
              <a:sym typeface="Jost"/>
            </a:endParaRPr>
          </a:p>
        </p:txBody>
      </p:sp>
      <p:sp>
        <p:nvSpPr>
          <p:cNvPr id="948" name="Google Shape;948;g2da56ff5c23_0_25"/>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a:solidFill>
                  <a:srgbClr val="2356AF"/>
                </a:solidFill>
                <a:latin typeface="Jost"/>
                <a:ea typeface="Jost"/>
                <a:cs typeface="Jost"/>
                <a:sym typeface="Jost"/>
              </a:rPr>
              <a:t>neph</a:t>
            </a:r>
            <a:r>
              <a:rPr lang="en-US" sz="5800" b="0" i="0" u="none" strike="noStrike" cap="none">
                <a:solidFill>
                  <a:srgbClr val="00904C"/>
                </a:solidFill>
                <a:latin typeface="Jost"/>
                <a:ea typeface="Jost"/>
                <a:cs typeface="Jost"/>
                <a:sym typeface="Jost"/>
              </a:rPr>
              <a:t>ew</a:t>
            </a:r>
            <a:endParaRPr sz="5800" b="0" i="0" u="none" strike="noStrike" cap="none">
              <a:solidFill>
                <a:srgbClr val="2356AF"/>
              </a:solidFill>
              <a:latin typeface="Jost"/>
              <a:ea typeface="Jost"/>
              <a:cs typeface="Jost"/>
              <a:sym typeface="Jost"/>
            </a:endParaRPr>
          </a:p>
        </p:txBody>
      </p:sp>
      <p:sp>
        <p:nvSpPr>
          <p:cNvPr id="949" name="Google Shape;949;g2da56ff5c23_0_25"/>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100"/>
              <a:buNone/>
            </a:pPr>
            <a:r>
              <a:rPr lang="en-US"/>
              <a:t>Phase 5, Lesson 17</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54"/>
        <p:cNvGrpSpPr/>
        <p:nvPr/>
      </p:nvGrpSpPr>
      <p:grpSpPr>
        <a:xfrm>
          <a:off x="0" y="0"/>
          <a:ext cx="0" cy="0"/>
          <a:chOff x="0" y="0"/>
          <a:chExt cx="0" cy="0"/>
        </a:xfrm>
      </p:grpSpPr>
      <p:sp>
        <p:nvSpPr>
          <p:cNvPr id="955" name="Google Shape;955;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956" name="Google Shape;956;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57" name="Google Shape;957;g26b641b03cd_0_204"/>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958" name="Google Shape;958;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63"/>
        <p:cNvGrpSpPr/>
        <p:nvPr/>
      </p:nvGrpSpPr>
      <p:grpSpPr>
        <a:xfrm>
          <a:off x="0" y="0"/>
          <a:ext cx="0" cy="0"/>
          <a:chOff x="0" y="0"/>
          <a:chExt cx="0" cy="0"/>
        </a:xfrm>
      </p:grpSpPr>
      <p:sp>
        <p:nvSpPr>
          <p:cNvPr id="964" name="Google Shape;964;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965" name="Google Shape;965;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66" name="Google Shape;966;g2c186218c5a_0_48"/>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967" name="Google Shape;967;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72"/>
        <p:cNvGrpSpPr/>
        <p:nvPr/>
      </p:nvGrpSpPr>
      <p:grpSpPr>
        <a:xfrm>
          <a:off x="0" y="0"/>
          <a:ext cx="0" cy="0"/>
          <a:chOff x="0" y="0"/>
          <a:chExt cx="0" cy="0"/>
        </a:xfrm>
      </p:grpSpPr>
      <p:sp>
        <p:nvSpPr>
          <p:cNvPr id="973" name="Google Shape;973;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974" name="Google Shape;974;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75" name="Google Shape;975;g26b641b03cd_0_213"/>
          <p:cNvPicPr preferRelativeResize="0"/>
          <p:nvPr/>
        </p:nvPicPr>
        <p:blipFill rotWithShape="1">
          <a:blip r:embed="rId3">
            <a:alphaModFix/>
          </a:blip>
          <a:srcRect l="129" r="13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76" name="Google Shape;976;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81"/>
        <p:cNvGrpSpPr/>
        <p:nvPr/>
      </p:nvGrpSpPr>
      <p:grpSpPr>
        <a:xfrm>
          <a:off x="0" y="0"/>
          <a:ext cx="0" cy="0"/>
          <a:chOff x="0" y="0"/>
          <a:chExt cx="0" cy="0"/>
        </a:xfrm>
      </p:grpSpPr>
      <p:sp>
        <p:nvSpPr>
          <p:cNvPr id="982" name="Google Shape;982;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983" name="Google Shape;983;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84" name="Google Shape;984;g2c186218c5a_0_149"/>
          <p:cNvPicPr preferRelativeResize="0"/>
          <p:nvPr/>
        </p:nvPicPr>
        <p:blipFill rotWithShape="1">
          <a:blip r:embed="rId3">
            <a:alphaModFix/>
          </a:blip>
          <a:srcRect l="129" r="13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85" name="Google Shape;985;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90"/>
        <p:cNvGrpSpPr/>
        <p:nvPr/>
      </p:nvGrpSpPr>
      <p:grpSpPr>
        <a:xfrm>
          <a:off x="0" y="0"/>
          <a:ext cx="0" cy="0"/>
          <a:chOff x="0" y="0"/>
          <a:chExt cx="0" cy="0"/>
        </a:xfrm>
      </p:grpSpPr>
      <p:sp>
        <p:nvSpPr>
          <p:cNvPr id="991" name="Google Shape;991;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992" name="Google Shape;992;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993" name="Google Shape;993;g1f3daf8a844_0_64"/>
          <p:cNvGrpSpPr/>
          <p:nvPr/>
        </p:nvGrpSpPr>
        <p:grpSpPr>
          <a:xfrm>
            <a:off x="3024000" y="209875"/>
            <a:ext cx="3096000" cy="454800"/>
            <a:chOff x="3024000" y="209875"/>
            <a:chExt cx="3096000" cy="454800"/>
          </a:xfrm>
        </p:grpSpPr>
        <p:sp>
          <p:nvSpPr>
            <p:cNvPr id="994" name="Google Shape;994;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5" name="Google Shape;995;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996" name="Google Shape;996;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997" name="Google Shape;997;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98" name="Google Shape;998;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99" name="Google Shape;999;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00" name="Google Shape;1000;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01" name="Google Shape;1001;g1f3daf8a844_0_64"/>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00904C"/>
                </a:solidFill>
                <a:latin typeface="Jost"/>
                <a:ea typeface="Jost"/>
                <a:cs typeface="Jost"/>
                <a:sym typeface="Jost"/>
              </a:rPr>
              <a:t>ew</a:t>
            </a:r>
            <a:endParaRPr sz="5500" b="0" i="0" u="none" strike="noStrike" cap="none">
              <a:solidFill>
                <a:srgbClr val="00904C"/>
              </a:solidFill>
              <a:latin typeface="Jost"/>
              <a:ea typeface="Jost"/>
              <a:cs typeface="Jost"/>
              <a:sym typeface="Jost"/>
            </a:endParaRPr>
          </a:p>
        </p:txBody>
      </p:sp>
      <p:sp>
        <p:nvSpPr>
          <p:cNvPr id="1002" name="Google Shape;1002;g1f3daf8a844_0_64"/>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003" name="Google Shape;1003;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3"/>
                </a:solidFill>
                <a:latin typeface="Jost"/>
                <a:ea typeface="Jost"/>
                <a:cs typeface="Jost"/>
                <a:sym typeface="Jost"/>
              </a:rPr>
              <a:t>ch</a:t>
            </a:r>
            <a:endParaRPr sz="5500" b="0" i="0" u="none" strike="noStrike" cap="none">
              <a:solidFill>
                <a:srgbClr val="FFD403"/>
              </a:solidFill>
              <a:latin typeface="Jost"/>
              <a:ea typeface="Jost"/>
              <a:cs typeface="Jost"/>
              <a:sym typeface="Jost"/>
            </a:endParaRPr>
          </a:p>
        </p:txBody>
      </p:sp>
      <p:sp>
        <p:nvSpPr>
          <p:cNvPr id="1004" name="Google Shape;1004;g1f3daf8a844_0_64"/>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005" name="Google Shape;1005;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006" name="Google Shape;1006;g1f3daf8a844_0_64"/>
          <p:cNvSpPr txBox="1"/>
          <p:nvPr/>
        </p:nvSpPr>
        <p:spPr>
          <a:xfrm>
            <a:off x="2910348"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007" name="Google Shape;1007;g1f3daf8a844_0_64"/>
          <p:cNvSpPr txBox="1"/>
          <p:nvPr/>
        </p:nvSpPr>
        <p:spPr>
          <a:xfrm>
            <a:off x="636890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FFD403"/>
              </a:solidFill>
              <a:latin typeface="Jost"/>
              <a:ea typeface="Jost"/>
              <a:cs typeface="Jost"/>
              <a:sym typeface="Jost"/>
            </a:endParaRPr>
          </a:p>
        </p:txBody>
      </p:sp>
      <p:sp>
        <p:nvSpPr>
          <p:cNvPr id="1008" name="Google Shape;1008;g1f3daf8a844_0_64"/>
          <p:cNvSpPr txBox="1"/>
          <p:nvPr/>
        </p:nvSpPr>
        <p:spPr>
          <a:xfrm>
            <a:off x="1757497"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009" name="Google Shape;1009;g1f3daf8a844_0_64"/>
          <p:cNvSpPr txBox="1"/>
          <p:nvPr/>
        </p:nvSpPr>
        <p:spPr>
          <a:xfrm>
            <a:off x="40632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010" name="Google Shape;1010;g1f3daf8a844_0_64"/>
          <p:cNvSpPr txBox="1"/>
          <p:nvPr/>
        </p:nvSpPr>
        <p:spPr>
          <a:xfrm>
            <a:off x="52160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11" name="Google Shape;1011;g1f3daf8a844_0_64"/>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012" name="Google Shape;1012;g1f3daf8a844_0_6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A</a:t>
            </a:r>
            <a:endParaRPr/>
          </a:p>
        </p:txBody>
      </p:sp>
      <p:cxnSp>
        <p:nvCxnSpPr>
          <p:cNvPr id="1013" name="Google Shape;1013;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18"/>
        <p:cNvGrpSpPr/>
        <p:nvPr/>
      </p:nvGrpSpPr>
      <p:grpSpPr>
        <a:xfrm>
          <a:off x="0" y="0"/>
          <a:ext cx="0" cy="0"/>
          <a:chOff x="0" y="0"/>
          <a:chExt cx="0" cy="0"/>
        </a:xfrm>
      </p:grpSpPr>
      <p:sp>
        <p:nvSpPr>
          <p:cNvPr id="1019" name="Google Shape;1019;g2da56ff5c23_0_4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20" name="Google Shape;1020;g2da56ff5c23_0_4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21" name="Google Shape;1021;g2da56ff5c23_0_42"/>
          <p:cNvGrpSpPr/>
          <p:nvPr/>
        </p:nvGrpSpPr>
        <p:grpSpPr>
          <a:xfrm>
            <a:off x="3024000" y="209875"/>
            <a:ext cx="3096000" cy="454800"/>
            <a:chOff x="3024000" y="209875"/>
            <a:chExt cx="3096000" cy="454800"/>
          </a:xfrm>
        </p:grpSpPr>
        <p:sp>
          <p:nvSpPr>
            <p:cNvPr id="1022" name="Google Shape;1022;g2da56ff5c23_0_42"/>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3" name="Google Shape;1023;g2da56ff5c23_0_42"/>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24" name="Google Shape;1024;g2da56ff5c23_0_42"/>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25" name="Google Shape;1025;g2da56ff5c23_0_42"/>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026" name="Google Shape;1026;g2da56ff5c23_0_42"/>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27" name="Google Shape;1027;g2da56ff5c23_0_42"/>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28" name="Google Shape;1028;g2da56ff5c23_0_42"/>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29" name="Google Shape;1029;g2da56ff5c23_0_42"/>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30" name="Google Shape;1030;g2da56ff5c23_0_42"/>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chew blew crew new flew stew few pew</a:t>
            </a:r>
            <a:endParaRPr sz="1800" b="0" i="0" u="none" strike="noStrike" cap="none">
              <a:solidFill>
                <a:srgbClr val="B7B7B7"/>
              </a:solidFill>
              <a:latin typeface="Jost"/>
              <a:ea typeface="Jost"/>
              <a:cs typeface="Jost"/>
              <a:sym typeface="Jost"/>
            </a:endParaRPr>
          </a:p>
        </p:txBody>
      </p:sp>
      <p:sp>
        <p:nvSpPr>
          <p:cNvPr id="1031" name="Google Shape;1031;g2da56ff5c23_0_42"/>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00904C"/>
                </a:solidFill>
                <a:latin typeface="Jost"/>
                <a:ea typeface="Jost"/>
                <a:cs typeface="Jost"/>
                <a:sym typeface="Jost"/>
              </a:rPr>
              <a:t>ew</a:t>
            </a:r>
            <a:endParaRPr sz="5500" b="0" i="0" u="none" strike="noStrike" cap="none">
              <a:solidFill>
                <a:srgbClr val="00904C"/>
              </a:solidFill>
              <a:latin typeface="Jost"/>
              <a:ea typeface="Jost"/>
              <a:cs typeface="Jost"/>
              <a:sym typeface="Jost"/>
            </a:endParaRPr>
          </a:p>
        </p:txBody>
      </p:sp>
      <p:sp>
        <p:nvSpPr>
          <p:cNvPr id="1032" name="Google Shape;1032;g2da56ff5c23_0_42"/>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033" name="Google Shape;1033;g2da56ff5c23_0_42"/>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3"/>
                </a:solidFill>
                <a:latin typeface="Jost"/>
                <a:ea typeface="Jost"/>
                <a:cs typeface="Jost"/>
                <a:sym typeface="Jost"/>
              </a:rPr>
              <a:t>ch</a:t>
            </a:r>
            <a:endParaRPr sz="5500" b="0" i="0" u="none" strike="noStrike" cap="none">
              <a:solidFill>
                <a:srgbClr val="FFD403"/>
              </a:solidFill>
              <a:latin typeface="Jost"/>
              <a:ea typeface="Jost"/>
              <a:cs typeface="Jost"/>
              <a:sym typeface="Jost"/>
            </a:endParaRPr>
          </a:p>
        </p:txBody>
      </p:sp>
      <p:sp>
        <p:nvSpPr>
          <p:cNvPr id="1034" name="Google Shape;1034;g2da56ff5c23_0_42"/>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cxnSp>
        <p:nvCxnSpPr>
          <p:cNvPr id="1035" name="Google Shape;1035;g2da56ff5c23_0_42"/>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36" name="Google Shape;1036;g2da56ff5c23_0_42"/>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037" name="Google Shape;1037;g2da56ff5c23_0_42"/>
          <p:cNvSpPr txBox="1"/>
          <p:nvPr/>
        </p:nvSpPr>
        <p:spPr>
          <a:xfrm>
            <a:off x="2910348"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038" name="Google Shape;1038;g2da56ff5c23_0_42"/>
          <p:cNvSpPr txBox="1"/>
          <p:nvPr/>
        </p:nvSpPr>
        <p:spPr>
          <a:xfrm>
            <a:off x="636890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FFD403"/>
              </a:solidFill>
              <a:latin typeface="Jost"/>
              <a:ea typeface="Jost"/>
              <a:cs typeface="Jost"/>
              <a:sym typeface="Jost"/>
            </a:endParaRPr>
          </a:p>
        </p:txBody>
      </p:sp>
      <p:sp>
        <p:nvSpPr>
          <p:cNvPr id="1039" name="Google Shape;1039;g2da56ff5c23_0_42"/>
          <p:cNvSpPr txBox="1"/>
          <p:nvPr/>
        </p:nvSpPr>
        <p:spPr>
          <a:xfrm>
            <a:off x="1757497"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040" name="Google Shape;1040;g2da56ff5c23_0_42"/>
          <p:cNvSpPr txBox="1"/>
          <p:nvPr/>
        </p:nvSpPr>
        <p:spPr>
          <a:xfrm>
            <a:off x="40632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041" name="Google Shape;1041;g2da56ff5c23_0_42"/>
          <p:cNvSpPr txBox="1"/>
          <p:nvPr/>
        </p:nvSpPr>
        <p:spPr>
          <a:xfrm>
            <a:off x="52160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42" name="Google Shape;1042;g2da56ff5c23_0_42"/>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043" name="Google Shape;1043;g2da56ff5c23_0_4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A</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403</Words>
  <Application>Microsoft Office PowerPoint</Application>
  <PresentationFormat>On-screen Show (4:3)</PresentationFormat>
  <Paragraphs>119</Paragraphs>
  <Slides>19</Slides>
  <Notes>19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Nunito Black</vt:lpstr>
      <vt:lpstr>Poppins SemiBold</vt:lpstr>
      <vt:lpstr>Poppins Medium</vt:lpstr>
      <vt:lpstr>Calibri</vt:lpstr>
      <vt:lpstr>Arial</vt:lpstr>
      <vt:lpstr>Jost</vt:lpstr>
      <vt:lpstr>Poppins</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 Mr Mrs Ms where should could would move use.</vt:lpstr>
      <vt:lpstr>PowerPoint Presentation</vt:lpstr>
      <vt:lpstr>Review Grapheme Caption</vt:lpstr>
      <vt:lpstr>Review Grapheme Caption</vt:lpstr>
      <vt:lpstr>Build a Decodable Word</vt:lpstr>
      <vt:lpstr>Build a Decodable Word</vt:lpstr>
      <vt:lpstr>Practise with Alien Words</vt:lpstr>
      <vt:lpstr>Practise with Alien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2026-05-25T05:25:18Z</dcterms:modified>
</cp:coreProperties>
</file>