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9144000" cy="6858000" type="screen4x3"/>
  <p:notesSz cx="6858000" cy="9144000"/>
  <p:embeddedFontLst>
    <p:embeddedFont>
      <p:font typeface="Jost" panose="020B0604020202020204" charset="0"/>
      <p:regular r:id="rId24"/>
      <p:bold r:id="rId25"/>
      <p:italic r:id="rId26"/>
      <p:boldItalic r:id="rId27"/>
    </p:embeddedFont>
    <p:embeddedFont>
      <p:font typeface="Mulish" panose="020B0604020202020204" charset="0"/>
      <p:regular r:id="rId28"/>
      <p:bold r:id="rId29"/>
      <p:italic r:id="rId30"/>
      <p:boldItalic r:id="rId31"/>
    </p:embeddedFont>
    <p:embeddedFont>
      <p:font typeface="Nunito Black" pitchFamily="2" charset="0"/>
      <p:bold r:id="rId32"/>
      <p:boldItalic r:id="rId33"/>
    </p:embeddedFont>
    <p:embeddedFont>
      <p:font typeface="Poppins" panose="00000500000000000000" pitchFamily="2" charset="0"/>
      <p:regular r:id="rId34"/>
      <p:bold r:id="rId35"/>
      <p:italic r:id="rId36"/>
      <p:boldItalic r:id="rId37"/>
    </p:embeddedFont>
    <p:embeddedFont>
      <p:font typeface="Poppins Medium" panose="00000600000000000000" pitchFamily="2" charset="0"/>
      <p:regular r:id="rId38"/>
      <p:bold r:id="rId39"/>
      <p:italic r:id="rId40"/>
      <p:boldItalic r:id="rId41"/>
    </p:embeddedFont>
    <p:embeddedFont>
      <p:font typeface="Poppins SemiBold" panose="00000700000000000000" pitchFamily="2" charset="0"/>
      <p:regular r:id="rId42"/>
      <p:bold r:id="rId43"/>
      <p:italic r:id="rId44"/>
      <p:boldItalic r:id="rId4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3" roundtripDataSignature="AMtx7mhrs5lQEzoBWJhK/PfihI/aIZ+Ga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6CD6A4E-6912-4862-A420-EBC4FA0703B2}">
  <a:tblStyle styleId="{06CD6A4E-6912-4862-A420-EBC4FA0703B2}"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9" Type="http://schemas.openxmlformats.org/officeDocument/2006/relationships/font" Target="fonts/font16.fntdata"/><Relationship Id="rId21" Type="http://schemas.openxmlformats.org/officeDocument/2006/relationships/slide" Target="slides/slide20.xml"/><Relationship Id="rId34" Type="http://schemas.openxmlformats.org/officeDocument/2006/relationships/font" Target="fonts/font11.fntdata"/><Relationship Id="rId42" Type="http://schemas.openxmlformats.org/officeDocument/2006/relationships/font" Target="fonts/font19.fntdata"/><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6.fntdata"/><Relationship Id="rId11" Type="http://schemas.openxmlformats.org/officeDocument/2006/relationships/slide" Target="slides/slide10.xml"/><Relationship Id="rId24" Type="http://schemas.openxmlformats.org/officeDocument/2006/relationships/font" Target="fonts/font1.fntdata"/><Relationship Id="rId32" Type="http://schemas.openxmlformats.org/officeDocument/2006/relationships/font" Target="fonts/font9.fntdata"/><Relationship Id="rId37" Type="http://schemas.openxmlformats.org/officeDocument/2006/relationships/font" Target="fonts/font14.fntdata"/><Relationship Id="rId40" Type="http://schemas.openxmlformats.org/officeDocument/2006/relationships/font" Target="fonts/font17.fntdata"/><Relationship Id="rId45" Type="http://schemas.openxmlformats.org/officeDocument/2006/relationships/font" Target="fonts/font22.fntdata"/><Relationship Id="rId53"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font" Target="fonts/font5.fntdata"/><Relationship Id="rId36" Type="http://schemas.openxmlformats.org/officeDocument/2006/relationships/font" Target="fonts/font13.fntdata"/><Relationship Id="rId57"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8.fntdata"/><Relationship Id="rId44" Type="http://schemas.openxmlformats.org/officeDocument/2006/relationships/font" Target="fonts/font2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0" Type="http://schemas.openxmlformats.org/officeDocument/2006/relationships/font" Target="fonts/font7.fntdata"/><Relationship Id="rId35" Type="http://schemas.openxmlformats.org/officeDocument/2006/relationships/font" Target="fonts/font12.fntdata"/><Relationship Id="rId43" Type="http://schemas.openxmlformats.org/officeDocument/2006/relationships/font" Target="fonts/font20.fntdata"/><Relationship Id="rId56"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33" Type="http://schemas.openxmlformats.org/officeDocument/2006/relationships/font" Target="fonts/font10.fntdata"/><Relationship Id="rId38" Type="http://schemas.openxmlformats.org/officeDocument/2006/relationships/font" Target="fonts/font15.fntdata"/><Relationship Id="rId20" Type="http://schemas.openxmlformats.org/officeDocument/2006/relationships/slide" Target="slides/slide19.xml"/><Relationship Id="rId41" Type="http://schemas.openxmlformats.org/officeDocument/2006/relationships/font" Target="fonts/font18.fntdata"/><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6"/>
        <p:cNvGrpSpPr/>
        <p:nvPr/>
      </p:nvGrpSpPr>
      <p:grpSpPr>
        <a:xfrm>
          <a:off x="0" y="0"/>
          <a:ext cx="0" cy="0"/>
          <a:chOff x="0" y="0"/>
          <a:chExt cx="0" cy="0"/>
        </a:xfrm>
      </p:grpSpPr>
      <p:sp>
        <p:nvSpPr>
          <p:cNvPr id="707" name="Google Shape;707;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08" name="Google Shape;708;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7"/>
        <p:cNvGrpSpPr/>
        <p:nvPr/>
      </p:nvGrpSpPr>
      <p:grpSpPr>
        <a:xfrm>
          <a:off x="0" y="0"/>
          <a:ext cx="0" cy="0"/>
          <a:chOff x="0" y="0"/>
          <a:chExt cx="0" cy="0"/>
        </a:xfrm>
      </p:grpSpPr>
      <p:sp>
        <p:nvSpPr>
          <p:cNvPr id="718" name="Google Shape;718;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19" name="Google Shape;719;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20" name="Google Shape;720;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4"/>
        <p:cNvGrpSpPr/>
        <p:nvPr/>
      </p:nvGrpSpPr>
      <p:grpSpPr>
        <a:xfrm>
          <a:off x="0" y="0"/>
          <a:ext cx="0" cy="0"/>
          <a:chOff x="0" y="0"/>
          <a:chExt cx="0" cy="0"/>
        </a:xfrm>
      </p:grpSpPr>
      <p:sp>
        <p:nvSpPr>
          <p:cNvPr id="745" name="Google Shape;745;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6" name="Google Shape;746;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47" name="Google Shape;747;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4"/>
        <p:cNvGrpSpPr/>
        <p:nvPr/>
      </p:nvGrpSpPr>
      <p:grpSpPr>
        <a:xfrm>
          <a:off x="0" y="0"/>
          <a:ext cx="0" cy="0"/>
          <a:chOff x="0" y="0"/>
          <a:chExt cx="0" cy="0"/>
        </a:xfrm>
      </p:grpSpPr>
      <p:sp>
        <p:nvSpPr>
          <p:cNvPr id="775" name="Google Shape;775;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76" name="Google Shape;776;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77" name="Google Shape;777;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2"/>
        <p:cNvGrpSpPr/>
        <p:nvPr/>
      </p:nvGrpSpPr>
      <p:grpSpPr>
        <a:xfrm>
          <a:off x="0" y="0"/>
          <a:ext cx="0" cy="0"/>
          <a:chOff x="0" y="0"/>
          <a:chExt cx="0" cy="0"/>
        </a:xfrm>
      </p:grpSpPr>
      <p:sp>
        <p:nvSpPr>
          <p:cNvPr id="803" name="Google Shape;803;g2c71408be6c_0_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4" name="Google Shape;804;g2c71408be6c_0_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05" name="Google Shape;805;g2c71408be6c_0_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0"/>
        <p:cNvGrpSpPr/>
        <p:nvPr/>
      </p:nvGrpSpPr>
      <p:grpSpPr>
        <a:xfrm>
          <a:off x="0" y="0"/>
          <a:ext cx="0" cy="0"/>
          <a:chOff x="0" y="0"/>
          <a:chExt cx="0" cy="0"/>
        </a:xfrm>
      </p:grpSpPr>
      <p:sp>
        <p:nvSpPr>
          <p:cNvPr id="811" name="Google Shape;811;g2c186218c5a_0_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2" name="Google Shape;812;g2c186218c5a_0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13" name="Google Shape;813;g2c186218c5a_0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1"/>
        <p:cNvGrpSpPr/>
        <p:nvPr/>
      </p:nvGrpSpPr>
      <p:grpSpPr>
        <a:xfrm>
          <a:off x="0" y="0"/>
          <a:ext cx="0" cy="0"/>
          <a:chOff x="0" y="0"/>
          <a:chExt cx="0" cy="0"/>
        </a:xfrm>
      </p:grpSpPr>
      <p:sp>
        <p:nvSpPr>
          <p:cNvPr id="822" name="Google Shape;822;g26b641b03cd_0_18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3" name="Google Shape;823;g26b641b03cd_0_18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24" name="Google Shape;824;g26b641b03cd_0_18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8"/>
        <p:cNvGrpSpPr/>
        <p:nvPr/>
      </p:nvGrpSpPr>
      <p:grpSpPr>
        <a:xfrm>
          <a:off x="0" y="0"/>
          <a:ext cx="0" cy="0"/>
          <a:chOff x="0" y="0"/>
          <a:chExt cx="0" cy="0"/>
        </a:xfrm>
      </p:grpSpPr>
      <p:sp>
        <p:nvSpPr>
          <p:cNvPr id="839" name="Google Shape;839;g2c186218c5a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40" name="Google Shape;840;g2c186218c5a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41" name="Google Shape;841;g2c186218c5a_0_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9"/>
        <p:cNvGrpSpPr/>
        <p:nvPr/>
      </p:nvGrpSpPr>
      <p:grpSpPr>
        <a:xfrm>
          <a:off x="0" y="0"/>
          <a:ext cx="0" cy="0"/>
          <a:chOff x="0" y="0"/>
          <a:chExt cx="0" cy="0"/>
        </a:xfrm>
      </p:grpSpPr>
      <p:sp>
        <p:nvSpPr>
          <p:cNvPr id="850" name="Google Shape;850;g26b641b03cd_0_19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1" name="Google Shape;851;g26b641b03cd_0_19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52" name="Google Shape;852;g26b641b03cd_0_19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0"/>
        <p:cNvGrpSpPr/>
        <p:nvPr/>
      </p:nvGrpSpPr>
      <p:grpSpPr>
        <a:xfrm>
          <a:off x="0" y="0"/>
          <a:ext cx="0" cy="0"/>
          <a:chOff x="0" y="0"/>
          <a:chExt cx="0" cy="0"/>
        </a:xfrm>
      </p:grpSpPr>
      <p:sp>
        <p:nvSpPr>
          <p:cNvPr id="861" name="Google Shape;861;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2" name="Google Shape;862;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3" name="Google Shape;863;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8"/>
        <p:cNvGrpSpPr/>
        <p:nvPr/>
      </p:nvGrpSpPr>
      <p:grpSpPr>
        <a:xfrm>
          <a:off x="0" y="0"/>
          <a:ext cx="0" cy="0"/>
          <a:chOff x="0" y="0"/>
          <a:chExt cx="0" cy="0"/>
        </a:xfrm>
      </p:grpSpPr>
      <p:sp>
        <p:nvSpPr>
          <p:cNvPr id="869" name="Google Shape;869;g2c4fd7a3c22_2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0" name="Google Shape;870;g2c4fd7a3c22_2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1" name="Google Shape;871;g2c4fd7a3c22_2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8"/>
        <p:cNvGrpSpPr/>
        <p:nvPr/>
      </p:nvGrpSpPr>
      <p:grpSpPr>
        <a:xfrm>
          <a:off x="0" y="0"/>
          <a:ext cx="0" cy="0"/>
          <a:chOff x="0" y="0"/>
          <a:chExt cx="0" cy="0"/>
        </a:xfrm>
      </p:grpSpPr>
      <p:sp>
        <p:nvSpPr>
          <p:cNvPr id="899" name="Google Shape;899;g2d0626c6e9f_0_2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0" name="Google Shape;900;g2d0626c6e9f_0_2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1" name="Google Shape;901;g2d0626c6e9f_0_2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6"/>
        <p:cNvGrpSpPr/>
        <p:nvPr/>
      </p:nvGrpSpPr>
      <p:grpSpPr>
        <a:xfrm>
          <a:off x="0" y="0"/>
          <a:ext cx="0" cy="0"/>
          <a:chOff x="0" y="0"/>
          <a:chExt cx="0" cy="0"/>
        </a:xfrm>
      </p:grpSpPr>
      <p:sp>
        <p:nvSpPr>
          <p:cNvPr id="927" name="Google Shape;927;g2d0626c6e9f_0_8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8" name="Google Shape;928;g2d0626c6e9f_0_8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9" name="Google Shape;929;g2d0626c6e9f_0_8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6"/>
        <p:cNvGrpSpPr/>
        <p:nvPr/>
      </p:nvGrpSpPr>
      <p:grpSpPr>
        <a:xfrm>
          <a:off x="0" y="0"/>
          <a:ext cx="0" cy="0"/>
          <a:chOff x="0" y="0"/>
          <a:chExt cx="0" cy="0"/>
        </a:xfrm>
      </p:grpSpPr>
      <p:sp>
        <p:nvSpPr>
          <p:cNvPr id="957" name="Google Shape;957;g2d0626c6e9f_0_10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8" name="Google Shape;958;g2d0626c6e9f_0_10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59" name="Google Shape;959;g2d0626c6e9f_0_10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4"/>
        <p:cNvGrpSpPr/>
        <p:nvPr/>
      </p:nvGrpSpPr>
      <p:grpSpPr>
        <a:xfrm>
          <a:off x="0" y="0"/>
          <a:ext cx="0" cy="0"/>
          <a:chOff x="0" y="0"/>
          <a:chExt cx="0" cy="0"/>
        </a:xfrm>
      </p:grpSpPr>
      <p:sp>
        <p:nvSpPr>
          <p:cNvPr id="985" name="Google Shape;985;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6" name="Google Shape;986;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7" name="Google Shape;987;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2"/>
        <p:cNvGrpSpPr/>
        <p:nvPr/>
      </p:nvGrpSpPr>
      <p:grpSpPr>
        <a:xfrm>
          <a:off x="0" y="0"/>
          <a:ext cx="0" cy="0"/>
          <a:chOff x="0" y="0"/>
          <a:chExt cx="0" cy="0"/>
        </a:xfrm>
      </p:grpSpPr>
      <p:sp>
        <p:nvSpPr>
          <p:cNvPr id="993" name="Google Shape;993;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4" name="Google Shape;994;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95" name="Google Shape;995;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3"/>
        <p:cNvGrpSpPr/>
        <p:nvPr/>
      </p:nvGrpSpPr>
      <p:grpSpPr>
        <a:xfrm>
          <a:off x="0" y="0"/>
          <a:ext cx="0" cy="0"/>
          <a:chOff x="0" y="0"/>
          <a:chExt cx="0" cy="0"/>
        </a:xfrm>
      </p:grpSpPr>
      <p:sp>
        <p:nvSpPr>
          <p:cNvPr id="1004" name="Google Shape;1004;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5" name="Google Shape;1005;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06" name="Google Shape;1006;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4"/>
        <p:cNvGrpSpPr/>
        <p:nvPr/>
      </p:nvGrpSpPr>
      <p:grpSpPr>
        <a:xfrm>
          <a:off x="0" y="0"/>
          <a:ext cx="0" cy="0"/>
          <a:chOff x="0" y="0"/>
          <a:chExt cx="0" cy="0"/>
        </a:xfrm>
      </p:grpSpPr>
      <p:sp>
        <p:nvSpPr>
          <p:cNvPr id="1015" name="Google Shape;1015;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6" name="Google Shape;1016;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17" name="Google Shape;1017;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5"/>
        <p:cNvGrpSpPr/>
        <p:nvPr/>
      </p:nvGrpSpPr>
      <p:grpSpPr>
        <a:xfrm>
          <a:off x="0" y="0"/>
          <a:ext cx="0" cy="0"/>
          <a:chOff x="0" y="0"/>
          <a:chExt cx="0" cy="0"/>
        </a:xfrm>
      </p:grpSpPr>
      <p:sp>
        <p:nvSpPr>
          <p:cNvPr id="1026" name="Google Shape;1026;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7" name="Google Shape;1027;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8" name="Google Shape;1028;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6"/>
        <p:cNvGrpSpPr/>
        <p:nvPr/>
      </p:nvGrpSpPr>
      <p:grpSpPr>
        <a:xfrm>
          <a:off x="0" y="0"/>
          <a:ext cx="0" cy="0"/>
          <a:chOff x="0" y="0"/>
          <a:chExt cx="0" cy="0"/>
        </a:xfrm>
      </p:grpSpPr>
      <p:sp>
        <p:nvSpPr>
          <p:cNvPr id="1037" name="Google Shape;1037;g26b641b03cd_0_31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8" name="Google Shape;1038;g26b641b03cd_0_31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39" name="Google Shape;1039;g26b641b03cd_0_31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6"/>
        <p:cNvGrpSpPr/>
        <p:nvPr/>
      </p:nvGrpSpPr>
      <p:grpSpPr>
        <a:xfrm>
          <a:off x="0" y="0"/>
          <a:ext cx="0" cy="0"/>
          <a:chOff x="0" y="0"/>
          <a:chExt cx="0" cy="0"/>
        </a:xfrm>
      </p:grpSpPr>
      <p:sp>
        <p:nvSpPr>
          <p:cNvPr id="1047" name="Google Shape;1047;g26b641b03cd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8" name="Google Shape;1048;g26b641b03cd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49" name="Google Shape;1049;g26b641b03cd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21</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693569"/>
            <a:ext cx="3882600" cy="845400"/>
          </a:xfrm>
          <a:prstGeom prst="rect">
            <a:avLst/>
          </a:prstGeom>
          <a:noFill/>
          <a:ln>
            <a:noFill/>
          </a:ln>
        </p:spPr>
        <p:txBody>
          <a:bodyPr spcFirstLastPara="1" wrap="square" lIns="0" tIns="0" rIns="0" bIns="0" anchor="t" anchorCtr="0">
            <a:normAutofit/>
          </a:bodyPr>
          <a:lstStyle>
            <a:lvl1pPr lvl="0" algn="l">
              <a:lnSpc>
                <a:spcPct val="100000"/>
              </a:lnSpc>
              <a:spcBef>
                <a:spcPts val="1000"/>
              </a:spcBef>
              <a:spcAft>
                <a:spcPts val="0"/>
              </a:spcAft>
              <a:buClr>
                <a:srgbClr val="262626"/>
              </a:buClr>
              <a:buSzPts val="3000"/>
              <a:buNone/>
              <a:defRPr sz="3000" b="0">
                <a:solidFill>
                  <a:srgbClr val="262626"/>
                </a:solidFill>
                <a:latin typeface="Poppins"/>
                <a:ea typeface="Poppins"/>
                <a:cs typeface="Poppins"/>
                <a:sym typeface="Poppins"/>
              </a:defRPr>
            </a:lvl1pPr>
            <a:lvl2pPr lvl="1" algn="ctr">
              <a:lnSpc>
                <a:spcPct val="100000"/>
              </a:lnSpc>
              <a:spcBef>
                <a:spcPts val="500"/>
              </a:spcBef>
              <a:spcAft>
                <a:spcPts val="0"/>
              </a:spcAft>
              <a:buClr>
                <a:schemeClr val="dk1"/>
              </a:buClr>
              <a:buSzPts val="3000"/>
              <a:buNone/>
              <a:defRPr sz="3000"/>
            </a:lvl2pPr>
            <a:lvl3pPr lvl="2" algn="ctr">
              <a:lnSpc>
                <a:spcPct val="100000"/>
              </a:lnSpc>
              <a:spcBef>
                <a:spcPts val="500"/>
              </a:spcBef>
              <a:spcAft>
                <a:spcPts val="0"/>
              </a:spcAft>
              <a:buClr>
                <a:schemeClr val="dk1"/>
              </a:buClr>
              <a:buSzPts val="3000"/>
              <a:buNone/>
              <a:defRPr sz="3000"/>
            </a:lvl3pPr>
            <a:lvl4pPr lvl="3" algn="ctr">
              <a:lnSpc>
                <a:spcPct val="100000"/>
              </a:lnSpc>
              <a:spcBef>
                <a:spcPts val="500"/>
              </a:spcBef>
              <a:spcAft>
                <a:spcPts val="0"/>
              </a:spcAft>
              <a:buClr>
                <a:schemeClr val="dk1"/>
              </a:buClr>
              <a:buSzPts val="3000"/>
              <a:buNone/>
              <a:defRPr sz="3000"/>
            </a:lvl4pPr>
            <a:lvl5pPr lvl="4" algn="ctr">
              <a:lnSpc>
                <a:spcPct val="100000"/>
              </a:lnSpc>
              <a:spcBef>
                <a:spcPts val="500"/>
              </a:spcBef>
              <a:spcAft>
                <a:spcPts val="0"/>
              </a:spcAft>
              <a:buClr>
                <a:schemeClr val="dk1"/>
              </a:buClr>
              <a:buSzPts val="3000"/>
              <a:buNone/>
              <a:defRPr sz="3000"/>
            </a:lvl5pPr>
            <a:lvl6pPr lvl="5" algn="ctr">
              <a:lnSpc>
                <a:spcPct val="100000"/>
              </a:lnSpc>
              <a:spcBef>
                <a:spcPts val="500"/>
              </a:spcBef>
              <a:spcAft>
                <a:spcPts val="0"/>
              </a:spcAft>
              <a:buClr>
                <a:schemeClr val="dk1"/>
              </a:buClr>
              <a:buSzPts val="3000"/>
              <a:buNone/>
              <a:defRPr sz="3000"/>
            </a:lvl6pPr>
            <a:lvl7pPr lvl="6" algn="ctr">
              <a:lnSpc>
                <a:spcPct val="100000"/>
              </a:lnSpc>
              <a:spcBef>
                <a:spcPts val="500"/>
              </a:spcBef>
              <a:spcAft>
                <a:spcPts val="0"/>
              </a:spcAft>
              <a:buClr>
                <a:schemeClr val="dk1"/>
              </a:buClr>
              <a:buSzPts val="3000"/>
              <a:buNone/>
              <a:defRPr sz="3000"/>
            </a:lvl7pPr>
            <a:lvl8pPr lvl="7" algn="ctr">
              <a:lnSpc>
                <a:spcPct val="100000"/>
              </a:lnSpc>
              <a:spcBef>
                <a:spcPts val="500"/>
              </a:spcBef>
              <a:spcAft>
                <a:spcPts val="0"/>
              </a:spcAft>
              <a:buClr>
                <a:schemeClr val="dk1"/>
              </a:buClr>
              <a:buSzPts val="3000"/>
              <a:buNone/>
              <a:defRPr sz="3000"/>
            </a:lvl8pPr>
            <a:lvl9pPr lvl="8" algn="ctr">
              <a:lnSpc>
                <a:spcPct val="100000"/>
              </a:lnSpc>
              <a:spcBef>
                <a:spcPts val="500"/>
              </a:spcBef>
              <a:spcAft>
                <a:spcPts val="0"/>
              </a:spcAft>
              <a:buClr>
                <a:schemeClr val="dk1"/>
              </a:buClr>
              <a:buSzPts val="3000"/>
              <a:buNone/>
              <a:defRPr sz="3000"/>
            </a:lvl9pPr>
          </a:lstStyle>
          <a:p>
            <a:endParaRPr/>
          </a:p>
        </p:txBody>
      </p:sp>
      <p:sp>
        <p:nvSpPr>
          <p:cNvPr id="17" name="Google Shape;17;p14"/>
          <p:cNvSpPr txBox="1"/>
          <p:nvPr/>
        </p:nvSpPr>
        <p:spPr>
          <a:xfrm>
            <a:off x="804224" y="1600125"/>
            <a:ext cx="39624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2F286F"/>
                </a:solidFill>
                <a:latin typeface="Poppins SemiBold"/>
                <a:ea typeface="Poppins SemiBold"/>
                <a:cs typeface="Poppins SemiBold"/>
                <a:sym typeface="Poppins SemiBold"/>
              </a:rPr>
              <a:t>Phase 3</a:t>
            </a:r>
            <a:endParaRPr sz="6000" i="0" u="none" strike="noStrike" cap="none">
              <a:solidFill>
                <a:srgbClr val="2F286F"/>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750"/>
            <a:chOff x="-36800" y="-52000"/>
            <a:chExt cx="9236100" cy="54375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grpSp>
          <p:nvGrpSpPr>
            <p:cNvPr id="27" name="Google Shape;27;p14"/>
            <p:cNvGrpSpPr/>
            <p:nvPr/>
          </p:nvGrpSpPr>
          <p:grpSpPr>
            <a:xfrm>
              <a:off x="1900680" y="8825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2F286F"/>
                  </a:solidFill>
                  <a:latin typeface="Poppins SemiBold"/>
                  <a:ea typeface="Poppins SemiBold"/>
                  <a:cs typeface="Poppins SemiBold"/>
                  <a:sym typeface="Poppins SemiBold"/>
                </a:endParaRPr>
              </a:p>
            </p:txBody>
          </p:sp>
          <p:sp>
            <p:nvSpPr>
              <p:cNvPr id="29" name="Google Shape;29;p14"/>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2F286F"/>
                  </a:solidFill>
                  <a:latin typeface="Poppins SemiBold"/>
                  <a:ea typeface="Poppins SemiBold"/>
                  <a:cs typeface="Poppins SemiBold"/>
                  <a:sym typeface="Poppins SemiBold"/>
                </a:endParaRPr>
              </a:p>
            </p:txBody>
          </p:sp>
        </p:grpSp>
        <p:sp>
          <p:nvSpPr>
            <p:cNvPr id="30" name="Google Shape;30;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FFFFFF"/>
                  </a:solidFill>
                  <a:latin typeface="Poppins SemiBold"/>
                  <a:ea typeface="Poppins SemiBold"/>
                  <a:cs typeface="Poppins SemiBold"/>
                  <a:sym typeface="Poppins SemiBold"/>
                </a:rPr>
                <a:t>Phase 3</a:t>
              </a:r>
              <a:endParaRPr sz="1300" i="0" u="none" strike="noStrike" cap="none">
                <a:solidFill>
                  <a:srgbClr val="FFFFFF"/>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4</a:t>
              </a:r>
              <a:endParaRPr sz="1300" i="0" u="none" strike="noStrike" cap="none">
                <a:solidFill>
                  <a:srgbClr val="9FC5E8"/>
                </a:solidFill>
                <a:latin typeface="Poppins SemiBold"/>
                <a:ea typeface="Poppins SemiBold"/>
                <a:cs typeface="Poppins SemiBold"/>
                <a:sym typeface="Poppins SemiBold"/>
              </a:endParaRPr>
            </a:p>
          </p:txBody>
        </p:sp>
        <p:sp>
          <p:nvSpPr>
            <p:cNvPr id="32" name="Google Shape;32;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33" name="Google Shape;33;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5</a:t>
              </a:r>
              <a:endParaRPr sz="1300" i="0" u="none" strike="noStrike" cap="none">
                <a:solidFill>
                  <a:srgbClr val="9FC5E8"/>
                </a:solidFill>
                <a:latin typeface="Poppins SemiBold"/>
                <a:ea typeface="Poppins SemiBold"/>
                <a:cs typeface="Poppins SemiBold"/>
                <a:sym typeface="Poppins SemiBold"/>
              </a:endParaRPr>
            </a:p>
          </p:txBody>
        </p:sp>
        <p:sp>
          <p:nvSpPr>
            <p:cNvPr id="34" name="Google Shape;34;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35" name="Google Shape;35;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5.5</a:t>
              </a:r>
              <a:endParaRPr sz="1300" i="0" u="none" strike="noStrike" cap="none">
                <a:solidFill>
                  <a:srgbClr val="9FC5E8"/>
                </a:solidFill>
                <a:latin typeface="Poppins SemiBold"/>
                <a:ea typeface="Poppins SemiBold"/>
                <a:cs typeface="Poppins SemiBold"/>
                <a:sym typeface="Poppins SemiBold"/>
              </a:endParaRPr>
            </a:p>
          </p:txBody>
        </p:sp>
        <p:sp>
          <p:nvSpPr>
            <p:cNvPr id="36" name="Google Shape;36;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37" name="Google Shape;37;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6</a:t>
              </a:r>
              <a:endParaRPr sz="1300" i="0" u="none" strike="noStrike" cap="none">
                <a:solidFill>
                  <a:srgbClr val="9FC5E8"/>
                </a:solidFill>
                <a:latin typeface="Poppins SemiBold"/>
                <a:ea typeface="Poppins SemiBold"/>
                <a:cs typeface="Poppins SemiBold"/>
                <a:sym typeface="Poppins SemiBold"/>
              </a:endParaRPr>
            </a:p>
          </p:txBody>
        </p:sp>
        <p:sp>
          <p:nvSpPr>
            <p:cNvPr id="38" name="Google Shape;38;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39" name="Google Shape;39;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163B7E"/>
                </a:solidFill>
                <a:latin typeface="Poppins SemiBold"/>
                <a:ea typeface="Poppins SemiBold"/>
                <a:cs typeface="Poppins SemiBold"/>
                <a:sym typeface="Poppins SemiBold"/>
              </a:endParaRPr>
            </a:p>
          </p:txBody>
        </p:sp>
        <p:sp>
          <p:nvSpPr>
            <p:cNvPr id="40" name="Google Shape;40;p14"/>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2</a:t>
              </a:r>
              <a:endParaRPr sz="130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1897010"/>
            <a:ext cx="4850100" cy="10698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2616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Objective</a:t>
            </a:r>
            <a:endParaRPr sz="3200" b="0" i="0" u="none" strike="noStrike" cap="none">
              <a:solidFill>
                <a:srgbClr val="2F286F"/>
              </a:solidFill>
              <a:latin typeface="Poppins Medium"/>
              <a:ea typeface="Poppins Medium"/>
              <a:cs typeface="Poppins Medium"/>
              <a:sym typeface="Poppins Medium"/>
            </a:endParaRPr>
          </a:p>
        </p:txBody>
      </p:sp>
      <p:sp>
        <p:nvSpPr>
          <p:cNvPr id="47" name="Google Shape;47;p15"/>
          <p:cNvSpPr txBox="1"/>
          <p:nvPr/>
        </p:nvSpPr>
        <p:spPr>
          <a:xfrm>
            <a:off x="856314" y="20863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Review</a:t>
            </a:r>
            <a:endParaRPr sz="3200" b="0" i="0" u="none" strike="noStrike" cap="none">
              <a:solidFill>
                <a:srgbClr val="2F286F"/>
              </a:solidFill>
              <a:latin typeface="Poppins Medium"/>
              <a:ea typeface="Poppins Medium"/>
              <a:cs typeface="Poppins Medium"/>
              <a:sym typeface="Poppins Medium"/>
            </a:endParaRPr>
          </a:p>
        </p:txBody>
      </p:sp>
      <p:cxnSp>
        <p:nvCxnSpPr>
          <p:cNvPr id="48" name="Google Shape;48;p15"/>
          <p:cNvCxnSpPr/>
          <p:nvPr/>
        </p:nvCxnSpPr>
        <p:spPr>
          <a:xfrm>
            <a:off x="865586" y="3078360"/>
            <a:ext cx="7283100" cy="0"/>
          </a:xfrm>
          <a:prstGeom prst="straightConnector1">
            <a:avLst/>
          </a:prstGeom>
          <a:noFill/>
          <a:ln w="9525" cap="flat" cmpd="sng">
            <a:solidFill>
              <a:srgbClr val="BFBFBF"/>
            </a:solidFill>
            <a:prstDash val="solid"/>
            <a:miter lim="800000"/>
            <a:headEnd type="none" w="sm" len="sm"/>
            <a:tailEnd type="none" w="sm" len="sm"/>
          </a:ln>
        </p:spPr>
      </p:cxnSp>
      <p:sp>
        <p:nvSpPr>
          <p:cNvPr id="49" name="Google Shape;49;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50" name="Google Shape;50;p15"/>
          <p:cNvGrpSpPr/>
          <p:nvPr/>
        </p:nvGrpSpPr>
        <p:grpSpPr>
          <a:xfrm>
            <a:off x="357775" y="5983875"/>
            <a:ext cx="586800" cy="571500"/>
            <a:chOff x="662575" y="6212475"/>
            <a:chExt cx="586800" cy="571500"/>
          </a:xfrm>
        </p:grpSpPr>
        <p:sp>
          <p:nvSpPr>
            <p:cNvPr id="51" name="Google Shape;51;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 name="Google Shape;52;p1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 name="Google Shape;53;p1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4" name="Google Shape;54;p15"/>
          <p:cNvGrpSpPr/>
          <p:nvPr/>
        </p:nvGrpSpPr>
        <p:grpSpPr>
          <a:xfrm>
            <a:off x="8199150" y="5983875"/>
            <a:ext cx="586800" cy="571500"/>
            <a:chOff x="7894350" y="6212475"/>
            <a:chExt cx="586800" cy="571500"/>
          </a:xfrm>
        </p:grpSpPr>
        <p:sp>
          <p:nvSpPr>
            <p:cNvPr id="55" name="Google Shape;55;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 name="Google Shape;56;p1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 name="Google Shape;57;p1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cxnSp>
        <p:nvCxnSpPr>
          <p:cNvPr id="58" name="Google Shape;58;p15"/>
          <p:cNvCxnSpPr/>
          <p:nvPr/>
        </p:nvCxnSpPr>
        <p:spPr>
          <a:xfrm>
            <a:off x="865586" y="17854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9" name="Google Shape;59;p15"/>
          <p:cNvGrpSpPr/>
          <p:nvPr/>
        </p:nvGrpSpPr>
        <p:grpSpPr>
          <a:xfrm>
            <a:off x="-36800" y="-52000"/>
            <a:ext cx="9236100" cy="543750"/>
            <a:chOff x="-36800" y="-52000"/>
            <a:chExt cx="9236100" cy="54375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grpSp>
          <p:nvGrpSpPr>
            <p:cNvPr id="61" name="Google Shape;61;p15"/>
            <p:cNvGrpSpPr/>
            <p:nvPr/>
          </p:nvGrpSpPr>
          <p:grpSpPr>
            <a:xfrm>
              <a:off x="1900680" y="8825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2F286F"/>
                  </a:solidFill>
                  <a:latin typeface="Poppins SemiBold"/>
                  <a:ea typeface="Poppins SemiBold"/>
                  <a:cs typeface="Poppins SemiBold"/>
                  <a:sym typeface="Poppins SemiBold"/>
                </a:endParaRPr>
              </a:p>
            </p:txBody>
          </p:sp>
          <p:sp>
            <p:nvSpPr>
              <p:cNvPr id="63" name="Google Shape;63;p15"/>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2F286F"/>
                  </a:solidFill>
                  <a:latin typeface="Poppins SemiBold"/>
                  <a:ea typeface="Poppins SemiBold"/>
                  <a:cs typeface="Poppins SemiBold"/>
                  <a:sym typeface="Poppins SemiBold"/>
                </a:endParaRPr>
              </a:p>
            </p:txBody>
          </p:sp>
        </p:grpSp>
        <p:sp>
          <p:nvSpPr>
            <p:cNvPr id="64" name="Google Shape;64;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FFFFFF"/>
                  </a:solidFill>
                  <a:latin typeface="Poppins SemiBold"/>
                  <a:ea typeface="Poppins SemiBold"/>
                  <a:cs typeface="Poppins SemiBold"/>
                  <a:sym typeface="Poppins SemiBold"/>
                </a:rPr>
                <a:t>Phase 3</a:t>
              </a:r>
              <a:endParaRPr sz="1300" i="0" u="none" strike="noStrike" cap="none">
                <a:solidFill>
                  <a:srgbClr val="FFFFFF"/>
                </a:solidFill>
                <a:latin typeface="Poppins SemiBold"/>
                <a:ea typeface="Poppins SemiBold"/>
                <a:cs typeface="Poppins SemiBold"/>
                <a:sym typeface="Poppins SemiBold"/>
              </a:endParaRPr>
            </a:p>
          </p:txBody>
        </p:sp>
        <p:sp>
          <p:nvSpPr>
            <p:cNvPr id="65" name="Google Shape;65;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4</a:t>
              </a:r>
              <a:endParaRPr sz="1300" i="0" u="none" strike="noStrike" cap="none">
                <a:solidFill>
                  <a:srgbClr val="9FC5E8"/>
                </a:solidFill>
                <a:latin typeface="Poppins SemiBold"/>
                <a:ea typeface="Poppins SemiBold"/>
                <a:cs typeface="Poppins SemiBold"/>
                <a:sym typeface="Poppins SemiBold"/>
              </a:endParaRPr>
            </a:p>
          </p:txBody>
        </p:sp>
        <p:sp>
          <p:nvSpPr>
            <p:cNvPr id="66" name="Google Shape;66;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67" name="Google Shape;67;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5</a:t>
              </a:r>
              <a:endParaRPr sz="1300" i="0" u="none" strike="noStrike" cap="none">
                <a:solidFill>
                  <a:srgbClr val="9FC5E8"/>
                </a:solidFill>
                <a:latin typeface="Poppins SemiBold"/>
                <a:ea typeface="Poppins SemiBold"/>
                <a:cs typeface="Poppins SemiBold"/>
                <a:sym typeface="Poppins SemiBold"/>
              </a:endParaRPr>
            </a:p>
          </p:txBody>
        </p:sp>
        <p:sp>
          <p:nvSpPr>
            <p:cNvPr id="68" name="Google Shape;68;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69" name="Google Shape;69;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5.5</a:t>
              </a:r>
              <a:endParaRPr sz="1300" i="0" u="none" strike="noStrike" cap="none">
                <a:solidFill>
                  <a:srgbClr val="9FC5E8"/>
                </a:solidFill>
                <a:latin typeface="Poppins SemiBold"/>
                <a:ea typeface="Poppins SemiBold"/>
                <a:cs typeface="Poppins SemiBold"/>
                <a:sym typeface="Poppins SemiBold"/>
              </a:endParaRPr>
            </a:p>
          </p:txBody>
        </p:sp>
        <p:sp>
          <p:nvSpPr>
            <p:cNvPr id="70" name="Google Shape;70;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71" name="Google Shape;71;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6</a:t>
              </a:r>
              <a:endParaRPr sz="1300" i="0" u="none" strike="noStrike" cap="none">
                <a:solidFill>
                  <a:srgbClr val="9FC5E8"/>
                </a:solidFill>
                <a:latin typeface="Poppins SemiBold"/>
                <a:ea typeface="Poppins SemiBold"/>
                <a:cs typeface="Poppins SemiBold"/>
                <a:sym typeface="Poppins SemiBold"/>
              </a:endParaRPr>
            </a:p>
          </p:txBody>
        </p:sp>
        <p:sp>
          <p:nvSpPr>
            <p:cNvPr id="72" name="Google Shape;72;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73" name="Google Shape;73;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163B7E"/>
                </a:solidFill>
                <a:latin typeface="Poppins SemiBold"/>
                <a:ea typeface="Poppins SemiBold"/>
                <a:cs typeface="Poppins SemiBold"/>
                <a:sym typeface="Poppins SemiBold"/>
              </a:endParaRPr>
            </a:p>
          </p:txBody>
        </p:sp>
        <p:sp>
          <p:nvSpPr>
            <p:cNvPr id="74" name="Google Shape;74;p15"/>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2</a:t>
              </a:r>
              <a:endParaRPr sz="130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750"/>
            <a:chOff x="-36800" y="-52000"/>
            <a:chExt cx="9236100" cy="54375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grpSp>
          <p:nvGrpSpPr>
            <p:cNvPr id="89" name="Google Shape;89;g26b641b03cd_1_92"/>
            <p:cNvGrpSpPr/>
            <p:nvPr/>
          </p:nvGrpSpPr>
          <p:grpSpPr>
            <a:xfrm>
              <a:off x="1900680" y="8825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2F286F"/>
                  </a:solidFill>
                  <a:latin typeface="Poppins SemiBold"/>
                  <a:ea typeface="Poppins SemiBold"/>
                  <a:cs typeface="Poppins SemiBold"/>
                  <a:sym typeface="Poppins SemiBold"/>
                </a:endParaRPr>
              </a:p>
            </p:txBody>
          </p:sp>
          <p:sp>
            <p:nvSpPr>
              <p:cNvPr id="91" name="Google Shape;91;g26b641b03cd_1_92"/>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2F286F"/>
                  </a:solidFill>
                  <a:latin typeface="Poppins SemiBold"/>
                  <a:ea typeface="Poppins SemiBold"/>
                  <a:cs typeface="Poppins SemiBold"/>
                  <a:sym typeface="Poppins SemiBold"/>
                </a:endParaRPr>
              </a:p>
            </p:txBody>
          </p:sp>
        </p:grpSp>
        <p:sp>
          <p:nvSpPr>
            <p:cNvPr id="92" name="Google Shape;92;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FFFFFF"/>
                  </a:solidFill>
                  <a:latin typeface="Poppins SemiBold"/>
                  <a:ea typeface="Poppins SemiBold"/>
                  <a:cs typeface="Poppins SemiBold"/>
                  <a:sym typeface="Poppins SemiBold"/>
                </a:rPr>
                <a:t>Phase 3</a:t>
              </a:r>
              <a:endParaRPr sz="1300" i="0" u="none" strike="noStrike" cap="none">
                <a:solidFill>
                  <a:srgbClr val="FFFFFF"/>
                </a:solidFill>
                <a:latin typeface="Poppins SemiBold"/>
                <a:ea typeface="Poppins SemiBold"/>
                <a:cs typeface="Poppins SemiBold"/>
                <a:sym typeface="Poppins SemiBold"/>
              </a:endParaRPr>
            </a:p>
          </p:txBody>
        </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4</a:t>
              </a:r>
              <a:endParaRPr sz="1300" i="0" u="none" strike="noStrike" cap="none">
                <a:solidFill>
                  <a:srgbClr val="9FC5E8"/>
                </a:solidFill>
                <a:latin typeface="Poppins SemiBold"/>
                <a:ea typeface="Poppins SemiBold"/>
                <a:cs typeface="Poppins SemiBold"/>
                <a:sym typeface="Poppins SemiBold"/>
              </a:endParaRPr>
            </a:p>
          </p:txBody>
        </p:sp>
        <p:sp>
          <p:nvSpPr>
            <p:cNvPr id="94" name="Google Shape;94;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95" name="Google Shape;95;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5</a:t>
              </a:r>
              <a:endParaRPr sz="1300" i="0" u="none" strike="noStrike" cap="none">
                <a:solidFill>
                  <a:srgbClr val="9FC5E8"/>
                </a:solidFill>
                <a:latin typeface="Poppins SemiBold"/>
                <a:ea typeface="Poppins SemiBold"/>
                <a:cs typeface="Poppins SemiBold"/>
                <a:sym typeface="Poppins SemiBold"/>
              </a:endParaRPr>
            </a:p>
          </p:txBody>
        </p:sp>
        <p:sp>
          <p:nvSpPr>
            <p:cNvPr id="96" name="Google Shape;96;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97" name="Google Shape;97;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5.5</a:t>
              </a:r>
              <a:endParaRPr sz="1300" i="0" u="none" strike="noStrike" cap="none">
                <a:solidFill>
                  <a:srgbClr val="9FC5E8"/>
                </a:solidFill>
                <a:latin typeface="Poppins SemiBold"/>
                <a:ea typeface="Poppins SemiBold"/>
                <a:cs typeface="Poppins SemiBold"/>
                <a:sym typeface="Poppins SemiBold"/>
              </a:endParaRPr>
            </a:p>
          </p:txBody>
        </p:sp>
        <p:sp>
          <p:nvSpPr>
            <p:cNvPr id="98" name="Google Shape;98;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99" name="Google Shape;99;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6</a:t>
              </a:r>
              <a:endParaRPr sz="1300" i="0" u="none" strike="noStrike" cap="none">
                <a:solidFill>
                  <a:srgbClr val="9FC5E8"/>
                </a:solidFill>
                <a:latin typeface="Poppins SemiBold"/>
                <a:ea typeface="Poppins SemiBold"/>
                <a:cs typeface="Poppins SemiBold"/>
                <a:sym typeface="Poppins SemiBold"/>
              </a:endParaRPr>
            </a:p>
          </p:txBody>
        </p:sp>
        <p:sp>
          <p:nvSpPr>
            <p:cNvPr id="100" name="Google Shape;100;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101" name="Google Shape;101;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163B7E"/>
                </a:solidFill>
                <a:latin typeface="Poppins SemiBold"/>
                <a:ea typeface="Poppins SemiBold"/>
                <a:cs typeface="Poppins SemiBold"/>
                <a:sym typeface="Poppins SemiBold"/>
              </a:endParaRPr>
            </a:p>
          </p:txBody>
        </p:sp>
        <p:sp>
          <p:nvSpPr>
            <p:cNvPr id="102" name="Google Shape;102;g26b641b03cd_1_92"/>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2</a:t>
              </a:r>
              <a:endParaRPr sz="130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3"/>
        <p:cNvGrpSpPr/>
        <p:nvPr/>
      </p:nvGrpSpPr>
      <p:grpSpPr>
        <a:xfrm>
          <a:off x="0" y="0"/>
          <a:ext cx="0" cy="0"/>
          <a:chOff x="0" y="0"/>
          <a:chExt cx="0" cy="0"/>
        </a:xfrm>
      </p:grpSpPr>
      <p:sp>
        <p:nvSpPr>
          <p:cNvPr id="104" name="Google Shape;104;g26b641b03cd_0_3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0_3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6" name="Google Shape;106;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g26b641b03cd_0_3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 name="Google Shape;110;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chemeClr val="dk1"/>
              </a:buClr>
              <a:buSzPts val="1800"/>
              <a:buFont typeface="Arial"/>
              <a:buNone/>
            </a:pPr>
            <a:r>
              <a:rPr lang="en-US" sz="1800" i="0" u="none" strike="noStrike" cap="none">
                <a:solidFill>
                  <a:schemeClr val="lt1"/>
                </a:solidFill>
                <a:latin typeface="Poppins SemiBold"/>
                <a:ea typeface="Poppins SemiBold"/>
                <a:cs typeface="Poppins SemiBold"/>
                <a:sym typeface="Poppins SemiBold"/>
              </a:rPr>
              <a:t>Compare 'ow'</a:t>
            </a:r>
            <a:endParaRPr sz="1800" i="0" u="none" strike="noStrike" cap="none">
              <a:solidFill>
                <a:srgbClr val="FFFFFF"/>
              </a:solidFill>
              <a:latin typeface="Poppins SemiBold"/>
              <a:ea typeface="Poppins SemiBold"/>
              <a:cs typeface="Poppins SemiBold"/>
              <a:sym typeface="Poppins SemiBold"/>
            </a:endParaRPr>
          </a:p>
        </p:txBody>
      </p:sp>
      <p:sp>
        <p:nvSpPr>
          <p:cNvPr id="111" name="Google Shape;111;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chemeClr val="dk1"/>
              </a:buClr>
              <a:buSzPts val="1800"/>
              <a:buFont typeface="Arial"/>
              <a:buNone/>
            </a:pPr>
            <a:r>
              <a:rPr lang="en-US" sz="1800" b="0" i="0" u="none" strike="noStrike" cap="none">
                <a:solidFill>
                  <a:srgbClr val="2F286F"/>
                </a:solidFill>
                <a:latin typeface="Poppins Medium"/>
                <a:ea typeface="Poppins Medium"/>
                <a:cs typeface="Poppins Medium"/>
                <a:sym typeface="Poppins Medium"/>
              </a:rPr>
              <a:t>Week 9 - Wednesday</a:t>
            </a:r>
            <a:endParaRPr sz="1800" b="0" i="0" u="none" strike="noStrike" cap="none">
              <a:solidFill>
                <a:srgbClr val="2F286F"/>
              </a:solidFill>
              <a:latin typeface="Poppins Medium"/>
              <a:ea typeface="Poppins Medium"/>
              <a:cs typeface="Poppins Medium"/>
              <a:sym typeface="Poppins Medium"/>
            </a:endParaRPr>
          </a:p>
        </p:txBody>
      </p:sp>
      <p:sp>
        <p:nvSpPr>
          <p:cNvPr id="112" name="Google Shape;112;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chemeClr val="dk1"/>
              </a:buClr>
              <a:buSzPts val="1800"/>
              <a:buFont typeface="Arial"/>
              <a:buNone/>
            </a:pPr>
            <a:r>
              <a:rPr lang="en-US" sz="1800" b="0" i="0" u="none" strike="noStrike" cap="none">
                <a:solidFill>
                  <a:srgbClr val="2F286F"/>
                </a:solidFill>
                <a:latin typeface="Poppins Medium"/>
                <a:ea typeface="Poppins Medium"/>
                <a:cs typeface="Poppins Medium"/>
                <a:sym typeface="Poppins Medium"/>
              </a:rPr>
              <a:t>Lesson 43</a:t>
            </a:r>
            <a:endParaRPr sz="1800" b="0" i="0" u="none" strike="noStrike" cap="none">
              <a:solidFill>
                <a:srgbClr val="2F286F"/>
              </a:solidFill>
              <a:latin typeface="Poppins Medium"/>
              <a:ea typeface="Poppins Medium"/>
              <a:cs typeface="Poppins Medium"/>
              <a:sym typeface="Poppins Medium"/>
            </a:endParaRPr>
          </a:p>
        </p:txBody>
      </p:sp>
      <p:sp>
        <p:nvSpPr>
          <p:cNvPr id="113" name="Google Shape;113;g26b641b03cd_0_3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chemeClr val="dk1"/>
              </a:buClr>
              <a:buSzPts val="1800"/>
              <a:buFont typeface="Arial"/>
              <a:buNone/>
            </a:pPr>
            <a:r>
              <a:rPr lang="en-US" sz="1800" i="0" u="none" strike="noStrike" cap="none">
                <a:solidFill>
                  <a:schemeClr val="lt1"/>
                </a:solidFill>
                <a:latin typeface="Poppins SemiBold"/>
                <a:ea typeface="Poppins SemiBold"/>
                <a:cs typeface="Poppins SemiBold"/>
                <a:sym typeface="Poppins SemiBold"/>
              </a:rPr>
              <a:t>Phase 3 - Phonics</a:t>
            </a:r>
            <a:endParaRPr sz="1800" i="0" u="none" strike="noStrike" cap="none">
              <a:solidFill>
                <a:srgbClr val="FFFFFF"/>
              </a:solidFill>
              <a:latin typeface="Poppins SemiBold"/>
              <a:ea typeface="Poppins SemiBold"/>
              <a:cs typeface="Poppins SemiBold"/>
              <a:sym typeface="Poppins SemiBold"/>
            </a:endParaRPr>
          </a:p>
        </p:txBody>
      </p:sp>
      <p:sp>
        <p:nvSpPr>
          <p:cNvPr id="114" name="Google Shape;114;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5" name="Google Shape;115;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6" name="Google Shape;116;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2F286F"/>
              </a:buClr>
              <a:buSzPts val="3200"/>
              <a:buFont typeface="Poppins Medium"/>
              <a:buNone/>
              <a:defRPr sz="3200">
                <a:solidFill>
                  <a:srgbClr val="2F286F"/>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7" name="Google Shape;117;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8" name="Google Shape;118;g26b641b03cd_0_33"/>
          <p:cNvGrpSpPr/>
          <p:nvPr/>
        </p:nvGrpSpPr>
        <p:grpSpPr>
          <a:xfrm>
            <a:off x="662575" y="6212475"/>
            <a:ext cx="586800" cy="571500"/>
            <a:chOff x="662575" y="6212475"/>
            <a:chExt cx="586800" cy="571500"/>
          </a:xfrm>
        </p:grpSpPr>
        <p:sp>
          <p:nvSpPr>
            <p:cNvPr id="119" name="Google Shape;119;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2" name="Google Shape;122;g26b641b03cd_0_33"/>
          <p:cNvGrpSpPr/>
          <p:nvPr/>
        </p:nvGrpSpPr>
        <p:grpSpPr>
          <a:xfrm>
            <a:off x="7894350" y="6212475"/>
            <a:ext cx="586800" cy="571500"/>
            <a:chOff x="7894350" y="6212475"/>
            <a:chExt cx="586800" cy="571500"/>
          </a:xfrm>
        </p:grpSpPr>
        <p:sp>
          <p:nvSpPr>
            <p:cNvPr id="123" name="Google Shape;123;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 name="Google Shape;124;g26b641b03cd_0_3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88"/>
        <p:cNvGrpSpPr/>
        <p:nvPr/>
      </p:nvGrpSpPr>
      <p:grpSpPr>
        <a:xfrm>
          <a:off x="0" y="0"/>
          <a:ext cx="0" cy="0"/>
          <a:chOff x="0" y="0"/>
          <a:chExt cx="0" cy="0"/>
        </a:xfrm>
      </p:grpSpPr>
      <p:sp>
        <p:nvSpPr>
          <p:cNvPr id="189" name="Google Shape;189;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90" name="Google Shape;190;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End of Session</a:t>
            </a:r>
            <a:endParaRPr sz="3200" b="0" i="0" u="none" strike="noStrike" cap="none">
              <a:solidFill>
                <a:srgbClr val="2F286F"/>
              </a:solidFill>
              <a:latin typeface="Poppins Medium"/>
              <a:ea typeface="Poppins Medium"/>
              <a:cs typeface="Poppins Medium"/>
              <a:sym typeface="Poppins Medium"/>
            </a:endParaRPr>
          </a:p>
        </p:txBody>
      </p:sp>
      <p:cxnSp>
        <p:nvCxnSpPr>
          <p:cNvPr id="191" name="Google Shape;191;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92" name="Google Shape;192;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3" name="Google Shape;193;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94" name="Google Shape;194;g26b641b03cd_0_260"/>
          <p:cNvGrpSpPr/>
          <p:nvPr/>
        </p:nvGrpSpPr>
        <p:grpSpPr>
          <a:xfrm>
            <a:off x="8199150" y="5983875"/>
            <a:ext cx="586800" cy="571500"/>
            <a:chOff x="7894350" y="6212475"/>
            <a:chExt cx="586800" cy="571500"/>
          </a:xfrm>
        </p:grpSpPr>
        <p:sp>
          <p:nvSpPr>
            <p:cNvPr id="195" name="Google Shape;195;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6" name="Google Shape;196;g26b641b03cd_0_26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7" name="Google Shape;197;g26b641b03cd_0_26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pic>
        <p:nvPicPr>
          <p:cNvPr id="198" name="Google Shape;198;g26b641b03cd_0_260"/>
          <p:cNvPicPr preferRelativeResize="0"/>
          <p:nvPr/>
        </p:nvPicPr>
        <p:blipFill rotWithShape="1">
          <a:blip r:embed="rId2">
            <a:alphaModFix/>
          </a:blip>
          <a:srcRect/>
          <a:stretch/>
        </p:blipFill>
        <p:spPr>
          <a:xfrm>
            <a:off x="485725" y="5274624"/>
            <a:ext cx="2884175" cy="1389976"/>
          </a:xfrm>
          <a:prstGeom prst="rect">
            <a:avLst/>
          </a:prstGeom>
          <a:noFill/>
          <a:ln>
            <a:noFill/>
          </a:ln>
          <a:effectLst>
            <a:outerShdw blurRad="57150" dist="19050" dir="5400000" algn="bl" rotWithShape="0">
              <a:srgbClr val="000000">
                <a:alpha val="47450"/>
              </a:srgbClr>
            </a:outerShdw>
          </a:effectLst>
        </p:spPr>
      </p:pic>
      <p:grpSp>
        <p:nvGrpSpPr>
          <p:cNvPr id="199" name="Google Shape;199;g26b641b03cd_0_260"/>
          <p:cNvGrpSpPr/>
          <p:nvPr/>
        </p:nvGrpSpPr>
        <p:grpSpPr>
          <a:xfrm>
            <a:off x="-36800" y="-52000"/>
            <a:ext cx="9236100" cy="543750"/>
            <a:chOff x="-36800" y="-52000"/>
            <a:chExt cx="9236100" cy="543750"/>
          </a:xfrm>
        </p:grpSpPr>
        <p:sp>
          <p:nvSpPr>
            <p:cNvPr id="200" name="Google Shape;200;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01" name="Google Shape;201;g26b641b03cd_0_260"/>
            <p:cNvGrpSpPr/>
            <p:nvPr/>
          </p:nvGrpSpPr>
          <p:grpSpPr>
            <a:xfrm>
              <a:off x="1900680" y="88250"/>
              <a:ext cx="1337400" cy="403500"/>
              <a:chOff x="565600" y="88250"/>
              <a:chExt cx="1337400" cy="403500"/>
            </a:xfrm>
          </p:grpSpPr>
          <p:sp>
            <p:nvSpPr>
              <p:cNvPr id="202" name="Google Shape;202;g26b641b03cd_0_260"/>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203" name="Google Shape;203;g26b641b03cd_0_260"/>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204" name="Google Shape;204;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1" i="0" u="none" strike="noStrike" cap="none">
                  <a:solidFill>
                    <a:srgbClr val="FFFFFF"/>
                  </a:solidFill>
                  <a:latin typeface="Poppins SemiBold"/>
                  <a:ea typeface="Poppins SemiBold"/>
                  <a:cs typeface="Poppins SemiBold"/>
                  <a:sym typeface="Poppins SemiBold"/>
                </a:rPr>
                <a:t>Phase 3</a:t>
              </a:r>
              <a:endParaRPr sz="1300" b="1" i="0" u="none" strike="noStrike" cap="none">
                <a:solidFill>
                  <a:srgbClr val="FFFFFF"/>
                </a:solidFill>
                <a:latin typeface="Poppins SemiBold"/>
                <a:ea typeface="Poppins SemiBold"/>
                <a:cs typeface="Poppins SemiBold"/>
                <a:sym typeface="Poppins SemiBold"/>
              </a:endParaRPr>
            </a:p>
          </p:txBody>
        </p:sp>
        <p:sp>
          <p:nvSpPr>
            <p:cNvPr id="205" name="Google Shape;205;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1" i="0" u="none" strike="noStrike" cap="none">
                  <a:solidFill>
                    <a:srgbClr val="9FC5E8"/>
                  </a:solidFill>
                  <a:latin typeface="Poppins SemiBold"/>
                  <a:ea typeface="Poppins SemiBold"/>
                  <a:cs typeface="Poppins SemiBold"/>
                  <a:sym typeface="Poppins SemiBold"/>
                </a:rPr>
                <a:t>Phase 4</a:t>
              </a:r>
              <a:endParaRPr sz="1300" b="1" i="0" u="none" strike="noStrike" cap="none">
                <a:solidFill>
                  <a:srgbClr val="9FC5E8"/>
                </a:solidFill>
                <a:latin typeface="Poppins SemiBold"/>
                <a:ea typeface="Poppins SemiBold"/>
                <a:cs typeface="Poppins SemiBold"/>
                <a:sym typeface="Poppins SemiBold"/>
              </a:endParaRPr>
            </a:p>
          </p:txBody>
        </p:sp>
        <p:sp>
          <p:nvSpPr>
            <p:cNvPr id="206" name="Google Shape;206;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7" name="Google Shape;207;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1" i="0" u="none" strike="noStrike" cap="none">
                  <a:solidFill>
                    <a:srgbClr val="9FC5E8"/>
                  </a:solidFill>
                  <a:latin typeface="Poppins SemiBold"/>
                  <a:ea typeface="Poppins SemiBold"/>
                  <a:cs typeface="Poppins SemiBold"/>
                  <a:sym typeface="Poppins SemiBold"/>
                </a:rPr>
                <a:t>Phase 5</a:t>
              </a:r>
              <a:endParaRPr sz="1300" b="1" i="0" u="none" strike="noStrike" cap="none">
                <a:solidFill>
                  <a:srgbClr val="9FC5E8"/>
                </a:solidFill>
                <a:latin typeface="Poppins SemiBold"/>
                <a:ea typeface="Poppins SemiBold"/>
                <a:cs typeface="Poppins SemiBold"/>
                <a:sym typeface="Poppins SemiBold"/>
              </a:endParaRPr>
            </a:p>
          </p:txBody>
        </p:sp>
        <p:sp>
          <p:nvSpPr>
            <p:cNvPr id="208" name="Google Shape;208;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9" name="Google Shape;209;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1" i="0" u="none" strike="noStrike" cap="none">
                  <a:solidFill>
                    <a:srgbClr val="9FC5E8"/>
                  </a:solidFill>
                  <a:latin typeface="Poppins SemiBold"/>
                  <a:ea typeface="Poppins SemiBold"/>
                  <a:cs typeface="Poppins SemiBold"/>
                  <a:sym typeface="Poppins SemiBold"/>
                </a:rPr>
                <a:t>Phase 5.5</a:t>
              </a:r>
              <a:endParaRPr sz="1300" b="1" i="0" u="none" strike="noStrike" cap="none">
                <a:solidFill>
                  <a:srgbClr val="9FC5E8"/>
                </a:solidFill>
                <a:latin typeface="Poppins SemiBold"/>
                <a:ea typeface="Poppins SemiBold"/>
                <a:cs typeface="Poppins SemiBold"/>
                <a:sym typeface="Poppins SemiBold"/>
              </a:endParaRPr>
            </a:p>
          </p:txBody>
        </p:sp>
        <p:sp>
          <p:nvSpPr>
            <p:cNvPr id="210" name="Google Shape;210;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1" name="Google Shape;211;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1" i="0" u="none" strike="noStrike" cap="none">
                  <a:solidFill>
                    <a:srgbClr val="9FC5E8"/>
                  </a:solidFill>
                  <a:latin typeface="Poppins SemiBold"/>
                  <a:ea typeface="Poppins SemiBold"/>
                  <a:cs typeface="Poppins SemiBold"/>
                  <a:sym typeface="Poppins SemiBold"/>
                </a:rPr>
                <a:t>Phase 6</a:t>
              </a:r>
              <a:endParaRPr sz="1300" b="1" i="0" u="none" strike="noStrike" cap="none">
                <a:solidFill>
                  <a:srgbClr val="9FC5E8"/>
                </a:solidFill>
                <a:latin typeface="Poppins SemiBold"/>
                <a:ea typeface="Poppins SemiBold"/>
                <a:cs typeface="Poppins SemiBold"/>
                <a:sym typeface="Poppins SemiBold"/>
              </a:endParaRPr>
            </a:p>
          </p:txBody>
        </p:sp>
        <p:sp>
          <p:nvSpPr>
            <p:cNvPr id="212" name="Google Shape;212;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3" name="Google Shape;213;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214" name="Google Shape;214;g26b641b03cd_0_260"/>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1" i="0" u="none" strike="noStrike" cap="none">
                  <a:solidFill>
                    <a:srgbClr val="9FC5E8"/>
                  </a:solidFill>
                  <a:latin typeface="Poppins SemiBold"/>
                  <a:ea typeface="Poppins SemiBold"/>
                  <a:cs typeface="Poppins SemiBold"/>
                  <a:sym typeface="Poppins SemiBold"/>
                </a:rPr>
                <a:t>Phase 2</a:t>
              </a:r>
              <a:endParaRPr sz="1300" b="1"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215"/>
        <p:cNvGrpSpPr/>
        <p:nvPr/>
      </p:nvGrpSpPr>
      <p:grpSpPr>
        <a:xfrm>
          <a:off x="0" y="0"/>
          <a:ext cx="0" cy="0"/>
          <a:chOff x="0" y="0"/>
          <a:chExt cx="0" cy="0"/>
        </a:xfrm>
      </p:grpSpPr>
      <p:sp>
        <p:nvSpPr>
          <p:cNvPr id="216" name="Google Shape;216;g2c235dd0dad_1_87"/>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7" name="Google Shape;217;g2c235dd0dad_1_87"/>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8" name="Google Shape;218;g2c235dd0dad_1_87"/>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19" name="Google Shape;219;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0" name="Google Shape;220;g2c235dd0dad_1_8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3 - Phonics</a:t>
            </a:r>
            <a:endParaRPr sz="1800" b="1" i="0" u="none" strike="noStrike" cap="none">
              <a:solidFill>
                <a:srgbClr val="FFFFFF"/>
              </a:solidFill>
              <a:latin typeface="Poppins SemiBold"/>
              <a:ea typeface="Poppins SemiBold"/>
              <a:cs typeface="Poppins SemiBold"/>
              <a:sym typeface="Poppins SemiBold"/>
            </a:endParaRPr>
          </a:p>
        </p:txBody>
      </p:sp>
      <p:sp>
        <p:nvSpPr>
          <p:cNvPr id="221" name="Google Shape;221;g2c235dd0dad_1_87"/>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2" name="Google Shape;222;g2c235dd0dad_1_87"/>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3" name="Google Shape;223;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4" name="Google Shape;224;g2c235dd0dad_1_87"/>
          <p:cNvSpPr txBox="1">
            <a:spLocks noGrp="1"/>
          </p:cNvSpPr>
          <p:nvPr>
            <p:ph type="subTitle" idx="2"/>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25" name="Google Shape;225;g2c235dd0dad_1_87"/>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1" i="0" u="none" strike="noStrike" cap="none">
              <a:solidFill>
                <a:srgbClr val="FFFFFF"/>
              </a:solidFill>
              <a:latin typeface="Poppins SemiBold"/>
              <a:ea typeface="Poppins SemiBold"/>
              <a:cs typeface="Poppins SemiBold"/>
              <a:sym typeface="Poppins SemiBold"/>
            </a:endParaRPr>
          </a:p>
        </p:txBody>
      </p:sp>
      <p:sp>
        <p:nvSpPr>
          <p:cNvPr id="226" name="Google Shape;226;g2c235dd0dad_1_87"/>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27" name="Google Shape;227;g2c235dd0dad_1_87"/>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28" name="Google Shape;228;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29" name="Google Shape;229;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2F286F"/>
                </a:solidFill>
                <a:latin typeface="Poppins Medium"/>
                <a:ea typeface="Poppins Medium"/>
                <a:cs typeface="Poppins Medium"/>
                <a:sym typeface="Poppins Medium"/>
              </a:rPr>
              <a:t>Practise</a:t>
            </a:r>
            <a:r>
              <a:rPr lang="en-US" sz="3000" b="0" i="0" u="none" strike="noStrike" cap="none">
                <a:solidFill>
                  <a:srgbClr val="2F286F"/>
                </a:solidFill>
                <a:latin typeface="Poppins Medium"/>
                <a:ea typeface="Poppins Medium"/>
                <a:cs typeface="Poppins Medium"/>
                <a:sym typeface="Poppins Medium"/>
              </a:rPr>
              <a:t> Building Words</a:t>
            </a:r>
            <a:endParaRPr sz="3000" b="0" i="0" u="none" strike="noStrike" cap="none">
              <a:solidFill>
                <a:srgbClr val="2F286F"/>
              </a:solidFill>
              <a:latin typeface="Poppins Medium"/>
              <a:ea typeface="Poppins Medium"/>
              <a:cs typeface="Poppins Medium"/>
              <a:sym typeface="Poppins Medium"/>
            </a:endParaRPr>
          </a:p>
        </p:txBody>
      </p:sp>
      <p:sp>
        <p:nvSpPr>
          <p:cNvPr id="230" name="Google Shape;230;g2c235dd0dad_1_87"/>
          <p:cNvSpPr txBox="1">
            <a:spLocks noGrp="1"/>
          </p:cNvSpPr>
          <p:nvPr>
            <p:ph type="subTitle" idx="5"/>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231" name="Google Shape;231;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32" name="Google Shape;232;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33" name="Google Shape;233;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34" name="Google Shape;234;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5" name="Google Shape;235;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6" name="Google Shape;236;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37" name="Google Shape;237;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38" name="Google Shape;238;g2c235dd0dad_1_87"/>
          <p:cNvSpPr txBox="1">
            <a:spLocks noGrp="1"/>
          </p:cNvSpPr>
          <p:nvPr>
            <p:ph type="subTitle" idx="6"/>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39" name="Google Shape;239;g2c235dd0dad_1_87"/>
          <p:cNvGrpSpPr/>
          <p:nvPr/>
        </p:nvGrpSpPr>
        <p:grpSpPr>
          <a:xfrm>
            <a:off x="662575" y="6212475"/>
            <a:ext cx="586800" cy="571500"/>
            <a:chOff x="662575" y="6212475"/>
            <a:chExt cx="586800" cy="571500"/>
          </a:xfrm>
        </p:grpSpPr>
        <p:sp>
          <p:nvSpPr>
            <p:cNvPr id="240" name="Google Shape;240;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1" name="Google Shape;241;g2c235dd0dad_1_87">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2" name="Google Shape;242;g2c235dd0dad_1_87">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3" name="Google Shape;243;g2c235dd0dad_1_87"/>
          <p:cNvGrpSpPr/>
          <p:nvPr/>
        </p:nvGrpSpPr>
        <p:grpSpPr>
          <a:xfrm>
            <a:off x="7894350" y="6212475"/>
            <a:ext cx="586800" cy="571500"/>
            <a:chOff x="7894350" y="6212475"/>
            <a:chExt cx="586800" cy="571500"/>
          </a:xfrm>
        </p:grpSpPr>
        <p:sp>
          <p:nvSpPr>
            <p:cNvPr id="244" name="Google Shape;244;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5" name="Google Shape;245;g2c235dd0dad_1_87">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6" name="Google Shape;246;g2c235dd0dad_1_87">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47"/>
        <p:cNvGrpSpPr/>
        <p:nvPr/>
      </p:nvGrpSpPr>
      <p:grpSpPr>
        <a:xfrm>
          <a:off x="0" y="0"/>
          <a:ext cx="0" cy="0"/>
          <a:chOff x="0" y="0"/>
          <a:chExt cx="0" cy="0"/>
        </a:xfrm>
      </p:grpSpPr>
      <p:sp>
        <p:nvSpPr>
          <p:cNvPr id="248" name="Google Shape;248;g1f3daf8a844_0_32"/>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9" name="Google Shape;249;g1f3daf8a844_0_32"/>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0" name="Google Shape;250;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1" name="Google Shape;251;g1f3daf8a844_0_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3 - Phonics</a:t>
            </a:r>
            <a:endParaRPr sz="1800" b="1" i="0" u="none" strike="noStrike" cap="none">
              <a:solidFill>
                <a:srgbClr val="FFFFFF"/>
              </a:solidFill>
              <a:latin typeface="Poppins SemiBold"/>
              <a:ea typeface="Poppins SemiBold"/>
              <a:cs typeface="Poppins SemiBold"/>
              <a:sym typeface="Poppins SemiBold"/>
            </a:endParaRPr>
          </a:p>
        </p:txBody>
      </p:sp>
      <p:sp>
        <p:nvSpPr>
          <p:cNvPr id="252" name="Google Shape;252;g1f3daf8a844_0_32"/>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3" name="Google Shape;253;g1f3daf8a844_0_32"/>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4" name="Google Shape;254;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5" name="Google Shape;255;g1f3daf8a844_0_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1" i="0" u="none" strike="noStrike" cap="none">
              <a:solidFill>
                <a:srgbClr val="FFFFFF"/>
              </a:solidFill>
              <a:latin typeface="Poppins SemiBold"/>
              <a:ea typeface="Poppins SemiBold"/>
              <a:cs typeface="Poppins SemiBold"/>
              <a:sym typeface="Poppins SemiBold"/>
            </a:endParaRPr>
          </a:p>
        </p:txBody>
      </p:sp>
      <p:sp>
        <p:nvSpPr>
          <p:cNvPr id="256" name="Google Shape;256;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7" name="Google Shape;257;g1f3daf8a844_0_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Clr>
                <a:srgbClr val="2F286F"/>
              </a:buClr>
              <a:buSzPts val="2400"/>
              <a:buNone/>
              <a:defRPr>
                <a:solidFill>
                  <a:srgbClr val="2F286F"/>
                </a:solidFill>
              </a:defRPr>
            </a:lvl2pPr>
            <a:lvl3pPr lvl="2" algn="l">
              <a:lnSpc>
                <a:spcPct val="90000"/>
              </a:lnSpc>
              <a:spcBef>
                <a:spcPts val="500"/>
              </a:spcBef>
              <a:spcAft>
                <a:spcPts val="0"/>
              </a:spcAft>
              <a:buClr>
                <a:srgbClr val="2F286F"/>
              </a:buClr>
              <a:buSzPts val="2000"/>
              <a:buNone/>
              <a:defRPr>
                <a:solidFill>
                  <a:srgbClr val="2F286F"/>
                </a:solidFill>
              </a:defRPr>
            </a:lvl3pPr>
            <a:lvl4pPr lvl="3" algn="l">
              <a:lnSpc>
                <a:spcPct val="90000"/>
              </a:lnSpc>
              <a:spcBef>
                <a:spcPts val="500"/>
              </a:spcBef>
              <a:spcAft>
                <a:spcPts val="0"/>
              </a:spcAft>
              <a:buClr>
                <a:srgbClr val="2F286F"/>
              </a:buClr>
              <a:buSzPts val="1800"/>
              <a:buNone/>
              <a:defRPr>
                <a:solidFill>
                  <a:srgbClr val="2F286F"/>
                </a:solidFill>
              </a:defRPr>
            </a:lvl4pPr>
            <a:lvl5pPr lvl="4" algn="l">
              <a:lnSpc>
                <a:spcPct val="90000"/>
              </a:lnSpc>
              <a:spcBef>
                <a:spcPts val="500"/>
              </a:spcBef>
              <a:spcAft>
                <a:spcPts val="0"/>
              </a:spcAft>
              <a:buClr>
                <a:srgbClr val="2F286F"/>
              </a:buClr>
              <a:buSzPts val="1800"/>
              <a:buNone/>
              <a:defRPr>
                <a:solidFill>
                  <a:srgbClr val="2F286F"/>
                </a:solidFill>
              </a:defRPr>
            </a:lvl5pPr>
            <a:lvl6pPr lvl="5" algn="l">
              <a:lnSpc>
                <a:spcPct val="90000"/>
              </a:lnSpc>
              <a:spcBef>
                <a:spcPts val="500"/>
              </a:spcBef>
              <a:spcAft>
                <a:spcPts val="0"/>
              </a:spcAft>
              <a:buClr>
                <a:srgbClr val="2F286F"/>
              </a:buClr>
              <a:buSzPts val="1800"/>
              <a:buNone/>
              <a:defRPr>
                <a:solidFill>
                  <a:srgbClr val="2F286F"/>
                </a:solidFill>
              </a:defRPr>
            </a:lvl6pPr>
            <a:lvl7pPr lvl="6" algn="l">
              <a:lnSpc>
                <a:spcPct val="90000"/>
              </a:lnSpc>
              <a:spcBef>
                <a:spcPts val="500"/>
              </a:spcBef>
              <a:spcAft>
                <a:spcPts val="0"/>
              </a:spcAft>
              <a:buClr>
                <a:srgbClr val="2F286F"/>
              </a:buClr>
              <a:buSzPts val="1800"/>
              <a:buNone/>
              <a:defRPr>
                <a:solidFill>
                  <a:srgbClr val="2F286F"/>
                </a:solidFill>
              </a:defRPr>
            </a:lvl7pPr>
            <a:lvl8pPr lvl="7" algn="l">
              <a:lnSpc>
                <a:spcPct val="90000"/>
              </a:lnSpc>
              <a:spcBef>
                <a:spcPts val="500"/>
              </a:spcBef>
              <a:spcAft>
                <a:spcPts val="0"/>
              </a:spcAft>
              <a:buClr>
                <a:srgbClr val="2F286F"/>
              </a:buClr>
              <a:buSzPts val="1800"/>
              <a:buNone/>
              <a:defRPr>
                <a:solidFill>
                  <a:srgbClr val="2F286F"/>
                </a:solidFill>
              </a:defRPr>
            </a:lvl8pPr>
            <a:lvl9pPr lvl="8" algn="l">
              <a:lnSpc>
                <a:spcPct val="90000"/>
              </a:lnSpc>
              <a:spcBef>
                <a:spcPts val="500"/>
              </a:spcBef>
              <a:spcAft>
                <a:spcPts val="0"/>
              </a:spcAft>
              <a:buClr>
                <a:srgbClr val="2F286F"/>
              </a:buClr>
              <a:buSzPts val="1800"/>
              <a:buNone/>
              <a:defRPr>
                <a:solidFill>
                  <a:srgbClr val="2F286F"/>
                </a:solidFill>
              </a:defRPr>
            </a:lvl9pPr>
          </a:lstStyle>
          <a:p>
            <a:endParaRPr/>
          </a:p>
        </p:txBody>
      </p:sp>
      <p:sp>
        <p:nvSpPr>
          <p:cNvPr id="258" name="Google Shape;258;g1f3daf8a844_0_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1" i="0" u="none" strike="noStrike" cap="none">
              <a:solidFill>
                <a:srgbClr val="FFFFFF"/>
              </a:solidFill>
              <a:latin typeface="Poppins SemiBold"/>
              <a:ea typeface="Poppins SemiBold"/>
              <a:cs typeface="Poppins SemiBold"/>
              <a:sym typeface="Poppins SemiBold"/>
            </a:endParaRPr>
          </a:p>
        </p:txBody>
      </p:sp>
      <p:sp>
        <p:nvSpPr>
          <p:cNvPr id="259" name="Google Shape;259;g1f3daf8a844_0_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60" name="Google Shape;260;g1f3daf8a844_0_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61" name="Google Shape;261;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62" name="Google Shape;262;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2F286F"/>
                </a:solidFill>
                <a:latin typeface="Poppins Medium"/>
                <a:ea typeface="Poppins Medium"/>
                <a:cs typeface="Poppins Medium"/>
                <a:sym typeface="Poppins Medium"/>
              </a:rPr>
              <a:t>Practise</a:t>
            </a:r>
            <a:r>
              <a:rPr lang="en-US" sz="3000" b="0" i="0" u="none" strike="noStrike" cap="none">
                <a:solidFill>
                  <a:srgbClr val="2F286F"/>
                </a:solidFill>
                <a:latin typeface="Poppins Medium"/>
                <a:ea typeface="Poppins Medium"/>
                <a:cs typeface="Poppins Medium"/>
                <a:sym typeface="Poppins Medium"/>
              </a:rPr>
              <a:t> Building Words</a:t>
            </a:r>
            <a:endParaRPr sz="3000" b="0" i="0" u="none" strike="noStrike" cap="none">
              <a:solidFill>
                <a:srgbClr val="2F286F"/>
              </a:solidFill>
              <a:latin typeface="Poppins Medium"/>
              <a:ea typeface="Poppins Medium"/>
              <a:cs typeface="Poppins Medium"/>
              <a:sym typeface="Poppins Medium"/>
            </a:endParaRPr>
          </a:p>
        </p:txBody>
      </p:sp>
      <p:cxnSp>
        <p:nvCxnSpPr>
          <p:cNvPr id="263" name="Google Shape;263;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64" name="Google Shape;264;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65" name="Google Shape;265;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66" name="Google Shape;266;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67" name="Google Shape;267;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68" name="Google Shape;268;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69" name="Google Shape;269;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70" name="Google Shape;270;g1f3daf8a844_0_32"/>
          <p:cNvSpPr txBox="1">
            <a:spLocks noGrp="1"/>
          </p:cNvSpPr>
          <p:nvPr>
            <p:ph type="subTitle" idx="4"/>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71" name="Google Shape;271;g1f3daf8a844_0_32"/>
          <p:cNvGrpSpPr/>
          <p:nvPr/>
        </p:nvGrpSpPr>
        <p:grpSpPr>
          <a:xfrm>
            <a:off x="662575" y="6212475"/>
            <a:ext cx="586800" cy="571500"/>
            <a:chOff x="662575" y="6212475"/>
            <a:chExt cx="586800" cy="571500"/>
          </a:xfrm>
        </p:grpSpPr>
        <p:sp>
          <p:nvSpPr>
            <p:cNvPr id="272" name="Google Shape;272;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3" name="Google Shape;273;g1f3daf8a844_0_3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4" name="Google Shape;274;g1f3daf8a844_0_3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75" name="Google Shape;275;g1f3daf8a844_0_32"/>
          <p:cNvGrpSpPr/>
          <p:nvPr/>
        </p:nvGrpSpPr>
        <p:grpSpPr>
          <a:xfrm>
            <a:off x="7894350" y="6212475"/>
            <a:ext cx="586800" cy="571500"/>
            <a:chOff x="7894350" y="6212475"/>
            <a:chExt cx="586800" cy="571500"/>
          </a:xfrm>
        </p:grpSpPr>
        <p:sp>
          <p:nvSpPr>
            <p:cNvPr id="276" name="Google Shape;276;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7" name="Google Shape;277;g1f3daf8a844_0_3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8" name="Google Shape;278;g1f3daf8a844_0_3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79"/>
        <p:cNvGrpSpPr/>
        <p:nvPr/>
      </p:nvGrpSpPr>
      <p:grpSpPr>
        <a:xfrm>
          <a:off x="0" y="0"/>
          <a:ext cx="0" cy="0"/>
          <a:chOff x="0" y="0"/>
          <a:chExt cx="0" cy="0"/>
        </a:xfrm>
      </p:grpSpPr>
      <p:sp>
        <p:nvSpPr>
          <p:cNvPr id="280" name="Google Shape;280;g2c157a2fb06_0_5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1" name="Google Shape;281;g2c157a2fb06_0_5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2" name="Google Shape;282;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83" name="Google Shape;283;g2c157a2fb06_0_5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3 - Phonics</a:t>
            </a:r>
            <a:endParaRPr sz="1800" b="1" i="0" u="none" strike="noStrike" cap="none">
              <a:solidFill>
                <a:srgbClr val="FFFFFF"/>
              </a:solidFill>
              <a:latin typeface="Poppins SemiBold"/>
              <a:ea typeface="Poppins SemiBold"/>
              <a:cs typeface="Poppins SemiBold"/>
              <a:sym typeface="Poppins SemiBold"/>
            </a:endParaRPr>
          </a:p>
        </p:txBody>
      </p:sp>
      <p:sp>
        <p:nvSpPr>
          <p:cNvPr id="284" name="Google Shape;284;g2c157a2fb06_0_5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5" name="Google Shape;285;g2c157a2fb06_0_5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6" name="Google Shape;286;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87" name="Google Shape;287;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88" name="Google Shape;288;g2c157a2fb06_0_5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89" name="Google Shape;289;g2c157a2fb06_0_5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90" name="Google Shape;290;g2c157a2fb06_0_5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91" name="Google Shape;291;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92" name="Google Shape;292;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Quickwrite</a:t>
            </a:r>
            <a:endParaRPr sz="3000" b="0" i="0" u="none" strike="noStrike" cap="none">
              <a:solidFill>
                <a:srgbClr val="2F286F"/>
              </a:solidFill>
              <a:latin typeface="Poppins Medium"/>
              <a:ea typeface="Poppins Medium"/>
              <a:cs typeface="Poppins Medium"/>
              <a:sym typeface="Poppins Medium"/>
            </a:endParaRPr>
          </a:p>
        </p:txBody>
      </p:sp>
      <p:sp>
        <p:nvSpPr>
          <p:cNvPr id="293" name="Google Shape;293;g2c157a2fb06_0_53"/>
          <p:cNvSpPr txBox="1">
            <a:spLocks noGrp="1"/>
          </p:cNvSpPr>
          <p:nvPr>
            <p:ph type="subTitle" idx="4"/>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94" name="Google Shape;294;g2c157a2fb06_0_53"/>
          <p:cNvSpPr txBox="1">
            <a:spLocks noGrp="1"/>
          </p:cNvSpPr>
          <p:nvPr>
            <p:ph type="subTitle" idx="5"/>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95" name="Google Shape;295;g2c157a2fb06_0_53"/>
          <p:cNvSpPr txBox="1">
            <a:spLocks noGrp="1"/>
          </p:cNvSpPr>
          <p:nvPr>
            <p:ph type="subTitle" idx="6"/>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96" name="Google Shape;296;g2c157a2fb06_0_53"/>
          <p:cNvSpPr txBox="1">
            <a:spLocks noGrp="1"/>
          </p:cNvSpPr>
          <p:nvPr>
            <p:ph type="subTitle" idx="7"/>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97" name="Google Shape;297;g2c157a2fb06_0_53"/>
          <p:cNvSpPr/>
          <p:nvPr/>
        </p:nvSpPr>
        <p:spPr>
          <a:xfrm>
            <a:off x="3997207" y="7459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98" name="Google Shape;298;g2c157a2fb06_0_53"/>
          <p:cNvSpPr/>
          <p:nvPr/>
        </p:nvSpPr>
        <p:spPr>
          <a:xfrm>
            <a:off x="5249829" y="7459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99" name="Google Shape;299;g2c157a2fb06_0_53"/>
          <p:cNvSpPr/>
          <p:nvPr/>
        </p:nvSpPr>
        <p:spPr>
          <a:xfrm>
            <a:off x="2744584" y="7459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00" name="Google Shape;300;g2c157a2fb06_0_53"/>
          <p:cNvSpPr/>
          <p:nvPr/>
        </p:nvSpPr>
        <p:spPr>
          <a:xfrm>
            <a:off x="6502452" y="7459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01" name="Google Shape;301;g2c157a2fb06_0_53"/>
          <p:cNvSpPr/>
          <p:nvPr/>
        </p:nvSpPr>
        <p:spPr>
          <a:xfrm>
            <a:off x="7755075" y="7317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302" name="Google Shape;302;g2c157a2fb06_0_53"/>
          <p:cNvGrpSpPr/>
          <p:nvPr/>
        </p:nvGrpSpPr>
        <p:grpSpPr>
          <a:xfrm>
            <a:off x="1403031" y="6958923"/>
            <a:ext cx="6774848" cy="1291477"/>
            <a:chOff x="717231" y="7263723"/>
            <a:chExt cx="6774848" cy="1291477"/>
          </a:xfrm>
        </p:grpSpPr>
        <p:sp>
          <p:nvSpPr>
            <p:cNvPr id="303" name="Google Shape;303;g2c157a2fb06_0_53"/>
            <p:cNvSpPr txBox="1"/>
            <p:nvPr/>
          </p:nvSpPr>
          <p:spPr>
            <a:xfrm>
              <a:off x="777232" y="7263723"/>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FFFFFF"/>
                  </a:solidFill>
                  <a:latin typeface="Poppins"/>
                  <a:ea typeface="Poppins"/>
                  <a:cs typeface="Poppins"/>
                  <a:sym typeface="Poppins"/>
                </a:rPr>
                <a:t>Sound Buttons</a:t>
              </a:r>
              <a:endParaRPr sz="2000" b="0" i="0" u="none" strike="noStrike" cap="none">
                <a:solidFill>
                  <a:srgbClr val="FFFFFF"/>
                </a:solidFill>
                <a:latin typeface="Poppins"/>
                <a:ea typeface="Poppins"/>
                <a:cs typeface="Poppins"/>
                <a:sym typeface="Poppins"/>
              </a:endParaRPr>
            </a:p>
          </p:txBody>
        </p:sp>
        <p:sp>
          <p:nvSpPr>
            <p:cNvPr id="304" name="Google Shape;304;g2c157a2fb06_0_53"/>
            <p:cNvSpPr txBox="1"/>
            <p:nvPr/>
          </p:nvSpPr>
          <p:spPr>
            <a:xfrm>
              <a:off x="717231" y="8178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Vowel</a:t>
              </a:r>
              <a:endParaRPr sz="950" b="0" i="0" u="none" strike="noStrike" cap="none">
                <a:solidFill>
                  <a:srgbClr val="FFFFFF"/>
                </a:solidFill>
                <a:latin typeface="Poppins"/>
                <a:ea typeface="Poppins"/>
                <a:cs typeface="Poppins"/>
                <a:sym typeface="Poppins"/>
              </a:endParaRPr>
            </a:p>
          </p:txBody>
        </p:sp>
        <p:sp>
          <p:nvSpPr>
            <p:cNvPr id="305" name="Google Shape;305;g2c157a2fb06_0_53"/>
            <p:cNvSpPr txBox="1"/>
            <p:nvPr/>
          </p:nvSpPr>
          <p:spPr>
            <a:xfrm>
              <a:off x="1278224" y="8179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a:t>
              </a:r>
              <a:endParaRPr sz="950" b="0" i="0" u="none" strike="noStrike" cap="none">
                <a:solidFill>
                  <a:srgbClr val="FFFFFF"/>
                </a:solidFill>
                <a:latin typeface="Poppins"/>
                <a:ea typeface="Poppins"/>
                <a:cs typeface="Poppins"/>
                <a:sym typeface="Poppins"/>
              </a:endParaRPr>
            </a:p>
          </p:txBody>
        </p:sp>
        <p:sp>
          <p:nvSpPr>
            <p:cNvPr id="306" name="Google Shape;306;g2c157a2fb06_0_53"/>
            <p:cNvSpPr txBox="1"/>
            <p:nvPr/>
          </p:nvSpPr>
          <p:spPr>
            <a:xfrm>
              <a:off x="2048446"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 Digraph</a:t>
              </a:r>
              <a:endParaRPr sz="950" b="0" i="0" u="none" strike="noStrike" cap="none">
                <a:solidFill>
                  <a:srgbClr val="FFFFFF"/>
                </a:solidFill>
                <a:latin typeface="Poppins"/>
                <a:ea typeface="Poppins"/>
                <a:cs typeface="Poppins"/>
                <a:sym typeface="Poppins"/>
              </a:endParaRPr>
            </a:p>
          </p:txBody>
        </p:sp>
        <p:sp>
          <p:nvSpPr>
            <p:cNvPr id="307" name="Google Shape;307;g2c157a2fb06_0_53"/>
            <p:cNvSpPr txBox="1"/>
            <p:nvPr/>
          </p:nvSpPr>
          <p:spPr>
            <a:xfrm>
              <a:off x="3341753"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Long Vowel Sound</a:t>
              </a:r>
              <a:endParaRPr sz="950" b="0" i="0" u="none" strike="noStrike" cap="none">
                <a:solidFill>
                  <a:srgbClr val="FFFFFF"/>
                </a:solidFill>
                <a:latin typeface="Poppins"/>
                <a:ea typeface="Poppins"/>
                <a:cs typeface="Poppins"/>
                <a:sym typeface="Poppins"/>
              </a:endParaRPr>
            </a:p>
          </p:txBody>
        </p:sp>
        <p:sp>
          <p:nvSpPr>
            <p:cNvPr id="308" name="Google Shape;308;g2c157a2fb06_0_53"/>
            <p:cNvSpPr txBox="1"/>
            <p:nvPr/>
          </p:nvSpPr>
          <p:spPr>
            <a:xfrm>
              <a:off x="4562812"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R-controlled Digraph</a:t>
              </a:r>
              <a:endParaRPr sz="950" b="0" i="0" u="none" strike="noStrike" cap="none">
                <a:solidFill>
                  <a:srgbClr val="FFFFFF"/>
                </a:solidFill>
                <a:latin typeface="Poppins"/>
                <a:ea typeface="Poppins"/>
                <a:cs typeface="Poppins"/>
                <a:sym typeface="Poppins"/>
              </a:endParaRPr>
            </a:p>
          </p:txBody>
        </p:sp>
        <p:sp>
          <p:nvSpPr>
            <p:cNvPr id="309" name="Google Shape;309;g2c157a2fb06_0_53"/>
            <p:cNvSpPr txBox="1"/>
            <p:nvPr/>
          </p:nvSpPr>
          <p:spPr>
            <a:xfrm>
              <a:off x="5848919"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Split Digraph</a:t>
              </a:r>
              <a:endParaRPr sz="950" b="0" i="0" u="none" strike="noStrike" cap="none">
                <a:solidFill>
                  <a:srgbClr val="FFFFFF"/>
                </a:solidFill>
                <a:latin typeface="Poppins"/>
                <a:ea typeface="Poppins"/>
                <a:cs typeface="Poppins"/>
                <a:sym typeface="Poppins"/>
              </a:endParaRPr>
            </a:p>
          </p:txBody>
        </p:sp>
        <p:sp>
          <p:nvSpPr>
            <p:cNvPr id="310" name="Google Shape;310;g2c157a2fb06_0_53"/>
            <p:cNvSpPr txBox="1"/>
            <p:nvPr/>
          </p:nvSpPr>
          <p:spPr>
            <a:xfrm>
              <a:off x="6771179" y="8178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Syllable / Silent Letter</a:t>
              </a:r>
              <a:endParaRPr sz="950" b="0" i="0" u="none" strike="noStrike" cap="none">
                <a:solidFill>
                  <a:srgbClr val="FFFFFF"/>
                </a:solidFill>
                <a:latin typeface="Poppins"/>
                <a:ea typeface="Poppins"/>
                <a:cs typeface="Poppins"/>
                <a:sym typeface="Poppins"/>
              </a:endParaRPr>
            </a:p>
          </p:txBody>
        </p:sp>
      </p:grpSp>
      <p:sp>
        <p:nvSpPr>
          <p:cNvPr id="311" name="Google Shape;311;g2c157a2fb06_0_53"/>
          <p:cNvSpPr/>
          <p:nvPr/>
        </p:nvSpPr>
        <p:spPr>
          <a:xfrm>
            <a:off x="1498738" y="7358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2" name="Google Shape;312;g2c157a2fb06_0_53"/>
          <p:cNvSpPr/>
          <p:nvPr/>
        </p:nvSpPr>
        <p:spPr>
          <a:xfrm>
            <a:off x="2121661" y="7358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3" name="Google Shape;313;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4" name="Google Shape;314;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315" name="Google Shape;315;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grpSp>
        <p:nvGrpSpPr>
          <p:cNvPr id="316" name="Google Shape;316;g2c157a2fb06_0_53"/>
          <p:cNvGrpSpPr/>
          <p:nvPr/>
        </p:nvGrpSpPr>
        <p:grpSpPr>
          <a:xfrm>
            <a:off x="662575" y="6212475"/>
            <a:ext cx="586800" cy="571500"/>
            <a:chOff x="662575" y="6212475"/>
            <a:chExt cx="586800" cy="571500"/>
          </a:xfrm>
        </p:grpSpPr>
        <p:sp>
          <p:nvSpPr>
            <p:cNvPr id="317" name="Google Shape;317;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8" name="Google Shape;318;g2c157a2fb06_0_5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9" name="Google Shape;319;g2c157a2fb06_0_5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20" name="Google Shape;320;g2c157a2fb06_0_53"/>
          <p:cNvGrpSpPr/>
          <p:nvPr/>
        </p:nvGrpSpPr>
        <p:grpSpPr>
          <a:xfrm>
            <a:off x="7894350" y="6212475"/>
            <a:ext cx="586800" cy="571500"/>
            <a:chOff x="7894350" y="6212475"/>
            <a:chExt cx="586800" cy="571500"/>
          </a:xfrm>
        </p:grpSpPr>
        <p:sp>
          <p:nvSpPr>
            <p:cNvPr id="321" name="Google Shape;321;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2" name="Google Shape;322;g2c157a2fb06_0_5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3" name="Google Shape;323;g2c157a2fb06_0_5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324"/>
        <p:cNvGrpSpPr/>
        <p:nvPr/>
      </p:nvGrpSpPr>
      <p:grpSpPr>
        <a:xfrm>
          <a:off x="0" y="0"/>
          <a:ext cx="0" cy="0"/>
          <a:chOff x="0" y="0"/>
          <a:chExt cx="0" cy="0"/>
        </a:xfrm>
      </p:grpSpPr>
      <p:sp>
        <p:nvSpPr>
          <p:cNvPr id="325" name="Google Shape;325;g2c157a2fb06_0_158"/>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6" name="Google Shape;326;g2c157a2fb06_0_158"/>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7" name="Google Shape;327;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8" name="Google Shape;328;g2c157a2fb06_0_15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3 - Phonics</a:t>
            </a:r>
            <a:endParaRPr sz="1800" b="1" i="0" u="none" strike="noStrike" cap="none">
              <a:solidFill>
                <a:srgbClr val="FFFFFF"/>
              </a:solidFill>
              <a:latin typeface="Poppins SemiBold"/>
              <a:ea typeface="Poppins SemiBold"/>
              <a:cs typeface="Poppins SemiBold"/>
              <a:sym typeface="Poppins SemiBold"/>
            </a:endParaRPr>
          </a:p>
        </p:txBody>
      </p:sp>
      <p:sp>
        <p:nvSpPr>
          <p:cNvPr id="329" name="Google Shape;329;g2c157a2fb06_0_158"/>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0" name="Google Shape;330;g2c157a2fb06_0_158"/>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1" name="Google Shape;331;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32" name="Google Shape;332;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333" name="Google Shape;333;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334" name="Google Shape;334;g2c157a2fb06_0_158"/>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35" name="Google Shape;335;g2c157a2fb06_0_158"/>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6" name="Google Shape;336;g2c157a2fb06_0_158"/>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7" name="Google Shape;337;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38" name="Google Shape;338;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Full Circle</a:t>
            </a:r>
            <a:endParaRPr sz="3000" b="0" i="0" u="none" strike="noStrike" cap="none">
              <a:solidFill>
                <a:srgbClr val="2F286F"/>
              </a:solidFill>
              <a:latin typeface="Poppins Medium"/>
              <a:ea typeface="Poppins Medium"/>
              <a:cs typeface="Poppins Medium"/>
              <a:sym typeface="Poppins Medium"/>
            </a:endParaRPr>
          </a:p>
        </p:txBody>
      </p:sp>
      <p:sp>
        <p:nvSpPr>
          <p:cNvPr id="339" name="Google Shape;339;g2c157a2fb06_0_158"/>
          <p:cNvSpPr txBox="1">
            <a:spLocks noGrp="1"/>
          </p:cNvSpPr>
          <p:nvPr>
            <p:ph type="subTitle" idx="4"/>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0" name="Google Shape;340;g2c157a2fb06_0_158"/>
          <p:cNvSpPr txBox="1">
            <a:spLocks noGrp="1"/>
          </p:cNvSpPr>
          <p:nvPr>
            <p:ph type="subTitle" idx="5"/>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1" name="Google Shape;341;g2c157a2fb06_0_158"/>
          <p:cNvSpPr txBox="1">
            <a:spLocks noGrp="1"/>
          </p:cNvSpPr>
          <p:nvPr>
            <p:ph type="subTitle" idx="6"/>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2" name="Google Shape;342;g2c157a2fb06_0_158"/>
          <p:cNvSpPr txBox="1">
            <a:spLocks noGrp="1"/>
          </p:cNvSpPr>
          <p:nvPr>
            <p:ph type="subTitle" idx="7"/>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3" name="Google Shape;343;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4" name="Google Shape;344;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345" name="Google Shape;345;g2c157a2fb06_0_158"/>
          <p:cNvGrpSpPr/>
          <p:nvPr/>
        </p:nvGrpSpPr>
        <p:grpSpPr>
          <a:xfrm>
            <a:off x="662575" y="6212475"/>
            <a:ext cx="586800" cy="571500"/>
            <a:chOff x="662575" y="6212475"/>
            <a:chExt cx="586800" cy="571500"/>
          </a:xfrm>
        </p:grpSpPr>
        <p:sp>
          <p:nvSpPr>
            <p:cNvPr id="346" name="Google Shape;346;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7" name="Google Shape;347;g2c157a2fb06_0_158">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8" name="Google Shape;348;g2c157a2fb06_0_158">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49" name="Google Shape;349;g2c157a2fb06_0_158"/>
          <p:cNvGrpSpPr/>
          <p:nvPr/>
        </p:nvGrpSpPr>
        <p:grpSpPr>
          <a:xfrm>
            <a:off x="7894350" y="6212475"/>
            <a:ext cx="586800" cy="571500"/>
            <a:chOff x="7894350" y="6212475"/>
            <a:chExt cx="586800" cy="571500"/>
          </a:xfrm>
        </p:grpSpPr>
        <p:sp>
          <p:nvSpPr>
            <p:cNvPr id="350" name="Google Shape;350;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1" name="Google Shape;351;g2c157a2fb06_0_158">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2" name="Google Shape;352;g2c157a2fb06_0_158">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53"/>
        <p:cNvGrpSpPr/>
        <p:nvPr/>
      </p:nvGrpSpPr>
      <p:grpSpPr>
        <a:xfrm>
          <a:off x="0" y="0"/>
          <a:ext cx="0" cy="0"/>
          <a:chOff x="0" y="0"/>
          <a:chExt cx="0" cy="0"/>
        </a:xfrm>
      </p:grpSpPr>
      <p:sp>
        <p:nvSpPr>
          <p:cNvPr id="354" name="Google Shape;354;g2c157a2fb06_0_26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26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6" name="Google Shape;356;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7" name="Google Shape;357;g2c157a2fb06_0_26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3 - Phonics</a:t>
            </a:r>
            <a:endParaRPr sz="1800" b="1" i="0" u="none" strike="noStrike" cap="none">
              <a:solidFill>
                <a:srgbClr val="FFFFFF"/>
              </a:solidFill>
              <a:latin typeface="Poppins SemiBold"/>
              <a:ea typeface="Poppins SemiBold"/>
              <a:cs typeface="Poppins SemiBold"/>
              <a:sym typeface="Poppins SemiBold"/>
            </a:endParaRPr>
          </a:p>
        </p:txBody>
      </p:sp>
      <p:sp>
        <p:nvSpPr>
          <p:cNvPr id="358" name="Google Shape;358;g2c157a2fb06_0_26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9" name="Google Shape;359;g2c157a2fb06_0_26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0" name="Google Shape;360;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61" name="Google Shape;361;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62" name="Google Shape;362;g2c157a2fb06_0_26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63" name="Google Shape;363;g2c157a2fb06_0_26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64" name="Google Shape;364;g2c157a2fb06_0_26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65" name="Google Shape;365;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66" name="Google Shape;366;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Picture Match</a:t>
            </a:r>
            <a:endParaRPr sz="3000" b="0" i="0" u="none" strike="noStrike" cap="none">
              <a:solidFill>
                <a:srgbClr val="2F286F"/>
              </a:solidFill>
              <a:latin typeface="Poppins Medium"/>
              <a:ea typeface="Poppins Medium"/>
              <a:cs typeface="Poppins Medium"/>
              <a:sym typeface="Poppins Medium"/>
            </a:endParaRPr>
          </a:p>
        </p:txBody>
      </p:sp>
      <p:sp>
        <p:nvSpPr>
          <p:cNvPr id="367" name="Google Shape;367;g2c157a2fb06_0_263"/>
          <p:cNvSpPr txBox="1">
            <a:spLocks noGrp="1"/>
          </p:cNvSpPr>
          <p:nvPr>
            <p:ph type="subTitle" idx="4"/>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68" name="Google Shape;368;g2c157a2fb06_0_263"/>
          <p:cNvSpPr txBox="1">
            <a:spLocks noGrp="1"/>
          </p:cNvSpPr>
          <p:nvPr>
            <p:ph type="subTitle" idx="5"/>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69" name="Google Shape;369;g2c157a2fb06_0_263"/>
          <p:cNvSpPr txBox="1">
            <a:spLocks noGrp="1"/>
          </p:cNvSpPr>
          <p:nvPr>
            <p:ph type="subTitle" idx="6"/>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70" name="Google Shape;370;g2c157a2fb06_0_263"/>
          <p:cNvSpPr txBox="1">
            <a:spLocks noGrp="1"/>
          </p:cNvSpPr>
          <p:nvPr>
            <p:ph type="subTitle" idx="7"/>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71" name="Google Shape;371;g2c157a2fb06_0_263"/>
          <p:cNvSpPr>
            <a:spLocks noGrp="1"/>
          </p:cNvSpPr>
          <p:nvPr>
            <p:ph type="pic" idx="8"/>
          </p:nvPr>
        </p:nvSpPr>
        <p:spPr>
          <a:xfrm>
            <a:off x="5086375" y="4412425"/>
            <a:ext cx="2668800" cy="1291500"/>
          </a:xfrm>
          <a:prstGeom prst="rect">
            <a:avLst/>
          </a:prstGeom>
          <a:noFill/>
          <a:ln>
            <a:noFill/>
          </a:ln>
        </p:spPr>
      </p:sp>
      <p:sp>
        <p:nvSpPr>
          <p:cNvPr id="372" name="Google Shape;372;g2c157a2fb06_0_263"/>
          <p:cNvSpPr>
            <a:spLocks noGrp="1"/>
          </p:cNvSpPr>
          <p:nvPr>
            <p:ph type="pic" idx="9"/>
          </p:nvPr>
        </p:nvSpPr>
        <p:spPr>
          <a:xfrm>
            <a:off x="5086375" y="797675"/>
            <a:ext cx="2668800" cy="1291500"/>
          </a:xfrm>
          <a:prstGeom prst="rect">
            <a:avLst/>
          </a:prstGeom>
          <a:noFill/>
          <a:ln>
            <a:noFill/>
          </a:ln>
        </p:spPr>
      </p:sp>
      <p:sp>
        <p:nvSpPr>
          <p:cNvPr id="373" name="Google Shape;373;g2c157a2fb06_0_263"/>
          <p:cNvSpPr>
            <a:spLocks noGrp="1"/>
          </p:cNvSpPr>
          <p:nvPr>
            <p:ph type="pic" idx="13"/>
          </p:nvPr>
        </p:nvSpPr>
        <p:spPr>
          <a:xfrm>
            <a:off x="5086375" y="2002592"/>
            <a:ext cx="2668800" cy="1291500"/>
          </a:xfrm>
          <a:prstGeom prst="rect">
            <a:avLst/>
          </a:prstGeom>
          <a:noFill/>
          <a:ln>
            <a:noFill/>
          </a:ln>
        </p:spPr>
      </p:sp>
      <p:sp>
        <p:nvSpPr>
          <p:cNvPr id="374" name="Google Shape;374;g2c157a2fb06_0_263"/>
          <p:cNvSpPr>
            <a:spLocks noGrp="1"/>
          </p:cNvSpPr>
          <p:nvPr>
            <p:ph type="pic" idx="14"/>
          </p:nvPr>
        </p:nvSpPr>
        <p:spPr>
          <a:xfrm>
            <a:off x="5086375" y="3207508"/>
            <a:ext cx="2668800" cy="1291500"/>
          </a:xfrm>
          <a:prstGeom prst="rect">
            <a:avLst/>
          </a:prstGeom>
          <a:noFill/>
          <a:ln>
            <a:noFill/>
          </a:ln>
        </p:spPr>
      </p:sp>
      <p:sp>
        <p:nvSpPr>
          <p:cNvPr id="375" name="Google Shape;375;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76" name="Google Shape;376;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77" name="Google Shape;377;g2c157a2fb06_0_263"/>
          <p:cNvGrpSpPr/>
          <p:nvPr/>
        </p:nvGrpSpPr>
        <p:grpSpPr>
          <a:xfrm>
            <a:off x="662575" y="6212475"/>
            <a:ext cx="586800" cy="571500"/>
            <a:chOff x="662575" y="6212475"/>
            <a:chExt cx="586800" cy="571500"/>
          </a:xfrm>
        </p:grpSpPr>
        <p:sp>
          <p:nvSpPr>
            <p:cNvPr id="378" name="Google Shape;378;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9" name="Google Shape;379;g2c157a2fb06_0_26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0" name="Google Shape;380;g2c157a2fb06_0_26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81" name="Google Shape;381;g2c157a2fb06_0_263"/>
          <p:cNvGrpSpPr/>
          <p:nvPr/>
        </p:nvGrpSpPr>
        <p:grpSpPr>
          <a:xfrm>
            <a:off x="7894350" y="6212475"/>
            <a:ext cx="586800" cy="571500"/>
            <a:chOff x="7894350" y="6212475"/>
            <a:chExt cx="586800" cy="571500"/>
          </a:xfrm>
        </p:grpSpPr>
        <p:sp>
          <p:nvSpPr>
            <p:cNvPr id="382" name="Google Shape;382;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3" name="Google Shape;383;g2c157a2fb06_0_26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4" name="Google Shape;384;g2c157a2fb06_0_26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85"/>
        <p:cNvGrpSpPr/>
        <p:nvPr/>
      </p:nvGrpSpPr>
      <p:grpSpPr>
        <a:xfrm>
          <a:off x="0" y="0"/>
          <a:ext cx="0" cy="0"/>
          <a:chOff x="0" y="0"/>
          <a:chExt cx="0" cy="0"/>
        </a:xfrm>
      </p:grpSpPr>
      <p:sp>
        <p:nvSpPr>
          <p:cNvPr id="386" name="Google Shape;386;g2c157a2fb06_0_467"/>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7" name="Google Shape;387;g2c157a2fb06_0_467"/>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8" name="Google Shape;388;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9" name="Google Shape;389;g2c157a2fb06_0_46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3 - Phonics</a:t>
            </a:r>
            <a:endParaRPr sz="1800" b="1" i="0" u="none" strike="noStrike" cap="none">
              <a:solidFill>
                <a:srgbClr val="FFFFFF"/>
              </a:solidFill>
              <a:latin typeface="Poppins SemiBold"/>
              <a:ea typeface="Poppins SemiBold"/>
              <a:cs typeface="Poppins SemiBold"/>
              <a:sym typeface="Poppins SemiBold"/>
            </a:endParaRPr>
          </a:p>
        </p:txBody>
      </p:sp>
      <p:sp>
        <p:nvSpPr>
          <p:cNvPr id="390" name="Google Shape;390;g2c157a2fb06_0_467"/>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1" name="Google Shape;391;g2c157a2fb06_0_467"/>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2" name="Google Shape;392;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93" name="Google Shape;393;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394" name="Google Shape;394;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95" name="Google Shape;395;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96" name="Google Shape;396;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97" name="Google Shape;397;g2c157a2fb06_0_467"/>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98" name="Google Shape;398;g2c157a2fb06_0_467"/>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99" name="Google Shape;399;g2c157a2fb06_0_467"/>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00" name="Google Shape;400;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01" name="Google Shape;401;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Write a Caption</a:t>
            </a:r>
            <a:endParaRPr sz="3000" b="0" i="0" u="none" strike="noStrike" cap="none">
              <a:solidFill>
                <a:srgbClr val="2F286F"/>
              </a:solidFill>
              <a:latin typeface="Poppins Medium"/>
              <a:ea typeface="Poppins Medium"/>
              <a:cs typeface="Poppins Medium"/>
              <a:sym typeface="Poppins Medium"/>
            </a:endParaRPr>
          </a:p>
        </p:txBody>
      </p:sp>
      <p:sp>
        <p:nvSpPr>
          <p:cNvPr id="402" name="Google Shape;402;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03" name="Google Shape;403;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04" name="Google Shape;404;g2c157a2fb06_0_467"/>
          <p:cNvGrpSpPr/>
          <p:nvPr/>
        </p:nvGrpSpPr>
        <p:grpSpPr>
          <a:xfrm>
            <a:off x="662575" y="6212475"/>
            <a:ext cx="586800" cy="571500"/>
            <a:chOff x="662575" y="6212475"/>
            <a:chExt cx="586800" cy="571500"/>
          </a:xfrm>
        </p:grpSpPr>
        <p:sp>
          <p:nvSpPr>
            <p:cNvPr id="405" name="Google Shape;405;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6" name="Google Shape;406;g2c157a2fb06_0_467">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7" name="Google Shape;407;g2c157a2fb06_0_467">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08" name="Google Shape;408;g2c157a2fb06_0_467"/>
          <p:cNvGrpSpPr/>
          <p:nvPr/>
        </p:nvGrpSpPr>
        <p:grpSpPr>
          <a:xfrm>
            <a:off x="7894350" y="6212475"/>
            <a:ext cx="586800" cy="571500"/>
            <a:chOff x="7894350" y="6212475"/>
            <a:chExt cx="586800" cy="571500"/>
          </a:xfrm>
        </p:grpSpPr>
        <p:sp>
          <p:nvSpPr>
            <p:cNvPr id="409" name="Google Shape;409;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0" name="Google Shape;410;g2c157a2fb06_0_467">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1" name="Google Shape;411;g2c157a2fb06_0_467">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412"/>
        <p:cNvGrpSpPr/>
        <p:nvPr/>
      </p:nvGrpSpPr>
      <p:grpSpPr>
        <a:xfrm>
          <a:off x="0" y="0"/>
          <a:ext cx="0" cy="0"/>
          <a:chOff x="0" y="0"/>
          <a:chExt cx="0" cy="0"/>
        </a:xfrm>
      </p:grpSpPr>
      <p:sp>
        <p:nvSpPr>
          <p:cNvPr id="413" name="Google Shape;413;g2c157a2fb06_0_629"/>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4" name="Google Shape;414;g2c157a2fb06_0_629"/>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5" name="Google Shape;415;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16" name="Google Shape;416;g2c157a2fb06_0_629"/>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3 - Phonics</a:t>
            </a:r>
            <a:endParaRPr sz="1800" b="1" i="0" u="none" strike="noStrike" cap="none">
              <a:solidFill>
                <a:srgbClr val="FFFFFF"/>
              </a:solidFill>
              <a:latin typeface="Poppins SemiBold"/>
              <a:ea typeface="Poppins SemiBold"/>
              <a:cs typeface="Poppins SemiBold"/>
              <a:sym typeface="Poppins SemiBold"/>
            </a:endParaRPr>
          </a:p>
        </p:txBody>
      </p:sp>
      <p:sp>
        <p:nvSpPr>
          <p:cNvPr id="417" name="Google Shape;417;g2c157a2fb06_0_629"/>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8" name="Google Shape;418;g2c157a2fb06_0_629"/>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9" name="Google Shape;419;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0" name="Google Shape;420;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421" name="Google Shape;421;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22" name="Google Shape;422;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423" name="Google Shape;423;g2c157a2fb06_0_629"/>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24" name="Google Shape;424;g2c157a2fb06_0_629"/>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25" name="Google Shape;425;g2c157a2fb06_0_629"/>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26" name="Google Shape;426;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27" name="Google Shape;427;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Read a Caption</a:t>
            </a:r>
            <a:endParaRPr sz="3000" b="0" i="0" u="none" strike="noStrike" cap="none">
              <a:solidFill>
                <a:srgbClr val="2F286F"/>
              </a:solidFill>
              <a:latin typeface="Poppins Medium"/>
              <a:ea typeface="Poppins Medium"/>
              <a:cs typeface="Poppins Medium"/>
              <a:sym typeface="Poppins Medium"/>
            </a:endParaRPr>
          </a:p>
        </p:txBody>
      </p:sp>
      <p:sp>
        <p:nvSpPr>
          <p:cNvPr id="428" name="Google Shape;428;g2c157a2fb06_0_629"/>
          <p:cNvSpPr txBox="1">
            <a:spLocks noGrp="1"/>
          </p:cNvSpPr>
          <p:nvPr>
            <p:ph type="subTitle" idx="5"/>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29" name="Google Shape;429;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30" name="Google Shape;430;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31" name="Google Shape;431;g2c157a2fb06_0_629"/>
          <p:cNvGrpSpPr/>
          <p:nvPr/>
        </p:nvGrpSpPr>
        <p:grpSpPr>
          <a:xfrm>
            <a:off x="662575" y="6212475"/>
            <a:ext cx="586800" cy="571500"/>
            <a:chOff x="662575" y="6212475"/>
            <a:chExt cx="586800" cy="571500"/>
          </a:xfrm>
        </p:grpSpPr>
        <p:sp>
          <p:nvSpPr>
            <p:cNvPr id="432" name="Google Shape;432;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3" name="Google Shape;433;g2c157a2fb06_0_629">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629">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35" name="Google Shape;435;g2c157a2fb06_0_629"/>
          <p:cNvGrpSpPr/>
          <p:nvPr/>
        </p:nvGrpSpPr>
        <p:grpSpPr>
          <a:xfrm>
            <a:off x="7894350" y="6212475"/>
            <a:ext cx="586800" cy="571500"/>
            <a:chOff x="7894350" y="6212475"/>
            <a:chExt cx="586800" cy="571500"/>
          </a:xfrm>
        </p:grpSpPr>
        <p:sp>
          <p:nvSpPr>
            <p:cNvPr id="436" name="Google Shape;436;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7" name="Google Shape;437;g2c157a2fb06_0_629">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8" name="Google Shape;438;g2c157a2fb06_0_629">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439"/>
        <p:cNvGrpSpPr/>
        <p:nvPr/>
      </p:nvGrpSpPr>
      <p:grpSpPr>
        <a:xfrm>
          <a:off x="0" y="0"/>
          <a:ext cx="0" cy="0"/>
          <a:chOff x="0" y="0"/>
          <a:chExt cx="0" cy="0"/>
        </a:xfrm>
      </p:grpSpPr>
      <p:sp>
        <p:nvSpPr>
          <p:cNvPr id="440" name="Google Shape;440;g2c157a2fb06_0_798"/>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1" name="Google Shape;441;g2c157a2fb06_0_798"/>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2" name="Google Shape;442;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43" name="Google Shape;443;g2c157a2fb06_0_79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3 - Phonics</a:t>
            </a:r>
            <a:endParaRPr sz="1800" b="1" i="0" u="none" strike="noStrike" cap="none">
              <a:solidFill>
                <a:srgbClr val="FFFFFF"/>
              </a:solidFill>
              <a:latin typeface="Poppins SemiBold"/>
              <a:ea typeface="Poppins SemiBold"/>
              <a:cs typeface="Poppins SemiBold"/>
              <a:sym typeface="Poppins SemiBold"/>
            </a:endParaRPr>
          </a:p>
        </p:txBody>
      </p:sp>
      <p:sp>
        <p:nvSpPr>
          <p:cNvPr id="444" name="Google Shape;444;g2c157a2fb06_0_798"/>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5" name="Google Shape;445;g2c157a2fb06_0_798"/>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6" name="Google Shape;446;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47" name="Google Shape;447;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448" name="Google Shape;448;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49" name="Google Shape;449;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50" name="Google Shape;450;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51" name="Google Shape;451;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452" name="Google Shape;452;g2c157a2fb06_0_798"/>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53" name="Google Shape;453;g2c157a2fb06_0_798"/>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54" name="Google Shape;454;g2c157a2fb06_0_798"/>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55" name="Google Shape;455;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56" name="Google Shape;456;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Write a Sentence</a:t>
            </a:r>
            <a:endParaRPr sz="3000" b="0" i="0" u="none" strike="noStrike" cap="none">
              <a:solidFill>
                <a:srgbClr val="2F286F"/>
              </a:solidFill>
              <a:latin typeface="Poppins Medium"/>
              <a:ea typeface="Poppins Medium"/>
              <a:cs typeface="Poppins Medium"/>
              <a:sym typeface="Poppins Medium"/>
            </a:endParaRPr>
          </a:p>
        </p:txBody>
      </p:sp>
      <p:sp>
        <p:nvSpPr>
          <p:cNvPr id="457" name="Google Shape;457;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58" name="Google Shape;458;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59" name="Google Shape;459;g2c157a2fb06_0_798"/>
          <p:cNvGrpSpPr/>
          <p:nvPr/>
        </p:nvGrpSpPr>
        <p:grpSpPr>
          <a:xfrm>
            <a:off x="662575" y="6212475"/>
            <a:ext cx="586800" cy="571500"/>
            <a:chOff x="662575" y="6212475"/>
            <a:chExt cx="586800" cy="571500"/>
          </a:xfrm>
        </p:grpSpPr>
        <p:sp>
          <p:nvSpPr>
            <p:cNvPr id="460" name="Google Shape;460;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1" name="Google Shape;461;g2c157a2fb06_0_798">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2" name="Google Shape;462;g2c157a2fb06_0_798">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63" name="Google Shape;463;g2c157a2fb06_0_798"/>
          <p:cNvGrpSpPr/>
          <p:nvPr/>
        </p:nvGrpSpPr>
        <p:grpSpPr>
          <a:xfrm>
            <a:off x="7894350" y="6212475"/>
            <a:ext cx="586800" cy="571500"/>
            <a:chOff x="7894350" y="6212475"/>
            <a:chExt cx="586800" cy="571500"/>
          </a:xfrm>
        </p:grpSpPr>
        <p:sp>
          <p:nvSpPr>
            <p:cNvPr id="464" name="Google Shape;464;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798">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6" name="Google Shape;466;g2c157a2fb06_0_798">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67"/>
        <p:cNvGrpSpPr/>
        <p:nvPr/>
      </p:nvGrpSpPr>
      <p:grpSpPr>
        <a:xfrm>
          <a:off x="0" y="0"/>
          <a:ext cx="0" cy="0"/>
          <a:chOff x="0" y="0"/>
          <a:chExt cx="0" cy="0"/>
        </a:xfrm>
      </p:grpSpPr>
      <p:sp>
        <p:nvSpPr>
          <p:cNvPr id="468" name="Google Shape;468;g2c157a2fb06_0_825"/>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9" name="Google Shape;469;g2c157a2fb06_0_825"/>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0" name="Google Shape;470;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1" name="Google Shape;471;g2c157a2fb06_0_82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3 - Phonics</a:t>
            </a:r>
            <a:endParaRPr sz="1800" b="1" i="0" u="none" strike="noStrike" cap="none">
              <a:solidFill>
                <a:srgbClr val="FFFFFF"/>
              </a:solidFill>
              <a:latin typeface="Poppins SemiBold"/>
              <a:ea typeface="Poppins SemiBold"/>
              <a:cs typeface="Poppins SemiBold"/>
              <a:sym typeface="Poppins SemiBold"/>
            </a:endParaRPr>
          </a:p>
        </p:txBody>
      </p:sp>
      <p:sp>
        <p:nvSpPr>
          <p:cNvPr id="472" name="Google Shape;472;g2c157a2fb06_0_825"/>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3" name="Google Shape;473;g2c157a2fb06_0_825"/>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4" name="Google Shape;474;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5" name="Google Shape;475;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476" name="Google Shape;476;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77" name="Google Shape;477;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78" name="Google Shape;478;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79" name="Google Shape;479;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80" name="Google Shape;480;g2c157a2fb06_0_825"/>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81" name="Google Shape;481;g2c157a2fb06_0_825"/>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Clr>
                <a:srgbClr val="2F286F"/>
              </a:buClr>
              <a:buSzPts val="2400"/>
              <a:buNone/>
              <a:defRPr>
                <a:solidFill>
                  <a:srgbClr val="2F286F"/>
                </a:solidFill>
              </a:defRPr>
            </a:lvl2pPr>
            <a:lvl3pPr lvl="2" algn="r">
              <a:lnSpc>
                <a:spcPct val="90000"/>
              </a:lnSpc>
              <a:spcBef>
                <a:spcPts val="500"/>
              </a:spcBef>
              <a:spcAft>
                <a:spcPts val="0"/>
              </a:spcAft>
              <a:buClr>
                <a:srgbClr val="2F286F"/>
              </a:buClr>
              <a:buSzPts val="2000"/>
              <a:buNone/>
              <a:defRPr>
                <a:solidFill>
                  <a:srgbClr val="2F286F"/>
                </a:solidFill>
              </a:defRPr>
            </a:lvl3pPr>
            <a:lvl4pPr lvl="3" algn="r">
              <a:lnSpc>
                <a:spcPct val="90000"/>
              </a:lnSpc>
              <a:spcBef>
                <a:spcPts val="500"/>
              </a:spcBef>
              <a:spcAft>
                <a:spcPts val="0"/>
              </a:spcAft>
              <a:buClr>
                <a:srgbClr val="2F286F"/>
              </a:buClr>
              <a:buSzPts val="1800"/>
              <a:buNone/>
              <a:defRPr>
                <a:solidFill>
                  <a:srgbClr val="2F286F"/>
                </a:solidFill>
              </a:defRPr>
            </a:lvl4pPr>
            <a:lvl5pPr lvl="4" algn="r">
              <a:lnSpc>
                <a:spcPct val="90000"/>
              </a:lnSpc>
              <a:spcBef>
                <a:spcPts val="500"/>
              </a:spcBef>
              <a:spcAft>
                <a:spcPts val="0"/>
              </a:spcAft>
              <a:buClr>
                <a:srgbClr val="2F286F"/>
              </a:buClr>
              <a:buSzPts val="1800"/>
              <a:buNone/>
              <a:defRPr>
                <a:solidFill>
                  <a:srgbClr val="2F286F"/>
                </a:solidFill>
              </a:defRPr>
            </a:lvl5pPr>
            <a:lvl6pPr lvl="5" algn="r">
              <a:lnSpc>
                <a:spcPct val="90000"/>
              </a:lnSpc>
              <a:spcBef>
                <a:spcPts val="500"/>
              </a:spcBef>
              <a:spcAft>
                <a:spcPts val="0"/>
              </a:spcAft>
              <a:buClr>
                <a:srgbClr val="2F286F"/>
              </a:buClr>
              <a:buSzPts val="1800"/>
              <a:buNone/>
              <a:defRPr>
                <a:solidFill>
                  <a:srgbClr val="2F286F"/>
                </a:solidFill>
              </a:defRPr>
            </a:lvl6pPr>
            <a:lvl7pPr lvl="6" algn="r">
              <a:lnSpc>
                <a:spcPct val="90000"/>
              </a:lnSpc>
              <a:spcBef>
                <a:spcPts val="500"/>
              </a:spcBef>
              <a:spcAft>
                <a:spcPts val="0"/>
              </a:spcAft>
              <a:buClr>
                <a:srgbClr val="2F286F"/>
              </a:buClr>
              <a:buSzPts val="1800"/>
              <a:buNone/>
              <a:defRPr>
                <a:solidFill>
                  <a:srgbClr val="2F286F"/>
                </a:solidFill>
              </a:defRPr>
            </a:lvl7pPr>
            <a:lvl8pPr lvl="7" algn="r">
              <a:lnSpc>
                <a:spcPct val="90000"/>
              </a:lnSpc>
              <a:spcBef>
                <a:spcPts val="500"/>
              </a:spcBef>
              <a:spcAft>
                <a:spcPts val="0"/>
              </a:spcAft>
              <a:buClr>
                <a:srgbClr val="2F286F"/>
              </a:buClr>
              <a:buSzPts val="1800"/>
              <a:buNone/>
              <a:defRPr>
                <a:solidFill>
                  <a:srgbClr val="2F286F"/>
                </a:solidFill>
              </a:defRPr>
            </a:lvl8pPr>
            <a:lvl9pPr lvl="8" algn="r">
              <a:lnSpc>
                <a:spcPct val="90000"/>
              </a:lnSpc>
              <a:spcBef>
                <a:spcPts val="500"/>
              </a:spcBef>
              <a:spcAft>
                <a:spcPts val="0"/>
              </a:spcAft>
              <a:buClr>
                <a:srgbClr val="2F286F"/>
              </a:buClr>
              <a:buSzPts val="1800"/>
              <a:buNone/>
              <a:defRPr>
                <a:solidFill>
                  <a:srgbClr val="2F286F"/>
                </a:solidFill>
              </a:defRPr>
            </a:lvl9pPr>
          </a:lstStyle>
          <a:p>
            <a:endParaRPr/>
          </a:p>
        </p:txBody>
      </p:sp>
      <p:sp>
        <p:nvSpPr>
          <p:cNvPr id="482" name="Google Shape;482;g2c157a2fb06_0_825"/>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83" name="Google Shape;483;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84" name="Google Shape;484;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Read a Sentence</a:t>
            </a:r>
            <a:endParaRPr sz="3000" b="0" i="0" u="none" strike="noStrike" cap="none">
              <a:solidFill>
                <a:srgbClr val="2F286F"/>
              </a:solidFill>
              <a:latin typeface="Poppins Medium"/>
              <a:ea typeface="Poppins Medium"/>
              <a:cs typeface="Poppins Medium"/>
              <a:sym typeface="Poppins Medium"/>
            </a:endParaRPr>
          </a:p>
        </p:txBody>
      </p:sp>
      <p:sp>
        <p:nvSpPr>
          <p:cNvPr id="485" name="Google Shape;485;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86" name="Google Shape;486;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87" name="Google Shape;487;g2c157a2fb06_0_825"/>
          <p:cNvGrpSpPr/>
          <p:nvPr/>
        </p:nvGrpSpPr>
        <p:grpSpPr>
          <a:xfrm>
            <a:off x="662575" y="6212475"/>
            <a:ext cx="586800" cy="571500"/>
            <a:chOff x="662575" y="6212475"/>
            <a:chExt cx="586800" cy="571500"/>
          </a:xfrm>
        </p:grpSpPr>
        <p:sp>
          <p:nvSpPr>
            <p:cNvPr id="488" name="Google Shape;488;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9" name="Google Shape;489;g2c157a2fb06_0_82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0" name="Google Shape;490;g2c157a2fb06_0_82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91" name="Google Shape;491;g2c157a2fb06_0_825"/>
          <p:cNvGrpSpPr/>
          <p:nvPr/>
        </p:nvGrpSpPr>
        <p:grpSpPr>
          <a:xfrm>
            <a:off x="7894350" y="6212475"/>
            <a:ext cx="586800" cy="571500"/>
            <a:chOff x="7894350" y="6212475"/>
            <a:chExt cx="586800" cy="571500"/>
          </a:xfrm>
        </p:grpSpPr>
        <p:sp>
          <p:nvSpPr>
            <p:cNvPr id="492" name="Google Shape;492;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3" name="Google Shape;493;g2c157a2fb06_0_82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4" name="Google Shape;494;g2c157a2fb06_0_82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95"/>
        <p:cNvGrpSpPr/>
        <p:nvPr/>
      </p:nvGrpSpPr>
      <p:grpSpPr>
        <a:xfrm>
          <a:off x="0" y="0"/>
          <a:ext cx="0" cy="0"/>
          <a:chOff x="0" y="0"/>
          <a:chExt cx="0" cy="0"/>
        </a:xfrm>
      </p:grpSpPr>
      <p:sp>
        <p:nvSpPr>
          <p:cNvPr id="496" name="Google Shape;496;g2c157a2fb06_0_700"/>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7" name="Google Shape;497;g2c157a2fb06_0_700"/>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8" name="Google Shape;498;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99" name="Google Shape;499;g2c157a2fb06_0_70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3 - Phonics</a:t>
            </a:r>
            <a:endParaRPr sz="1800" b="1" i="0" u="none" strike="noStrike" cap="none">
              <a:solidFill>
                <a:srgbClr val="FFFFFF"/>
              </a:solidFill>
              <a:latin typeface="Poppins SemiBold"/>
              <a:ea typeface="Poppins SemiBold"/>
              <a:cs typeface="Poppins SemiBold"/>
              <a:sym typeface="Poppins SemiBold"/>
            </a:endParaRPr>
          </a:p>
        </p:txBody>
      </p:sp>
      <p:sp>
        <p:nvSpPr>
          <p:cNvPr id="500" name="Google Shape;500;g2c157a2fb06_0_700"/>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700"/>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2" name="Google Shape;502;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3" name="Google Shape;503;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4" name="Google Shape;504;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5" name="Google Shape;505;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6" name="Google Shape;506;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7" name="Google Shape;507;g2c157a2fb06_0_70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08" name="Google Shape;508;g2c157a2fb06_0_70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09" name="Google Shape;509;g2c157a2fb06_0_70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10" name="Google Shape;510;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Hands Up, Pair Up</a:t>
            </a:r>
            <a:endParaRPr sz="3000" b="0" i="0" u="none" strike="noStrike" cap="none">
              <a:solidFill>
                <a:srgbClr val="2F286F"/>
              </a:solidFill>
              <a:latin typeface="Poppins Medium"/>
              <a:ea typeface="Poppins Medium"/>
              <a:cs typeface="Poppins Medium"/>
              <a:sym typeface="Poppins Medium"/>
            </a:endParaRPr>
          </a:p>
        </p:txBody>
      </p:sp>
      <p:sp>
        <p:nvSpPr>
          <p:cNvPr id="511" name="Google Shape;511;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12" name="Google Shape;512;g2c157a2fb06_0_700"/>
          <p:cNvSpPr txBox="1">
            <a:spLocks noGrp="1"/>
          </p:cNvSpPr>
          <p:nvPr>
            <p:ph type="subTitle" idx="4"/>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13" name="Google Shape;513;g2c157a2fb06_0_700"/>
          <p:cNvSpPr txBox="1">
            <a:spLocks noGrp="1"/>
          </p:cNvSpPr>
          <p:nvPr>
            <p:ph type="subTitle" idx="5"/>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14" name="Google Shape;514;g2c157a2fb06_0_700"/>
          <p:cNvSpPr txBox="1">
            <a:spLocks noGrp="1"/>
          </p:cNvSpPr>
          <p:nvPr>
            <p:ph type="subTitle" idx="6"/>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15" name="Google Shape;515;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6" name="Google Shape;516;g2c157a2fb06_0_700"/>
          <p:cNvSpPr txBox="1">
            <a:spLocks noGrp="1"/>
          </p:cNvSpPr>
          <p:nvPr>
            <p:ph type="subTitle" idx="7"/>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17" name="Google Shape;517;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8" name="Google Shape;518;g2c157a2fb06_0_700"/>
          <p:cNvSpPr txBox="1">
            <a:spLocks noGrp="1"/>
          </p:cNvSpPr>
          <p:nvPr>
            <p:ph type="subTitle" idx="8"/>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19" name="Google Shape;519;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0" name="Google Shape;520;g2c157a2fb06_0_700"/>
          <p:cNvSpPr txBox="1">
            <a:spLocks noGrp="1"/>
          </p:cNvSpPr>
          <p:nvPr>
            <p:ph type="subTitle" idx="9"/>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21" name="Google Shape;521;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2" name="Google Shape;522;g2c157a2fb06_0_700"/>
          <p:cNvSpPr txBox="1">
            <a:spLocks noGrp="1"/>
          </p:cNvSpPr>
          <p:nvPr>
            <p:ph type="subTitle" idx="13"/>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23" name="Google Shape;523;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4" name="Google Shape;524;g2c157a2fb06_0_700"/>
          <p:cNvSpPr txBox="1">
            <a:spLocks noGrp="1"/>
          </p:cNvSpPr>
          <p:nvPr>
            <p:ph type="subTitle" idx="14"/>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25" name="Google Shape;525;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26" name="Google Shape;526;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27" name="Google Shape;527;g2c157a2fb06_0_700"/>
          <p:cNvGrpSpPr/>
          <p:nvPr/>
        </p:nvGrpSpPr>
        <p:grpSpPr>
          <a:xfrm>
            <a:off x="662575" y="6212475"/>
            <a:ext cx="586800" cy="571500"/>
            <a:chOff x="662575" y="6212475"/>
            <a:chExt cx="586800" cy="571500"/>
          </a:xfrm>
        </p:grpSpPr>
        <p:sp>
          <p:nvSpPr>
            <p:cNvPr id="528" name="Google Shape;528;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9" name="Google Shape;529;g2c157a2fb06_0_700">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0" name="Google Shape;530;g2c157a2fb06_0_700">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31" name="Google Shape;531;g2c157a2fb06_0_700"/>
          <p:cNvGrpSpPr/>
          <p:nvPr/>
        </p:nvGrpSpPr>
        <p:grpSpPr>
          <a:xfrm>
            <a:off x="7894350" y="6212475"/>
            <a:ext cx="586800" cy="571500"/>
            <a:chOff x="7894350" y="6212475"/>
            <a:chExt cx="586800" cy="571500"/>
          </a:xfrm>
        </p:grpSpPr>
        <p:sp>
          <p:nvSpPr>
            <p:cNvPr id="532" name="Google Shape;532;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3" name="Google Shape;533;g2c157a2fb06_0_70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4" name="Google Shape;534;g2c157a2fb06_0_70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535"/>
        <p:cNvGrpSpPr/>
        <p:nvPr/>
      </p:nvGrpSpPr>
      <p:grpSpPr>
        <a:xfrm>
          <a:off x="0" y="0"/>
          <a:ext cx="0" cy="0"/>
          <a:chOff x="0" y="0"/>
          <a:chExt cx="0" cy="0"/>
        </a:xfrm>
      </p:grpSpPr>
      <p:sp>
        <p:nvSpPr>
          <p:cNvPr id="536" name="Google Shape;536;g2c157a2fb06_0_932"/>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7" name="Google Shape;537;g2c157a2fb06_0_932"/>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8" name="Google Shape;538;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39" name="Google Shape;539;g2c157a2fb06_0_9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3 - Phonics</a:t>
            </a:r>
            <a:endParaRPr sz="1800" b="1" i="0" u="none" strike="noStrike" cap="none">
              <a:solidFill>
                <a:srgbClr val="FFFFFF"/>
              </a:solidFill>
              <a:latin typeface="Poppins SemiBold"/>
              <a:ea typeface="Poppins SemiBold"/>
              <a:cs typeface="Poppins SemiBold"/>
              <a:sym typeface="Poppins SemiBold"/>
            </a:endParaRPr>
          </a:p>
        </p:txBody>
      </p:sp>
      <p:sp>
        <p:nvSpPr>
          <p:cNvPr id="540" name="Google Shape;540;g2c157a2fb06_0_932"/>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1" name="Google Shape;541;g2c157a2fb06_0_932"/>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2" name="Google Shape;542;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3" name="Google Shape;543;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4" name="Google Shape;544;g2c157a2fb06_0_9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5" name="Google Shape;545;g2c157a2fb06_0_9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46" name="Google Shape;546;g2c157a2fb06_0_9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47" name="Google Shape;547;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Bingo</a:t>
            </a:r>
            <a:endParaRPr sz="3000" b="0" i="0" u="none" strike="noStrike" cap="none">
              <a:solidFill>
                <a:srgbClr val="2F286F"/>
              </a:solidFill>
              <a:latin typeface="Poppins Medium"/>
              <a:ea typeface="Poppins Medium"/>
              <a:cs typeface="Poppins Medium"/>
              <a:sym typeface="Poppins Medium"/>
            </a:endParaRPr>
          </a:p>
        </p:txBody>
      </p:sp>
      <p:cxnSp>
        <p:nvCxnSpPr>
          <p:cNvPr id="548" name="Google Shape;548;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49" name="Google Shape;549;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50" name="Google Shape;550;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51" name="Google Shape;551;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52" name="Google Shape;552;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53" name="Google Shape;553;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54" name="Google Shape;554;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55" name="Google Shape;555;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556" name="Google Shape;556;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57" name="Google Shape;557;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558" name="Google Shape;558;g2c157a2fb06_0_932"/>
          <p:cNvSpPr txBox="1">
            <a:spLocks noGrp="1"/>
          </p:cNvSpPr>
          <p:nvPr>
            <p:ph type="subTitle" idx="4"/>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59" name="Google Shape;559;g2c157a2fb06_0_932"/>
          <p:cNvSpPr txBox="1">
            <a:spLocks noGrp="1"/>
          </p:cNvSpPr>
          <p:nvPr>
            <p:ph type="subTitle" idx="5"/>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60" name="Google Shape;560;g2c157a2fb06_0_932"/>
          <p:cNvSpPr txBox="1">
            <a:spLocks noGrp="1"/>
          </p:cNvSpPr>
          <p:nvPr>
            <p:ph type="subTitle" idx="6"/>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61" name="Google Shape;561;g2c157a2fb06_0_932"/>
          <p:cNvSpPr txBox="1">
            <a:spLocks noGrp="1"/>
          </p:cNvSpPr>
          <p:nvPr>
            <p:ph type="subTitle" idx="7"/>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62" name="Google Shape;562;g2c157a2fb06_0_932"/>
          <p:cNvSpPr txBox="1">
            <a:spLocks noGrp="1"/>
          </p:cNvSpPr>
          <p:nvPr>
            <p:ph type="subTitle" idx="8"/>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63" name="Google Shape;563;g2c157a2fb06_0_932"/>
          <p:cNvSpPr txBox="1">
            <a:spLocks noGrp="1"/>
          </p:cNvSpPr>
          <p:nvPr>
            <p:ph type="subTitle" idx="9"/>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64" name="Google Shape;564;g2c157a2fb06_0_932"/>
          <p:cNvSpPr txBox="1">
            <a:spLocks noGrp="1"/>
          </p:cNvSpPr>
          <p:nvPr>
            <p:ph type="subTitle" idx="13"/>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65" name="Google Shape;565;g2c157a2fb06_0_932"/>
          <p:cNvSpPr txBox="1">
            <a:spLocks noGrp="1"/>
          </p:cNvSpPr>
          <p:nvPr>
            <p:ph type="subTitle" idx="14"/>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66" name="Google Shape;566;g2c157a2fb06_0_932"/>
          <p:cNvSpPr txBox="1">
            <a:spLocks noGrp="1"/>
          </p:cNvSpPr>
          <p:nvPr>
            <p:ph type="subTitle" idx="15"/>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grpSp>
        <p:nvGrpSpPr>
          <p:cNvPr id="567" name="Google Shape;567;g2c157a2fb06_0_932"/>
          <p:cNvGrpSpPr/>
          <p:nvPr/>
        </p:nvGrpSpPr>
        <p:grpSpPr>
          <a:xfrm>
            <a:off x="662575" y="6212475"/>
            <a:ext cx="586800" cy="571500"/>
            <a:chOff x="662575" y="6212475"/>
            <a:chExt cx="586800" cy="571500"/>
          </a:xfrm>
        </p:grpSpPr>
        <p:sp>
          <p:nvSpPr>
            <p:cNvPr id="568" name="Google Shape;568;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9" name="Google Shape;569;g2c157a2fb06_0_93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0" name="Google Shape;570;g2c157a2fb06_0_93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1" name="Google Shape;571;g2c157a2fb06_0_932"/>
          <p:cNvGrpSpPr/>
          <p:nvPr/>
        </p:nvGrpSpPr>
        <p:grpSpPr>
          <a:xfrm>
            <a:off x="7894350" y="6212475"/>
            <a:ext cx="586800" cy="571500"/>
            <a:chOff x="7894350" y="6212475"/>
            <a:chExt cx="586800" cy="571500"/>
          </a:xfrm>
        </p:grpSpPr>
        <p:sp>
          <p:nvSpPr>
            <p:cNvPr id="572" name="Google Shape;572;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3" name="Google Shape;573;g2c157a2fb06_0_93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4" name="Google Shape;574;g2c157a2fb06_0_93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75"/>
        <p:cNvGrpSpPr/>
        <p:nvPr/>
      </p:nvGrpSpPr>
      <p:grpSpPr>
        <a:xfrm>
          <a:off x="0" y="0"/>
          <a:ext cx="0" cy="0"/>
          <a:chOff x="0" y="0"/>
          <a:chExt cx="0" cy="0"/>
        </a:xfrm>
      </p:grpSpPr>
      <p:sp>
        <p:nvSpPr>
          <p:cNvPr id="576" name="Google Shape;576;g2c157a2fb06_0_1045"/>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7" name="Google Shape;577;g2c157a2fb06_0_1045"/>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8" name="Google Shape;578;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9" name="Google Shape;579;g2c157a2fb06_0_104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3 - Phonics</a:t>
            </a:r>
            <a:endParaRPr sz="1800" b="1" i="0" u="none" strike="noStrike" cap="none">
              <a:solidFill>
                <a:srgbClr val="FFFFFF"/>
              </a:solidFill>
              <a:latin typeface="Poppins SemiBold"/>
              <a:ea typeface="Poppins SemiBold"/>
              <a:cs typeface="Poppins SemiBold"/>
              <a:sym typeface="Poppins SemiBold"/>
            </a:endParaRPr>
          </a:p>
        </p:txBody>
      </p:sp>
      <p:sp>
        <p:nvSpPr>
          <p:cNvPr id="580" name="Google Shape;580;g2c157a2fb06_0_1045"/>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1" name="Google Shape;581;g2c157a2fb06_0_1045"/>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2" name="Google Shape;582;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3" name="Google Shape;583;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584" name="Google Shape;584;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85" name="Google Shape;585;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86" name="Google Shape;586;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7" name="Google Shape;587;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8" name="Google Shape;588;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9" name="Google Shape;589;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0" name="Google Shape;590;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1" name="Google Shape;591;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2" name="Google Shape;592;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3" name="Google Shape;593;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4" name="Google Shape;594;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5" name="Google Shape;595;g2c157a2fb06_0_1045"/>
          <p:cNvSpPr txBox="1">
            <a:spLocks noGrp="1"/>
          </p:cNvSpPr>
          <p:nvPr>
            <p:ph type="subTitle" idx="1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6" name="Google Shape;596;g2c157a2fb06_0_1045"/>
          <p:cNvSpPr txBox="1">
            <a:spLocks noGrp="1"/>
          </p:cNvSpPr>
          <p:nvPr>
            <p:ph type="subTitle" idx="1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97" name="Google Shape;597;g2c157a2fb06_0_1045"/>
          <p:cNvSpPr txBox="1">
            <a:spLocks noGrp="1"/>
          </p:cNvSpPr>
          <p:nvPr>
            <p:ph type="subTitle" idx="1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98" name="Google Shape;598;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99" name="Google Shape;599;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Lucky Dip</a:t>
            </a:r>
            <a:endParaRPr sz="3000" b="0" i="0" u="none" strike="noStrike" cap="none">
              <a:solidFill>
                <a:srgbClr val="2F286F"/>
              </a:solidFill>
              <a:latin typeface="Poppins Medium"/>
              <a:ea typeface="Poppins Medium"/>
              <a:cs typeface="Poppins Medium"/>
              <a:sym typeface="Poppins Medium"/>
            </a:endParaRPr>
          </a:p>
        </p:txBody>
      </p:sp>
      <p:sp>
        <p:nvSpPr>
          <p:cNvPr id="600" name="Google Shape;600;g2c157a2fb06_0_1045"/>
          <p:cNvSpPr txBox="1">
            <a:spLocks noGrp="1"/>
          </p:cNvSpPr>
          <p:nvPr>
            <p:ph type="subTitle" idx="16"/>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01" name="Google Shape;601;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602" name="Google Shape;602;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03" name="Google Shape;603;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604" name="Google Shape;604;g2c157a2fb06_0_1045"/>
          <p:cNvGrpSpPr/>
          <p:nvPr/>
        </p:nvGrpSpPr>
        <p:grpSpPr>
          <a:xfrm>
            <a:off x="662575" y="6212475"/>
            <a:ext cx="586800" cy="571500"/>
            <a:chOff x="662575" y="6212475"/>
            <a:chExt cx="586800" cy="571500"/>
          </a:xfrm>
        </p:grpSpPr>
        <p:sp>
          <p:nvSpPr>
            <p:cNvPr id="605" name="Google Shape;605;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6" name="Google Shape;606;g2c157a2fb06_0_104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7" name="Google Shape;607;g2c157a2fb06_0_104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08" name="Google Shape;608;g2c157a2fb06_0_1045"/>
          <p:cNvGrpSpPr/>
          <p:nvPr/>
        </p:nvGrpSpPr>
        <p:grpSpPr>
          <a:xfrm>
            <a:off x="7894350" y="6212475"/>
            <a:ext cx="586800" cy="571500"/>
            <a:chOff x="7894350" y="6212475"/>
            <a:chExt cx="586800" cy="571500"/>
          </a:xfrm>
        </p:grpSpPr>
        <p:sp>
          <p:nvSpPr>
            <p:cNvPr id="609" name="Google Shape;609;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0" name="Google Shape;610;g2c157a2fb06_0_104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1" name="Google Shape;611;g2c157a2fb06_0_104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612"/>
        <p:cNvGrpSpPr/>
        <p:nvPr/>
      </p:nvGrpSpPr>
      <p:grpSpPr>
        <a:xfrm>
          <a:off x="0" y="0"/>
          <a:ext cx="0" cy="0"/>
          <a:chOff x="0" y="0"/>
          <a:chExt cx="0" cy="0"/>
        </a:xfrm>
      </p:grpSpPr>
      <p:sp>
        <p:nvSpPr>
          <p:cNvPr id="613" name="Google Shape;613;g2c157a2fb06_0_1110"/>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4" name="Google Shape;614;g2c157a2fb06_0_1110"/>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5" name="Google Shape;615;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16" name="Google Shape;616;g2c157a2fb06_0_111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3 - Phonics</a:t>
            </a:r>
            <a:endParaRPr sz="1800" b="1" i="0" u="none" strike="noStrike" cap="none">
              <a:solidFill>
                <a:srgbClr val="FFFFFF"/>
              </a:solidFill>
              <a:latin typeface="Poppins SemiBold"/>
              <a:ea typeface="Poppins SemiBold"/>
              <a:cs typeface="Poppins SemiBold"/>
              <a:sym typeface="Poppins SemiBold"/>
            </a:endParaRPr>
          </a:p>
        </p:txBody>
      </p:sp>
      <p:sp>
        <p:nvSpPr>
          <p:cNvPr id="617" name="Google Shape;617;g2c157a2fb06_0_1110"/>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8" name="Google Shape;618;g2c157a2fb06_0_1110"/>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9" name="Google Shape;619;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20" name="Google Shape;620;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21" name="Google Shape;621;g2c157a2fb06_0_111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22" name="Google Shape;622;g2c157a2fb06_0_111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23" name="Google Shape;623;g2c157a2fb06_0_111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24" name="Google Shape;624;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625" name="Google Shape;625;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Countdown</a:t>
            </a:r>
            <a:endParaRPr sz="3000" b="0" i="0" u="none" strike="noStrike" cap="none">
              <a:solidFill>
                <a:srgbClr val="2F286F"/>
              </a:solidFill>
              <a:latin typeface="Poppins Medium"/>
              <a:ea typeface="Poppins Medium"/>
              <a:cs typeface="Poppins Medium"/>
              <a:sym typeface="Poppins Medium"/>
            </a:endParaRPr>
          </a:p>
        </p:txBody>
      </p:sp>
      <p:sp>
        <p:nvSpPr>
          <p:cNvPr id="626" name="Google Shape;626;g2c157a2fb06_0_1110"/>
          <p:cNvSpPr txBox="1">
            <a:spLocks noGrp="1"/>
          </p:cNvSpPr>
          <p:nvPr>
            <p:ph type="subTitle" idx="4"/>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27" name="Google Shape;627;g2c157a2fb06_0_1110"/>
          <p:cNvSpPr txBox="1">
            <a:spLocks noGrp="1"/>
          </p:cNvSpPr>
          <p:nvPr>
            <p:ph type="subTitle" idx="5"/>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28" name="Google Shape;628;g2c157a2fb06_0_1110"/>
          <p:cNvSpPr txBox="1">
            <a:spLocks noGrp="1"/>
          </p:cNvSpPr>
          <p:nvPr>
            <p:ph type="subTitle" idx="6"/>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29" name="Google Shape;629;g2c157a2fb06_0_1110"/>
          <p:cNvSpPr txBox="1">
            <a:spLocks noGrp="1"/>
          </p:cNvSpPr>
          <p:nvPr>
            <p:ph type="subTitle" idx="7"/>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630" name="Google Shape;630;g2c157a2fb06_0_1110"/>
          <p:cNvGrpSpPr/>
          <p:nvPr/>
        </p:nvGrpSpPr>
        <p:grpSpPr>
          <a:xfrm>
            <a:off x="5806200" y="1807463"/>
            <a:ext cx="756300" cy="146700"/>
            <a:chOff x="5806200" y="1807463"/>
            <a:chExt cx="756300" cy="146700"/>
          </a:xfrm>
        </p:grpSpPr>
        <p:sp>
          <p:nvSpPr>
            <p:cNvPr id="631" name="Google Shape;631;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2" name="Google Shape;632;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3" name="Google Shape;633;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34" name="Google Shape;634;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35" name="Google Shape;635;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636" name="Google Shape;636;g2c157a2fb06_0_1110"/>
          <p:cNvGrpSpPr/>
          <p:nvPr/>
        </p:nvGrpSpPr>
        <p:grpSpPr>
          <a:xfrm>
            <a:off x="5806200" y="2842438"/>
            <a:ext cx="756300" cy="146700"/>
            <a:chOff x="5806200" y="1807463"/>
            <a:chExt cx="756300" cy="146700"/>
          </a:xfrm>
        </p:grpSpPr>
        <p:sp>
          <p:nvSpPr>
            <p:cNvPr id="637" name="Google Shape;637;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8" name="Google Shape;638;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9" name="Google Shape;639;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40" name="Google Shape;640;g2c157a2fb06_0_1110"/>
          <p:cNvGrpSpPr/>
          <p:nvPr/>
        </p:nvGrpSpPr>
        <p:grpSpPr>
          <a:xfrm>
            <a:off x="5806200" y="3877413"/>
            <a:ext cx="756300" cy="146700"/>
            <a:chOff x="5806200" y="1807463"/>
            <a:chExt cx="756300" cy="146700"/>
          </a:xfrm>
        </p:grpSpPr>
        <p:sp>
          <p:nvSpPr>
            <p:cNvPr id="641" name="Google Shape;641;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2" name="Google Shape;642;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3" name="Google Shape;643;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44" name="Google Shape;644;g2c157a2fb06_0_1110"/>
          <p:cNvGrpSpPr/>
          <p:nvPr/>
        </p:nvGrpSpPr>
        <p:grpSpPr>
          <a:xfrm>
            <a:off x="662575" y="6212475"/>
            <a:ext cx="586800" cy="571500"/>
            <a:chOff x="662575" y="6212475"/>
            <a:chExt cx="586800" cy="571500"/>
          </a:xfrm>
        </p:grpSpPr>
        <p:sp>
          <p:nvSpPr>
            <p:cNvPr id="645" name="Google Shape;645;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6" name="Google Shape;646;g2c157a2fb06_0_1110">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7" name="Google Shape;647;g2c157a2fb06_0_1110">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48" name="Google Shape;648;g2c157a2fb06_0_1110"/>
          <p:cNvGrpSpPr/>
          <p:nvPr/>
        </p:nvGrpSpPr>
        <p:grpSpPr>
          <a:xfrm>
            <a:off x="7894350" y="6212475"/>
            <a:ext cx="586800" cy="571500"/>
            <a:chOff x="7894350" y="6212475"/>
            <a:chExt cx="586800" cy="571500"/>
          </a:xfrm>
        </p:grpSpPr>
        <p:sp>
          <p:nvSpPr>
            <p:cNvPr id="649" name="Google Shape;649;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0" name="Google Shape;650;g2c157a2fb06_0_111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1" name="Google Shape;651;g2c157a2fb06_0_111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652"/>
        <p:cNvGrpSpPr/>
        <p:nvPr/>
      </p:nvGrpSpPr>
      <p:grpSpPr>
        <a:xfrm>
          <a:off x="0" y="0"/>
          <a:ext cx="0" cy="0"/>
          <a:chOff x="0" y="0"/>
          <a:chExt cx="0" cy="0"/>
        </a:xfrm>
      </p:grpSpPr>
      <p:sp>
        <p:nvSpPr>
          <p:cNvPr id="653" name="Google Shape;653;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4" name="Google Shape;654;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5" name="Google Shape;655;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6" name="Google Shape;656;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657" name="Google Shape;657;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8" name="Google Shape;658;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9" name="Google Shape;659;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60" name="Google Shape;660;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61" name="Google Shape;661;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62" name="Google Shape;662;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63" name="Google Shape;663;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64" name="Google Shape;664;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65" name="Google Shape;665;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66" name="Google Shape;666;p30"/>
          <p:cNvGrpSpPr/>
          <p:nvPr/>
        </p:nvGrpSpPr>
        <p:grpSpPr>
          <a:xfrm>
            <a:off x="6022940" y="5341706"/>
            <a:ext cx="594501" cy="305904"/>
            <a:chOff x="5672081" y="1914352"/>
            <a:chExt cx="792668" cy="305904"/>
          </a:xfrm>
        </p:grpSpPr>
        <p:sp>
          <p:nvSpPr>
            <p:cNvPr id="667" name="Google Shape;667;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8" name="Google Shape;668;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69" name="Google Shape;669;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70" name="Google Shape;670;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1" name="Google Shape;671;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2" name="Google Shape;672;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3" name="Google Shape;673;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4" name="Google Shape;674;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5" name="Google Shape;675;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6" name="Google Shape;676;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7" name="Google Shape;677;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78" name="Google Shape;678;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79" name="Google Shape;679;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0" name="Google Shape;680;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1" name="Google Shape;681;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2" name="Google Shape;682;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3" name="Google Shape;683;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4" name="Google Shape;684;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5" name="Google Shape;685;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6" name="Google Shape;686;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87" name="Google Shape;687;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88" name="Google Shape;688;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89" name="Google Shape;689;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90" name="Google Shape;690;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91" name="Google Shape;691;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92" name="Google Shape;692;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93" name="Google Shape;693;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4" name="Google Shape;694;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5" name="Google Shape;695;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96" name="Google Shape;696;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97" name="Google Shape;697;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98"/>
        <p:cNvGrpSpPr/>
        <p:nvPr/>
      </p:nvGrpSpPr>
      <p:grpSpPr>
        <a:xfrm>
          <a:off x="0" y="0"/>
          <a:ext cx="0" cy="0"/>
          <a:chOff x="0" y="0"/>
          <a:chExt cx="0" cy="0"/>
        </a:xfrm>
      </p:grpSpPr>
      <p:sp>
        <p:nvSpPr>
          <p:cNvPr id="699" name="Google Shape;699;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700" name="Google Shape;700;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701" name="Google Shape;701;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702"/>
        <p:cNvGrpSpPr/>
        <p:nvPr/>
      </p:nvGrpSpPr>
      <p:grpSpPr>
        <a:xfrm>
          <a:off x="0" y="0"/>
          <a:ext cx="0" cy="0"/>
          <a:chOff x="0" y="0"/>
          <a:chExt cx="0" cy="0"/>
        </a:xfrm>
      </p:grpSpPr>
      <p:sp>
        <p:nvSpPr>
          <p:cNvPr id="703" name="Google Shape;703;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704" name="Google Shape;704;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705" name="Google Shape;705;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 id="2147483664" r:id="rId13"/>
    <p:sldLayoutId id="2147483665" r:id="rId14"/>
    <p:sldLayoutId id="2147483666" r:id="rId15"/>
    <p:sldLayoutId id="2147483667" r:id="rId16"/>
    <p:sldLayoutId id="2147483668" r:id="rId17"/>
    <p:sldLayoutId id="2147483669" r:id="rId18"/>
    <p:sldLayoutId id="2147483670" r:id="rId19"/>
    <p:sldLayoutId id="2147483671" r:id="rId20"/>
    <p:sldLayoutId id="2147483672"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8" Type="http://schemas.openxmlformats.org/officeDocument/2006/relationships/slide" Target="slide6.xml"/><Relationship Id="rId3" Type="http://schemas.openxmlformats.org/officeDocument/2006/relationships/image" Target="../media/image7.png"/><Relationship Id="rId7" Type="http://schemas.openxmlformats.org/officeDocument/2006/relationships/image" Target="../media/image11.png"/><Relationship Id="rId12" Type="http://schemas.openxmlformats.org/officeDocument/2006/relationships/slide" Target="slide20.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0.png"/><Relationship Id="rId11" Type="http://schemas.openxmlformats.org/officeDocument/2006/relationships/slide" Target="slide19.xml"/><Relationship Id="rId5" Type="http://schemas.openxmlformats.org/officeDocument/2006/relationships/image" Target="../media/image9.png"/><Relationship Id="rId10" Type="http://schemas.openxmlformats.org/officeDocument/2006/relationships/slide" Target="slide17.xml"/><Relationship Id="rId4" Type="http://schemas.openxmlformats.org/officeDocument/2006/relationships/image" Target="../media/image8.png"/><Relationship Id="rId9" Type="http://schemas.openxmlformats.org/officeDocument/2006/relationships/slide" Target="slide8.xml"/></Relationships>
</file>

<file path=ppt/slides/_rels/slide3.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22.png"/><Relationship Id="rId18" Type="http://schemas.openxmlformats.org/officeDocument/2006/relationships/image" Target="../media/image27.png"/><Relationship Id="rId3" Type="http://schemas.openxmlformats.org/officeDocument/2006/relationships/image" Target="../media/image12.png"/><Relationship Id="rId21" Type="http://schemas.openxmlformats.org/officeDocument/2006/relationships/image" Target="../media/image30.png"/><Relationship Id="rId7" Type="http://schemas.openxmlformats.org/officeDocument/2006/relationships/image" Target="../media/image16.png"/><Relationship Id="rId12" Type="http://schemas.openxmlformats.org/officeDocument/2006/relationships/image" Target="../media/image21.png"/><Relationship Id="rId17" Type="http://schemas.openxmlformats.org/officeDocument/2006/relationships/image" Target="../media/image26.png"/><Relationship Id="rId25" Type="http://schemas.openxmlformats.org/officeDocument/2006/relationships/image" Target="../media/image34.png"/><Relationship Id="rId2" Type="http://schemas.openxmlformats.org/officeDocument/2006/relationships/notesSlide" Target="../notesSlides/notesSlide3.xml"/><Relationship Id="rId16" Type="http://schemas.openxmlformats.org/officeDocument/2006/relationships/image" Target="../media/image25.png"/><Relationship Id="rId20" Type="http://schemas.openxmlformats.org/officeDocument/2006/relationships/image" Target="../media/image29.png"/><Relationship Id="rId1" Type="http://schemas.openxmlformats.org/officeDocument/2006/relationships/slideLayout" Target="../slideLayouts/slideLayout3.xml"/><Relationship Id="rId6" Type="http://schemas.openxmlformats.org/officeDocument/2006/relationships/image" Target="../media/image15.png"/><Relationship Id="rId11" Type="http://schemas.openxmlformats.org/officeDocument/2006/relationships/image" Target="../media/image20.png"/><Relationship Id="rId24" Type="http://schemas.openxmlformats.org/officeDocument/2006/relationships/image" Target="../media/image33.png"/><Relationship Id="rId5" Type="http://schemas.openxmlformats.org/officeDocument/2006/relationships/image" Target="../media/image14.png"/><Relationship Id="rId15" Type="http://schemas.openxmlformats.org/officeDocument/2006/relationships/image" Target="../media/image24.png"/><Relationship Id="rId23" Type="http://schemas.openxmlformats.org/officeDocument/2006/relationships/image" Target="../media/image32.png"/><Relationship Id="rId10" Type="http://schemas.openxmlformats.org/officeDocument/2006/relationships/image" Target="../media/image19.png"/><Relationship Id="rId19" Type="http://schemas.openxmlformats.org/officeDocument/2006/relationships/image" Target="../media/image28.png"/><Relationship Id="rId4" Type="http://schemas.openxmlformats.org/officeDocument/2006/relationships/image" Target="../media/image13.png"/><Relationship Id="rId9" Type="http://schemas.openxmlformats.org/officeDocument/2006/relationships/image" Target="../media/image18.png"/><Relationship Id="rId14" Type="http://schemas.openxmlformats.org/officeDocument/2006/relationships/image" Target="../media/image23.png"/><Relationship Id="rId22" Type="http://schemas.openxmlformats.org/officeDocument/2006/relationships/image" Target="../media/image31.png"/></Relationships>
</file>

<file path=ppt/slides/_rels/slide4.xml.rels><?xml version="1.0" encoding="UTF-8" standalone="yes"?>
<Relationships xmlns="http://schemas.openxmlformats.org/package/2006/relationships"><Relationship Id="rId8" Type="http://schemas.openxmlformats.org/officeDocument/2006/relationships/image" Target="../media/image38.png"/><Relationship Id="rId13" Type="http://schemas.openxmlformats.org/officeDocument/2006/relationships/image" Target="../media/image43.png"/><Relationship Id="rId18" Type="http://schemas.openxmlformats.org/officeDocument/2006/relationships/image" Target="../media/image48.png"/><Relationship Id="rId3" Type="http://schemas.openxmlformats.org/officeDocument/2006/relationships/image" Target="../media/image6.png"/><Relationship Id="rId21" Type="http://schemas.openxmlformats.org/officeDocument/2006/relationships/image" Target="../media/image51.png"/><Relationship Id="rId7" Type="http://schemas.openxmlformats.org/officeDocument/2006/relationships/image" Target="../media/image37.png"/><Relationship Id="rId12" Type="http://schemas.openxmlformats.org/officeDocument/2006/relationships/image" Target="../media/image42.png"/><Relationship Id="rId17" Type="http://schemas.openxmlformats.org/officeDocument/2006/relationships/image" Target="../media/image47.png"/><Relationship Id="rId2" Type="http://schemas.openxmlformats.org/officeDocument/2006/relationships/notesSlide" Target="../notesSlides/notesSlide4.xml"/><Relationship Id="rId16" Type="http://schemas.openxmlformats.org/officeDocument/2006/relationships/image" Target="../media/image46.png"/><Relationship Id="rId20" Type="http://schemas.openxmlformats.org/officeDocument/2006/relationships/image" Target="../media/image50.png"/><Relationship Id="rId1" Type="http://schemas.openxmlformats.org/officeDocument/2006/relationships/slideLayout" Target="../slideLayouts/slideLayout3.xml"/><Relationship Id="rId6" Type="http://schemas.openxmlformats.org/officeDocument/2006/relationships/image" Target="../media/image36.png"/><Relationship Id="rId11" Type="http://schemas.openxmlformats.org/officeDocument/2006/relationships/image" Target="../media/image41.png"/><Relationship Id="rId24" Type="http://schemas.openxmlformats.org/officeDocument/2006/relationships/image" Target="../media/image54.png"/><Relationship Id="rId5" Type="http://schemas.openxmlformats.org/officeDocument/2006/relationships/image" Target="../media/image35.png"/><Relationship Id="rId15" Type="http://schemas.openxmlformats.org/officeDocument/2006/relationships/image" Target="../media/image45.png"/><Relationship Id="rId23" Type="http://schemas.openxmlformats.org/officeDocument/2006/relationships/image" Target="../media/image53.png"/><Relationship Id="rId10" Type="http://schemas.openxmlformats.org/officeDocument/2006/relationships/image" Target="../media/image40.png"/><Relationship Id="rId19" Type="http://schemas.openxmlformats.org/officeDocument/2006/relationships/image" Target="../media/image49.png"/><Relationship Id="rId4" Type="http://schemas.openxmlformats.org/officeDocument/2006/relationships/image" Target="../media/image7.png"/><Relationship Id="rId9" Type="http://schemas.openxmlformats.org/officeDocument/2006/relationships/image" Target="../media/image39.png"/><Relationship Id="rId14" Type="http://schemas.openxmlformats.org/officeDocument/2006/relationships/image" Target="../media/image44.png"/><Relationship Id="rId22" Type="http://schemas.openxmlformats.org/officeDocument/2006/relationships/image" Target="../media/image52.png"/></Relationships>
</file>

<file path=ppt/slides/_rels/slide5.xml.rels><?xml version="1.0" encoding="UTF-8" standalone="yes"?>
<Relationships xmlns="http://schemas.openxmlformats.org/package/2006/relationships"><Relationship Id="rId3" Type="http://schemas.openxmlformats.org/officeDocument/2006/relationships/image" Target="../media/image55.jp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image" Target="../media/image56.png"/></Relationships>
</file>

<file path=ppt/slides/_rels/slide7.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7.xml"/><Relationship Id="rId1" Type="http://schemas.openxmlformats.org/officeDocument/2006/relationships/slideLayout" Target="../slideLayouts/slideLayout4.xml"/><Relationship Id="rId5" Type="http://schemas.openxmlformats.org/officeDocument/2006/relationships/image" Target="../media/image59.png"/><Relationship Id="rId4" Type="http://schemas.openxmlformats.org/officeDocument/2006/relationships/image" Target="../media/image58.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4.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openxmlformats.org/officeDocument/2006/relationships/image" Target="../media/image61.png"/></Relationships>
</file>

<file path=ppt/slides/_rels/slide10.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16.xml"/><Relationship Id="rId1" Type="http://schemas.openxmlformats.org/officeDocument/2006/relationships/slideLayout" Target="../slideLayouts/slideLayout4.xml"/><Relationship Id="rId4" Type="http://schemas.openxmlformats.org/officeDocument/2006/relationships/image" Target="../media/image65.png"/></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4.xml"/><Relationship Id="rId4" Type="http://schemas.openxmlformats.org/officeDocument/2006/relationships/image" Target="../media/image66.png"/></Relationships>
</file>

<file path=ppt/slides/_rels/slide18.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18.xml"/><Relationship Id="rId1" Type="http://schemas.openxmlformats.org/officeDocument/2006/relationships/slideLayout" Target="../slideLayouts/slideLayout4.xml"/><Relationship Id="rId4" Type="http://schemas.openxmlformats.org/officeDocument/2006/relationships/image" Target="../media/image68.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0.xml"/><Relationship Id="rId1" Type="http://schemas.openxmlformats.org/officeDocument/2006/relationships/slideLayout" Target="../slideLayouts/slideLayout4.xml"/><Relationship Id="rId4" Type="http://schemas.openxmlformats.org/officeDocument/2006/relationships/image" Target="../media/image70.png"/></Relationships>
</file>

<file path=ppt/slides/_rels/slide21.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21.xml"/><Relationship Id="rId1" Type="http://schemas.openxmlformats.org/officeDocument/2006/relationships/slideLayout" Target="../slideLayouts/slideLayout4.xml"/><Relationship Id="rId4" Type="http://schemas.openxmlformats.org/officeDocument/2006/relationships/image" Target="../media/image7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09"/>
        <p:cNvGrpSpPr/>
        <p:nvPr/>
      </p:nvGrpSpPr>
      <p:grpSpPr>
        <a:xfrm>
          <a:off x="0" y="0"/>
          <a:ext cx="0" cy="0"/>
          <a:chOff x="0" y="0"/>
          <a:chExt cx="0" cy="0"/>
        </a:xfrm>
      </p:grpSpPr>
      <p:sp>
        <p:nvSpPr>
          <p:cNvPr id="710" name="Google Shape;710;p1"/>
          <p:cNvSpPr txBox="1">
            <a:spLocks noGrp="1"/>
          </p:cNvSpPr>
          <p:nvPr>
            <p:ph type="subTitle" idx="1"/>
          </p:nvPr>
        </p:nvSpPr>
        <p:spPr>
          <a:xfrm>
            <a:off x="884101" y="2716650"/>
            <a:ext cx="3687900" cy="8454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rgbClr val="262626"/>
              </a:buClr>
              <a:buSzPts val="3600"/>
              <a:buNone/>
            </a:pPr>
            <a:r>
              <a:rPr lang="en-US"/>
              <a:t>Compare 'ow' (/ow/) 'ow' (/oa/)</a:t>
            </a:r>
            <a:endParaRPr/>
          </a:p>
        </p:txBody>
      </p:sp>
      <p:sp>
        <p:nvSpPr>
          <p:cNvPr id="711" name="Google Shape;711;p1"/>
          <p:cNvSpPr txBox="1">
            <a:spLocks noGrp="1"/>
          </p:cNvSpPr>
          <p:nvPr>
            <p:ph type="subTitle" idx="2"/>
          </p:nvPr>
        </p:nvSpPr>
        <p:spPr>
          <a:xfrm>
            <a:off x="884092" y="3754105"/>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1000"/>
              </a:spcBef>
              <a:spcAft>
                <a:spcPts val="0"/>
              </a:spcAft>
              <a:buSzPts val="2200"/>
              <a:buNone/>
            </a:pPr>
            <a:r>
              <a:rPr lang="en-US"/>
              <a:t>Lesson 43</a:t>
            </a:r>
            <a:endParaRPr/>
          </a:p>
        </p:txBody>
      </p:sp>
      <p:pic>
        <p:nvPicPr>
          <p:cNvPr id="712" name="Google Shape;712;p1"/>
          <p:cNvPicPr preferRelativeResize="0"/>
          <p:nvPr/>
        </p:nvPicPr>
        <p:blipFill rotWithShape="1">
          <a:blip r:embed="rId3">
            <a:alphaModFix/>
          </a:blip>
          <a:srcRect l="19" r="19"/>
          <a:stretch/>
        </p:blipFill>
        <p:spPr>
          <a:xfrm rot="540305">
            <a:off x="7336183" y="3915827"/>
            <a:ext cx="1208040" cy="1709828"/>
          </a:xfrm>
          <a:prstGeom prst="rect">
            <a:avLst/>
          </a:prstGeom>
          <a:noFill/>
          <a:ln>
            <a:noFill/>
          </a:ln>
          <a:effectLst>
            <a:outerShdw blurRad="71438" dist="38100" dir="5220000" algn="bl" rotWithShape="0">
              <a:srgbClr val="000000">
                <a:alpha val="20000"/>
              </a:srgbClr>
            </a:outerShdw>
          </a:effectLst>
        </p:spPr>
      </p:pic>
      <p:pic>
        <p:nvPicPr>
          <p:cNvPr id="713" name="Google Shape;713;p1"/>
          <p:cNvPicPr preferRelativeResize="0"/>
          <p:nvPr/>
        </p:nvPicPr>
        <p:blipFill rotWithShape="1">
          <a:blip r:embed="rId4">
            <a:alphaModFix/>
          </a:blip>
          <a:srcRect l="79" r="79"/>
          <a:stretch/>
        </p:blipFill>
        <p:spPr>
          <a:xfrm rot="-437250">
            <a:off x="5338057" y="3901527"/>
            <a:ext cx="1208038" cy="1709829"/>
          </a:xfrm>
          <a:prstGeom prst="rect">
            <a:avLst/>
          </a:prstGeom>
          <a:noFill/>
          <a:ln>
            <a:noFill/>
          </a:ln>
          <a:effectLst>
            <a:outerShdw blurRad="71438" dist="38100" dir="5220000" algn="bl" rotWithShape="0">
              <a:srgbClr val="000000">
                <a:alpha val="20000"/>
              </a:srgbClr>
            </a:outerShdw>
          </a:effectLst>
        </p:spPr>
      </p:pic>
      <p:sp>
        <p:nvSpPr>
          <p:cNvPr id="714" name="Google Shape;714;p1"/>
          <p:cNvSpPr txBox="1"/>
          <p:nvPr/>
        </p:nvSpPr>
        <p:spPr>
          <a:xfrm>
            <a:off x="6593800" y="4323275"/>
            <a:ext cx="655200" cy="4491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2000" b="0" i="0" u="none" strike="noStrike" cap="none">
                <a:solidFill>
                  <a:srgbClr val="000000"/>
                </a:solidFill>
                <a:latin typeface="Jost"/>
                <a:ea typeface="Jost"/>
                <a:cs typeface="Jost"/>
                <a:sym typeface="Jost"/>
              </a:rPr>
              <a:t>vs.</a:t>
            </a:r>
            <a:endParaRPr sz="2000" b="0" i="0" u="none" strike="noStrike" cap="none">
              <a:solidFill>
                <a:srgbClr val="000000"/>
              </a:solidFill>
              <a:latin typeface="Jost"/>
              <a:ea typeface="Jost"/>
              <a:cs typeface="Jost"/>
              <a:sym typeface="Jost"/>
            </a:endParaRPr>
          </a:p>
        </p:txBody>
      </p:sp>
      <p:graphicFrame>
        <p:nvGraphicFramePr>
          <p:cNvPr id="715" name="Google Shape;715;p1"/>
          <p:cNvGraphicFramePr/>
          <p:nvPr/>
        </p:nvGraphicFramePr>
        <p:xfrm>
          <a:off x="4844200" y="1891197"/>
          <a:ext cx="3784950" cy="1678950"/>
        </p:xfrm>
        <a:graphic>
          <a:graphicData uri="http://schemas.openxmlformats.org/drawingml/2006/table">
            <a:tbl>
              <a:tblPr firstRow="1" bandRow="1">
                <a:noFill/>
                <a:tableStyleId>{06CD6A4E-6912-4862-A420-EBC4FA0703B2}</a:tableStyleId>
              </a:tblPr>
              <a:tblGrid>
                <a:gridCol w="420550">
                  <a:extLst>
                    <a:ext uri="{9D8B030D-6E8A-4147-A177-3AD203B41FA5}">
                      <a16:colId xmlns:a16="http://schemas.microsoft.com/office/drawing/2014/main" val="20000"/>
                    </a:ext>
                  </a:extLst>
                </a:gridCol>
                <a:gridCol w="420550">
                  <a:extLst>
                    <a:ext uri="{9D8B030D-6E8A-4147-A177-3AD203B41FA5}">
                      <a16:colId xmlns:a16="http://schemas.microsoft.com/office/drawing/2014/main" val="20001"/>
                    </a:ext>
                  </a:extLst>
                </a:gridCol>
                <a:gridCol w="420550">
                  <a:extLst>
                    <a:ext uri="{9D8B030D-6E8A-4147-A177-3AD203B41FA5}">
                      <a16:colId xmlns:a16="http://schemas.microsoft.com/office/drawing/2014/main" val="20002"/>
                    </a:ext>
                  </a:extLst>
                </a:gridCol>
                <a:gridCol w="420550">
                  <a:extLst>
                    <a:ext uri="{9D8B030D-6E8A-4147-A177-3AD203B41FA5}">
                      <a16:colId xmlns:a16="http://schemas.microsoft.com/office/drawing/2014/main" val="20003"/>
                    </a:ext>
                  </a:extLst>
                </a:gridCol>
                <a:gridCol w="420550">
                  <a:extLst>
                    <a:ext uri="{9D8B030D-6E8A-4147-A177-3AD203B41FA5}">
                      <a16:colId xmlns:a16="http://schemas.microsoft.com/office/drawing/2014/main" val="20004"/>
                    </a:ext>
                  </a:extLst>
                </a:gridCol>
                <a:gridCol w="420550">
                  <a:extLst>
                    <a:ext uri="{9D8B030D-6E8A-4147-A177-3AD203B41FA5}">
                      <a16:colId xmlns:a16="http://schemas.microsoft.com/office/drawing/2014/main" val="20005"/>
                    </a:ext>
                  </a:extLst>
                </a:gridCol>
                <a:gridCol w="420550">
                  <a:extLst>
                    <a:ext uri="{9D8B030D-6E8A-4147-A177-3AD203B41FA5}">
                      <a16:colId xmlns:a16="http://schemas.microsoft.com/office/drawing/2014/main" val="20006"/>
                    </a:ext>
                  </a:extLst>
                </a:gridCol>
                <a:gridCol w="420550">
                  <a:extLst>
                    <a:ext uri="{9D8B030D-6E8A-4147-A177-3AD203B41FA5}">
                      <a16:colId xmlns:a16="http://schemas.microsoft.com/office/drawing/2014/main" val="20007"/>
                    </a:ext>
                  </a:extLst>
                </a:gridCol>
                <a:gridCol w="420550">
                  <a:extLst>
                    <a:ext uri="{9D8B030D-6E8A-4147-A177-3AD203B41FA5}">
                      <a16:colId xmlns:a16="http://schemas.microsoft.com/office/drawing/2014/main" val="20008"/>
                    </a:ext>
                  </a:extLst>
                </a:gridCol>
              </a:tblGrid>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j</a:t>
                      </a:r>
                      <a:endParaRPr sz="18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Mulish"/>
                          <a:ea typeface="Mulish"/>
                          <a:cs typeface="Mulish"/>
                          <a:sym typeface="Mulish"/>
                        </a:rPr>
                        <a:t>v</a:t>
                      </a:r>
                      <a:endParaRPr sz="1800" u="none" strike="noStrike" cap="none">
                        <a:latin typeface="Mulish"/>
                        <a:ea typeface="Mulish"/>
                        <a:cs typeface="Mulish"/>
                        <a:sym typeface="Mulish"/>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w</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x</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y</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z</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zz</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qu</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ch</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sh</a:t>
                      </a:r>
                      <a:endParaRPr sz="18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th</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ng</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latin typeface="Poppins"/>
                          <a:ea typeface="Poppins"/>
                          <a:cs typeface="Poppins"/>
                          <a:sym typeface="Poppins"/>
                        </a:rPr>
                        <a:t>a</a:t>
                      </a:r>
                      <a:r>
                        <a:rPr lang="en-US" sz="1800" u="none" strike="noStrike" cap="none">
                          <a:latin typeface="Jost"/>
                          <a:ea typeface="Jost"/>
                          <a:cs typeface="Jost"/>
                          <a:sym typeface="Jost"/>
                        </a:rPr>
                        <a:t>i</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ee</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igh</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o</a:t>
                      </a:r>
                      <a:r>
                        <a:rPr lang="en-US" sz="1500" u="none" strike="noStrike" cap="none">
                          <a:latin typeface="Poppins"/>
                          <a:ea typeface="Poppins"/>
                          <a:cs typeface="Poppins"/>
                          <a:sym typeface="Poppins"/>
                        </a:rPr>
                        <a:t>a</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oi</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oo</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FFFFFF"/>
                          </a:solidFill>
                          <a:latin typeface="Jost"/>
                          <a:ea typeface="Jost"/>
                          <a:cs typeface="Jost"/>
                          <a:sym typeface="Jost"/>
                        </a:rPr>
                        <a:t>ow</a:t>
                      </a:r>
                      <a:endParaRPr sz="1800" u="none" strike="noStrike" cap="none">
                        <a:solidFill>
                          <a:srgbClr val="FFFFF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solidFill>
                      <a:srgbClr val="000000"/>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ir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a:t>
                      </a: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ure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cxnSp>
        <p:nvCxnSpPr>
          <p:cNvPr id="716" name="Google Shape;716;p1"/>
          <p:cNvCxnSpPr/>
          <p:nvPr/>
        </p:nvCxnSpPr>
        <p:spPr>
          <a:xfrm rot="10800000" flipH="1">
            <a:off x="7974450" y="2287200"/>
            <a:ext cx="35400" cy="24000"/>
          </a:xfrm>
          <a:prstGeom prst="straightConnector1">
            <a:avLst/>
          </a:prstGeom>
          <a:noFill/>
          <a:ln w="19050" cap="flat" cmpd="sng">
            <a:solidFill>
              <a:srgbClr val="000000"/>
            </a:solidFill>
            <a:prstDash val="solid"/>
            <a:round/>
            <a:headEnd type="none" w="sm" len="sm"/>
            <a:tailEnd type="none" w="sm" len="sm"/>
          </a:ln>
        </p:spPr>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21"/>
        <p:cNvGrpSpPr/>
        <p:nvPr/>
      </p:nvGrpSpPr>
      <p:grpSpPr>
        <a:xfrm>
          <a:off x="0" y="0"/>
          <a:ext cx="0" cy="0"/>
          <a:chOff x="0" y="0"/>
          <a:chExt cx="0" cy="0"/>
        </a:xfrm>
      </p:grpSpPr>
      <p:sp>
        <p:nvSpPr>
          <p:cNvPr id="722" name="Google Shape;722;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Compare digraphs </a:t>
            </a:r>
            <a:r>
              <a:rPr lang="en-US">
                <a:solidFill>
                  <a:srgbClr val="8DC63F"/>
                </a:solidFill>
              </a:rPr>
              <a:t>ow</a:t>
            </a:r>
            <a:r>
              <a:rPr lang="en-US"/>
              <a:t> (</a:t>
            </a:r>
            <a:r>
              <a:rPr lang="en-US">
                <a:solidFill>
                  <a:srgbClr val="8DC63F"/>
                </a:solidFill>
              </a:rPr>
              <a:t>/ow/</a:t>
            </a:r>
            <a:r>
              <a:rPr lang="en-US"/>
              <a:t>) and </a:t>
            </a:r>
            <a:br>
              <a:rPr lang="en-US"/>
            </a:br>
            <a:r>
              <a:rPr lang="en-US">
                <a:solidFill>
                  <a:srgbClr val="8DC63F"/>
                </a:solidFill>
              </a:rPr>
              <a:t>ow</a:t>
            </a:r>
            <a:r>
              <a:rPr lang="en-US"/>
              <a:t> (</a:t>
            </a:r>
            <a:r>
              <a:rPr lang="en-US">
                <a:solidFill>
                  <a:srgbClr val="8DC63F"/>
                </a:solidFill>
              </a:rPr>
              <a:t>/oa/</a:t>
            </a:r>
            <a:r>
              <a:rPr lang="en-US"/>
              <a:t>).</a:t>
            </a:r>
            <a:endParaRPr/>
          </a:p>
        </p:txBody>
      </p:sp>
      <p:sp>
        <p:nvSpPr>
          <p:cNvPr id="723" name="Google Shape;723;g2bee4f4af4b_0_204"/>
          <p:cNvSpPr txBox="1">
            <a:spLocks noGrp="1"/>
          </p:cNvSpPr>
          <p:nvPr>
            <p:ph type="body" idx="2"/>
          </p:nvPr>
        </p:nvSpPr>
        <p:spPr>
          <a:xfrm>
            <a:off x="3298550" y="1897010"/>
            <a:ext cx="4850100" cy="10698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0"/>
              </a:spcBef>
              <a:spcAft>
                <a:spcPts val="0"/>
              </a:spcAft>
              <a:buSzPts val="1600"/>
              <a:buChar char="•"/>
            </a:pPr>
            <a:r>
              <a:rPr lang="en-US"/>
              <a:t>Recall all GPCs learned so far using flashcards.</a:t>
            </a:r>
            <a:endParaRPr/>
          </a:p>
          <a:p>
            <a:pPr marL="457200" lvl="0" indent="-330200" algn="l" rtl="0">
              <a:lnSpc>
                <a:spcPct val="100000"/>
              </a:lnSpc>
              <a:spcBef>
                <a:spcPts val="1000"/>
              </a:spcBef>
              <a:spcAft>
                <a:spcPts val="0"/>
              </a:spcAft>
              <a:buSzPts val="1600"/>
              <a:buChar char="•"/>
            </a:pPr>
            <a:r>
              <a:rPr lang="en-US"/>
              <a:t>Review Alphabet Song.</a:t>
            </a:r>
            <a:endParaRPr/>
          </a:p>
        </p:txBody>
      </p:sp>
      <p:sp>
        <p:nvSpPr>
          <p:cNvPr id="724" name="Google Shape;724;g2bee4f4af4b_0_204"/>
          <p:cNvSpPr txBox="1"/>
          <p:nvPr/>
        </p:nvSpPr>
        <p:spPr>
          <a:xfrm>
            <a:off x="250625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JNL686</a:t>
            </a:r>
            <a:endParaRPr sz="1000" b="0" i="0" u="none" strike="noStrike" cap="none" dirty="0">
              <a:solidFill>
                <a:srgbClr val="000000"/>
              </a:solidFill>
              <a:latin typeface="Poppins"/>
              <a:ea typeface="Poppins"/>
              <a:cs typeface="Poppins"/>
              <a:sym typeface="Poppins"/>
            </a:endParaRPr>
          </a:p>
        </p:txBody>
      </p:sp>
      <p:sp>
        <p:nvSpPr>
          <p:cNvPr id="725" name="Google Shape;725;g2bee4f4af4b_0_204"/>
          <p:cNvSpPr txBox="1"/>
          <p:nvPr/>
        </p:nvSpPr>
        <p:spPr>
          <a:xfrm>
            <a:off x="229895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Grapheme to Phoneme Cards</a:t>
            </a:r>
            <a:endParaRPr sz="1400" b="0" i="0" u="none" strike="noStrike" cap="none">
              <a:solidFill>
                <a:srgbClr val="000000"/>
              </a:solidFill>
              <a:latin typeface="Poppins Medium"/>
              <a:ea typeface="Poppins Medium"/>
              <a:cs typeface="Poppins Medium"/>
              <a:sym typeface="Poppins Medium"/>
            </a:endParaRPr>
          </a:p>
        </p:txBody>
      </p:sp>
      <p:pic>
        <p:nvPicPr>
          <p:cNvPr id="726" name="Google Shape;726;g2bee4f4af4b_0_204"/>
          <p:cNvPicPr preferRelativeResize="0"/>
          <p:nvPr/>
        </p:nvPicPr>
        <p:blipFill rotWithShape="1">
          <a:blip r:embed="rId3">
            <a:alphaModFix/>
          </a:blip>
          <a:srcRect l="79" r="79"/>
          <a:stretch/>
        </p:blipFill>
        <p:spPr>
          <a:xfrm>
            <a:off x="2519626" y="4101860"/>
            <a:ext cx="786850" cy="1113689"/>
          </a:xfrm>
          <a:prstGeom prst="rect">
            <a:avLst/>
          </a:prstGeom>
          <a:noFill/>
          <a:ln>
            <a:noFill/>
          </a:ln>
          <a:effectLst>
            <a:outerShdw blurRad="71438" dist="19050" dir="5220000" algn="bl" rotWithShape="0">
              <a:srgbClr val="D8D8D8"/>
            </a:outerShdw>
          </a:effectLst>
        </p:spPr>
      </p:pic>
      <p:sp>
        <p:nvSpPr>
          <p:cNvPr id="727" name="Google Shape;727;g2bee4f4af4b_0_204"/>
          <p:cNvSpPr txBox="1"/>
          <p:nvPr/>
        </p:nvSpPr>
        <p:spPr>
          <a:xfrm>
            <a:off x="378650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JNL689</a:t>
            </a:r>
            <a:endParaRPr sz="1000" b="0" i="0" u="none" strike="noStrike" cap="none" dirty="0">
              <a:solidFill>
                <a:srgbClr val="000000"/>
              </a:solidFill>
              <a:latin typeface="Poppins"/>
              <a:ea typeface="Poppins"/>
              <a:cs typeface="Poppins"/>
              <a:sym typeface="Poppins"/>
            </a:endParaRPr>
          </a:p>
        </p:txBody>
      </p:sp>
      <p:sp>
        <p:nvSpPr>
          <p:cNvPr id="728" name="Google Shape;728;g2bee4f4af4b_0_204"/>
          <p:cNvSpPr txBox="1"/>
          <p:nvPr/>
        </p:nvSpPr>
        <p:spPr>
          <a:xfrm>
            <a:off x="357920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729" name="Google Shape;729;g2bee4f4af4b_0_204"/>
          <p:cNvPicPr preferRelativeResize="0"/>
          <p:nvPr/>
        </p:nvPicPr>
        <p:blipFill rotWithShape="1">
          <a:blip r:embed="rId4">
            <a:alphaModFix/>
          </a:blip>
          <a:srcRect l="89" r="79"/>
          <a:stretch/>
        </p:blipFill>
        <p:spPr>
          <a:xfrm>
            <a:off x="3786506" y="4169988"/>
            <a:ext cx="813600" cy="977432"/>
          </a:xfrm>
          <a:prstGeom prst="rect">
            <a:avLst/>
          </a:prstGeom>
          <a:noFill/>
          <a:ln>
            <a:noFill/>
          </a:ln>
          <a:effectLst>
            <a:outerShdw blurRad="71438" dist="19050" dir="5220000" algn="bl" rotWithShape="0">
              <a:srgbClr val="D8D8D8"/>
            </a:outerShdw>
          </a:effectLst>
        </p:spPr>
      </p:pic>
      <p:sp>
        <p:nvSpPr>
          <p:cNvPr id="730" name="Google Shape;730;g2bee4f4af4b_0_204"/>
          <p:cNvSpPr txBox="1"/>
          <p:nvPr/>
        </p:nvSpPr>
        <p:spPr>
          <a:xfrm>
            <a:off x="122607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JNL691</a:t>
            </a:r>
            <a:endParaRPr sz="1000" b="0" i="0" u="none" strike="noStrike" cap="none" dirty="0">
              <a:solidFill>
                <a:srgbClr val="000000"/>
              </a:solidFill>
              <a:latin typeface="Poppins"/>
              <a:ea typeface="Poppins"/>
              <a:cs typeface="Poppins"/>
              <a:sym typeface="Poppins"/>
            </a:endParaRPr>
          </a:p>
        </p:txBody>
      </p:sp>
      <p:sp>
        <p:nvSpPr>
          <p:cNvPr id="731" name="Google Shape;731;g2bee4f4af4b_0_204"/>
          <p:cNvSpPr txBox="1"/>
          <p:nvPr/>
        </p:nvSpPr>
        <p:spPr>
          <a:xfrm>
            <a:off x="894576" y="5256524"/>
            <a:ext cx="14766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Phonemic Awareness Cards</a:t>
            </a:r>
            <a:endParaRPr sz="1400" b="0" i="0" u="none" strike="noStrike" cap="none">
              <a:solidFill>
                <a:srgbClr val="000000"/>
              </a:solidFill>
              <a:latin typeface="Poppins Medium"/>
              <a:ea typeface="Poppins Medium"/>
              <a:cs typeface="Poppins Medium"/>
              <a:sym typeface="Poppins Medium"/>
            </a:endParaRPr>
          </a:p>
        </p:txBody>
      </p:sp>
      <p:pic>
        <p:nvPicPr>
          <p:cNvPr id="732" name="Google Shape;732;g2bee4f4af4b_0_204"/>
          <p:cNvPicPr preferRelativeResize="0"/>
          <p:nvPr/>
        </p:nvPicPr>
        <p:blipFill rotWithShape="1">
          <a:blip r:embed="rId5">
            <a:alphaModFix/>
          </a:blip>
          <a:srcRect/>
          <a:stretch/>
        </p:blipFill>
        <p:spPr>
          <a:xfrm>
            <a:off x="946800" y="4384154"/>
            <a:ext cx="1372151" cy="549100"/>
          </a:xfrm>
          <a:prstGeom prst="rect">
            <a:avLst/>
          </a:prstGeom>
          <a:noFill/>
          <a:ln>
            <a:noFill/>
          </a:ln>
          <a:effectLst>
            <a:outerShdw blurRad="71438" dist="19050" dir="5220000" algn="bl" rotWithShape="0">
              <a:srgbClr val="D8D8D8"/>
            </a:outerShdw>
          </a:effectLst>
        </p:spPr>
      </p:pic>
      <p:sp>
        <p:nvSpPr>
          <p:cNvPr id="733" name="Google Shape;733;g2bee4f4af4b_0_204"/>
          <p:cNvSpPr txBox="1"/>
          <p:nvPr/>
        </p:nvSpPr>
        <p:spPr>
          <a:xfrm>
            <a:off x="497406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JNL692</a:t>
            </a:r>
            <a:endParaRPr sz="1000" b="0" i="0" u="none" strike="noStrike" cap="none" dirty="0">
              <a:solidFill>
                <a:srgbClr val="000000"/>
              </a:solidFill>
              <a:latin typeface="Poppins"/>
              <a:ea typeface="Poppins"/>
              <a:cs typeface="Poppins"/>
              <a:sym typeface="Poppins"/>
            </a:endParaRPr>
          </a:p>
        </p:txBody>
      </p:sp>
      <p:sp>
        <p:nvSpPr>
          <p:cNvPr id="734" name="Google Shape;734;g2bee4f4af4b_0_204"/>
          <p:cNvSpPr txBox="1"/>
          <p:nvPr/>
        </p:nvSpPr>
        <p:spPr>
          <a:xfrm>
            <a:off x="4859461" y="52565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pic>
        <p:nvPicPr>
          <p:cNvPr id="735" name="Google Shape;735;g2bee4f4af4b_0_204"/>
          <p:cNvPicPr preferRelativeResize="0"/>
          <p:nvPr/>
        </p:nvPicPr>
        <p:blipFill rotWithShape="1">
          <a:blip r:embed="rId6">
            <a:alphaModFix/>
          </a:blip>
          <a:srcRect/>
          <a:stretch/>
        </p:blipFill>
        <p:spPr>
          <a:xfrm>
            <a:off x="5073599" y="4232253"/>
            <a:ext cx="614525" cy="852902"/>
          </a:xfrm>
          <a:prstGeom prst="rect">
            <a:avLst/>
          </a:prstGeom>
          <a:noFill/>
          <a:ln>
            <a:noFill/>
          </a:ln>
          <a:effectLst>
            <a:outerShdw blurRad="71438" dist="19050" dir="5220000" algn="bl" rotWithShape="0">
              <a:srgbClr val="D8D8D8"/>
            </a:outerShdw>
          </a:effectLst>
        </p:spPr>
      </p:pic>
      <p:sp>
        <p:nvSpPr>
          <p:cNvPr id="736" name="Google Shape;736;g2bee4f4af4b_0_204"/>
          <p:cNvSpPr txBox="1"/>
          <p:nvPr/>
        </p:nvSpPr>
        <p:spPr>
          <a:xfrm>
            <a:off x="616164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JNL688</a:t>
            </a:r>
            <a:endParaRPr sz="1000" b="0" i="0" u="none" strike="noStrike" cap="none" dirty="0">
              <a:solidFill>
                <a:srgbClr val="000000"/>
              </a:solidFill>
              <a:latin typeface="Poppins"/>
              <a:ea typeface="Poppins"/>
              <a:cs typeface="Poppins"/>
              <a:sym typeface="Poppins"/>
            </a:endParaRPr>
          </a:p>
        </p:txBody>
      </p:sp>
      <p:sp>
        <p:nvSpPr>
          <p:cNvPr id="737" name="Google Shape;737;g2bee4f4af4b_0_204"/>
          <p:cNvSpPr txBox="1"/>
          <p:nvPr/>
        </p:nvSpPr>
        <p:spPr>
          <a:xfrm>
            <a:off x="595434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High Frequency Word Cards</a:t>
            </a:r>
            <a:endParaRPr sz="1400" b="0" i="0" u="none" strike="noStrike" cap="none">
              <a:solidFill>
                <a:srgbClr val="000000"/>
              </a:solidFill>
              <a:latin typeface="Poppins Medium"/>
              <a:ea typeface="Poppins Medium"/>
              <a:cs typeface="Poppins Medium"/>
              <a:sym typeface="Poppins Medium"/>
            </a:endParaRPr>
          </a:p>
        </p:txBody>
      </p:sp>
      <p:pic>
        <p:nvPicPr>
          <p:cNvPr id="738" name="Google Shape;738;g2bee4f4af4b_0_204"/>
          <p:cNvPicPr preferRelativeResize="0"/>
          <p:nvPr/>
        </p:nvPicPr>
        <p:blipFill rotWithShape="1">
          <a:blip r:embed="rId7">
            <a:alphaModFix/>
          </a:blip>
          <a:srcRect/>
          <a:stretch/>
        </p:blipFill>
        <p:spPr>
          <a:xfrm>
            <a:off x="6175021" y="4363493"/>
            <a:ext cx="786850" cy="590422"/>
          </a:xfrm>
          <a:prstGeom prst="rect">
            <a:avLst/>
          </a:prstGeom>
          <a:noFill/>
          <a:ln>
            <a:noFill/>
          </a:ln>
          <a:effectLst>
            <a:outerShdw blurRad="71438" dist="19050" dir="5220000" algn="bl" rotWithShape="0">
              <a:srgbClr val="D8D8D8"/>
            </a:outerShdw>
          </a:effectLst>
        </p:spPr>
      </p:pic>
      <p:sp>
        <p:nvSpPr>
          <p:cNvPr id="739" name="Google Shape;739;g2bee4f4af4b_0_204">
            <a:hlinkClick r:id="rId8" action="ppaction://hlinksldjump"/>
          </p:cNvPr>
          <p:cNvSpPr/>
          <p:nvPr/>
        </p:nvSpPr>
        <p:spPr>
          <a:xfrm>
            <a:off x="959714" y="3955424"/>
            <a:ext cx="1378500" cy="1670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0" name="Google Shape;740;g2bee4f4af4b_0_204">
            <a:hlinkClick r:id="rId9" action="ppaction://hlinksldjump"/>
          </p:cNvPr>
          <p:cNvSpPr/>
          <p:nvPr/>
        </p:nvSpPr>
        <p:spPr>
          <a:xfrm>
            <a:off x="2423225" y="3812961"/>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1" name="Google Shape;741;g2bee4f4af4b_0_204">
            <a:hlinkClick r:id="rId10" action="ppaction://hlinksldjump"/>
          </p:cNvPr>
          <p:cNvSpPr/>
          <p:nvPr/>
        </p:nvSpPr>
        <p:spPr>
          <a:xfrm>
            <a:off x="3661843" y="3787940"/>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2" name="Google Shape;742;g2bee4f4af4b_0_204">
            <a:hlinkClick r:id="rId11" action="ppaction://hlinksldjump"/>
          </p:cNvPr>
          <p:cNvSpPr/>
          <p:nvPr/>
        </p:nvSpPr>
        <p:spPr>
          <a:xfrm>
            <a:off x="4876327" y="3728114"/>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3" name="Google Shape;743;g2bee4f4af4b_0_204">
            <a:hlinkClick r:id="rId12" action="ppaction://hlinksldjump"/>
          </p:cNvPr>
          <p:cNvSpPr/>
          <p:nvPr/>
        </p:nvSpPr>
        <p:spPr>
          <a:xfrm>
            <a:off x="6070296" y="3632774"/>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48"/>
        <p:cNvGrpSpPr/>
        <p:nvPr/>
      </p:nvGrpSpPr>
      <p:grpSpPr>
        <a:xfrm>
          <a:off x="0" y="0"/>
          <a:ext cx="0" cy="0"/>
          <a:chOff x="0" y="0"/>
          <a:chExt cx="0" cy="0"/>
        </a:xfrm>
      </p:grpSpPr>
      <p:sp>
        <p:nvSpPr>
          <p:cNvPr id="749" name="Google Shape;749;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750" name="Google Shape;750;g26b641b03cd_0_165"/>
          <p:cNvGrpSpPr/>
          <p:nvPr/>
        </p:nvGrpSpPr>
        <p:grpSpPr>
          <a:xfrm>
            <a:off x="930400" y="2129444"/>
            <a:ext cx="7283200" cy="3724851"/>
            <a:chOff x="930400" y="2129444"/>
            <a:chExt cx="7283200" cy="3724851"/>
          </a:xfrm>
        </p:grpSpPr>
        <p:pic>
          <p:nvPicPr>
            <p:cNvPr id="751" name="Google Shape;751;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752" name="Google Shape;752;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753" name="Google Shape;753;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754" name="Google Shape;754;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755" name="Google Shape;755;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756" name="Google Shape;756;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757" name="Google Shape;757;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758" name="Google Shape;758;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759" name="Google Shape;759;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760" name="Google Shape;760;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761" name="Google Shape;761;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762" name="Google Shape;762;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763" name="Google Shape;763;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764" name="Google Shape;764;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765" name="Google Shape;765;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766" name="Google Shape;766;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767" name="Google Shape;767;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768" name="Google Shape;768;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69" name="Google Shape;769;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70" name="Google Shape;770;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71" name="Google Shape;771;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72" name="Google Shape;772;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73" name="Google Shape;773;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78"/>
        <p:cNvGrpSpPr/>
        <p:nvPr/>
      </p:nvGrpSpPr>
      <p:grpSpPr>
        <a:xfrm>
          <a:off x="0" y="0"/>
          <a:ext cx="0" cy="0"/>
          <a:chOff x="0" y="0"/>
          <a:chExt cx="0" cy="0"/>
        </a:xfrm>
      </p:grpSpPr>
      <p:sp>
        <p:nvSpPr>
          <p:cNvPr id="779" name="Google Shape;779;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780" name="Google Shape;780;g26b7edf6e71_0_26"/>
          <p:cNvPicPr preferRelativeResize="0"/>
          <p:nvPr/>
        </p:nvPicPr>
        <p:blipFill rotWithShape="1">
          <a:blip r:embed="rId3">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86"/>
              </a:srgbClr>
            </a:outerShdw>
          </a:effectLst>
        </p:spPr>
      </p:pic>
      <p:pic>
        <p:nvPicPr>
          <p:cNvPr id="781" name="Google Shape;781;g26b7edf6e71_0_26"/>
          <p:cNvPicPr preferRelativeResize="0"/>
          <p:nvPr/>
        </p:nvPicPr>
        <p:blipFill rotWithShape="1">
          <a:blip r:embed="rId4">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82" name="Google Shape;782;g26b7edf6e71_0_26"/>
          <p:cNvPicPr preferRelativeResize="0"/>
          <p:nvPr/>
        </p:nvPicPr>
        <p:blipFill rotWithShape="1">
          <a:blip r:embed="rId5">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783" name="Google Shape;783;g26b7edf6e71_0_26"/>
          <p:cNvPicPr preferRelativeResize="0"/>
          <p:nvPr/>
        </p:nvPicPr>
        <p:blipFill rotWithShape="1">
          <a:blip r:embed="rId6">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784" name="Google Shape;784;g26b7edf6e71_0_26"/>
          <p:cNvPicPr preferRelativeResize="0"/>
          <p:nvPr/>
        </p:nvPicPr>
        <p:blipFill rotWithShape="1">
          <a:blip r:embed="rId7">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85" name="Google Shape;785;g26b7edf6e71_0_26"/>
          <p:cNvPicPr preferRelativeResize="0"/>
          <p:nvPr/>
        </p:nvPicPr>
        <p:blipFill rotWithShape="1">
          <a:blip r:embed="rId8">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86" name="Google Shape;786;g26b7edf6e71_0_26"/>
          <p:cNvPicPr preferRelativeResize="0"/>
          <p:nvPr/>
        </p:nvPicPr>
        <p:blipFill rotWithShape="1">
          <a:blip r:embed="rId9">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787" name="Google Shape;787;g26b7edf6e71_0_26"/>
          <p:cNvPicPr preferRelativeResize="0"/>
          <p:nvPr/>
        </p:nvPicPr>
        <p:blipFill rotWithShape="1">
          <a:blip r:embed="rId10">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88" name="Google Shape;788;g26b7edf6e71_0_26"/>
          <p:cNvPicPr preferRelativeResize="0"/>
          <p:nvPr/>
        </p:nvPicPr>
        <p:blipFill rotWithShape="1">
          <a:blip r:embed="rId11">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89" name="Google Shape;789;g26b7edf6e71_0_26"/>
          <p:cNvPicPr preferRelativeResize="0"/>
          <p:nvPr/>
        </p:nvPicPr>
        <p:blipFill rotWithShape="1">
          <a:blip r:embed="rId12">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90" name="Google Shape;790;g26b7edf6e71_0_26"/>
          <p:cNvPicPr preferRelativeResize="0"/>
          <p:nvPr/>
        </p:nvPicPr>
        <p:blipFill rotWithShape="1">
          <a:blip r:embed="rId13">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91" name="Google Shape;791;g26b7edf6e71_0_26"/>
          <p:cNvPicPr preferRelativeResize="0"/>
          <p:nvPr/>
        </p:nvPicPr>
        <p:blipFill rotWithShape="1">
          <a:blip r:embed="rId14">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92" name="Google Shape;792;g26b7edf6e71_0_26"/>
          <p:cNvPicPr preferRelativeResize="0"/>
          <p:nvPr/>
        </p:nvPicPr>
        <p:blipFill rotWithShape="1">
          <a:blip r:embed="rId15">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793" name="Google Shape;793;g26b7edf6e71_0_26"/>
          <p:cNvPicPr preferRelativeResize="0"/>
          <p:nvPr/>
        </p:nvPicPr>
        <p:blipFill rotWithShape="1">
          <a:blip r:embed="rId16">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794" name="Google Shape;794;g26b7edf6e71_0_26"/>
          <p:cNvPicPr preferRelativeResize="0"/>
          <p:nvPr/>
        </p:nvPicPr>
        <p:blipFill rotWithShape="1">
          <a:blip r:embed="rId17">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95" name="Google Shape;795;g26b7edf6e71_0_26"/>
          <p:cNvPicPr preferRelativeResize="0"/>
          <p:nvPr/>
        </p:nvPicPr>
        <p:blipFill rotWithShape="1">
          <a:blip r:embed="rId18">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796" name="Google Shape;796;g26b7edf6e71_0_26"/>
          <p:cNvPicPr preferRelativeResize="0"/>
          <p:nvPr/>
        </p:nvPicPr>
        <p:blipFill rotWithShape="1">
          <a:blip r:embed="rId19">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97" name="Google Shape;797;g26b7edf6e71_0_26"/>
          <p:cNvPicPr preferRelativeResize="0"/>
          <p:nvPr/>
        </p:nvPicPr>
        <p:blipFill rotWithShape="1">
          <a:blip r:embed="rId20">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798" name="Google Shape;798;g26b7edf6e71_0_26"/>
          <p:cNvPicPr preferRelativeResize="0"/>
          <p:nvPr/>
        </p:nvPicPr>
        <p:blipFill rotWithShape="1">
          <a:blip r:embed="rId21">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799" name="Google Shape;799;g26b7edf6e71_0_26"/>
          <p:cNvPicPr preferRelativeResize="0"/>
          <p:nvPr/>
        </p:nvPicPr>
        <p:blipFill rotWithShape="1">
          <a:blip r:embed="rId22">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800" name="Google Shape;800;g26b7edf6e71_0_26"/>
          <p:cNvPicPr preferRelativeResize="0"/>
          <p:nvPr/>
        </p:nvPicPr>
        <p:blipFill rotWithShape="1">
          <a:blip r:embed="rId23">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801" name="Google Shape;801;g26b7edf6e71_0_26"/>
          <p:cNvPicPr preferRelativeResize="0"/>
          <p:nvPr/>
        </p:nvPicPr>
        <p:blipFill rotWithShape="1">
          <a:blip r:embed="rId24">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06"/>
        <p:cNvGrpSpPr/>
        <p:nvPr/>
      </p:nvGrpSpPr>
      <p:grpSpPr>
        <a:xfrm>
          <a:off x="0" y="0"/>
          <a:ext cx="0" cy="0"/>
          <a:chOff x="0" y="0"/>
          <a:chExt cx="0" cy="0"/>
        </a:xfrm>
      </p:grpSpPr>
      <p:sp>
        <p:nvSpPr>
          <p:cNvPr id="807" name="Google Shape;807;g2c71408be6c_0_2"/>
          <p:cNvSpPr txBox="1"/>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Poppins"/>
                <a:ea typeface="Poppins"/>
                <a:cs typeface="Poppins"/>
                <a:sym typeface="Poppins"/>
              </a:rPr>
              <a:t>Review the Alphabet Song</a:t>
            </a:r>
            <a:endParaRPr sz="2400" b="0" i="0" u="none" strike="noStrike" cap="none">
              <a:solidFill>
                <a:srgbClr val="000000"/>
              </a:solidFill>
              <a:latin typeface="Poppins"/>
              <a:ea typeface="Poppins"/>
              <a:cs typeface="Poppins"/>
              <a:sym typeface="Poppins"/>
            </a:endParaRPr>
          </a:p>
        </p:txBody>
      </p:sp>
      <p:sp>
        <p:nvSpPr>
          <p:cNvPr id="808" name="Google Shape;808;g2c71408be6c_0_2"/>
          <p:cNvSpPr txBox="1"/>
          <p:nvPr/>
        </p:nvSpPr>
        <p:spPr>
          <a:xfrm>
            <a:off x="876925" y="1865475"/>
            <a:ext cx="7272000" cy="3587400"/>
          </a:xfrm>
          <a:prstGeom prst="rect">
            <a:avLst/>
          </a:prstGeom>
          <a:noFill/>
          <a:ln>
            <a:noFill/>
          </a:ln>
        </p:spPr>
        <p:txBody>
          <a:bodyPr spcFirstLastPara="1" wrap="square" lIns="91425" tIns="91425" rIns="91425" bIns="91425" anchor="t" anchorCtr="0">
            <a:noAutofit/>
          </a:bodyPr>
          <a:lstStyle/>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a, b, c, d, e, f, g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h, i, j, k, l, m, n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o, p, q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r, s, t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u v w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x y z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Now I know my abc's, </a:t>
            </a:r>
            <a:br>
              <a:rPr lang="en-US" sz="2500" b="0" i="0" u="none" strike="noStrike" cap="none">
                <a:solidFill>
                  <a:srgbClr val="000000"/>
                </a:solidFill>
                <a:latin typeface="Poppins"/>
                <a:ea typeface="Poppins"/>
                <a:cs typeface="Poppins"/>
                <a:sym typeface="Poppins"/>
              </a:rPr>
            </a:br>
            <a:r>
              <a:rPr lang="en-US" sz="2500" b="0" i="0" u="none" strike="noStrike" cap="none">
                <a:solidFill>
                  <a:srgbClr val="000000"/>
                </a:solidFill>
                <a:latin typeface="Poppins"/>
                <a:ea typeface="Poppins"/>
                <a:cs typeface="Poppins"/>
                <a:sym typeface="Poppins"/>
              </a:rPr>
              <a:t>Next time won't you sing with me.</a:t>
            </a:r>
            <a:endParaRPr sz="2500" b="0" i="0" u="none" strike="noStrike" cap="none">
              <a:solidFill>
                <a:srgbClr val="000000"/>
              </a:solidFill>
              <a:latin typeface="Poppins"/>
              <a:ea typeface="Poppins"/>
              <a:cs typeface="Poppins"/>
              <a:sym typeface="Poppins"/>
            </a:endParaRPr>
          </a:p>
        </p:txBody>
      </p:sp>
      <p:pic>
        <p:nvPicPr>
          <p:cNvPr id="809" name="Google Shape;809;g2c71408be6c_0_2"/>
          <p:cNvPicPr preferRelativeResize="0"/>
          <p:nvPr/>
        </p:nvPicPr>
        <p:blipFill rotWithShape="1">
          <a:blip r:embed="rId3">
            <a:alphaModFix/>
          </a:blip>
          <a:srcRect/>
          <a:stretch/>
        </p:blipFill>
        <p:spPr>
          <a:xfrm>
            <a:off x="2506700" y="4770088"/>
            <a:ext cx="4130601" cy="12432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14"/>
        <p:cNvGrpSpPr/>
        <p:nvPr/>
      </p:nvGrpSpPr>
      <p:grpSpPr>
        <a:xfrm>
          <a:off x="0" y="0"/>
          <a:ext cx="0" cy="0"/>
          <a:chOff x="0" y="0"/>
          <a:chExt cx="0" cy="0"/>
        </a:xfrm>
      </p:grpSpPr>
      <p:sp>
        <p:nvSpPr>
          <p:cNvPr id="815" name="Google Shape;815;g2c186218c5a_0_1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USING JL691</a:t>
            </a:r>
            <a:endParaRPr/>
          </a:p>
        </p:txBody>
      </p:sp>
      <p:sp>
        <p:nvSpPr>
          <p:cNvPr id="816" name="Google Shape;816;g2c186218c5a_0_1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sp>
        <p:nvSpPr>
          <p:cNvPr id="817" name="Google Shape;817;g2c186218c5a_0_17"/>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818" name="Google Shape;818;g2c186218c5a_0_17"/>
          <p:cNvPicPr preferRelativeResize="0"/>
          <p:nvPr/>
        </p:nvPicPr>
        <p:blipFill rotWithShape="1">
          <a:blip r:embed="rId3">
            <a:alphaModFix/>
          </a:blip>
          <a:srcRect t="39" b="39"/>
          <a:stretch/>
        </p:blipFill>
        <p:spPr>
          <a:xfrm>
            <a:off x="1943800" y="827425"/>
            <a:ext cx="5256401" cy="2101675"/>
          </a:xfrm>
          <a:prstGeom prst="rect">
            <a:avLst/>
          </a:prstGeom>
          <a:noFill/>
          <a:ln>
            <a:noFill/>
          </a:ln>
          <a:effectLst>
            <a:outerShdw blurRad="71438" dist="19050" dir="5400000" algn="bl" rotWithShape="0">
              <a:srgbClr val="000000">
                <a:alpha val="20000"/>
              </a:srgbClr>
            </a:outerShdw>
          </a:effectLst>
        </p:spPr>
      </p:pic>
      <p:cxnSp>
        <p:nvCxnSpPr>
          <p:cNvPr id="819" name="Google Shape;819;g2c186218c5a_0_17"/>
          <p:cNvCxnSpPr/>
          <p:nvPr/>
        </p:nvCxnSpPr>
        <p:spPr>
          <a:xfrm>
            <a:off x="865586" y="3153385"/>
            <a:ext cx="7283100" cy="0"/>
          </a:xfrm>
          <a:prstGeom prst="straightConnector1">
            <a:avLst/>
          </a:prstGeom>
          <a:noFill/>
          <a:ln w="9525" cap="flat" cmpd="sng">
            <a:solidFill>
              <a:srgbClr val="BFBFBF"/>
            </a:solidFill>
            <a:prstDash val="solid"/>
            <a:miter lim="800000"/>
            <a:headEnd type="none" w="sm" len="sm"/>
            <a:tailEnd type="none" w="sm" len="sm"/>
          </a:ln>
        </p:spPr>
      </p:cxnSp>
      <p:pic>
        <p:nvPicPr>
          <p:cNvPr id="820" name="Google Shape;820;g2c186218c5a_0_17"/>
          <p:cNvPicPr preferRelativeResize="0"/>
          <p:nvPr/>
        </p:nvPicPr>
        <p:blipFill rotWithShape="1">
          <a:blip r:embed="rId4">
            <a:alphaModFix/>
          </a:blip>
          <a:srcRect t="149" b="149"/>
          <a:stretch/>
        </p:blipFill>
        <p:spPr>
          <a:xfrm>
            <a:off x="1943800" y="3310100"/>
            <a:ext cx="5256401" cy="2101675"/>
          </a:xfrm>
          <a:prstGeom prst="rect">
            <a:avLst/>
          </a:prstGeom>
          <a:noFill/>
          <a:ln>
            <a:noFill/>
          </a:ln>
          <a:effectLst>
            <a:outerShdw blurRad="71438" dist="19050" dir="5400000" algn="bl" rotWithShape="0">
              <a:srgbClr val="000000">
                <a:alpha val="20000"/>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25"/>
        <p:cNvGrpSpPr/>
        <p:nvPr/>
      </p:nvGrpSpPr>
      <p:grpSpPr>
        <a:xfrm>
          <a:off x="0" y="0"/>
          <a:ext cx="0" cy="0"/>
          <a:chOff x="0" y="0"/>
          <a:chExt cx="0" cy="0"/>
        </a:xfrm>
      </p:grpSpPr>
      <p:pic>
        <p:nvPicPr>
          <p:cNvPr id="826" name="Google Shape;826;g26b641b03cd_0_185"/>
          <p:cNvPicPr preferRelativeResize="0"/>
          <p:nvPr/>
        </p:nvPicPr>
        <p:blipFill rotWithShape="1">
          <a:blip r:embed="rId3">
            <a:alphaModFix/>
          </a:blip>
          <a:srcRect t="39" b="39"/>
          <a:stretch/>
        </p:blipFill>
        <p:spPr>
          <a:xfrm>
            <a:off x="1943800" y="827425"/>
            <a:ext cx="5256401" cy="2101675"/>
          </a:xfrm>
          <a:prstGeom prst="rect">
            <a:avLst/>
          </a:prstGeom>
          <a:noFill/>
          <a:ln>
            <a:noFill/>
          </a:ln>
          <a:effectLst>
            <a:outerShdw blurRad="71438" dist="19050" dir="5400000" algn="bl" rotWithShape="0">
              <a:srgbClr val="000000">
                <a:alpha val="20000"/>
              </a:srgbClr>
            </a:outerShdw>
          </a:effectLst>
        </p:spPr>
      </p:pic>
      <p:pic>
        <p:nvPicPr>
          <p:cNvPr id="827" name="Google Shape;827;g26b641b03cd_0_185"/>
          <p:cNvPicPr preferRelativeResize="0"/>
          <p:nvPr/>
        </p:nvPicPr>
        <p:blipFill rotWithShape="1">
          <a:blip r:embed="rId4">
            <a:alphaModFix/>
          </a:blip>
          <a:srcRect t="149" b="149"/>
          <a:stretch/>
        </p:blipFill>
        <p:spPr>
          <a:xfrm>
            <a:off x="1943800" y="3310100"/>
            <a:ext cx="5256401" cy="2101675"/>
          </a:xfrm>
          <a:prstGeom prst="rect">
            <a:avLst/>
          </a:prstGeom>
          <a:noFill/>
          <a:ln>
            <a:noFill/>
          </a:ln>
          <a:effectLst>
            <a:outerShdw blurRad="71438" dist="19050" dir="5400000" algn="bl" rotWithShape="0">
              <a:srgbClr val="000000">
                <a:alpha val="20000"/>
              </a:srgbClr>
            </a:outerShdw>
          </a:effectLst>
        </p:spPr>
      </p:pic>
      <p:sp>
        <p:nvSpPr>
          <p:cNvPr id="828" name="Google Shape;828;g26b641b03cd_0_18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JNL691</a:t>
            </a:r>
            <a:endParaRPr dirty="0"/>
          </a:p>
        </p:txBody>
      </p:sp>
      <p:sp>
        <p:nvSpPr>
          <p:cNvPr id="829" name="Google Shape;829;g26b641b03cd_0_18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sp>
        <p:nvSpPr>
          <p:cNvPr id="830" name="Google Shape;830;g26b641b03cd_0_18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cxnSp>
        <p:nvCxnSpPr>
          <p:cNvPr id="831" name="Google Shape;831;g26b641b03cd_0_185"/>
          <p:cNvCxnSpPr/>
          <p:nvPr/>
        </p:nvCxnSpPr>
        <p:spPr>
          <a:xfrm>
            <a:off x="865586" y="3153385"/>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832" name="Google Shape;832;g26b641b03cd_0_185"/>
          <p:cNvGrpSpPr/>
          <p:nvPr/>
        </p:nvGrpSpPr>
        <p:grpSpPr>
          <a:xfrm>
            <a:off x="6799775" y="1463138"/>
            <a:ext cx="1558225" cy="830250"/>
            <a:chOff x="3203200" y="2683688"/>
            <a:chExt cx="1558225" cy="830250"/>
          </a:xfrm>
        </p:grpSpPr>
        <p:pic>
          <p:nvPicPr>
            <p:cNvPr id="833" name="Google Shape;833;g26b641b03cd_0_185"/>
            <p:cNvPicPr preferRelativeResize="0"/>
            <p:nvPr/>
          </p:nvPicPr>
          <p:blipFill rotWithShape="1">
            <a:blip r:embed="rId5">
              <a:alphaModFix/>
            </a:blip>
            <a:srcRect/>
            <a:stretch/>
          </p:blipFill>
          <p:spPr>
            <a:xfrm flipH="1">
              <a:off x="3203200" y="2683688"/>
              <a:ext cx="1558225" cy="830250"/>
            </a:xfrm>
            <a:prstGeom prst="rect">
              <a:avLst/>
            </a:prstGeom>
            <a:noFill/>
            <a:ln>
              <a:noFill/>
            </a:ln>
          </p:spPr>
        </p:pic>
        <p:sp>
          <p:nvSpPr>
            <p:cNvPr id="834" name="Google Shape;834;g26b641b03cd_0_185"/>
            <p:cNvSpPr txBox="1"/>
            <p:nvPr/>
          </p:nvSpPr>
          <p:spPr>
            <a:xfrm>
              <a:off x="3470899" y="2697825"/>
              <a:ext cx="1208100" cy="5586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3500"/>
                <a:buFont typeface="Arial"/>
                <a:buNone/>
              </a:pPr>
              <a:r>
                <a:rPr lang="en-US" sz="3500" b="0" i="0" u="none" strike="noStrike" cap="none">
                  <a:solidFill>
                    <a:srgbClr val="00904C"/>
                  </a:solidFill>
                  <a:latin typeface="Jost"/>
                  <a:ea typeface="Jost"/>
                  <a:cs typeface="Jost"/>
                  <a:sym typeface="Jost"/>
                </a:rPr>
                <a:t>/ow/</a:t>
              </a:r>
              <a:endParaRPr sz="3500" b="0" i="0" u="none" strike="noStrike" cap="none">
                <a:solidFill>
                  <a:srgbClr val="00904C"/>
                </a:solidFill>
                <a:latin typeface="Jost"/>
                <a:ea typeface="Jost"/>
                <a:cs typeface="Jost"/>
                <a:sym typeface="Jost"/>
              </a:endParaRPr>
            </a:p>
          </p:txBody>
        </p:sp>
      </p:grpSp>
      <p:grpSp>
        <p:nvGrpSpPr>
          <p:cNvPr id="835" name="Google Shape;835;g26b641b03cd_0_185"/>
          <p:cNvGrpSpPr/>
          <p:nvPr/>
        </p:nvGrpSpPr>
        <p:grpSpPr>
          <a:xfrm>
            <a:off x="6799775" y="3981075"/>
            <a:ext cx="1558225" cy="830250"/>
            <a:chOff x="3203200" y="2683688"/>
            <a:chExt cx="1558225" cy="830250"/>
          </a:xfrm>
        </p:grpSpPr>
        <p:pic>
          <p:nvPicPr>
            <p:cNvPr id="836" name="Google Shape;836;g26b641b03cd_0_185"/>
            <p:cNvPicPr preferRelativeResize="0"/>
            <p:nvPr/>
          </p:nvPicPr>
          <p:blipFill rotWithShape="1">
            <a:blip r:embed="rId5">
              <a:alphaModFix/>
            </a:blip>
            <a:srcRect/>
            <a:stretch/>
          </p:blipFill>
          <p:spPr>
            <a:xfrm flipH="1">
              <a:off x="3203200" y="2683688"/>
              <a:ext cx="1558225" cy="830250"/>
            </a:xfrm>
            <a:prstGeom prst="rect">
              <a:avLst/>
            </a:prstGeom>
            <a:noFill/>
            <a:ln>
              <a:noFill/>
            </a:ln>
          </p:spPr>
        </p:pic>
        <p:sp>
          <p:nvSpPr>
            <p:cNvPr id="837" name="Google Shape;837;g26b641b03cd_0_185"/>
            <p:cNvSpPr txBox="1"/>
            <p:nvPr/>
          </p:nvSpPr>
          <p:spPr>
            <a:xfrm>
              <a:off x="3470899" y="2706291"/>
              <a:ext cx="1208100" cy="5586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3500"/>
                <a:buFont typeface="Arial"/>
                <a:buNone/>
              </a:pPr>
              <a:r>
                <a:rPr lang="en-US" sz="3500" b="0" i="0" u="none" strike="noStrike" cap="none">
                  <a:solidFill>
                    <a:srgbClr val="00904C"/>
                  </a:solidFill>
                  <a:latin typeface="Jost"/>
                  <a:ea typeface="Jost"/>
                  <a:cs typeface="Jost"/>
                  <a:sym typeface="Jost"/>
                </a:rPr>
                <a:t>/o</a:t>
              </a:r>
              <a:r>
                <a:rPr lang="en-US" sz="3000" b="0" i="0" u="none" strike="noStrike" cap="none">
                  <a:solidFill>
                    <a:srgbClr val="00904C"/>
                  </a:solidFill>
                  <a:latin typeface="Poppins"/>
                  <a:ea typeface="Poppins"/>
                  <a:cs typeface="Poppins"/>
                  <a:sym typeface="Poppins"/>
                </a:rPr>
                <a:t>a</a:t>
              </a:r>
              <a:r>
                <a:rPr lang="en-US" sz="3500" b="0" i="0" u="none" strike="noStrike" cap="none">
                  <a:solidFill>
                    <a:srgbClr val="00904C"/>
                  </a:solidFill>
                  <a:latin typeface="Jost"/>
                  <a:ea typeface="Jost"/>
                  <a:cs typeface="Jost"/>
                  <a:sym typeface="Jost"/>
                </a:rPr>
                <a:t>/</a:t>
              </a:r>
              <a:endParaRPr sz="3500" b="0" i="0" u="none" strike="noStrike" cap="none">
                <a:solidFill>
                  <a:srgbClr val="00904C"/>
                </a:solidFill>
                <a:latin typeface="Jost"/>
                <a:ea typeface="Jost"/>
                <a:cs typeface="Jost"/>
                <a:sym typeface="Jost"/>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42"/>
        <p:cNvGrpSpPr/>
        <p:nvPr/>
      </p:nvGrpSpPr>
      <p:grpSpPr>
        <a:xfrm>
          <a:off x="0" y="0"/>
          <a:ext cx="0" cy="0"/>
          <a:chOff x="0" y="0"/>
          <a:chExt cx="0" cy="0"/>
        </a:xfrm>
      </p:grpSpPr>
      <p:sp>
        <p:nvSpPr>
          <p:cNvPr id="843" name="Google Shape;843;g2c186218c5a_0_2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844" name="Google Shape;844;g2c186218c5a_0_2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Grapheme Caption</a:t>
            </a:r>
            <a:endParaRPr/>
          </a:p>
        </p:txBody>
      </p:sp>
      <p:sp>
        <p:nvSpPr>
          <p:cNvPr id="845" name="Google Shape;845;g2c186218c5a_0_2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846" name="Google Shape;846;g2c186218c5a_0_25"/>
          <p:cNvPicPr preferRelativeResize="0"/>
          <p:nvPr/>
        </p:nvPicPr>
        <p:blipFill rotWithShape="1">
          <a:blip r:embed="rId3">
            <a:alphaModFix/>
          </a:blip>
          <a:srcRect l="79" r="79"/>
          <a:stretch/>
        </p:blipFill>
        <p:spPr>
          <a:xfrm>
            <a:off x="1441162" y="1197025"/>
            <a:ext cx="2826422" cy="4000650"/>
          </a:xfrm>
          <a:prstGeom prst="rect">
            <a:avLst/>
          </a:prstGeom>
          <a:noFill/>
          <a:ln>
            <a:noFill/>
          </a:ln>
          <a:effectLst>
            <a:outerShdw blurRad="71438" dist="19050" dir="5400000" algn="bl" rotWithShape="0">
              <a:srgbClr val="000000">
                <a:alpha val="18039"/>
              </a:srgbClr>
            </a:outerShdw>
          </a:effectLst>
        </p:spPr>
      </p:pic>
      <p:cxnSp>
        <p:nvCxnSpPr>
          <p:cNvPr id="847" name="Google Shape;847;g2c186218c5a_0_25"/>
          <p:cNvCxnSpPr/>
          <p:nvPr/>
        </p:nvCxnSpPr>
        <p:spPr>
          <a:xfrm>
            <a:off x="4572000" y="997375"/>
            <a:ext cx="0" cy="4407900"/>
          </a:xfrm>
          <a:prstGeom prst="straightConnector1">
            <a:avLst/>
          </a:prstGeom>
          <a:noFill/>
          <a:ln w="9525" cap="flat" cmpd="sng">
            <a:solidFill>
              <a:srgbClr val="BFBFBF"/>
            </a:solidFill>
            <a:prstDash val="solid"/>
            <a:miter lim="800000"/>
            <a:headEnd type="none" w="sm" len="sm"/>
            <a:tailEnd type="none" w="sm" len="sm"/>
          </a:ln>
        </p:spPr>
      </p:cxnSp>
      <p:pic>
        <p:nvPicPr>
          <p:cNvPr id="848" name="Google Shape;848;g2c186218c5a_0_25"/>
          <p:cNvPicPr preferRelativeResize="0"/>
          <p:nvPr/>
        </p:nvPicPr>
        <p:blipFill rotWithShape="1">
          <a:blip r:embed="rId4">
            <a:alphaModFix/>
          </a:blip>
          <a:srcRect l="19" r="29"/>
          <a:stretch/>
        </p:blipFill>
        <p:spPr>
          <a:xfrm>
            <a:off x="4876415" y="1197025"/>
            <a:ext cx="2826422" cy="4000649"/>
          </a:xfrm>
          <a:prstGeom prst="rect">
            <a:avLst/>
          </a:prstGeom>
          <a:noFill/>
          <a:ln>
            <a:noFill/>
          </a:ln>
          <a:effectLst>
            <a:outerShdw blurRad="71438" dist="19050" dir="5400000" algn="bl" rotWithShape="0">
              <a:srgbClr val="000000">
                <a:alpha val="18039"/>
              </a:srgbClr>
            </a:outerShdw>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53"/>
        <p:cNvGrpSpPr/>
        <p:nvPr/>
      </p:nvGrpSpPr>
      <p:grpSpPr>
        <a:xfrm>
          <a:off x="0" y="0"/>
          <a:ext cx="0" cy="0"/>
          <a:chOff x="0" y="0"/>
          <a:chExt cx="0" cy="0"/>
        </a:xfrm>
      </p:grpSpPr>
      <p:sp>
        <p:nvSpPr>
          <p:cNvPr id="854" name="Google Shape;854;g26b641b03cd_0_19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855" name="Google Shape;855;g26b641b03cd_0_19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Lowercase Formation</a:t>
            </a:r>
            <a:endParaRPr/>
          </a:p>
        </p:txBody>
      </p:sp>
      <p:sp>
        <p:nvSpPr>
          <p:cNvPr id="856" name="Google Shape;856;g26b641b03cd_0_192"/>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cxnSp>
        <p:nvCxnSpPr>
          <p:cNvPr id="857" name="Google Shape;857;g26b641b03cd_0_192"/>
          <p:cNvCxnSpPr/>
          <p:nvPr/>
        </p:nvCxnSpPr>
        <p:spPr>
          <a:xfrm>
            <a:off x="4572000" y="997375"/>
            <a:ext cx="0" cy="4407900"/>
          </a:xfrm>
          <a:prstGeom prst="straightConnector1">
            <a:avLst/>
          </a:prstGeom>
          <a:noFill/>
          <a:ln w="9525" cap="flat" cmpd="sng">
            <a:solidFill>
              <a:srgbClr val="BFBFBF"/>
            </a:solidFill>
            <a:prstDash val="solid"/>
            <a:miter lim="800000"/>
            <a:headEnd type="none" w="sm" len="sm"/>
            <a:tailEnd type="none" w="sm" len="sm"/>
          </a:ln>
        </p:spPr>
      </p:cxnSp>
      <p:pic>
        <p:nvPicPr>
          <p:cNvPr id="858" name="Google Shape;858;g26b641b03cd_0_192"/>
          <p:cNvPicPr preferRelativeResize="0"/>
          <p:nvPr/>
        </p:nvPicPr>
        <p:blipFill rotWithShape="1">
          <a:blip r:embed="rId3">
            <a:alphaModFix/>
          </a:blip>
          <a:srcRect l="79" r="79"/>
          <a:stretch/>
        </p:blipFill>
        <p:spPr>
          <a:xfrm>
            <a:off x="1441162" y="1197025"/>
            <a:ext cx="2826422" cy="4000650"/>
          </a:xfrm>
          <a:prstGeom prst="rect">
            <a:avLst/>
          </a:prstGeom>
          <a:noFill/>
          <a:ln>
            <a:noFill/>
          </a:ln>
          <a:effectLst>
            <a:outerShdw blurRad="71438" dist="19050" dir="5400000" algn="bl" rotWithShape="0">
              <a:srgbClr val="000000">
                <a:alpha val="18039"/>
              </a:srgbClr>
            </a:outerShdw>
          </a:effectLst>
        </p:spPr>
      </p:pic>
      <p:pic>
        <p:nvPicPr>
          <p:cNvPr id="859" name="Google Shape;859;g26b641b03cd_0_192"/>
          <p:cNvPicPr preferRelativeResize="0"/>
          <p:nvPr/>
        </p:nvPicPr>
        <p:blipFill rotWithShape="1">
          <a:blip r:embed="rId4">
            <a:alphaModFix/>
          </a:blip>
          <a:srcRect l="19" r="29"/>
          <a:stretch/>
        </p:blipFill>
        <p:spPr>
          <a:xfrm>
            <a:off x="4876415" y="1197025"/>
            <a:ext cx="2826422" cy="4000649"/>
          </a:xfrm>
          <a:prstGeom prst="rect">
            <a:avLst/>
          </a:prstGeom>
          <a:noFill/>
          <a:ln>
            <a:noFill/>
          </a:ln>
          <a:effectLst>
            <a:outerShdw blurRad="71438" dist="19050" dir="5400000" algn="bl" rotWithShape="0">
              <a:srgbClr val="000000">
                <a:alpha val="18039"/>
              </a:srgbClr>
            </a:outerShdw>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64"/>
        <p:cNvGrpSpPr/>
        <p:nvPr/>
      </p:nvGrpSpPr>
      <p:grpSpPr>
        <a:xfrm>
          <a:off x="0" y="0"/>
          <a:ext cx="0" cy="0"/>
          <a:chOff x="0" y="0"/>
          <a:chExt cx="0" cy="0"/>
        </a:xfrm>
      </p:grpSpPr>
      <p:sp>
        <p:nvSpPr>
          <p:cNvPr id="865" name="Google Shape;865;g2c186218c5a_0_4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 </a:t>
            </a:r>
            <a:endParaRPr/>
          </a:p>
        </p:txBody>
      </p:sp>
      <p:sp>
        <p:nvSpPr>
          <p:cNvPr id="866" name="Google Shape;866;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867" name="Google Shape;867;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72"/>
        <p:cNvGrpSpPr/>
        <p:nvPr/>
      </p:nvGrpSpPr>
      <p:grpSpPr>
        <a:xfrm>
          <a:off x="0" y="0"/>
          <a:ext cx="0" cy="0"/>
          <a:chOff x="0" y="0"/>
          <a:chExt cx="0" cy="0"/>
        </a:xfrm>
      </p:grpSpPr>
      <p:sp>
        <p:nvSpPr>
          <p:cNvPr id="873" name="Google Shape;873;g2c4fd7a3c22_2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874" name="Google Shape;874;g2c4fd7a3c22_2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875" name="Google Shape;875;g2c4fd7a3c22_2_0"/>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76" name="Google Shape;876;g2c4fd7a3c22_2_0"/>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77" name="Google Shape;877;g2c4fd7a3c22_2_0"/>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78" name="Google Shape;878;g2c4fd7a3c22_2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79" name="Google Shape;879;g2c4fd7a3c22_2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880" name="Google Shape;880;g2c4fd7a3c22_2_0"/>
          <p:cNvGrpSpPr/>
          <p:nvPr/>
        </p:nvGrpSpPr>
        <p:grpSpPr>
          <a:xfrm>
            <a:off x="304250" y="6984600"/>
            <a:ext cx="8330829" cy="808600"/>
            <a:chOff x="-152950" y="7365600"/>
            <a:chExt cx="8330829" cy="808600"/>
          </a:xfrm>
        </p:grpSpPr>
        <p:sp>
          <p:nvSpPr>
            <p:cNvPr id="881" name="Google Shape;881;g2c4fd7a3c22_2_0"/>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882" name="Google Shape;882;g2c4fd7a3c22_2_0"/>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883" name="Google Shape;883;g2c4fd7a3c22_2_0"/>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884" name="Google Shape;884;g2c4fd7a3c22_2_0"/>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885" name="Google Shape;885;g2c4fd7a3c22_2_0"/>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886" name="Google Shape;886;g2c4fd7a3c22_2_0"/>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887" name="Google Shape;887;g2c4fd7a3c22_2_0"/>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888" name="Google Shape;888;g2c4fd7a3c22_2_0"/>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889" name="Google Shape;889;g2c4fd7a3c22_2_0"/>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90" name="Google Shape;890;g2c4fd7a3c22_2_0"/>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891" name="Google Shape;891;g2c4fd7a3c22_2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892" name="Google Shape;892;g2c4fd7a3c22_2_0"/>
          <p:cNvSpPr/>
          <p:nvPr/>
        </p:nvSpPr>
        <p:spPr>
          <a:xfrm>
            <a:off x="26777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93" name="Google Shape;893;g2c4fd7a3c22_2_0"/>
          <p:cNvSpPr/>
          <p:nvPr/>
        </p:nvSpPr>
        <p:spPr>
          <a:xfrm>
            <a:off x="60761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94" name="Google Shape;894;g2c4fd7a3c22_2_0"/>
          <p:cNvSpPr txBox="1"/>
          <p:nvPr/>
        </p:nvSpPr>
        <p:spPr>
          <a:xfrm>
            <a:off x="55065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5000"/>
              <a:buFont typeface="Arial"/>
              <a:buNone/>
            </a:pPr>
            <a:r>
              <a:rPr lang="en-US" sz="15000" b="0" i="0" u="none" strike="noStrike" cap="none">
                <a:solidFill>
                  <a:srgbClr val="2356AF"/>
                </a:solidFill>
                <a:latin typeface="Jost"/>
                <a:ea typeface="Jost"/>
                <a:cs typeface="Jost"/>
                <a:sym typeface="Jost"/>
              </a:rPr>
              <a:t>n</a:t>
            </a:r>
            <a:endParaRPr sz="15000" b="0" i="0" u="none" strike="noStrike" cap="none">
              <a:solidFill>
                <a:srgbClr val="2356AF"/>
              </a:solidFill>
              <a:latin typeface="Jost"/>
              <a:ea typeface="Jost"/>
              <a:cs typeface="Jost"/>
              <a:sym typeface="Jost"/>
            </a:endParaRPr>
          </a:p>
        </p:txBody>
      </p:sp>
      <p:sp>
        <p:nvSpPr>
          <p:cNvPr id="895" name="Google Shape;895;g2c4fd7a3c22_2_0"/>
          <p:cNvSpPr txBox="1"/>
          <p:nvPr/>
        </p:nvSpPr>
        <p:spPr>
          <a:xfrm>
            <a:off x="210807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5000"/>
              <a:buFont typeface="Arial"/>
              <a:buNone/>
            </a:pPr>
            <a:r>
              <a:rPr lang="en-US" sz="15000" b="0" i="0" u="none" strike="noStrike" cap="none">
                <a:solidFill>
                  <a:srgbClr val="2356AF"/>
                </a:solidFill>
                <a:latin typeface="Jost"/>
                <a:ea typeface="Jost"/>
                <a:cs typeface="Jost"/>
                <a:sym typeface="Jost"/>
              </a:rPr>
              <a:t>d</a:t>
            </a:r>
            <a:endParaRPr sz="15000" b="0" i="0" u="none" strike="noStrike" cap="none">
              <a:solidFill>
                <a:srgbClr val="2356AF"/>
              </a:solidFill>
              <a:latin typeface="Jost"/>
              <a:ea typeface="Jost"/>
              <a:cs typeface="Jost"/>
              <a:sym typeface="Jost"/>
            </a:endParaRPr>
          </a:p>
        </p:txBody>
      </p:sp>
      <p:sp>
        <p:nvSpPr>
          <p:cNvPr id="896" name="Google Shape;896;g2c4fd7a3c22_2_0"/>
          <p:cNvSpPr txBox="1"/>
          <p:nvPr/>
        </p:nvSpPr>
        <p:spPr>
          <a:xfrm>
            <a:off x="3242700" y="1308025"/>
            <a:ext cx="26586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5000"/>
              <a:buFont typeface="Arial"/>
              <a:buNone/>
            </a:pPr>
            <a:r>
              <a:rPr lang="en-US" sz="15000" b="0" i="0" u="none" strike="noStrike" cap="none">
                <a:solidFill>
                  <a:srgbClr val="6C4028"/>
                </a:solidFill>
                <a:latin typeface="Jost"/>
                <a:ea typeface="Jost"/>
                <a:cs typeface="Jost"/>
                <a:sym typeface="Jost"/>
              </a:rPr>
              <a:t>ow</a:t>
            </a:r>
            <a:endParaRPr sz="15000" b="0" i="0" u="none" strike="noStrike" cap="none">
              <a:solidFill>
                <a:srgbClr val="6C4028"/>
              </a:solidFill>
              <a:latin typeface="Jost"/>
              <a:ea typeface="Jost"/>
              <a:cs typeface="Jost"/>
              <a:sym typeface="Jost"/>
            </a:endParaRPr>
          </a:p>
        </p:txBody>
      </p:sp>
      <p:sp>
        <p:nvSpPr>
          <p:cNvPr id="897" name="Google Shape;897;g2c4fd7a3c22_2_0"/>
          <p:cNvSpPr/>
          <p:nvPr/>
        </p:nvSpPr>
        <p:spPr>
          <a:xfrm>
            <a:off x="3626855" y="4011888"/>
            <a:ext cx="1890300" cy="180000"/>
          </a:xfrm>
          <a:prstGeom prst="rect">
            <a:avLst/>
          </a:prstGeom>
          <a:solidFill>
            <a:srgbClr val="6C402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02"/>
        <p:cNvGrpSpPr/>
        <p:nvPr/>
      </p:nvGrpSpPr>
      <p:grpSpPr>
        <a:xfrm>
          <a:off x="0" y="0"/>
          <a:ext cx="0" cy="0"/>
          <a:chOff x="0" y="0"/>
          <a:chExt cx="0" cy="0"/>
        </a:xfrm>
      </p:grpSpPr>
      <p:sp>
        <p:nvSpPr>
          <p:cNvPr id="903" name="Google Shape;903;g2d0626c6e9f_0_2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04" name="Google Shape;904;g2d0626c6e9f_0_2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05" name="Google Shape;905;g2d0626c6e9f_0_22"/>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06" name="Google Shape;906;g2d0626c6e9f_0_22"/>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07" name="Google Shape;907;g2d0626c6e9f_0_22"/>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08" name="Google Shape;908;g2d0626c6e9f_0_22"/>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09" name="Google Shape;909;g2d0626c6e9f_0_22"/>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910" name="Google Shape;910;g2d0626c6e9f_0_22"/>
          <p:cNvGrpSpPr/>
          <p:nvPr/>
        </p:nvGrpSpPr>
        <p:grpSpPr>
          <a:xfrm>
            <a:off x="304250" y="6984600"/>
            <a:ext cx="8330829" cy="808600"/>
            <a:chOff x="-152950" y="7365600"/>
            <a:chExt cx="8330829" cy="808600"/>
          </a:xfrm>
        </p:grpSpPr>
        <p:sp>
          <p:nvSpPr>
            <p:cNvPr id="911" name="Google Shape;911;g2d0626c6e9f_0_22"/>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12" name="Google Shape;912;g2d0626c6e9f_0_22"/>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13" name="Google Shape;913;g2d0626c6e9f_0_22"/>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14" name="Google Shape;914;g2d0626c6e9f_0_22"/>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15" name="Google Shape;915;g2d0626c6e9f_0_22"/>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16" name="Google Shape;916;g2d0626c6e9f_0_22"/>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17" name="Google Shape;917;g2d0626c6e9f_0_22"/>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18" name="Google Shape;918;g2d0626c6e9f_0_22"/>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919" name="Google Shape;919;g2d0626c6e9f_0_22"/>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20" name="Google Shape;920;g2d0626c6e9f_0_22"/>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21" name="Google Shape;921;g2d0626c6e9f_0_22"/>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22" name="Google Shape;922;g2d0626c6e9f_0_22"/>
          <p:cNvSpPr/>
          <p:nvPr/>
        </p:nvSpPr>
        <p:spPr>
          <a:xfrm>
            <a:off x="3245088"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23" name="Google Shape;923;g2d0626c6e9f_0_22"/>
          <p:cNvSpPr txBox="1"/>
          <p:nvPr/>
        </p:nvSpPr>
        <p:spPr>
          <a:xfrm>
            <a:off x="2675388"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5000"/>
              <a:buFont typeface="Arial"/>
              <a:buNone/>
            </a:pPr>
            <a:r>
              <a:rPr lang="en-US" sz="15000" b="0" i="0" u="none" strike="noStrike" cap="none">
                <a:solidFill>
                  <a:srgbClr val="2356AF"/>
                </a:solidFill>
                <a:latin typeface="Jost"/>
                <a:ea typeface="Jost"/>
                <a:cs typeface="Jost"/>
                <a:sym typeface="Jost"/>
              </a:rPr>
              <a:t>b</a:t>
            </a:r>
            <a:endParaRPr sz="15000" b="0" i="0" u="none" strike="noStrike" cap="none">
              <a:solidFill>
                <a:srgbClr val="2356AF"/>
              </a:solidFill>
              <a:latin typeface="Jost"/>
              <a:ea typeface="Jost"/>
              <a:cs typeface="Jost"/>
              <a:sym typeface="Jost"/>
            </a:endParaRPr>
          </a:p>
        </p:txBody>
      </p:sp>
      <p:sp>
        <p:nvSpPr>
          <p:cNvPr id="924" name="Google Shape;924;g2d0626c6e9f_0_22"/>
          <p:cNvSpPr txBox="1"/>
          <p:nvPr/>
        </p:nvSpPr>
        <p:spPr>
          <a:xfrm>
            <a:off x="3810013" y="1308025"/>
            <a:ext cx="26586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5000"/>
              <a:buFont typeface="Arial"/>
              <a:buNone/>
            </a:pPr>
            <a:r>
              <a:rPr lang="en-US" sz="15000" b="0" i="0" u="none" strike="noStrike" cap="none">
                <a:solidFill>
                  <a:srgbClr val="6C4028"/>
                </a:solidFill>
                <a:latin typeface="Jost"/>
                <a:ea typeface="Jost"/>
                <a:cs typeface="Jost"/>
                <a:sym typeface="Jost"/>
              </a:rPr>
              <a:t>ow</a:t>
            </a:r>
            <a:endParaRPr sz="15000" b="0" i="0" u="none" strike="noStrike" cap="none">
              <a:solidFill>
                <a:srgbClr val="6C4028"/>
              </a:solidFill>
              <a:latin typeface="Jost"/>
              <a:ea typeface="Jost"/>
              <a:cs typeface="Jost"/>
              <a:sym typeface="Jost"/>
            </a:endParaRPr>
          </a:p>
        </p:txBody>
      </p:sp>
      <p:sp>
        <p:nvSpPr>
          <p:cNvPr id="925" name="Google Shape;925;g2d0626c6e9f_0_22"/>
          <p:cNvSpPr/>
          <p:nvPr/>
        </p:nvSpPr>
        <p:spPr>
          <a:xfrm>
            <a:off x="4194180" y="4011888"/>
            <a:ext cx="1890300" cy="180000"/>
          </a:xfrm>
          <a:prstGeom prst="rect">
            <a:avLst/>
          </a:prstGeom>
          <a:solidFill>
            <a:srgbClr val="6C402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30"/>
        <p:cNvGrpSpPr/>
        <p:nvPr/>
      </p:nvGrpSpPr>
      <p:grpSpPr>
        <a:xfrm>
          <a:off x="0" y="0"/>
          <a:ext cx="0" cy="0"/>
          <a:chOff x="0" y="0"/>
          <a:chExt cx="0" cy="0"/>
        </a:xfrm>
      </p:grpSpPr>
      <p:sp>
        <p:nvSpPr>
          <p:cNvPr id="931" name="Google Shape;931;g2d0626c6e9f_0_8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32" name="Google Shape;932;g2d0626c6e9f_0_8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33" name="Google Shape;933;g2d0626c6e9f_0_80"/>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34" name="Google Shape;934;g2d0626c6e9f_0_80"/>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35" name="Google Shape;935;g2d0626c6e9f_0_80"/>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36" name="Google Shape;936;g2d0626c6e9f_0_8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37" name="Google Shape;937;g2d0626c6e9f_0_8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938" name="Google Shape;938;g2d0626c6e9f_0_80"/>
          <p:cNvGrpSpPr/>
          <p:nvPr/>
        </p:nvGrpSpPr>
        <p:grpSpPr>
          <a:xfrm>
            <a:off x="304250" y="6984600"/>
            <a:ext cx="8330829" cy="808600"/>
            <a:chOff x="-152950" y="7365600"/>
            <a:chExt cx="8330829" cy="808600"/>
          </a:xfrm>
        </p:grpSpPr>
        <p:sp>
          <p:nvSpPr>
            <p:cNvPr id="939" name="Google Shape;939;g2d0626c6e9f_0_80"/>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40" name="Google Shape;940;g2d0626c6e9f_0_80"/>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41" name="Google Shape;941;g2d0626c6e9f_0_80"/>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42" name="Google Shape;942;g2d0626c6e9f_0_80"/>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43" name="Google Shape;943;g2d0626c6e9f_0_80"/>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44" name="Google Shape;944;g2d0626c6e9f_0_80"/>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45" name="Google Shape;945;g2d0626c6e9f_0_80"/>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46" name="Google Shape;946;g2d0626c6e9f_0_80"/>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947" name="Google Shape;947;g2d0626c6e9f_0_80"/>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48" name="Google Shape;948;g2d0626c6e9f_0_80"/>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49" name="Google Shape;949;g2d0626c6e9f_0_8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50" name="Google Shape;950;g2d0626c6e9f_0_80"/>
          <p:cNvSpPr/>
          <p:nvPr/>
        </p:nvSpPr>
        <p:spPr>
          <a:xfrm>
            <a:off x="27920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1" name="Google Shape;951;g2d0626c6e9f_0_80"/>
          <p:cNvSpPr/>
          <p:nvPr/>
        </p:nvSpPr>
        <p:spPr>
          <a:xfrm>
            <a:off x="59618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2" name="Google Shape;952;g2d0626c6e9f_0_80"/>
          <p:cNvSpPr txBox="1"/>
          <p:nvPr/>
        </p:nvSpPr>
        <p:spPr>
          <a:xfrm>
            <a:off x="53922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5000"/>
              <a:buFont typeface="Arial"/>
              <a:buNone/>
            </a:pPr>
            <a:r>
              <a:rPr lang="en-US" sz="15000" b="0" i="0" u="none" strike="noStrike" cap="none">
                <a:solidFill>
                  <a:srgbClr val="2356AF"/>
                </a:solidFill>
                <a:latin typeface="Jost"/>
                <a:ea typeface="Jost"/>
                <a:cs typeface="Jost"/>
                <a:sym typeface="Jost"/>
              </a:rPr>
              <a:t>n</a:t>
            </a:r>
            <a:endParaRPr sz="15000" b="0" i="0" u="none" strike="noStrike" cap="none">
              <a:solidFill>
                <a:srgbClr val="2356AF"/>
              </a:solidFill>
              <a:latin typeface="Jost"/>
              <a:ea typeface="Jost"/>
              <a:cs typeface="Jost"/>
              <a:sym typeface="Jost"/>
            </a:endParaRPr>
          </a:p>
        </p:txBody>
      </p:sp>
      <p:sp>
        <p:nvSpPr>
          <p:cNvPr id="953" name="Google Shape;953;g2d0626c6e9f_0_80"/>
          <p:cNvSpPr txBox="1"/>
          <p:nvPr/>
        </p:nvSpPr>
        <p:spPr>
          <a:xfrm>
            <a:off x="222237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5000"/>
              <a:buFont typeface="Arial"/>
              <a:buNone/>
            </a:pPr>
            <a:r>
              <a:rPr lang="en-US" sz="15000" b="0" i="0" u="none" strike="noStrike" cap="none">
                <a:solidFill>
                  <a:srgbClr val="2356AF"/>
                </a:solidFill>
                <a:latin typeface="Jost"/>
                <a:ea typeface="Jost"/>
                <a:cs typeface="Jost"/>
                <a:sym typeface="Jost"/>
              </a:rPr>
              <a:t>t</a:t>
            </a:r>
            <a:endParaRPr sz="15000" b="0" i="0" u="none" strike="noStrike" cap="none">
              <a:solidFill>
                <a:srgbClr val="2356AF"/>
              </a:solidFill>
              <a:latin typeface="Jost"/>
              <a:ea typeface="Jost"/>
              <a:cs typeface="Jost"/>
              <a:sym typeface="Jost"/>
            </a:endParaRPr>
          </a:p>
        </p:txBody>
      </p:sp>
      <p:sp>
        <p:nvSpPr>
          <p:cNvPr id="954" name="Google Shape;954;g2d0626c6e9f_0_80"/>
          <p:cNvSpPr txBox="1"/>
          <p:nvPr/>
        </p:nvSpPr>
        <p:spPr>
          <a:xfrm>
            <a:off x="3128400" y="1308025"/>
            <a:ext cx="26586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5000"/>
              <a:buFont typeface="Arial"/>
              <a:buNone/>
            </a:pPr>
            <a:r>
              <a:rPr lang="en-US" sz="15000" b="0" i="0" u="none" strike="noStrike" cap="none">
                <a:solidFill>
                  <a:srgbClr val="6C4028"/>
                </a:solidFill>
                <a:latin typeface="Jost"/>
                <a:ea typeface="Jost"/>
                <a:cs typeface="Jost"/>
                <a:sym typeface="Jost"/>
              </a:rPr>
              <a:t>ow</a:t>
            </a:r>
            <a:endParaRPr sz="15000" b="0" i="0" u="none" strike="noStrike" cap="none">
              <a:solidFill>
                <a:srgbClr val="6C4028"/>
              </a:solidFill>
              <a:latin typeface="Jost"/>
              <a:ea typeface="Jost"/>
              <a:cs typeface="Jost"/>
              <a:sym typeface="Jost"/>
            </a:endParaRPr>
          </a:p>
        </p:txBody>
      </p:sp>
      <p:sp>
        <p:nvSpPr>
          <p:cNvPr id="955" name="Google Shape;955;g2d0626c6e9f_0_80"/>
          <p:cNvSpPr/>
          <p:nvPr/>
        </p:nvSpPr>
        <p:spPr>
          <a:xfrm>
            <a:off x="3512555" y="4011888"/>
            <a:ext cx="1890300" cy="180000"/>
          </a:xfrm>
          <a:prstGeom prst="rect">
            <a:avLst/>
          </a:prstGeom>
          <a:solidFill>
            <a:srgbClr val="6C402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60"/>
        <p:cNvGrpSpPr/>
        <p:nvPr/>
      </p:nvGrpSpPr>
      <p:grpSpPr>
        <a:xfrm>
          <a:off x="0" y="0"/>
          <a:ext cx="0" cy="0"/>
          <a:chOff x="0" y="0"/>
          <a:chExt cx="0" cy="0"/>
        </a:xfrm>
      </p:grpSpPr>
      <p:sp>
        <p:nvSpPr>
          <p:cNvPr id="961" name="Google Shape;961;g2d0626c6e9f_0_10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62" name="Google Shape;962;g2d0626c6e9f_0_10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63" name="Google Shape;963;g2d0626c6e9f_0_109"/>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64" name="Google Shape;964;g2d0626c6e9f_0_109"/>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65" name="Google Shape;965;g2d0626c6e9f_0_109"/>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66" name="Google Shape;966;g2d0626c6e9f_0_109"/>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67" name="Google Shape;967;g2d0626c6e9f_0_109"/>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968" name="Google Shape;968;g2d0626c6e9f_0_109"/>
          <p:cNvGrpSpPr/>
          <p:nvPr/>
        </p:nvGrpSpPr>
        <p:grpSpPr>
          <a:xfrm>
            <a:off x="304250" y="6984600"/>
            <a:ext cx="8330829" cy="808600"/>
            <a:chOff x="-152950" y="7365600"/>
            <a:chExt cx="8330829" cy="808600"/>
          </a:xfrm>
        </p:grpSpPr>
        <p:sp>
          <p:nvSpPr>
            <p:cNvPr id="969" name="Google Shape;969;g2d0626c6e9f_0_109"/>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70" name="Google Shape;970;g2d0626c6e9f_0_109"/>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71" name="Google Shape;971;g2d0626c6e9f_0_109"/>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72" name="Google Shape;972;g2d0626c6e9f_0_109"/>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73" name="Google Shape;973;g2d0626c6e9f_0_109"/>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74" name="Google Shape;974;g2d0626c6e9f_0_109"/>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75" name="Google Shape;975;g2d0626c6e9f_0_109"/>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76" name="Google Shape;976;g2d0626c6e9f_0_109"/>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977" name="Google Shape;977;g2d0626c6e9f_0_109"/>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8" name="Google Shape;978;g2d0626c6e9f_0_109"/>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79" name="Google Shape;979;g2d0626c6e9f_0_109"/>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80" name="Google Shape;980;g2d0626c6e9f_0_109"/>
          <p:cNvSpPr/>
          <p:nvPr/>
        </p:nvSpPr>
        <p:spPr>
          <a:xfrm>
            <a:off x="3359388"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1" name="Google Shape;981;g2d0626c6e9f_0_109"/>
          <p:cNvSpPr txBox="1"/>
          <p:nvPr/>
        </p:nvSpPr>
        <p:spPr>
          <a:xfrm>
            <a:off x="2789688"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5000"/>
              <a:buFont typeface="Arial"/>
              <a:buNone/>
            </a:pPr>
            <a:r>
              <a:rPr lang="en-US" sz="15000" b="0" i="0" u="none" strike="noStrike" cap="none">
                <a:solidFill>
                  <a:srgbClr val="2356AF"/>
                </a:solidFill>
                <a:latin typeface="Jost"/>
                <a:ea typeface="Jost"/>
                <a:cs typeface="Jost"/>
                <a:sym typeface="Jost"/>
              </a:rPr>
              <a:t>l</a:t>
            </a:r>
            <a:endParaRPr sz="15000" b="0" i="0" u="none" strike="noStrike" cap="none">
              <a:solidFill>
                <a:srgbClr val="2356AF"/>
              </a:solidFill>
              <a:latin typeface="Jost"/>
              <a:ea typeface="Jost"/>
              <a:cs typeface="Jost"/>
              <a:sym typeface="Jost"/>
            </a:endParaRPr>
          </a:p>
        </p:txBody>
      </p:sp>
      <p:sp>
        <p:nvSpPr>
          <p:cNvPr id="982" name="Google Shape;982;g2d0626c6e9f_0_109"/>
          <p:cNvSpPr txBox="1"/>
          <p:nvPr/>
        </p:nvSpPr>
        <p:spPr>
          <a:xfrm>
            <a:off x="3695713" y="1308025"/>
            <a:ext cx="26586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5000"/>
              <a:buFont typeface="Arial"/>
              <a:buNone/>
            </a:pPr>
            <a:r>
              <a:rPr lang="en-US" sz="15000" b="0" i="0" u="none" strike="noStrike" cap="none">
                <a:solidFill>
                  <a:srgbClr val="6C4028"/>
                </a:solidFill>
                <a:latin typeface="Jost"/>
                <a:ea typeface="Jost"/>
                <a:cs typeface="Jost"/>
                <a:sym typeface="Jost"/>
              </a:rPr>
              <a:t>ow</a:t>
            </a:r>
            <a:endParaRPr sz="15000" b="0" i="0" u="none" strike="noStrike" cap="none">
              <a:solidFill>
                <a:srgbClr val="6C4028"/>
              </a:solidFill>
              <a:latin typeface="Jost"/>
              <a:ea typeface="Jost"/>
              <a:cs typeface="Jost"/>
              <a:sym typeface="Jost"/>
            </a:endParaRPr>
          </a:p>
        </p:txBody>
      </p:sp>
      <p:sp>
        <p:nvSpPr>
          <p:cNvPr id="983" name="Google Shape;983;g2d0626c6e9f_0_109"/>
          <p:cNvSpPr/>
          <p:nvPr/>
        </p:nvSpPr>
        <p:spPr>
          <a:xfrm>
            <a:off x="4079880" y="4011888"/>
            <a:ext cx="1890300" cy="180000"/>
          </a:xfrm>
          <a:prstGeom prst="rect">
            <a:avLst/>
          </a:prstGeom>
          <a:solidFill>
            <a:srgbClr val="6C402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88"/>
        <p:cNvGrpSpPr/>
        <p:nvPr/>
      </p:nvGrpSpPr>
      <p:grpSpPr>
        <a:xfrm>
          <a:off x="0" y="0"/>
          <a:ext cx="0" cy="0"/>
          <a:chOff x="0" y="0"/>
          <a:chExt cx="0" cy="0"/>
        </a:xfrm>
      </p:grpSpPr>
      <p:sp>
        <p:nvSpPr>
          <p:cNvPr id="989" name="Google Shape;989;g2c186218c5a_0_4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 </a:t>
            </a:r>
            <a:endParaRPr/>
          </a:p>
        </p:txBody>
      </p:sp>
      <p:sp>
        <p:nvSpPr>
          <p:cNvPr id="990" name="Google Shape;990;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991" name="Google Shape;991;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96"/>
        <p:cNvGrpSpPr/>
        <p:nvPr/>
      </p:nvGrpSpPr>
      <p:grpSpPr>
        <a:xfrm>
          <a:off x="0" y="0"/>
          <a:ext cx="0" cy="0"/>
          <a:chOff x="0" y="0"/>
          <a:chExt cx="0" cy="0"/>
        </a:xfrm>
      </p:grpSpPr>
      <p:sp>
        <p:nvSpPr>
          <p:cNvPr id="997" name="Google Shape;997;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JNL689</a:t>
            </a:r>
            <a:endParaRPr dirty="0"/>
          </a:p>
        </p:txBody>
      </p:sp>
      <p:sp>
        <p:nvSpPr>
          <p:cNvPr id="998" name="Google Shape;998;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sp>
        <p:nvSpPr>
          <p:cNvPr id="999" name="Google Shape;999;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pic>
        <p:nvPicPr>
          <p:cNvPr id="1000" name="Google Shape;1000;g26b641b03cd_0_204"/>
          <p:cNvPicPr preferRelativeResize="0"/>
          <p:nvPr/>
        </p:nvPicPr>
        <p:blipFill rotWithShape="1">
          <a:blip r:embed="rId3">
            <a:alphaModFix/>
          </a:blip>
          <a:srcRect l="79" r="89"/>
          <a:stretch/>
        </p:blipFill>
        <p:spPr>
          <a:xfrm>
            <a:off x="1599678" y="1550800"/>
            <a:ext cx="2691198" cy="3233051"/>
          </a:xfrm>
          <a:prstGeom prst="rect">
            <a:avLst/>
          </a:prstGeom>
          <a:noFill/>
          <a:ln>
            <a:noFill/>
          </a:ln>
          <a:effectLst>
            <a:outerShdw blurRad="114300" dist="19050" dir="5400000" algn="bl" rotWithShape="0">
              <a:srgbClr val="000000">
                <a:alpha val="20000"/>
              </a:srgbClr>
            </a:outerShdw>
          </a:effectLst>
        </p:spPr>
      </p:pic>
      <p:cxnSp>
        <p:nvCxnSpPr>
          <p:cNvPr id="1001" name="Google Shape;1001;g26b641b03cd_0_204"/>
          <p:cNvCxnSpPr/>
          <p:nvPr/>
        </p:nvCxnSpPr>
        <p:spPr>
          <a:xfrm>
            <a:off x="4572000" y="997375"/>
            <a:ext cx="0" cy="4407900"/>
          </a:xfrm>
          <a:prstGeom prst="straightConnector1">
            <a:avLst/>
          </a:prstGeom>
          <a:noFill/>
          <a:ln w="9525" cap="flat" cmpd="sng">
            <a:solidFill>
              <a:srgbClr val="BFBFBF"/>
            </a:solidFill>
            <a:prstDash val="solid"/>
            <a:miter lim="800000"/>
            <a:headEnd type="none" w="sm" len="sm"/>
            <a:tailEnd type="none" w="sm" len="sm"/>
          </a:ln>
        </p:spPr>
      </p:cxnSp>
      <p:pic>
        <p:nvPicPr>
          <p:cNvPr id="1002" name="Google Shape;1002;g26b641b03cd_0_204"/>
          <p:cNvPicPr preferRelativeResize="0"/>
          <p:nvPr/>
        </p:nvPicPr>
        <p:blipFill rotWithShape="1">
          <a:blip r:embed="rId4">
            <a:alphaModFix/>
          </a:blip>
          <a:srcRect l="149" r="159"/>
          <a:stretch/>
        </p:blipFill>
        <p:spPr>
          <a:xfrm>
            <a:off x="4853130" y="1550800"/>
            <a:ext cx="2691198" cy="3233051"/>
          </a:xfrm>
          <a:prstGeom prst="rect">
            <a:avLst/>
          </a:prstGeom>
          <a:noFill/>
          <a:ln>
            <a:noFill/>
          </a:ln>
          <a:effectLst>
            <a:outerShdw blurRad="114300" dist="19050" dir="5400000" algn="bl" rotWithShape="0">
              <a:srgbClr val="000000">
                <a:alpha val="20000"/>
              </a:srgbClr>
            </a:outerShdw>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07"/>
        <p:cNvGrpSpPr/>
        <p:nvPr/>
      </p:nvGrpSpPr>
      <p:grpSpPr>
        <a:xfrm>
          <a:off x="0" y="0"/>
          <a:ext cx="0" cy="0"/>
          <a:chOff x="0" y="0"/>
          <a:chExt cx="0" cy="0"/>
        </a:xfrm>
      </p:grpSpPr>
      <p:sp>
        <p:nvSpPr>
          <p:cNvPr id="1008" name="Google Shape;1008;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JNL689</a:t>
            </a:r>
            <a:endParaRPr dirty="0"/>
          </a:p>
        </p:txBody>
      </p:sp>
      <p:sp>
        <p:nvSpPr>
          <p:cNvPr id="1009" name="Google Shape;1009;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sp>
        <p:nvSpPr>
          <p:cNvPr id="1010" name="Google Shape;1010;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cxnSp>
        <p:nvCxnSpPr>
          <p:cNvPr id="1011" name="Google Shape;1011;g2c186218c5a_0_48"/>
          <p:cNvCxnSpPr/>
          <p:nvPr/>
        </p:nvCxnSpPr>
        <p:spPr>
          <a:xfrm>
            <a:off x="4571997" y="997375"/>
            <a:ext cx="0" cy="4407900"/>
          </a:xfrm>
          <a:prstGeom prst="straightConnector1">
            <a:avLst/>
          </a:prstGeom>
          <a:noFill/>
          <a:ln w="9525" cap="flat" cmpd="sng">
            <a:solidFill>
              <a:srgbClr val="BFBFBF"/>
            </a:solidFill>
            <a:prstDash val="solid"/>
            <a:miter lim="800000"/>
            <a:headEnd type="none" w="sm" len="sm"/>
            <a:tailEnd type="none" w="sm" len="sm"/>
          </a:ln>
        </p:spPr>
      </p:cxnSp>
      <p:pic>
        <p:nvPicPr>
          <p:cNvPr id="1012" name="Google Shape;1012;g2c186218c5a_0_48"/>
          <p:cNvPicPr preferRelativeResize="0"/>
          <p:nvPr/>
        </p:nvPicPr>
        <p:blipFill rotWithShape="1">
          <a:blip r:embed="rId3">
            <a:alphaModFix/>
          </a:blip>
          <a:srcRect l="79" r="89"/>
          <a:stretch/>
        </p:blipFill>
        <p:spPr>
          <a:xfrm>
            <a:off x="1599678" y="1550800"/>
            <a:ext cx="2691198" cy="3233051"/>
          </a:xfrm>
          <a:prstGeom prst="rect">
            <a:avLst/>
          </a:prstGeom>
          <a:noFill/>
          <a:ln>
            <a:noFill/>
          </a:ln>
          <a:effectLst>
            <a:outerShdw blurRad="114300" dist="19050" dir="5400000" algn="bl" rotWithShape="0">
              <a:srgbClr val="000000">
                <a:alpha val="20000"/>
              </a:srgbClr>
            </a:outerShdw>
          </a:effectLst>
        </p:spPr>
      </p:pic>
      <p:pic>
        <p:nvPicPr>
          <p:cNvPr id="1013" name="Google Shape;1013;g2c186218c5a_0_48"/>
          <p:cNvPicPr preferRelativeResize="0"/>
          <p:nvPr/>
        </p:nvPicPr>
        <p:blipFill rotWithShape="1">
          <a:blip r:embed="rId4">
            <a:alphaModFix/>
          </a:blip>
          <a:srcRect l="149" r="159"/>
          <a:stretch/>
        </p:blipFill>
        <p:spPr>
          <a:xfrm>
            <a:off x="4853130" y="1550800"/>
            <a:ext cx="2691198" cy="3233051"/>
          </a:xfrm>
          <a:prstGeom prst="rect">
            <a:avLst/>
          </a:prstGeom>
          <a:noFill/>
          <a:ln>
            <a:noFill/>
          </a:ln>
          <a:effectLst>
            <a:outerShdw blurRad="114300" dist="19050" dir="5400000" algn="bl" rotWithShape="0">
              <a:srgbClr val="000000">
                <a:alpha val="20000"/>
              </a:srgbClr>
            </a:outerShdw>
          </a:effec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18"/>
        <p:cNvGrpSpPr/>
        <p:nvPr/>
      </p:nvGrpSpPr>
      <p:grpSpPr>
        <a:xfrm>
          <a:off x="0" y="0"/>
          <a:ext cx="0" cy="0"/>
          <a:chOff x="0" y="0"/>
          <a:chExt cx="0" cy="0"/>
        </a:xfrm>
      </p:grpSpPr>
      <p:sp>
        <p:nvSpPr>
          <p:cNvPr id="1019" name="Google Shape;1019;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JNL692</a:t>
            </a:r>
            <a:endParaRPr dirty="0"/>
          </a:p>
        </p:txBody>
      </p:sp>
      <p:sp>
        <p:nvSpPr>
          <p:cNvPr id="1020" name="Google Shape;1020;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1021" name="Google Shape;1021;g26b641b03cd_0_213"/>
          <p:cNvPicPr preferRelativeResize="0"/>
          <p:nvPr/>
        </p:nvPicPr>
        <p:blipFill rotWithShape="1">
          <a:blip r:embed="rId3">
            <a:alphaModFix/>
          </a:blip>
          <a:srcRect l="228" r="228"/>
          <a:stretch/>
        </p:blipFill>
        <p:spPr>
          <a:xfrm>
            <a:off x="1645875" y="1365375"/>
            <a:ext cx="2597600" cy="3621551"/>
          </a:xfrm>
          <a:prstGeom prst="rect">
            <a:avLst/>
          </a:prstGeom>
          <a:noFill/>
          <a:ln>
            <a:noFill/>
          </a:ln>
          <a:effectLst>
            <a:outerShdw blurRad="85725" dist="19050" dir="5400000" algn="bl" rotWithShape="0">
              <a:srgbClr val="000000">
                <a:alpha val="20000"/>
              </a:srgbClr>
            </a:outerShdw>
          </a:effectLst>
        </p:spPr>
      </p:pic>
      <p:sp>
        <p:nvSpPr>
          <p:cNvPr id="1022" name="Google Shape;1022;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cxnSp>
        <p:nvCxnSpPr>
          <p:cNvPr id="1023" name="Google Shape;1023;g26b641b03cd_0_213"/>
          <p:cNvCxnSpPr/>
          <p:nvPr/>
        </p:nvCxnSpPr>
        <p:spPr>
          <a:xfrm>
            <a:off x="4572010" y="997375"/>
            <a:ext cx="0" cy="4407900"/>
          </a:xfrm>
          <a:prstGeom prst="straightConnector1">
            <a:avLst/>
          </a:prstGeom>
          <a:noFill/>
          <a:ln w="9525" cap="flat" cmpd="sng">
            <a:solidFill>
              <a:srgbClr val="BFBFBF"/>
            </a:solidFill>
            <a:prstDash val="solid"/>
            <a:miter lim="800000"/>
            <a:headEnd type="none" w="sm" len="sm"/>
            <a:tailEnd type="none" w="sm" len="sm"/>
          </a:ln>
        </p:spPr>
      </p:cxnSp>
      <p:pic>
        <p:nvPicPr>
          <p:cNvPr id="1024" name="Google Shape;1024;g26b641b03cd_0_213"/>
          <p:cNvPicPr preferRelativeResize="0"/>
          <p:nvPr/>
        </p:nvPicPr>
        <p:blipFill rotWithShape="1">
          <a:blip r:embed="rId4">
            <a:alphaModFix/>
          </a:blip>
          <a:srcRect l="129" r="139"/>
          <a:stretch/>
        </p:blipFill>
        <p:spPr>
          <a:xfrm>
            <a:off x="4900525" y="1365375"/>
            <a:ext cx="2597600" cy="3621551"/>
          </a:xfrm>
          <a:prstGeom prst="rect">
            <a:avLst/>
          </a:prstGeom>
          <a:noFill/>
          <a:ln>
            <a:noFill/>
          </a:ln>
          <a:effectLst>
            <a:outerShdw blurRad="85725" dist="19050" dir="5400000" algn="bl" rotWithShape="0">
              <a:srgbClr val="000000">
                <a:alpha val="20000"/>
              </a:srgbClr>
            </a:outerShdw>
          </a:effec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29"/>
        <p:cNvGrpSpPr/>
        <p:nvPr/>
      </p:nvGrpSpPr>
      <p:grpSpPr>
        <a:xfrm>
          <a:off x="0" y="0"/>
          <a:ext cx="0" cy="0"/>
          <a:chOff x="0" y="0"/>
          <a:chExt cx="0" cy="0"/>
        </a:xfrm>
      </p:grpSpPr>
      <p:sp>
        <p:nvSpPr>
          <p:cNvPr id="1030" name="Google Shape;1030;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JNL692</a:t>
            </a:r>
            <a:endParaRPr dirty="0"/>
          </a:p>
        </p:txBody>
      </p:sp>
      <p:sp>
        <p:nvSpPr>
          <p:cNvPr id="1031" name="Google Shape;1031;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sp>
        <p:nvSpPr>
          <p:cNvPr id="1032" name="Google Shape;1032;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cxnSp>
        <p:nvCxnSpPr>
          <p:cNvPr id="1033" name="Google Shape;1033;g2c186218c5a_0_149"/>
          <p:cNvCxnSpPr/>
          <p:nvPr/>
        </p:nvCxnSpPr>
        <p:spPr>
          <a:xfrm>
            <a:off x="4572010" y="997375"/>
            <a:ext cx="0" cy="4407900"/>
          </a:xfrm>
          <a:prstGeom prst="straightConnector1">
            <a:avLst/>
          </a:prstGeom>
          <a:noFill/>
          <a:ln w="9525" cap="flat" cmpd="sng">
            <a:solidFill>
              <a:srgbClr val="BFBFBF"/>
            </a:solidFill>
            <a:prstDash val="solid"/>
            <a:miter lim="800000"/>
            <a:headEnd type="none" w="sm" len="sm"/>
            <a:tailEnd type="none" w="sm" len="sm"/>
          </a:ln>
        </p:spPr>
      </p:cxnSp>
      <p:pic>
        <p:nvPicPr>
          <p:cNvPr id="1034" name="Google Shape;1034;g2c186218c5a_0_149"/>
          <p:cNvPicPr preferRelativeResize="0"/>
          <p:nvPr/>
        </p:nvPicPr>
        <p:blipFill rotWithShape="1">
          <a:blip r:embed="rId3">
            <a:alphaModFix/>
          </a:blip>
          <a:srcRect l="228" r="228"/>
          <a:stretch/>
        </p:blipFill>
        <p:spPr>
          <a:xfrm>
            <a:off x="1645875" y="1365375"/>
            <a:ext cx="2597600" cy="3621551"/>
          </a:xfrm>
          <a:prstGeom prst="rect">
            <a:avLst/>
          </a:prstGeom>
          <a:noFill/>
          <a:ln>
            <a:noFill/>
          </a:ln>
          <a:effectLst>
            <a:outerShdw blurRad="85725" dist="19050" dir="5400000" algn="bl" rotWithShape="0">
              <a:srgbClr val="000000">
                <a:alpha val="20000"/>
              </a:srgbClr>
            </a:outerShdw>
          </a:effectLst>
        </p:spPr>
      </p:pic>
      <p:pic>
        <p:nvPicPr>
          <p:cNvPr id="1035" name="Google Shape;1035;g2c186218c5a_0_149"/>
          <p:cNvPicPr preferRelativeResize="0"/>
          <p:nvPr/>
        </p:nvPicPr>
        <p:blipFill rotWithShape="1">
          <a:blip r:embed="rId4">
            <a:alphaModFix/>
          </a:blip>
          <a:srcRect l="129" r="139"/>
          <a:stretch/>
        </p:blipFill>
        <p:spPr>
          <a:xfrm>
            <a:off x="4900525" y="1365375"/>
            <a:ext cx="2597600" cy="3621551"/>
          </a:xfrm>
          <a:prstGeom prst="rect">
            <a:avLst/>
          </a:prstGeom>
          <a:noFill/>
          <a:ln>
            <a:noFill/>
          </a:ln>
          <a:effectLst>
            <a:outerShdw blurRad="85725" dist="19050" dir="5400000" algn="bl" rotWithShape="0">
              <a:srgbClr val="000000">
                <a:alpha val="20000"/>
              </a:srgbClr>
            </a:outerShdw>
          </a:effec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40"/>
        <p:cNvGrpSpPr/>
        <p:nvPr/>
      </p:nvGrpSpPr>
      <p:grpSpPr>
        <a:xfrm>
          <a:off x="0" y="0"/>
          <a:ext cx="0" cy="0"/>
          <a:chOff x="0" y="0"/>
          <a:chExt cx="0" cy="0"/>
        </a:xfrm>
      </p:grpSpPr>
      <p:sp>
        <p:nvSpPr>
          <p:cNvPr id="1041" name="Google Shape;1041;g26b641b03cd_0_31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12500"/>
              <a:buNone/>
            </a:pPr>
            <a:r>
              <a:rPr lang="en-US"/>
              <a:t>Practise High Frequency Words</a:t>
            </a:r>
            <a:endParaRPr/>
          </a:p>
        </p:txBody>
      </p:sp>
      <p:sp>
        <p:nvSpPr>
          <p:cNvPr id="1042" name="Google Shape;1042;g26b641b03cd_0_31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JNL688</a:t>
            </a:r>
            <a:endParaRPr dirty="0"/>
          </a:p>
        </p:txBody>
      </p:sp>
      <p:sp>
        <p:nvSpPr>
          <p:cNvPr id="1043" name="Google Shape;1043;g26b641b03cd_0_31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1044" name="Google Shape;1044;g26b641b03cd_0_315"/>
          <p:cNvPicPr preferRelativeResize="0"/>
          <p:nvPr/>
        </p:nvPicPr>
        <p:blipFill rotWithShape="1">
          <a:blip r:embed="rId3">
            <a:alphaModFix/>
          </a:blip>
          <a:srcRect/>
          <a:stretch/>
        </p:blipFill>
        <p:spPr>
          <a:xfrm>
            <a:off x="1334375" y="1991750"/>
            <a:ext cx="3133349" cy="2351150"/>
          </a:xfrm>
          <a:prstGeom prst="rect">
            <a:avLst/>
          </a:prstGeom>
          <a:noFill/>
          <a:ln>
            <a:noFill/>
          </a:ln>
          <a:effectLst>
            <a:outerShdw blurRad="57150" dist="19050" dir="5400000" algn="bl" rotWithShape="0">
              <a:srgbClr val="000000">
                <a:alpha val="20000"/>
              </a:srgbClr>
            </a:outerShdw>
          </a:effectLst>
        </p:spPr>
      </p:pic>
      <p:pic>
        <p:nvPicPr>
          <p:cNvPr id="1045" name="Google Shape;1045;g26b641b03cd_0_315"/>
          <p:cNvPicPr preferRelativeResize="0"/>
          <p:nvPr/>
        </p:nvPicPr>
        <p:blipFill rotWithShape="1">
          <a:blip r:embed="rId4">
            <a:alphaModFix/>
          </a:blip>
          <a:srcRect t="89" b="99"/>
          <a:stretch/>
        </p:blipFill>
        <p:spPr>
          <a:xfrm>
            <a:off x="4676275" y="1991750"/>
            <a:ext cx="3133349" cy="2351150"/>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50"/>
        <p:cNvGrpSpPr/>
        <p:nvPr/>
      </p:nvGrpSpPr>
      <p:grpSpPr>
        <a:xfrm>
          <a:off x="0" y="0"/>
          <a:ext cx="0" cy="0"/>
          <a:chOff x="0" y="0"/>
          <a:chExt cx="0" cy="0"/>
        </a:xfrm>
      </p:grpSpPr>
      <p:sp>
        <p:nvSpPr>
          <p:cNvPr id="1051" name="Google Shape;1051;g26b641b03cd_1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12500"/>
              <a:buNone/>
            </a:pPr>
            <a:r>
              <a:rPr lang="en-US"/>
              <a:t>Practise High Frequency Words</a:t>
            </a:r>
            <a:endParaRPr/>
          </a:p>
        </p:txBody>
      </p:sp>
      <p:sp>
        <p:nvSpPr>
          <p:cNvPr id="1052" name="Google Shape;1052;g26b641b03cd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JNL688</a:t>
            </a:r>
            <a:endParaRPr dirty="0"/>
          </a:p>
        </p:txBody>
      </p:sp>
      <p:sp>
        <p:nvSpPr>
          <p:cNvPr id="1053" name="Google Shape;1053;g26b641b03cd_1_0"/>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pic>
        <p:nvPicPr>
          <p:cNvPr id="1054" name="Google Shape;1054;g26b641b03cd_1_0"/>
          <p:cNvPicPr preferRelativeResize="0"/>
          <p:nvPr/>
        </p:nvPicPr>
        <p:blipFill rotWithShape="1">
          <a:blip r:embed="rId3">
            <a:alphaModFix/>
          </a:blip>
          <a:srcRect l="69" r="69"/>
          <a:stretch/>
        </p:blipFill>
        <p:spPr>
          <a:xfrm>
            <a:off x="1334375" y="1991750"/>
            <a:ext cx="3133349" cy="2351150"/>
          </a:xfrm>
          <a:prstGeom prst="rect">
            <a:avLst/>
          </a:prstGeom>
          <a:noFill/>
          <a:ln>
            <a:noFill/>
          </a:ln>
          <a:effectLst>
            <a:outerShdw blurRad="57150" dist="19050" dir="5400000" algn="bl" rotWithShape="0">
              <a:srgbClr val="000000">
                <a:alpha val="20000"/>
              </a:srgbClr>
            </a:outerShdw>
          </a:effectLst>
        </p:spPr>
      </p:pic>
      <p:pic>
        <p:nvPicPr>
          <p:cNvPr id="1055" name="Google Shape;1055;g26b641b03cd_1_0"/>
          <p:cNvPicPr preferRelativeResize="0"/>
          <p:nvPr/>
        </p:nvPicPr>
        <p:blipFill rotWithShape="1">
          <a:blip r:embed="rId4">
            <a:alphaModFix/>
          </a:blip>
          <a:srcRect t="19" b="29"/>
          <a:stretch/>
        </p:blipFill>
        <p:spPr>
          <a:xfrm>
            <a:off x="4676275" y="1991750"/>
            <a:ext cx="3133349" cy="2351150"/>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383</Words>
  <Application>Microsoft Office PowerPoint</Application>
  <PresentationFormat>On-screen Show (4:3)</PresentationFormat>
  <Paragraphs>156</Paragraphs>
  <Slides>21</Slides>
  <Notes>21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21</vt:i4>
      </vt:variant>
    </vt:vector>
  </HeadingPairs>
  <TitlesOfParts>
    <vt:vector size="30" baseType="lpstr">
      <vt:lpstr>Arial</vt:lpstr>
      <vt:lpstr>Poppins Medium</vt:lpstr>
      <vt:lpstr>Poppins</vt:lpstr>
      <vt:lpstr>Mulish</vt:lpstr>
      <vt:lpstr>Jost</vt:lpstr>
      <vt:lpstr>Calibri</vt:lpstr>
      <vt:lpstr>Nunito Black</vt:lpstr>
      <vt:lpstr>Poppins SemiBold</vt:lpstr>
      <vt:lpstr>Office Theme</vt:lpstr>
      <vt:lpstr>PowerPoint Presentation</vt:lpstr>
      <vt:lpstr>PowerPoint Presentation</vt:lpstr>
      <vt:lpstr>Recall all GPCs learned so far using flashcards.</vt:lpstr>
      <vt:lpstr>Recall all GPCs learned so far using flashcards.</vt:lpstr>
      <vt:lpstr>PowerPoint Presentation</vt:lpstr>
      <vt:lpstr>Hear Phonemes</vt:lpstr>
      <vt:lpstr>Hear Phonemes</vt:lpstr>
      <vt:lpstr>Review Grapheme Caption</vt:lpstr>
      <vt:lpstr>Review Lowercase Formation</vt:lpstr>
      <vt:lpstr>Explain Decoding</vt:lpstr>
      <vt:lpstr>Model Blending Phonemes</vt:lpstr>
      <vt:lpstr>Model Blending Phonemes</vt:lpstr>
      <vt:lpstr>Model Blending Phonemes</vt:lpstr>
      <vt:lpstr>Model Blending Phonemes</vt:lpstr>
      <vt:lpstr>Explain Encoding</vt:lpstr>
      <vt:lpstr>Build a Decodable Word</vt:lpstr>
      <vt:lpstr>Build a Decodable Word</vt:lpstr>
      <vt:lpstr>Practise with Alien Words</vt:lpstr>
      <vt:lpstr>Practise with Alien Words</vt:lpstr>
      <vt:lpstr>Practise High Frequency Words</vt:lpstr>
      <vt:lpstr>Practise High Frequency Words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2026-04-29T04:20:32Z</dcterms:modified>
</cp:coreProperties>
</file>