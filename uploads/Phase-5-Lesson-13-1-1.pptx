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FP1eP2ulWmM+J5g2B3qQx3kB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B5989B-FD8A-48B1-B3D2-F2F24DE1569B}">
  <a:tblStyle styleId="{A3B5989B-FD8A-48B1-B3D2-F2F24DE1569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cf2141ad78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cf2141ad78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cf2141ad78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f2141ad78_0_1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f2141ad78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f2141ad78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 name="Google Shape;24;p14"/>
          <p:cNvGrpSpPr/>
          <p:nvPr/>
        </p:nvGrpSpPr>
        <p:grpSpPr>
          <a:xfrm>
            <a:off x="-36800" y="-52000"/>
            <a:ext cx="9236100" cy="543600"/>
            <a:chOff x="-36800" y="-52000"/>
            <a:chExt cx="9236100" cy="543600"/>
          </a:xfrm>
        </p:grpSpPr>
        <p:sp>
          <p:nvSpPr>
            <p:cNvPr id="25" name="Google Shape;25;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6" name="Google Shape;26;p14"/>
            <p:cNvGrpSpPr/>
            <p:nvPr/>
          </p:nvGrpSpPr>
          <p:grpSpPr>
            <a:xfrm>
              <a:off x="4570840" y="88100"/>
              <a:ext cx="1337400" cy="403500"/>
              <a:chOff x="565600" y="88250"/>
              <a:chExt cx="1337400" cy="403500"/>
            </a:xfrm>
          </p:grpSpPr>
          <p:sp>
            <p:nvSpPr>
              <p:cNvPr id="27" name="Google Shape;27;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8" name="Google Shape;28;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29" name="Google Shape;29;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0" name="Google Shape;30;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3" name="Google Shape;33;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6" name="Google Shape;36;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8" name="Google Shape;38;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9" name="Google Shape;39;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
        <p:nvSpPr>
          <p:cNvPr id="40" name="Google Shape;40;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2148"/>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168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Digraph 'ph'</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IWeek 3 - Wednesday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13</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5 - Vowel Sounds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9.xml"/><Relationship Id="rId4" Type="http://schemas.openxmlformats.org/officeDocument/2006/relationships/image" Target="../media/image8.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notesSlide" Target="../notesSlides/notesSlide6.xml"/><Relationship Id="rId16" Type="http://schemas.openxmlformats.org/officeDocument/2006/relationships/image" Target="../media/image84.png"/><Relationship Id="rId1" Type="http://schemas.openxmlformats.org/officeDocument/2006/relationships/slideLayout" Target="../slideLayouts/slideLayout3.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s>
</file>

<file path=ppt/slides/_rels/slide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26" Type="http://schemas.openxmlformats.org/officeDocument/2006/relationships/image" Target="../media/image108.png"/><Relationship Id="rId3" Type="http://schemas.openxmlformats.org/officeDocument/2006/relationships/image" Target="../media/image85.png"/><Relationship Id="rId21" Type="http://schemas.openxmlformats.org/officeDocument/2006/relationships/image" Target="../media/image103.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5" Type="http://schemas.openxmlformats.org/officeDocument/2006/relationships/image" Target="../media/image107.png"/><Relationship Id="rId2" Type="http://schemas.openxmlformats.org/officeDocument/2006/relationships/notesSlide" Target="../notesSlides/notesSlide7.xml"/><Relationship Id="rId16" Type="http://schemas.openxmlformats.org/officeDocument/2006/relationships/image" Target="../media/image98.png"/><Relationship Id="rId20" Type="http://schemas.openxmlformats.org/officeDocument/2006/relationships/image" Target="../media/image102.png"/><Relationship Id="rId29" Type="http://schemas.openxmlformats.org/officeDocument/2006/relationships/image" Target="../media/image111.png"/><Relationship Id="rId1" Type="http://schemas.openxmlformats.org/officeDocument/2006/relationships/slideLayout" Target="../slideLayouts/slideLayout3.xml"/><Relationship Id="rId6" Type="http://schemas.openxmlformats.org/officeDocument/2006/relationships/image" Target="../media/image88.png"/><Relationship Id="rId11" Type="http://schemas.openxmlformats.org/officeDocument/2006/relationships/image" Target="../media/image93.png"/><Relationship Id="rId24" Type="http://schemas.openxmlformats.org/officeDocument/2006/relationships/image" Target="../media/image106.pn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05.png"/><Relationship Id="rId28" Type="http://schemas.openxmlformats.org/officeDocument/2006/relationships/image" Target="../media/image110.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104.png"/><Relationship Id="rId27" Type="http://schemas.openxmlformats.org/officeDocument/2006/relationships/image" Target="../media/image109.png"/><Relationship Id="rId30" Type="http://schemas.openxmlformats.org/officeDocument/2006/relationships/image" Target="../media/image112.png"/></Relationships>
</file>

<file path=ppt/slides/_rels/slide8.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9.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Digraph 'ph'</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13</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{A3B5989B-FD8A-48B1-B3D2-F2F24DE1569B}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ph</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t="99" b="109"/>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ph</a:t>
            </a:r>
            <a:r>
              <a:rPr lang="en-US"/>
              <a:t>.</a:t>
            </a:r>
            <a:endParaRPr/>
          </a:p>
        </p:txBody>
      </p:sp>
      <p:sp>
        <p:nvSpPr>
          <p:cNvPr id="679" name="Google Shape;679;g2bee4f4af4b_0_204"/>
          <p:cNvSpPr txBox="1">
            <a:spLocks noGrp="1"/>
          </p:cNvSpPr>
          <p:nvPr>
            <p:ph type="body" idx="2"/>
          </p:nvPr>
        </p:nvSpPr>
        <p:spPr>
          <a:xfrm>
            <a:off x="3298550" y="2152148"/>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680" name="Google Shape;680;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3" name="Google Shape;693;g2bee4f4af4b_0_204">
            <a:hlinkClick r:id="rId7" action="ppaction://hlinksldjump"/>
          </p:cNvPr>
          <p:cNvSpPr/>
          <p:nvPr/>
        </p:nvSpPr>
        <p:spPr>
          <a:xfrm>
            <a:off x="966639" y="387280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8" action="ppaction://hlinksldjump"/>
          </p:cNvPr>
          <p:cNvSpPr/>
          <p:nvPr/>
        </p:nvSpPr>
        <p:spPr>
          <a:xfrm>
            <a:off x="2492428" y="372500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9" action="ppaction://hlinksldjump"/>
          </p:cNvPr>
          <p:cNvSpPr/>
          <p:nvPr/>
        </p:nvSpPr>
        <p:spPr>
          <a:xfrm>
            <a:off x="4749050" y="377675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a:hlinkClick r:id="rId10" action="ppaction://hlinksldjump"/>
          </p:cNvPr>
          <p:cNvSpPr/>
          <p:nvPr/>
        </p:nvSpPr>
        <p:spPr>
          <a:xfrm>
            <a:off x="3573962" y="373480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c298da1f27_0_417"/>
          <p:cNvPicPr preferRelativeResize="0"/>
          <p:nvPr/>
        </p:nvPicPr>
        <p:blipFill rotWithShape="1">
          <a:blip r:embed="rId3">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4"/>
              </a:srgbClr>
            </a:outerShdw>
          </a:effectLst>
        </p:spPr>
      </p:pic>
      <p:pic>
        <p:nvPicPr>
          <p:cNvPr id="770" name="Google Shape;770;g2c298da1f27_0_417"/>
          <p:cNvPicPr preferRelativeResize="0"/>
          <p:nvPr/>
        </p:nvPicPr>
        <p:blipFill rotWithShape="1">
          <a:blip r:embed="rId4">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4"/>
              </a:srgbClr>
            </a:outerShdw>
          </a:effectLst>
        </p:spPr>
      </p:pic>
      <p:pic>
        <p:nvPicPr>
          <p:cNvPr id="771" name="Google Shape;771;g2c298da1f27_0_417"/>
          <p:cNvPicPr preferRelativeResize="0"/>
          <p:nvPr/>
        </p:nvPicPr>
        <p:blipFill rotWithShape="1">
          <a:blip r:embed="rId5">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4"/>
              </a:srgbClr>
            </a:outerShdw>
          </a:effectLst>
        </p:spPr>
      </p:pic>
      <p:pic>
        <p:nvPicPr>
          <p:cNvPr id="772" name="Google Shape;772;g2c298da1f27_0_417"/>
          <p:cNvPicPr preferRelativeResize="0"/>
          <p:nvPr/>
        </p:nvPicPr>
        <p:blipFill rotWithShape="1">
          <a:blip r:embed="rId6">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4"/>
              </a:srgbClr>
            </a:outerShdw>
          </a:effectLst>
        </p:spPr>
      </p:pic>
      <p:pic>
        <p:nvPicPr>
          <p:cNvPr id="773" name="Google Shape;773;g2c298da1f27_0_417"/>
          <p:cNvPicPr preferRelativeResize="0"/>
          <p:nvPr/>
        </p:nvPicPr>
        <p:blipFill rotWithShape="1">
          <a:blip r:embed="rId7">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4"/>
              </a:srgbClr>
            </a:outerShdw>
          </a:effectLst>
        </p:spPr>
      </p:pic>
      <p:pic>
        <p:nvPicPr>
          <p:cNvPr id="774" name="Google Shape;774;g2c298da1f27_0_417"/>
          <p:cNvPicPr preferRelativeResize="0"/>
          <p:nvPr/>
        </p:nvPicPr>
        <p:blipFill rotWithShape="1">
          <a:blip r:embed="rId8">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4"/>
              </a:srgbClr>
            </a:outerShdw>
          </a:effectLst>
        </p:spPr>
      </p:pic>
      <p:pic>
        <p:nvPicPr>
          <p:cNvPr id="775" name="Google Shape;775;g2c298da1f27_0_417"/>
          <p:cNvPicPr preferRelativeResize="0"/>
          <p:nvPr/>
        </p:nvPicPr>
        <p:blipFill rotWithShape="1">
          <a:blip r:embed="rId9">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4"/>
              </a:srgbClr>
            </a:outerShdw>
          </a:effectLst>
        </p:spPr>
      </p:pic>
      <p:pic>
        <p:nvPicPr>
          <p:cNvPr id="776" name="Google Shape;776;g2c298da1f27_0_417"/>
          <p:cNvPicPr preferRelativeResize="0"/>
          <p:nvPr/>
        </p:nvPicPr>
        <p:blipFill rotWithShape="1">
          <a:blip r:embed="rId10">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4"/>
              </a:srgbClr>
            </a:outerShdw>
          </a:effectLst>
        </p:spPr>
      </p:pic>
      <p:pic>
        <p:nvPicPr>
          <p:cNvPr id="777" name="Google Shape;777;g2c298da1f27_0_417"/>
          <p:cNvPicPr preferRelativeResize="0"/>
          <p:nvPr/>
        </p:nvPicPr>
        <p:blipFill rotWithShape="1">
          <a:blip r:embed="rId11">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4"/>
              </a:srgbClr>
            </a:outerShdw>
          </a:effectLst>
        </p:spPr>
      </p:pic>
      <p:pic>
        <p:nvPicPr>
          <p:cNvPr id="778" name="Google Shape;778;g2c298da1f27_0_417"/>
          <p:cNvPicPr preferRelativeResize="0"/>
          <p:nvPr/>
        </p:nvPicPr>
        <p:blipFill rotWithShape="1">
          <a:blip r:embed="rId12">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5" name="Google Shape;785;g26b7edf6e71_0_109"/>
          <p:cNvGrpSpPr/>
          <p:nvPr/>
        </p:nvGrpSpPr>
        <p:grpSpPr>
          <a:xfrm>
            <a:off x="865957" y="2135925"/>
            <a:ext cx="7282807" cy="2686611"/>
            <a:chOff x="867357" y="2129450"/>
            <a:chExt cx="7282807" cy="2686611"/>
          </a:xfrm>
        </p:grpSpPr>
        <p:pic>
          <p:nvPicPr>
            <p:cNvPr id="786" name="Google Shape;78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6" name="Google Shape;806;g2c298d33e0c_0_6"/>
          <p:cNvGrpSpPr/>
          <p:nvPr/>
        </p:nvGrpSpPr>
        <p:grpSpPr>
          <a:xfrm>
            <a:off x="866900" y="2079100"/>
            <a:ext cx="7281864" cy="2684601"/>
            <a:chOff x="868300" y="2129450"/>
            <a:chExt cx="7281864" cy="2684601"/>
          </a:xfrm>
        </p:grpSpPr>
        <p:pic>
          <p:nvPicPr>
            <p:cNvPr id="807" name="Google Shape;80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1" name="Google Shape;81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1" name="Google Shape;841;g2c298da1f27_0_455"/>
          <p:cNvGrpSpPr/>
          <p:nvPr/>
        </p:nvGrpSpPr>
        <p:grpSpPr>
          <a:xfrm>
            <a:off x="868300" y="2129450"/>
            <a:ext cx="7281864" cy="2684601"/>
            <a:chOff x="868300" y="2053250"/>
            <a:chExt cx="7281864" cy="2684601"/>
          </a:xfrm>
        </p:grpSpPr>
        <p:pic>
          <p:nvPicPr>
            <p:cNvPr id="842" name="Google Shape;84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0" name="Google Shape;85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1" name="Google Shape;85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2" name="Google Shape;85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3" name="Google Shape;85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861" name="Google Shape;861;g2c298da1f27_1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2" name="Google Shape;862;g2c298da1f27_1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3" name="Google Shape;863;g2c298da1f27_1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4" name="Google Shape;864;g2c298da1f27_1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1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1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1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1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1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6" name="Google Shape;87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7" name="Google Shape;877;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8" name="Google Shape;87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5" name="Google Shape;88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6" name="Google Shape;886;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7" name="Google Shape;88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4" name="Google Shape;89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5" name="Google Shape;895;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6" name="Google Shape;89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3" name="Google Shape;90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4" name="Google Shape;904;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05" name="Google Shape;90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2" name="Google Shape;91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3" name="Google Shape;91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0" name="Google Shape;92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1" name="Google Shape;92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4" name="Google Shape;93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fb7f6616_1_0"/>
          <p:cNvSpPr/>
          <p:nvPr/>
        </p:nvSpPr>
        <p:spPr>
          <a:xfrm>
            <a:off x="378891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4fb7f6616_1_0"/>
          <p:cNvSpPr/>
          <p:nvPr/>
        </p:nvSpPr>
        <p:spPr>
          <a:xfrm>
            <a:off x="480231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8" name="Google Shape;93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9" name="Google Shape;939;g2c4fb7f6616_1_0"/>
          <p:cNvSpPr txBox="1">
            <a:spLocks noGrp="1"/>
          </p:cNvSpPr>
          <p:nvPr>
            <p:ph type="subTitle" idx="4294967295"/>
          </p:nvPr>
        </p:nvSpPr>
        <p:spPr>
          <a:xfrm>
            <a:off x="42326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40" name="Google Shape;940;g2c4fb7f6616_1_0"/>
          <p:cNvSpPr txBox="1">
            <a:spLocks noGrp="1"/>
          </p:cNvSpPr>
          <p:nvPr>
            <p:ph type="subTitle" idx="4294967295"/>
          </p:nvPr>
        </p:nvSpPr>
        <p:spPr>
          <a:xfrm>
            <a:off x="1172138" y="1308025"/>
            <a:ext cx="263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ph</a:t>
            </a:r>
            <a:endParaRPr sz="15000" b="0" i="0" u="none" strike="noStrike" cap="none">
              <a:solidFill>
                <a:srgbClr val="FFD400"/>
              </a:solidFill>
              <a:latin typeface="Jost"/>
              <a:ea typeface="Jost"/>
              <a:cs typeface="Jost"/>
              <a:sym typeface="Jost"/>
            </a:endParaRPr>
          </a:p>
        </p:txBody>
      </p:sp>
      <p:sp>
        <p:nvSpPr>
          <p:cNvPr id="941" name="Google Shape;941;g2c4fb7f6616_1_0"/>
          <p:cNvSpPr txBox="1">
            <a:spLocks noGrp="1"/>
          </p:cNvSpPr>
          <p:nvPr>
            <p:ph type="subTitle" idx="4294967295"/>
          </p:nvPr>
        </p:nvSpPr>
        <p:spPr>
          <a:xfrm>
            <a:off x="32192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42" name="Google Shape;94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4" name="Google Shape;944;g2c4fb7f6616_1_0"/>
          <p:cNvSpPr/>
          <p:nvPr/>
        </p:nvSpPr>
        <p:spPr>
          <a:xfrm>
            <a:off x="548811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c4fb7f6616_1_0"/>
          <p:cNvSpPr txBox="1">
            <a:spLocks noGrp="1"/>
          </p:cNvSpPr>
          <p:nvPr>
            <p:ph type="subTitle" idx="4294967295"/>
          </p:nvPr>
        </p:nvSpPr>
        <p:spPr>
          <a:xfrm>
            <a:off x="49184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46" name="Google Shape;946;g2c4fb7f6616_1_0"/>
          <p:cNvSpPr/>
          <p:nvPr/>
        </p:nvSpPr>
        <p:spPr>
          <a:xfrm>
            <a:off x="701211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c4fb7f6616_1_0"/>
          <p:cNvSpPr txBox="1">
            <a:spLocks noGrp="1"/>
          </p:cNvSpPr>
          <p:nvPr>
            <p:ph type="subTitle" idx="4294967295"/>
          </p:nvPr>
        </p:nvSpPr>
        <p:spPr>
          <a:xfrm>
            <a:off x="64424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48" name="Google Shape;948;g2c4fb7f6616_1_0"/>
          <p:cNvSpPr/>
          <p:nvPr/>
        </p:nvSpPr>
        <p:spPr>
          <a:xfrm>
            <a:off x="617391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b7f6616_1_0"/>
          <p:cNvSpPr txBox="1">
            <a:spLocks noGrp="1"/>
          </p:cNvSpPr>
          <p:nvPr>
            <p:ph type="subTitle" idx="4294967295"/>
          </p:nvPr>
        </p:nvSpPr>
        <p:spPr>
          <a:xfrm>
            <a:off x="56042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50" name="Google Shape;950;g2c4fb7f6616_1_0"/>
          <p:cNvSpPr/>
          <p:nvPr/>
        </p:nvSpPr>
        <p:spPr>
          <a:xfrm>
            <a:off x="1616138" y="4056363"/>
            <a:ext cx="1751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4fb7f6616_1_0"/>
          <p:cNvSpPr/>
          <p:nvPr/>
        </p:nvSpPr>
        <p:spPr>
          <a:xfrm>
            <a:off x="5277825"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cf2141ad78_0_1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8" name="Google Shape;958;g2cf2141ad78_0_1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9" name="Google Shape;959;g2cf2141ad78_0_1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f2141ad78_0_1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f2141ad78_0_1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f2141ad78_0_1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cf2141ad78_0_1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cf2141ad78_0_1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5" name="Google Shape;965;g2cf2141ad78_0_1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6" name="Google Shape;966;g2cf2141ad78_0_1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7" name="Google Shape;967;g2cf2141ad78_0_1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8" name="Google Shape;968;g2cf2141ad78_0_1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9" name="Google Shape;969;g2cf2141ad78_0_1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0" name="Google Shape;970;g2cf2141ad78_0_1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1" name="Google Shape;971;g2cf2141ad78_0_1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2" name="Google Shape;972;g2cf2141ad78_0_1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cf2141ad78_0_1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f2141ad78_0_19"/>
          <p:cNvSpPr/>
          <p:nvPr/>
        </p:nvSpPr>
        <p:spPr>
          <a:xfrm>
            <a:off x="292864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cf2141ad78_0_19"/>
          <p:cNvSpPr/>
          <p:nvPr/>
        </p:nvSpPr>
        <p:spPr>
          <a:xfrm>
            <a:off x="191625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6" name="Google Shape;976;g2cf2141ad78_0_1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7" name="Google Shape;977;g2cf2141ad78_0_19"/>
          <p:cNvSpPr txBox="1">
            <a:spLocks noGrp="1"/>
          </p:cNvSpPr>
          <p:nvPr>
            <p:ph type="subTitle" idx="4294967295"/>
          </p:nvPr>
        </p:nvSpPr>
        <p:spPr>
          <a:xfrm>
            <a:off x="134660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78" name="Google Shape;978;g2cf2141ad78_0_19"/>
          <p:cNvSpPr txBox="1">
            <a:spLocks noGrp="1"/>
          </p:cNvSpPr>
          <p:nvPr>
            <p:ph type="subTitle" idx="4294967295"/>
          </p:nvPr>
        </p:nvSpPr>
        <p:spPr>
          <a:xfrm>
            <a:off x="3817073" y="1308025"/>
            <a:ext cx="263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ph</a:t>
            </a:r>
            <a:endParaRPr sz="15000" b="0" i="0" u="none" strike="noStrike" cap="none">
              <a:solidFill>
                <a:srgbClr val="FFD400"/>
              </a:solidFill>
              <a:latin typeface="Jost"/>
              <a:ea typeface="Jost"/>
              <a:cs typeface="Jost"/>
              <a:sym typeface="Jost"/>
            </a:endParaRPr>
          </a:p>
        </p:txBody>
      </p:sp>
      <p:sp>
        <p:nvSpPr>
          <p:cNvPr id="979" name="Google Shape;979;g2cf2141ad78_0_19"/>
          <p:cNvSpPr txBox="1">
            <a:spLocks noGrp="1"/>
          </p:cNvSpPr>
          <p:nvPr>
            <p:ph type="subTitle" idx="4294967295"/>
          </p:nvPr>
        </p:nvSpPr>
        <p:spPr>
          <a:xfrm>
            <a:off x="235897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80" name="Google Shape;980;g2cf2141ad78_0_1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f2141ad78_0_1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2" name="Google Shape;982;g2cf2141ad78_0_19"/>
          <p:cNvSpPr/>
          <p:nvPr/>
        </p:nvSpPr>
        <p:spPr>
          <a:xfrm>
            <a:off x="615184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f2141ad78_0_19"/>
          <p:cNvSpPr txBox="1">
            <a:spLocks noGrp="1"/>
          </p:cNvSpPr>
          <p:nvPr>
            <p:ph type="subTitle" idx="4294967295"/>
          </p:nvPr>
        </p:nvSpPr>
        <p:spPr>
          <a:xfrm>
            <a:off x="558219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84" name="Google Shape;984;g2cf2141ad78_0_19"/>
          <p:cNvSpPr/>
          <p:nvPr/>
        </p:nvSpPr>
        <p:spPr>
          <a:xfrm>
            <a:off x="683764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cf2141ad78_0_19"/>
          <p:cNvSpPr txBox="1">
            <a:spLocks noGrp="1"/>
          </p:cNvSpPr>
          <p:nvPr>
            <p:ph type="subTitle" idx="4294967295"/>
          </p:nvPr>
        </p:nvSpPr>
        <p:spPr>
          <a:xfrm>
            <a:off x="626799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86" name="Google Shape;986;g2cf2141ad78_0_19"/>
          <p:cNvSpPr/>
          <p:nvPr/>
        </p:nvSpPr>
        <p:spPr>
          <a:xfrm>
            <a:off x="4261073" y="4056363"/>
            <a:ext cx="1751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cf2141ad78_0_19"/>
          <p:cNvSpPr/>
          <p:nvPr/>
        </p:nvSpPr>
        <p:spPr>
          <a:xfrm>
            <a:off x="365814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cf2141ad78_0_19"/>
          <p:cNvSpPr txBox="1">
            <a:spLocks noGrp="1"/>
          </p:cNvSpPr>
          <p:nvPr>
            <p:ph type="subTitle" idx="4294967295"/>
          </p:nvPr>
        </p:nvSpPr>
        <p:spPr>
          <a:xfrm>
            <a:off x="308849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89" name="Google Shape;989;g2cf2141ad78_0_19"/>
          <p:cNvSpPr/>
          <p:nvPr/>
        </p:nvSpPr>
        <p:spPr>
          <a:xfrm>
            <a:off x="4092207"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6" name="Google Shape;99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7" name="Google Shape;99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4" name="Google Shape;100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5" name="Google Shape;1005;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6" name="Google Shape;100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3" name="Google Shape;101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4" name="Google Shape;1014;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5" name="Google Shape;101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2" name="Google Shape;102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3" name="Google Shape;102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4" name="Google Shape;102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1" name="Google Shape;103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2" name="Google Shape;103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3" name="Google Shape;103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f2141ad78_0_1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0" name="Google Shape;1040;g2cf2141ad78_0_1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1" name="Google Shape;1041;g2cf2141ad78_0_102"/>
          <p:cNvGrpSpPr/>
          <p:nvPr/>
        </p:nvGrpSpPr>
        <p:grpSpPr>
          <a:xfrm>
            <a:off x="3024000" y="209875"/>
            <a:ext cx="3096000" cy="454800"/>
            <a:chOff x="3024000" y="209875"/>
            <a:chExt cx="3096000" cy="454800"/>
          </a:xfrm>
        </p:grpSpPr>
        <p:sp>
          <p:nvSpPr>
            <p:cNvPr id="1042" name="Google Shape;1042;g2cf2141ad78_0_10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f2141ad78_0_10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4" name="Google Shape;1044;g2cf2141ad78_0_10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5" name="Google Shape;1045;g2cf2141ad78_0_10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6" name="Google Shape;1046;g2cf2141ad78_0_10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7" name="Google Shape;1047;g2cf2141ad78_0_10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8" name="Google Shape;1048;g2cf2141ad78_0_10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9" name="Google Shape;1049;g2cf2141ad78_0_102"/>
          <p:cNvSpPr txBox="1"/>
          <p:nvPr/>
        </p:nvSpPr>
        <p:spPr>
          <a:xfrm>
            <a:off x="2126707" y="960050"/>
            <a:ext cx="657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50" name="Google Shape;1050;g2cf2141ad78_0_102"/>
          <p:cNvSpPr txBox="1"/>
          <p:nvPr/>
        </p:nvSpPr>
        <p:spPr>
          <a:xfrm>
            <a:off x="5332537" y="96005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51" name="Google Shape;1051;g2cf2141ad78_0_102"/>
          <p:cNvSpPr txBox="1"/>
          <p:nvPr/>
        </p:nvSpPr>
        <p:spPr>
          <a:xfrm>
            <a:off x="1181100" y="96005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52" name="Google Shape;1052;g2cf2141ad78_0_102"/>
          <p:cNvSpPr txBox="1"/>
          <p:nvPr/>
        </p:nvSpPr>
        <p:spPr>
          <a:xfrm>
            <a:off x="3044415" y="960050"/>
            <a:ext cx="48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53" name="Google Shape;1053;g2cf2141ad78_0_102"/>
          <p:cNvSpPr txBox="1"/>
          <p:nvPr/>
        </p:nvSpPr>
        <p:spPr>
          <a:xfrm>
            <a:off x="3787522" y="960050"/>
            <a:ext cx="51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54" name="Google Shape;1054;g2cf2141ad78_0_102"/>
          <p:cNvSpPr txBox="1"/>
          <p:nvPr/>
        </p:nvSpPr>
        <p:spPr>
          <a:xfrm>
            <a:off x="7223751" y="960050"/>
            <a:ext cx="739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55" name="Google Shape;1055;g2cf2141ad78_0_10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56" name="Google Shape;1056;g2cf2141ad78_0_102"/>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057" name="Google Shape;1057;g2cf2141ad78_0_102"/>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58" name="Google Shape;1058;g2cf2141ad78_0_102"/>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59" name="Google Shape;1059;g2cf2141ad78_0_102"/>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ph</a:t>
            </a:r>
            <a:endParaRPr sz="5500" b="0" i="0" u="none" strike="noStrike" cap="none">
              <a:solidFill>
                <a:srgbClr val="FFD400"/>
              </a:solidFill>
              <a:latin typeface="Jost"/>
              <a:ea typeface="Jost"/>
              <a:cs typeface="Jost"/>
              <a:sym typeface="Jost"/>
            </a:endParaRPr>
          </a:p>
        </p:txBody>
      </p:sp>
      <p:sp>
        <p:nvSpPr>
          <p:cNvPr id="1060" name="Google Shape;1060;g2cf2141ad78_0_102"/>
          <p:cNvSpPr txBox="1"/>
          <p:nvPr/>
        </p:nvSpPr>
        <p:spPr>
          <a:xfrm>
            <a:off x="4560029" y="960050"/>
            <a:ext cx="51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1" name="Google Shape;1061;g2cf2141ad78_0_102"/>
          <p:cNvSpPr txBox="1"/>
          <p:nvPr/>
        </p:nvSpPr>
        <p:spPr>
          <a:xfrm>
            <a:off x="6278144" y="96005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062" name="Google Shape;1062;g2cf2141ad78_0_102"/>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63" name="Google Shape;1063;g2cf2141ad78_0_102"/>
          <p:cNvSpPr txBox="1"/>
          <p:nvPr/>
        </p:nvSpPr>
        <p:spPr>
          <a:xfrm>
            <a:off x="3486803" y="220162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0" name="Google Shape;107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1" name="Google Shape;1071;g1f3daf8a844_0_64"/>
          <p:cNvGrpSpPr/>
          <p:nvPr/>
        </p:nvGrpSpPr>
        <p:grpSpPr>
          <a:xfrm>
            <a:off x="3024000" y="209875"/>
            <a:ext cx="3096000" cy="454800"/>
            <a:chOff x="3024000" y="209875"/>
            <a:chExt cx="3096000" cy="454800"/>
          </a:xfrm>
        </p:grpSpPr>
        <p:sp>
          <p:nvSpPr>
            <p:cNvPr id="1072" name="Google Shape;107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3" name="Google Shape;107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4" name="Google Shape;107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5" name="Google Shape;1075;g1f3daf8a844_0_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76" name="Google Shape;107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7" name="Google Shape;107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8" name="Google Shape;107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9" name="Google Shape;107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0" name="Google Shape;1080;g1f3daf8a844_0_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phonics dolphin gr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ph eleph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nt</a:t>
            </a:r>
            <a:endParaRPr sz="1800" b="0" i="0" u="none" strike="noStrike" cap="none">
              <a:solidFill>
                <a:srgbClr val="B7B7B7"/>
              </a:solidFill>
              <a:latin typeface="Jost"/>
              <a:ea typeface="Jost"/>
              <a:cs typeface="Jost"/>
              <a:sym typeface="Jost"/>
            </a:endParaRPr>
          </a:p>
        </p:txBody>
      </p:sp>
      <p:sp>
        <p:nvSpPr>
          <p:cNvPr id="1081" name="Google Shape;1081;g1f3daf8a844_0_64"/>
          <p:cNvSpPr txBox="1"/>
          <p:nvPr/>
        </p:nvSpPr>
        <p:spPr>
          <a:xfrm>
            <a:off x="2126707" y="960050"/>
            <a:ext cx="657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2" name="Google Shape;1082;g1f3daf8a844_0_64"/>
          <p:cNvSpPr txBox="1"/>
          <p:nvPr/>
        </p:nvSpPr>
        <p:spPr>
          <a:xfrm>
            <a:off x="5332537" y="96005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83" name="Google Shape;1083;g1f3daf8a844_0_64"/>
          <p:cNvSpPr txBox="1"/>
          <p:nvPr/>
        </p:nvSpPr>
        <p:spPr>
          <a:xfrm>
            <a:off x="1181100" y="96005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84" name="Google Shape;1084;g1f3daf8a844_0_64"/>
          <p:cNvSpPr txBox="1"/>
          <p:nvPr/>
        </p:nvSpPr>
        <p:spPr>
          <a:xfrm>
            <a:off x="3044415" y="960050"/>
            <a:ext cx="48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85" name="Google Shape;1085;g1f3daf8a844_0_64"/>
          <p:cNvSpPr txBox="1"/>
          <p:nvPr/>
        </p:nvSpPr>
        <p:spPr>
          <a:xfrm>
            <a:off x="3787522" y="960050"/>
            <a:ext cx="51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cxnSp>
        <p:nvCxnSpPr>
          <p:cNvPr id="1086" name="Google Shape;1086;g1f3daf8a844_0_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7" name="Google Shape;1087;g1f3daf8a844_0_64"/>
          <p:cNvSpPr txBox="1"/>
          <p:nvPr/>
        </p:nvSpPr>
        <p:spPr>
          <a:xfrm>
            <a:off x="7223751" y="960050"/>
            <a:ext cx="739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88" name="Google Shape;1088;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89" name="Google Shape;1089;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090" name="Google Shape;1090;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2" name="Google Shape;1092;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ph</a:t>
            </a:r>
            <a:endParaRPr sz="5500" b="0" i="0" u="none" strike="noStrike" cap="none">
              <a:solidFill>
                <a:srgbClr val="FFD400"/>
              </a:solidFill>
              <a:latin typeface="Jost"/>
              <a:ea typeface="Jost"/>
              <a:cs typeface="Jost"/>
              <a:sym typeface="Jost"/>
            </a:endParaRPr>
          </a:p>
        </p:txBody>
      </p:sp>
      <p:sp>
        <p:nvSpPr>
          <p:cNvPr id="1093" name="Google Shape;1093;g1f3daf8a844_0_64"/>
          <p:cNvSpPr txBox="1"/>
          <p:nvPr/>
        </p:nvSpPr>
        <p:spPr>
          <a:xfrm>
            <a:off x="4560029" y="960050"/>
            <a:ext cx="51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4" name="Google Shape;1094;g1f3daf8a844_0_64"/>
          <p:cNvSpPr txBox="1"/>
          <p:nvPr/>
        </p:nvSpPr>
        <p:spPr>
          <a:xfrm>
            <a:off x="6278144" y="96005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3486803" y="220162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382</Words>
  <Application>Microsoft Office PowerPoint</Application>
  <PresentationFormat>On-screen Show (4:3)</PresentationFormat>
  <Paragraphs>159</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Nunito Black</vt:lpstr>
      <vt:lpstr>Poppins SemiBold</vt:lpstr>
      <vt:lpstr>Arial</vt:lpstr>
      <vt:lpstr>Poppins Medium</vt:lpstr>
      <vt:lpstr>Poppins</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2026-05-20T06:07:52Z</dcterms:modified>
</cp:coreProperties>
</file>