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jN3QLKdmiFhnkN2DnfehuPvZ4Ag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C62570A-0A53-4CB9-BFFC-A9A7F95F33BC}">
  <a:tblStyle styleId="{4C62570A-0A53-4CB9-BFFC-A9A7F95F33BC}"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0" name="Google Shape;660;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1" name="Google Shape;661;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3442ba514a6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5" name="Google Shape;675;g3442ba514a6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g3442ba514a6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g3442ba514a6_0_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5" name="Google Shape;705;g3442ba514a6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6" name="Google Shape;706;g3442ba514a6_0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3442ba514a6_0_6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1" name="Google Shape;741;g3442ba514a6_0_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2" name="Google Shape;742;g3442ba514a6_0_6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g3442ba514a6_0_1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9" name="Google Shape;789;g3442ba514a6_0_1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0" name="Google Shape;790;g3442ba514a6_0_1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3442ba514a6_0_1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7" name="Google Shape;827;g3442ba514a6_0_1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8" name="Google Shape;828;g3442ba514a6_0_1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3442ba514a6_0_16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g3442ba514a6_0_1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9" name="Google Shape;849;g3442ba514a6_0_1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3442ba514a6_0_20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3442ba514a6_0_2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3442ba514a6_0_20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3442ba514a6_0_2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3442ba514a6_0_2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3442ba514a6_0_2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3442ba514a6_0_2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3442ba514a6_0_2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3442ba514a6_0_2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3442ba514a6_0_27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4" name="Google Shape;954;g3442ba514a6_0_2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5" name="Google Shape;955;g3442ba514a6_0_27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7" name="Google Shape;967;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8" name="Google Shape;968;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2e5653a5c6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0" name="Google Shape;980;g2e5653a5c6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1" name="Google Shape;981;g2e5653a5c6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3" name="Google Shape;993;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4" name="Google Shape;994;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0" name="Google Shape;1000;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1" name="Google Shape;1001;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g274a28d2bf1_0_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2" name="Google Shape;1032;g274a28d2bf1_0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3" name="Google Shape;1033;g274a28d2bf1_0_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2"/>
        <p:cNvGrpSpPr/>
        <p:nvPr/>
      </p:nvGrpSpPr>
      <p:grpSpPr>
        <a:xfrm>
          <a:off x="0" y="0"/>
          <a:ext cx="0" cy="0"/>
          <a:chOff x="0" y="0"/>
          <a:chExt cx="0" cy="0"/>
        </a:xfrm>
      </p:grpSpPr>
      <p:sp>
        <p:nvSpPr>
          <p:cNvPr id="1063" name="Google Shape;1063;g274a28d2bf1_0_6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4" name="Google Shape;1064;g274a28d2bf1_0_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5" name="Google Shape;1065;g274a28d2bf1_0_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6"/>
        <p:cNvGrpSpPr/>
        <p:nvPr/>
      </p:nvGrpSpPr>
      <p:grpSpPr>
        <a:xfrm>
          <a:off x="0" y="0"/>
          <a:ext cx="0" cy="0"/>
          <a:chOff x="0" y="0"/>
          <a:chExt cx="0" cy="0"/>
        </a:xfrm>
      </p:grpSpPr>
      <p:sp>
        <p:nvSpPr>
          <p:cNvPr id="1097" name="Google Shape;1097;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8" name="Google Shape;1098;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9" name="Google Shape;1099;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5" name="Google Shape;1105;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6" name="Google Shape;1106;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8" name="Google Shape;1118;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9" name="Google Shape;1119;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9"/>
        <p:cNvGrpSpPr/>
        <p:nvPr/>
      </p:nvGrpSpPr>
      <p:grpSpPr>
        <a:xfrm>
          <a:off x="0" y="0"/>
          <a:ext cx="0" cy="0"/>
          <a:chOff x="0" y="0"/>
          <a:chExt cx="0" cy="0"/>
        </a:xfrm>
      </p:grpSpPr>
      <p:sp>
        <p:nvSpPr>
          <p:cNvPr id="1130" name="Google Shape;1130;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1" name="Google Shape;1131;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2" name="Google Shape;1132;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274a28d2bf1_0_10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2" name="Google Shape;1162;g274a28d2bf1_0_1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3" name="Google Shape;1163;g274a28d2bf1_0_1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9590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52922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Compare ou - /ow/ /oa/ /oo/</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60376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13.2 - Thursday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64</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3.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6.png"/><Relationship Id="rId21" Type="http://schemas.openxmlformats.org/officeDocument/2006/relationships/image" Target="../media/image79.png"/><Relationship Id="rId34" Type="http://schemas.openxmlformats.org/officeDocument/2006/relationships/image" Target="../media/image92.png"/><Relationship Id="rId42" Type="http://schemas.openxmlformats.org/officeDocument/2006/relationships/image" Target="../media/image99.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98.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7.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3.png"/><Relationship Id="rId43" Type="http://schemas.openxmlformats.org/officeDocument/2006/relationships/image" Target="../media/image100.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13" Type="http://schemas.openxmlformats.org/officeDocument/2006/relationships/image" Target="../media/image111.png"/><Relationship Id="rId18" Type="http://schemas.openxmlformats.org/officeDocument/2006/relationships/image" Target="../media/image5.png"/><Relationship Id="rId26" Type="http://schemas.openxmlformats.org/officeDocument/2006/relationships/image" Target="../media/image122.png"/><Relationship Id="rId3" Type="http://schemas.openxmlformats.org/officeDocument/2006/relationships/image" Target="../media/image101.png"/><Relationship Id="rId21" Type="http://schemas.openxmlformats.org/officeDocument/2006/relationships/image" Target="../media/image117.png"/><Relationship Id="rId7" Type="http://schemas.openxmlformats.org/officeDocument/2006/relationships/image" Target="../media/image105.png"/><Relationship Id="rId12" Type="http://schemas.openxmlformats.org/officeDocument/2006/relationships/image" Target="../media/image110.png"/><Relationship Id="rId17" Type="http://schemas.openxmlformats.org/officeDocument/2006/relationships/image" Target="../media/image6.png"/><Relationship Id="rId25" Type="http://schemas.openxmlformats.org/officeDocument/2006/relationships/image" Target="../media/image121.png"/><Relationship Id="rId33" Type="http://schemas.openxmlformats.org/officeDocument/2006/relationships/image" Target="../media/image129.png"/><Relationship Id="rId2" Type="http://schemas.openxmlformats.org/officeDocument/2006/relationships/notesSlide" Target="../notesSlides/notesSlide6.xml"/><Relationship Id="rId16" Type="http://schemas.openxmlformats.org/officeDocument/2006/relationships/image" Target="../media/image114.png"/><Relationship Id="rId20" Type="http://schemas.openxmlformats.org/officeDocument/2006/relationships/image" Target="../media/image116.png"/><Relationship Id="rId29" Type="http://schemas.openxmlformats.org/officeDocument/2006/relationships/image" Target="../media/image125.png"/><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24" Type="http://schemas.openxmlformats.org/officeDocument/2006/relationships/image" Target="../media/image120.png"/><Relationship Id="rId32" Type="http://schemas.openxmlformats.org/officeDocument/2006/relationships/image" Target="../media/image128.png"/><Relationship Id="rId5" Type="http://schemas.openxmlformats.org/officeDocument/2006/relationships/image" Target="../media/image103.png"/><Relationship Id="rId15" Type="http://schemas.openxmlformats.org/officeDocument/2006/relationships/image" Target="../media/image113.png"/><Relationship Id="rId23" Type="http://schemas.openxmlformats.org/officeDocument/2006/relationships/image" Target="../media/image119.png"/><Relationship Id="rId28" Type="http://schemas.openxmlformats.org/officeDocument/2006/relationships/image" Target="../media/image124.png"/><Relationship Id="rId10" Type="http://schemas.openxmlformats.org/officeDocument/2006/relationships/image" Target="../media/image108.png"/><Relationship Id="rId19" Type="http://schemas.openxmlformats.org/officeDocument/2006/relationships/image" Target="../media/image115.png"/><Relationship Id="rId31" Type="http://schemas.openxmlformats.org/officeDocument/2006/relationships/image" Target="../media/image127.png"/><Relationship Id="rId4" Type="http://schemas.openxmlformats.org/officeDocument/2006/relationships/image" Target="../media/image102.png"/><Relationship Id="rId9" Type="http://schemas.openxmlformats.org/officeDocument/2006/relationships/image" Target="../media/image107.png"/><Relationship Id="rId14" Type="http://schemas.openxmlformats.org/officeDocument/2006/relationships/image" Target="../media/image112.png"/><Relationship Id="rId22" Type="http://schemas.openxmlformats.org/officeDocument/2006/relationships/image" Target="../media/image118.png"/><Relationship Id="rId27" Type="http://schemas.openxmlformats.org/officeDocument/2006/relationships/image" Target="../media/image123.png"/><Relationship Id="rId30" Type="http://schemas.openxmlformats.org/officeDocument/2006/relationships/image" Target="../media/image126.png"/><Relationship Id="rId8" Type="http://schemas.openxmlformats.org/officeDocument/2006/relationships/image" Target="../media/image106.png"/></Relationships>
</file>

<file path=ppt/slides/_rels/slide7.xml.rels><?xml version="1.0" encoding="UTF-8" standalone="yes"?>
<Relationships xmlns="http://schemas.openxmlformats.org/package/2006/relationships"><Relationship Id="rId8" Type="http://schemas.openxmlformats.org/officeDocument/2006/relationships/image" Target="../media/image135.png"/><Relationship Id="rId13" Type="http://schemas.openxmlformats.org/officeDocument/2006/relationships/image" Target="../media/image140.png"/><Relationship Id="rId3" Type="http://schemas.openxmlformats.org/officeDocument/2006/relationships/image" Target="../media/image130.png"/><Relationship Id="rId7" Type="http://schemas.openxmlformats.org/officeDocument/2006/relationships/image" Target="../media/image134.png"/><Relationship Id="rId12" Type="http://schemas.openxmlformats.org/officeDocument/2006/relationships/image" Target="../media/image139.png"/><Relationship Id="rId2" Type="http://schemas.openxmlformats.org/officeDocument/2006/relationships/notesSlide" Target="../notesSlides/notesSlide7.xml"/><Relationship Id="rId16" Type="http://schemas.openxmlformats.org/officeDocument/2006/relationships/image" Target="../media/image143.png"/><Relationship Id="rId1" Type="http://schemas.openxmlformats.org/officeDocument/2006/relationships/slideLayout" Target="../slideLayouts/slideLayout3.xml"/><Relationship Id="rId6" Type="http://schemas.openxmlformats.org/officeDocument/2006/relationships/image" Target="../media/image133.png"/><Relationship Id="rId11" Type="http://schemas.openxmlformats.org/officeDocument/2006/relationships/image" Target="../media/image138.png"/><Relationship Id="rId5" Type="http://schemas.openxmlformats.org/officeDocument/2006/relationships/image" Target="../media/image132.png"/><Relationship Id="rId15" Type="http://schemas.openxmlformats.org/officeDocument/2006/relationships/image" Target="../media/image142.png"/><Relationship Id="rId10" Type="http://schemas.openxmlformats.org/officeDocument/2006/relationships/image" Target="../media/image137.png"/><Relationship Id="rId4" Type="http://schemas.openxmlformats.org/officeDocument/2006/relationships/image" Target="../media/image131.png"/><Relationship Id="rId9" Type="http://schemas.openxmlformats.org/officeDocument/2006/relationships/image" Target="../media/image136.png"/><Relationship Id="rId14" Type="http://schemas.openxmlformats.org/officeDocument/2006/relationships/image" Target="../media/image141.png"/></Relationships>
</file>

<file path=ppt/slides/_rels/slide8.xml.rels><?xml version="1.0" encoding="UTF-8" standalone="yes"?>
<Relationships xmlns="http://schemas.openxmlformats.org/package/2006/relationships"><Relationship Id="rId8" Type="http://schemas.openxmlformats.org/officeDocument/2006/relationships/image" Target="../media/image149.png"/><Relationship Id="rId13" Type="http://schemas.openxmlformats.org/officeDocument/2006/relationships/image" Target="../media/image154.png"/><Relationship Id="rId18" Type="http://schemas.openxmlformats.org/officeDocument/2006/relationships/image" Target="../media/image159.png"/><Relationship Id="rId26" Type="http://schemas.openxmlformats.org/officeDocument/2006/relationships/image" Target="../media/image167.png"/><Relationship Id="rId3" Type="http://schemas.openxmlformats.org/officeDocument/2006/relationships/image" Target="../media/image144.png"/><Relationship Id="rId21" Type="http://schemas.openxmlformats.org/officeDocument/2006/relationships/image" Target="../media/image162.png"/><Relationship Id="rId7" Type="http://schemas.openxmlformats.org/officeDocument/2006/relationships/image" Target="../media/image148.png"/><Relationship Id="rId12" Type="http://schemas.openxmlformats.org/officeDocument/2006/relationships/image" Target="../media/image153.png"/><Relationship Id="rId17" Type="http://schemas.openxmlformats.org/officeDocument/2006/relationships/image" Target="../media/image158.png"/><Relationship Id="rId25" Type="http://schemas.openxmlformats.org/officeDocument/2006/relationships/image" Target="../media/image166.png"/><Relationship Id="rId2" Type="http://schemas.openxmlformats.org/officeDocument/2006/relationships/notesSlide" Target="../notesSlides/notesSlide8.xml"/><Relationship Id="rId16" Type="http://schemas.openxmlformats.org/officeDocument/2006/relationships/image" Target="../media/image157.png"/><Relationship Id="rId20" Type="http://schemas.openxmlformats.org/officeDocument/2006/relationships/image" Target="../media/image161.png"/><Relationship Id="rId29" Type="http://schemas.openxmlformats.org/officeDocument/2006/relationships/image" Target="../media/image170.png"/><Relationship Id="rId1" Type="http://schemas.openxmlformats.org/officeDocument/2006/relationships/slideLayout" Target="../slideLayouts/slideLayout3.xml"/><Relationship Id="rId6" Type="http://schemas.openxmlformats.org/officeDocument/2006/relationships/image" Target="../media/image147.png"/><Relationship Id="rId11" Type="http://schemas.openxmlformats.org/officeDocument/2006/relationships/image" Target="../media/image152.png"/><Relationship Id="rId24" Type="http://schemas.openxmlformats.org/officeDocument/2006/relationships/image" Target="../media/image165.png"/><Relationship Id="rId5" Type="http://schemas.openxmlformats.org/officeDocument/2006/relationships/image" Target="../media/image146.png"/><Relationship Id="rId15" Type="http://schemas.openxmlformats.org/officeDocument/2006/relationships/image" Target="../media/image156.png"/><Relationship Id="rId23" Type="http://schemas.openxmlformats.org/officeDocument/2006/relationships/image" Target="../media/image164.png"/><Relationship Id="rId28" Type="http://schemas.openxmlformats.org/officeDocument/2006/relationships/image" Target="../media/image169.png"/><Relationship Id="rId10" Type="http://schemas.openxmlformats.org/officeDocument/2006/relationships/image" Target="../media/image151.png"/><Relationship Id="rId19" Type="http://schemas.openxmlformats.org/officeDocument/2006/relationships/image" Target="../media/image160.png"/><Relationship Id="rId4" Type="http://schemas.openxmlformats.org/officeDocument/2006/relationships/image" Target="../media/image145.png"/><Relationship Id="rId9" Type="http://schemas.openxmlformats.org/officeDocument/2006/relationships/image" Target="../media/image150.png"/><Relationship Id="rId14" Type="http://schemas.openxmlformats.org/officeDocument/2006/relationships/image" Target="../media/image155.png"/><Relationship Id="rId22" Type="http://schemas.openxmlformats.org/officeDocument/2006/relationships/image" Target="../media/image163.png"/><Relationship Id="rId27" Type="http://schemas.openxmlformats.org/officeDocument/2006/relationships/image" Target="../media/image168.png"/><Relationship Id="rId30" Type="http://schemas.openxmlformats.org/officeDocument/2006/relationships/image" Target="../media/image171.png"/></Relationships>
</file>

<file path=ppt/slides/_rels/slide9.xml.rels><?xml version="1.0" encoding="UTF-8" standalone="yes"?>
<Relationships xmlns="http://schemas.openxmlformats.org/package/2006/relationships"><Relationship Id="rId8" Type="http://schemas.openxmlformats.org/officeDocument/2006/relationships/image" Target="../media/image177.png"/><Relationship Id="rId13" Type="http://schemas.openxmlformats.org/officeDocument/2006/relationships/image" Target="../media/image182.png"/><Relationship Id="rId3" Type="http://schemas.openxmlformats.org/officeDocument/2006/relationships/image" Target="../media/image172.png"/><Relationship Id="rId7" Type="http://schemas.openxmlformats.org/officeDocument/2006/relationships/image" Target="../media/image176.png"/><Relationship Id="rId12" Type="http://schemas.openxmlformats.org/officeDocument/2006/relationships/image" Target="../media/image18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5.png"/><Relationship Id="rId11" Type="http://schemas.openxmlformats.org/officeDocument/2006/relationships/image" Target="../media/image180.png"/><Relationship Id="rId5" Type="http://schemas.openxmlformats.org/officeDocument/2006/relationships/image" Target="../media/image174.png"/><Relationship Id="rId15" Type="http://schemas.openxmlformats.org/officeDocument/2006/relationships/image" Target="../media/image184.png"/><Relationship Id="rId10" Type="http://schemas.openxmlformats.org/officeDocument/2006/relationships/image" Target="../media/image179.png"/><Relationship Id="rId4" Type="http://schemas.openxmlformats.org/officeDocument/2006/relationships/image" Target="../media/image173.png"/><Relationship Id="rId9" Type="http://schemas.openxmlformats.org/officeDocument/2006/relationships/image" Target="../media/image178.png"/><Relationship Id="rId14" Type="http://schemas.openxmlformats.org/officeDocument/2006/relationships/image" Target="../media/image183.png"/></Relationships>
</file>

<file path=ppt/slides/_rels/slide10.xml.rels><?xml version="1.0" encoding="UTF-8" standalone="yes"?>
<Relationships xmlns="http://schemas.openxmlformats.org/package/2006/relationships"><Relationship Id="rId8" Type="http://schemas.openxmlformats.org/officeDocument/2006/relationships/image" Target="../media/image190.png"/><Relationship Id="rId13" Type="http://schemas.openxmlformats.org/officeDocument/2006/relationships/image" Target="../media/image194.png"/><Relationship Id="rId3" Type="http://schemas.openxmlformats.org/officeDocument/2006/relationships/image" Target="../media/image185.png"/><Relationship Id="rId7" Type="http://schemas.openxmlformats.org/officeDocument/2006/relationships/image" Target="../media/image189.png"/><Relationship Id="rId12" Type="http://schemas.openxmlformats.org/officeDocument/2006/relationships/image" Target="../media/image193.png"/><Relationship Id="rId2" Type="http://schemas.openxmlformats.org/officeDocument/2006/relationships/notesSlide" Target="../notesSlides/notesSlide10.xml"/><Relationship Id="rId16" Type="http://schemas.openxmlformats.org/officeDocument/2006/relationships/image" Target="../media/image197.png"/><Relationship Id="rId1" Type="http://schemas.openxmlformats.org/officeDocument/2006/relationships/slideLayout" Target="../slideLayouts/slideLayout3.xml"/><Relationship Id="rId6" Type="http://schemas.openxmlformats.org/officeDocument/2006/relationships/image" Target="../media/image188.png"/><Relationship Id="rId11" Type="http://schemas.openxmlformats.org/officeDocument/2006/relationships/image" Target="../media/image8.png"/><Relationship Id="rId5" Type="http://schemas.openxmlformats.org/officeDocument/2006/relationships/image" Target="../media/image187.png"/><Relationship Id="rId15" Type="http://schemas.openxmlformats.org/officeDocument/2006/relationships/image" Target="../media/image196.png"/><Relationship Id="rId10" Type="http://schemas.openxmlformats.org/officeDocument/2006/relationships/image" Target="../media/image192.png"/><Relationship Id="rId4" Type="http://schemas.openxmlformats.org/officeDocument/2006/relationships/image" Target="../media/image186.png"/><Relationship Id="rId9" Type="http://schemas.openxmlformats.org/officeDocument/2006/relationships/image" Target="../media/image191.png"/><Relationship Id="rId14" Type="http://schemas.openxmlformats.org/officeDocument/2006/relationships/image" Target="../media/image195.png"/></Relationships>
</file>

<file path=ppt/slides/_rels/slide11.xml.rels><?xml version="1.0" encoding="UTF-8" standalone="yes"?>
<Relationships xmlns="http://schemas.openxmlformats.org/package/2006/relationships"><Relationship Id="rId8" Type="http://schemas.openxmlformats.org/officeDocument/2006/relationships/image" Target="../media/image203.png"/><Relationship Id="rId13" Type="http://schemas.openxmlformats.org/officeDocument/2006/relationships/image" Target="../media/image208.png"/><Relationship Id="rId18" Type="http://schemas.openxmlformats.org/officeDocument/2006/relationships/image" Target="../media/image213.png"/><Relationship Id="rId26" Type="http://schemas.openxmlformats.org/officeDocument/2006/relationships/image" Target="../media/image221.png"/><Relationship Id="rId3" Type="http://schemas.openxmlformats.org/officeDocument/2006/relationships/image" Target="../media/image198.png"/><Relationship Id="rId21" Type="http://schemas.openxmlformats.org/officeDocument/2006/relationships/image" Target="../media/image216.png"/><Relationship Id="rId7" Type="http://schemas.openxmlformats.org/officeDocument/2006/relationships/image" Target="../media/image202.png"/><Relationship Id="rId12" Type="http://schemas.openxmlformats.org/officeDocument/2006/relationships/image" Target="../media/image207.png"/><Relationship Id="rId17" Type="http://schemas.openxmlformats.org/officeDocument/2006/relationships/image" Target="../media/image212.png"/><Relationship Id="rId25" Type="http://schemas.openxmlformats.org/officeDocument/2006/relationships/image" Target="../media/image220.png"/><Relationship Id="rId2" Type="http://schemas.openxmlformats.org/officeDocument/2006/relationships/notesSlide" Target="../notesSlides/notesSlide11.xml"/><Relationship Id="rId16" Type="http://schemas.openxmlformats.org/officeDocument/2006/relationships/image" Target="../media/image211.png"/><Relationship Id="rId20" Type="http://schemas.openxmlformats.org/officeDocument/2006/relationships/image" Target="../media/image215.png"/><Relationship Id="rId1" Type="http://schemas.openxmlformats.org/officeDocument/2006/relationships/slideLayout" Target="../slideLayouts/slideLayout3.xml"/><Relationship Id="rId6" Type="http://schemas.openxmlformats.org/officeDocument/2006/relationships/image" Target="../media/image201.png"/><Relationship Id="rId11" Type="http://schemas.openxmlformats.org/officeDocument/2006/relationships/image" Target="../media/image206.png"/><Relationship Id="rId24" Type="http://schemas.openxmlformats.org/officeDocument/2006/relationships/image" Target="../media/image219.png"/><Relationship Id="rId5" Type="http://schemas.openxmlformats.org/officeDocument/2006/relationships/image" Target="../media/image200.png"/><Relationship Id="rId15" Type="http://schemas.openxmlformats.org/officeDocument/2006/relationships/image" Target="../media/image210.png"/><Relationship Id="rId23" Type="http://schemas.openxmlformats.org/officeDocument/2006/relationships/image" Target="../media/image218.png"/><Relationship Id="rId10" Type="http://schemas.openxmlformats.org/officeDocument/2006/relationships/image" Target="../media/image205.png"/><Relationship Id="rId19" Type="http://schemas.openxmlformats.org/officeDocument/2006/relationships/image" Target="../media/image214.png"/><Relationship Id="rId4" Type="http://schemas.openxmlformats.org/officeDocument/2006/relationships/image" Target="../media/image199.png"/><Relationship Id="rId9" Type="http://schemas.openxmlformats.org/officeDocument/2006/relationships/image" Target="../media/image204.png"/><Relationship Id="rId14" Type="http://schemas.openxmlformats.org/officeDocument/2006/relationships/image" Target="../media/image209.png"/><Relationship Id="rId22" Type="http://schemas.openxmlformats.org/officeDocument/2006/relationships/image" Target="../media/image217.png"/></Relationships>
</file>

<file path=ppt/slides/_rels/slide12.xml.rels><?xml version="1.0" encoding="UTF-8" standalone="yes"?>
<Relationships xmlns="http://schemas.openxmlformats.org/package/2006/relationships"><Relationship Id="rId8" Type="http://schemas.openxmlformats.org/officeDocument/2006/relationships/image" Target="../media/image227.png"/><Relationship Id="rId3" Type="http://schemas.openxmlformats.org/officeDocument/2006/relationships/image" Target="../media/image222.png"/><Relationship Id="rId7" Type="http://schemas.openxmlformats.org/officeDocument/2006/relationships/image" Target="../media/image226.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25.png"/><Relationship Id="rId5" Type="http://schemas.openxmlformats.org/officeDocument/2006/relationships/image" Target="../media/image224.png"/><Relationship Id="rId4" Type="http://schemas.openxmlformats.org/officeDocument/2006/relationships/image" Target="../media/image223.png"/><Relationship Id="rId9" Type="http://schemas.openxmlformats.org/officeDocument/2006/relationships/image" Target="../media/image228.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231.png"/><Relationship Id="rId4" Type="http://schemas.openxmlformats.org/officeDocument/2006/relationships/image" Target="../media/image230.png"/></Relationships>
</file>

<file path=ppt/slides/_rels/slide15.xml.rels><?xml version="1.0" encoding="UTF-8" standalone="yes"?>
<Relationships xmlns="http://schemas.openxmlformats.org/package/2006/relationships"><Relationship Id="rId3" Type="http://schemas.openxmlformats.org/officeDocument/2006/relationships/image" Target="../media/image23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33.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10.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209.png"/><Relationship Id="rId5" Type="http://schemas.openxmlformats.org/officeDocument/2006/relationships/image" Target="../media/image194.png"/><Relationship Id="rId4" Type="http://schemas.openxmlformats.org/officeDocument/2006/relationships/image" Target="../media/image193.png"/></Relationships>
</file>

<file path=ppt/slides/_rels/slide21.xml.rels><?xml version="1.0" encoding="UTF-8" standalone="yes"?>
<Relationships xmlns="http://schemas.openxmlformats.org/package/2006/relationships"><Relationship Id="rId3" Type="http://schemas.openxmlformats.org/officeDocument/2006/relationships/image" Target="../media/image234.png"/><Relationship Id="rId7" Type="http://schemas.openxmlformats.org/officeDocument/2006/relationships/image" Target="../media/image238.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237.png"/><Relationship Id="rId5" Type="http://schemas.openxmlformats.org/officeDocument/2006/relationships/image" Target="../media/image236.png"/><Relationship Id="rId4" Type="http://schemas.openxmlformats.org/officeDocument/2006/relationships/image" Target="../media/image235.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Compare ou; </a:t>
            </a:r>
            <a:br>
              <a:rPr lang="en-US" sz="3000"/>
            </a:br>
            <a:r>
              <a:rPr lang="en-US" sz="3000"/>
              <a:t>/ow/ /oa/ /oo/</a:t>
            </a:r>
            <a:endParaRPr sz="3000"/>
          </a:p>
        </p:txBody>
      </p:sp>
      <p:grpSp>
        <p:nvGrpSpPr>
          <p:cNvPr id="652" name="Google Shape;652;p1"/>
          <p:cNvGrpSpPr/>
          <p:nvPr/>
        </p:nvGrpSpPr>
        <p:grpSpPr>
          <a:xfrm>
            <a:off x="4970009" y="3831826"/>
            <a:ext cx="3588500" cy="1946584"/>
            <a:chOff x="4970009" y="3831826"/>
            <a:chExt cx="3588500" cy="1946584"/>
          </a:xfrm>
        </p:grpSpPr>
        <p:pic>
          <p:nvPicPr>
            <p:cNvPr id="653" name="Google Shape;653;p1" title="JL686-111F.png"/>
            <p:cNvPicPr preferRelativeResize="0"/>
            <p:nvPr/>
          </p:nvPicPr>
          <p:blipFill rotWithShape="1">
            <a:blip r:embed="rId3">
              <a:alphaModFix/>
            </a:blip>
            <a:srcRect b="10"/>
            <a:stretch/>
          </p:blipFill>
          <p:spPr>
            <a:xfrm rot="540306">
              <a:off x="7224100" y="3984578"/>
              <a:ext cx="1208040" cy="1709827"/>
            </a:xfrm>
            <a:prstGeom prst="rect">
              <a:avLst/>
            </a:prstGeom>
            <a:noFill/>
            <a:ln>
              <a:noFill/>
            </a:ln>
            <a:effectLst>
              <a:outerShdw blurRad="71438" dist="38100" dir="5220000" algn="bl" rotWithShape="0">
                <a:srgbClr val="000000">
                  <a:alpha val="20000"/>
                </a:srgbClr>
              </a:outerShdw>
            </a:effectLst>
          </p:spPr>
        </p:pic>
        <p:pic>
          <p:nvPicPr>
            <p:cNvPr id="654" name="Google Shape;654;p1" title="JL686-110F.png"/>
            <p:cNvPicPr preferRelativeResize="0"/>
            <p:nvPr/>
          </p:nvPicPr>
          <p:blipFill rotWithShape="1">
            <a:blip r:embed="rId4">
              <a:alphaModFix/>
            </a:blip>
            <a:srcRect l="19" r="19"/>
            <a:stretch/>
          </p:blipFill>
          <p:spPr>
            <a:xfrm rot="-4">
              <a:off x="6175535" y="3831827"/>
              <a:ext cx="1208038" cy="1709829"/>
            </a:xfrm>
            <a:prstGeom prst="rect">
              <a:avLst/>
            </a:prstGeom>
            <a:noFill/>
            <a:ln>
              <a:noFill/>
            </a:ln>
            <a:effectLst>
              <a:outerShdw blurRad="71438" dist="38100" dir="5220000" algn="bl" rotWithShape="0">
                <a:srgbClr val="000000">
                  <a:alpha val="20000"/>
                </a:srgbClr>
              </a:outerShdw>
            </a:effectLst>
          </p:spPr>
        </p:pic>
        <p:pic>
          <p:nvPicPr>
            <p:cNvPr id="655" name="Google Shape;655;p1" title="JL686-80F.png"/>
            <p:cNvPicPr preferRelativeResize="0"/>
            <p:nvPr/>
          </p:nvPicPr>
          <p:blipFill rotWithShape="1">
            <a:blip r:embed="rId5">
              <a:alphaModFix/>
            </a:blip>
            <a:srcRect l="19" r="19"/>
            <a:stretch/>
          </p:blipFill>
          <p:spPr>
            <a:xfrm rot="-437250">
              <a:off x="5073574" y="3994383"/>
              <a:ext cx="1208038" cy="1709829"/>
            </a:xfrm>
            <a:prstGeom prst="rect">
              <a:avLst/>
            </a:prstGeom>
            <a:noFill/>
            <a:ln>
              <a:noFill/>
            </a:ln>
            <a:effectLst>
              <a:outerShdw blurRad="71438" dist="38100" dir="5220000" algn="bl" rotWithShape="0">
                <a:srgbClr val="000000">
                  <a:alpha val="20000"/>
                </a:srgbClr>
              </a:outerShdw>
            </a:effectLst>
          </p:spPr>
        </p:pic>
      </p:grpSp>
      <p:sp>
        <p:nvSpPr>
          <p:cNvPr id="656" name="Google Shape;656;p1"/>
          <p:cNvSpPr txBox="1">
            <a:spLocks noGrp="1"/>
          </p:cNvSpPr>
          <p:nvPr>
            <p:ph type="subTitle" idx="2"/>
          </p:nvPr>
        </p:nvSpPr>
        <p:spPr>
          <a:xfrm>
            <a:off x="884092" y="37693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64</a:t>
            </a:r>
            <a:endParaRPr/>
          </a:p>
        </p:txBody>
      </p:sp>
      <p:graphicFrame>
        <p:nvGraphicFramePr>
          <p:cNvPr id="657" name="Google Shape;657;p1"/>
          <p:cNvGraphicFramePr/>
          <p:nvPr/>
        </p:nvGraphicFramePr>
        <p:xfrm>
          <a:off x="4844200" y="1646527"/>
          <a:ext cx="3784875" cy="2032200"/>
        </p:xfrm>
        <a:graphic>
          <a:graphicData uri="http://schemas.openxmlformats.org/drawingml/2006/table">
            <a:tbl>
              <a:tblPr firstRow="1" bandRow="1">
                <a:noFill/>
                <a:tableStyleId>{4C62570A-0A53-4CB9-BFFC-A9A7F95F33BC}</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 </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/zh/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/z/</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g2bee4f4af4b_0_204">
            <a:hlinkClick r:id="rId3" action="ppaction://hlinksldjump"/>
          </p:cNvPr>
          <p:cNvSpPr/>
          <p:nvPr/>
        </p:nvSpPr>
        <p:spPr>
          <a:xfrm>
            <a:off x="207580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4" name="Google Shape;664;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Compare alternative phonemes </a:t>
            </a:r>
            <a:r>
              <a:rPr lang="en-US">
                <a:solidFill>
                  <a:srgbClr val="8DC63F"/>
                </a:solidFill>
              </a:rPr>
              <a:t>/ow/ /oa/</a:t>
            </a:r>
            <a:r>
              <a:rPr lang="en-US"/>
              <a:t> and </a:t>
            </a:r>
            <a:r>
              <a:rPr lang="en-US">
                <a:solidFill>
                  <a:srgbClr val="8DC63F"/>
                </a:solidFill>
              </a:rPr>
              <a:t>/oo/</a:t>
            </a:r>
            <a:r>
              <a:rPr lang="en-US"/>
              <a:t> for grapheme '</a:t>
            </a:r>
            <a:r>
              <a:rPr lang="en-US">
                <a:solidFill>
                  <a:srgbClr val="8DC63F"/>
                </a:solidFill>
              </a:rPr>
              <a:t>ou</a:t>
            </a:r>
            <a:r>
              <a:rPr lang="en-US"/>
              <a:t>'.</a:t>
            </a:r>
            <a:endParaRPr/>
          </a:p>
        </p:txBody>
      </p:sp>
      <p:sp>
        <p:nvSpPr>
          <p:cNvPr id="665" name="Google Shape;665;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6" name="Google Shape;666;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title="JL686-80F.png"/>
          <p:cNvPicPr preferRelativeResize="0"/>
          <p:nvPr/>
        </p:nvPicPr>
        <p:blipFill rotWithShape="1">
          <a:blip r:embed="rId4">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22831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1894274" y="5256525"/>
            <a:ext cx="1591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dirty="0">
                <a:solidFill>
                  <a:srgbClr val="757070"/>
                </a:solidFill>
                <a:latin typeface="Poppins Medium"/>
                <a:ea typeface="Poppins Medium"/>
                <a:cs typeface="Poppins Medium"/>
                <a:sym typeface="Poppins Medium"/>
              </a:rPr>
              <a:t>Common Exception Word Card</a:t>
            </a:r>
            <a:r>
              <a:rPr lang="en-US" sz="900" b="0" i="0" u="none" strike="noStrike" cap="none" dirty="0">
                <a:solidFill>
                  <a:srgbClr val="757070"/>
                </a:solidFill>
                <a:latin typeface="Poppins Medium"/>
                <a:ea typeface="Poppins Medium"/>
                <a:cs typeface="Poppins Medium"/>
                <a:sym typeface="Poppins Medium"/>
              </a:rPr>
              <a:t>s</a:t>
            </a:r>
            <a:endParaRPr sz="1400" b="0" i="0" u="none" strike="noStrike" cap="none" dirty="0">
              <a:solidFill>
                <a:srgbClr val="000000"/>
              </a:solidFill>
              <a:latin typeface="Poppins Medium"/>
              <a:ea typeface="Poppins Medium"/>
              <a:cs typeface="Poppins Medium"/>
              <a:sym typeface="Poppins Medium"/>
            </a:endParaRPr>
          </a:p>
        </p:txBody>
      </p:sp>
      <p:pic>
        <p:nvPicPr>
          <p:cNvPr id="671" name="Google Shape;671;g2bee4f4af4b_0_204" title="JL687-46F.png"/>
          <p:cNvPicPr preferRelativeResize="0"/>
          <p:nvPr/>
        </p:nvPicPr>
        <p:blipFill rotWithShape="1">
          <a:blip r:embed="rId5">
            <a:alphaModFix/>
          </a:blip>
          <a:srcRect/>
          <a:stretch/>
        </p:blipFill>
        <p:spPr>
          <a:xfrm>
            <a:off x="2223929" y="4326104"/>
            <a:ext cx="931974" cy="665200"/>
          </a:xfrm>
          <a:prstGeom prst="rect">
            <a:avLst/>
          </a:prstGeom>
          <a:noFill/>
          <a:ln>
            <a:noFill/>
          </a:ln>
          <a:effectLst>
            <a:outerShdw blurRad="71438" dist="19050" dir="5220000" algn="bl" rotWithShape="0">
              <a:srgbClr val="D8D8D8"/>
            </a:outerShdw>
          </a:effectLst>
        </p:spPr>
      </p:pic>
      <p:sp>
        <p:nvSpPr>
          <p:cNvPr id="672" name="Google Shape;672;g2bee4f4af4b_0_204">
            <a:hlinkClick r:id="rId6" action="ppaction://hlinksldjump"/>
          </p:cNvPr>
          <p:cNvSpPr/>
          <p:nvPr/>
        </p:nvSpPr>
        <p:spPr>
          <a:xfrm>
            <a:off x="939526" y="3775777"/>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g3442ba514a6_0_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79" name="Google Shape;679;g3442ba514a6_0_2"/>
          <p:cNvGrpSpPr/>
          <p:nvPr/>
        </p:nvGrpSpPr>
        <p:grpSpPr>
          <a:xfrm>
            <a:off x="930400" y="2053244"/>
            <a:ext cx="7283200" cy="3724851"/>
            <a:chOff x="930400" y="2129444"/>
            <a:chExt cx="7283200" cy="3724851"/>
          </a:xfrm>
        </p:grpSpPr>
        <p:pic>
          <p:nvPicPr>
            <p:cNvPr id="680" name="Google Shape;680;g3442ba514a6_0_2"/>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3442ba514a6_0_2"/>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3442ba514a6_0_2"/>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3442ba514a6_0_2"/>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3442ba514a6_0_2"/>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3442ba514a6_0_2"/>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3442ba514a6_0_2"/>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3442ba514a6_0_2"/>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3442ba514a6_0_2"/>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3442ba514a6_0_2"/>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3442ba514a6_0_2"/>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3442ba514a6_0_2"/>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3442ba514a6_0_2"/>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3442ba514a6_0_2"/>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3442ba514a6_0_2"/>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3442ba514a6_0_2"/>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3442ba514a6_0_2"/>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3442ba514a6_0_2"/>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3442ba514a6_0_2"/>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3442ba514a6_0_2"/>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3442ba514a6_0_2"/>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3442ba514a6_0_2"/>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3442ba514a6_0_2"/>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g3442ba514a6_0_3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09" name="Google Shape;709;g3442ba514a6_0_31"/>
          <p:cNvGrpSpPr/>
          <p:nvPr/>
        </p:nvGrpSpPr>
        <p:grpSpPr>
          <a:xfrm>
            <a:off x="930400" y="2053250"/>
            <a:ext cx="7283201" cy="2971674"/>
            <a:chOff x="930400" y="2129450"/>
            <a:chExt cx="7283201" cy="2971674"/>
          </a:xfrm>
        </p:grpSpPr>
        <p:pic>
          <p:nvPicPr>
            <p:cNvPr id="710" name="Google Shape;710;g3442ba514a6_0_31"/>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1" name="Google Shape;711;g3442ba514a6_0_31"/>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2" name="Google Shape;712;g3442ba514a6_0_31"/>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3" name="Google Shape;713;g3442ba514a6_0_31"/>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4" name="Google Shape;714;g3442ba514a6_0_31"/>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5" name="Google Shape;715;g3442ba514a6_0_31"/>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3442ba514a6_0_31"/>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7" name="Google Shape;717;g3442ba514a6_0_31"/>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8" name="Google Shape;718;g3442ba514a6_0_31"/>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3442ba514a6_0_31"/>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0" name="Google Shape;720;g3442ba514a6_0_31"/>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3442ba514a6_0_31"/>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3442ba514a6_0_31"/>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3" name="Google Shape;723;g3442ba514a6_0_31"/>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3442ba514a6_0_31"/>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3442ba514a6_0_31"/>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3442ba514a6_0_31"/>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7" name="Google Shape;727;g3442ba514a6_0_31"/>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8" name="Google Shape;728;g3442ba514a6_0_31"/>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3442ba514a6_0_31"/>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0" name="Google Shape;730;g3442ba514a6_0_31"/>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1" name="Google Shape;731;g3442ba514a6_0_31"/>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2" name="Google Shape;732;g3442ba514a6_0_31"/>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3442ba514a6_0_31"/>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3442ba514a6_0_31"/>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3442ba514a6_0_31"/>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3442ba514a6_0_31"/>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3442ba514a6_0_31"/>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3442ba514a6_0_31"/>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g3442ba514a6_0_6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5" name="Google Shape;745;g3442ba514a6_0_66"/>
          <p:cNvGrpSpPr/>
          <p:nvPr/>
        </p:nvGrpSpPr>
        <p:grpSpPr>
          <a:xfrm>
            <a:off x="930400" y="2053250"/>
            <a:ext cx="7283201" cy="2971674"/>
            <a:chOff x="930400" y="2053250"/>
            <a:chExt cx="7283201" cy="2971674"/>
          </a:xfrm>
        </p:grpSpPr>
        <p:pic>
          <p:nvPicPr>
            <p:cNvPr id="746" name="Google Shape;746;g3442ba514a6_0_66"/>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7" name="Google Shape;747;g3442ba514a6_0_66"/>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48" name="Google Shape;748;g3442ba514a6_0_66"/>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49" name="Google Shape;749;g3442ba514a6_0_66"/>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0" name="Google Shape;750;g3442ba514a6_0_66"/>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1" name="Google Shape;751;g3442ba514a6_0_66"/>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2" name="Google Shape;752;g3442ba514a6_0_66"/>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3442ba514a6_0_66"/>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3442ba514a6_0_66"/>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5" name="Google Shape;755;g3442ba514a6_0_66"/>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3442ba514a6_0_66"/>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3442ba514a6_0_66"/>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3442ba514a6_0_66"/>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9" name="Google Shape;759;g3442ba514a6_0_66"/>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3442ba514a6_0_66"/>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1" name="Google Shape;761;g3442ba514a6_0_66"/>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3442ba514a6_0_66"/>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3442ba514a6_0_66"/>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3442ba514a6_0_66"/>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3442ba514a6_0_66"/>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3442ba514a6_0_66"/>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7" name="Google Shape;767;g3442ba514a6_0_66"/>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3442ba514a6_0_66"/>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69" name="Google Shape;769;g3442ba514a6_0_66"/>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3442ba514a6_0_66"/>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3442ba514a6_0_66"/>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2" name="Google Shape;772;g3442ba514a6_0_66"/>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3" name="Google Shape;773;g3442ba514a6_0_66"/>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3442ba514a6_0_66"/>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3442ba514a6_0_66"/>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6" name="Google Shape;776;g3442ba514a6_0_66"/>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7" name="Google Shape;777;g3442ba514a6_0_66"/>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3442ba514a6_0_66"/>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3442ba514a6_0_66"/>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3442ba514a6_0_66"/>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3442ba514a6_0_66"/>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3442ba514a6_0_66"/>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3" name="Google Shape;783;g3442ba514a6_0_66"/>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3442ba514a6_0_66"/>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3442ba514a6_0_66"/>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3442ba514a6_0_66"/>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g3442ba514a6_0_113"/>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93" name="Google Shape;793;g3442ba514a6_0_113"/>
          <p:cNvGrpSpPr/>
          <p:nvPr/>
        </p:nvGrpSpPr>
        <p:grpSpPr>
          <a:xfrm>
            <a:off x="930400" y="2053250"/>
            <a:ext cx="7218395" cy="2674800"/>
            <a:chOff x="930400" y="2053250"/>
            <a:chExt cx="7218395" cy="2674800"/>
          </a:xfrm>
        </p:grpSpPr>
        <p:pic>
          <p:nvPicPr>
            <p:cNvPr id="794" name="Google Shape;794;g3442ba514a6_0_113"/>
            <p:cNvPicPr preferRelativeResize="0"/>
            <p:nvPr/>
          </p:nvPicPr>
          <p:blipFill rotWithShape="1">
            <a:blip r:embed="rId3">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795" name="Google Shape;795;g3442ba514a6_0_113"/>
            <p:cNvPicPr preferRelativeResize="0"/>
            <p:nvPr/>
          </p:nvPicPr>
          <p:blipFill rotWithShape="1">
            <a:blip r:embed="rId4">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796" name="Google Shape;796;g3442ba514a6_0_113"/>
            <p:cNvPicPr preferRelativeResize="0"/>
            <p:nvPr/>
          </p:nvPicPr>
          <p:blipFill rotWithShape="1">
            <a:blip r:embed="rId5">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797" name="Google Shape;797;g3442ba514a6_0_113"/>
            <p:cNvPicPr preferRelativeResize="0"/>
            <p:nvPr/>
          </p:nvPicPr>
          <p:blipFill rotWithShape="1">
            <a:blip r:embed="rId6">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798" name="Google Shape;798;g3442ba514a6_0_113"/>
            <p:cNvPicPr preferRelativeResize="0"/>
            <p:nvPr/>
          </p:nvPicPr>
          <p:blipFill rotWithShape="1">
            <a:blip r:embed="rId7">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799" name="Google Shape;799;g3442ba514a6_0_113"/>
            <p:cNvPicPr preferRelativeResize="0"/>
            <p:nvPr/>
          </p:nvPicPr>
          <p:blipFill rotWithShape="1">
            <a:blip r:embed="rId8">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00" name="Google Shape;800;g3442ba514a6_0_113"/>
            <p:cNvPicPr preferRelativeResize="0"/>
            <p:nvPr/>
          </p:nvPicPr>
          <p:blipFill rotWithShape="1">
            <a:blip r:embed="rId9">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01" name="Google Shape;801;g3442ba514a6_0_113"/>
            <p:cNvPicPr preferRelativeResize="0"/>
            <p:nvPr/>
          </p:nvPicPr>
          <p:blipFill rotWithShape="1">
            <a:blip r:embed="rId10">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02" name="Google Shape;802;g3442ba514a6_0_113"/>
            <p:cNvPicPr preferRelativeResize="0"/>
            <p:nvPr/>
          </p:nvPicPr>
          <p:blipFill rotWithShape="1">
            <a:blip r:embed="rId11">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03" name="Google Shape;803;g3442ba514a6_0_113"/>
            <p:cNvPicPr preferRelativeResize="0"/>
            <p:nvPr/>
          </p:nvPicPr>
          <p:blipFill rotWithShape="1">
            <a:blip r:embed="rId12">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04" name="Google Shape;804;g3442ba514a6_0_113"/>
            <p:cNvPicPr preferRelativeResize="0"/>
            <p:nvPr/>
          </p:nvPicPr>
          <p:blipFill rotWithShape="1">
            <a:blip r:embed="rId13">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05" name="Google Shape;805;g3442ba514a6_0_113"/>
            <p:cNvPicPr preferRelativeResize="0"/>
            <p:nvPr/>
          </p:nvPicPr>
          <p:blipFill rotWithShape="1">
            <a:blip r:embed="rId14">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06" name="Google Shape;806;g3442ba514a6_0_113"/>
            <p:cNvPicPr preferRelativeResize="0"/>
            <p:nvPr/>
          </p:nvPicPr>
          <p:blipFill rotWithShape="1">
            <a:blip r:embed="rId15">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07" name="Google Shape;807;g3442ba514a6_0_113"/>
            <p:cNvPicPr preferRelativeResize="0"/>
            <p:nvPr/>
          </p:nvPicPr>
          <p:blipFill rotWithShape="1">
            <a:blip r:embed="rId16">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08" name="Google Shape;808;g3442ba514a6_0_113"/>
            <p:cNvPicPr preferRelativeResize="0"/>
            <p:nvPr/>
          </p:nvPicPr>
          <p:blipFill rotWithShape="1">
            <a:blip r:embed="rId17">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09" name="Google Shape;809;g3442ba514a6_0_113"/>
            <p:cNvPicPr preferRelativeResize="0"/>
            <p:nvPr/>
          </p:nvPicPr>
          <p:blipFill rotWithShape="1">
            <a:blip r:embed="rId18">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10" name="Google Shape;810;g3442ba514a6_0_113"/>
            <p:cNvPicPr preferRelativeResize="0"/>
            <p:nvPr/>
          </p:nvPicPr>
          <p:blipFill rotWithShape="1">
            <a:blip r:embed="rId19">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pic>
          <p:nvPicPr>
            <p:cNvPr id="811" name="Google Shape;811;g3442ba514a6_0_113" title="JL686-119F.png"/>
            <p:cNvPicPr preferRelativeResize="0"/>
            <p:nvPr/>
          </p:nvPicPr>
          <p:blipFill rotWithShape="1">
            <a:blip r:embed="rId20">
              <a:alphaModFix/>
            </a:blip>
            <a:srcRect/>
            <a:stretch/>
          </p:blipFill>
          <p:spPr>
            <a:xfrm>
              <a:off x="4907039" y="2972629"/>
              <a:ext cx="590656" cy="836045"/>
            </a:xfrm>
            <a:prstGeom prst="rect">
              <a:avLst/>
            </a:prstGeom>
            <a:noFill/>
            <a:ln>
              <a:noFill/>
            </a:ln>
            <a:effectLst>
              <a:outerShdw blurRad="71438" dist="28575" dir="5400000" algn="bl" rotWithShape="0">
                <a:srgbClr val="000000">
                  <a:alpha val="14900"/>
                </a:srgbClr>
              </a:outerShdw>
            </a:effectLst>
          </p:spPr>
        </p:pic>
        <p:pic>
          <p:nvPicPr>
            <p:cNvPr id="812" name="Google Shape;812;g3442ba514a6_0_113" title="JL686-120F.png"/>
            <p:cNvPicPr preferRelativeResize="0"/>
            <p:nvPr/>
          </p:nvPicPr>
          <p:blipFill rotWithShape="1">
            <a:blip r:embed="rId21">
              <a:alphaModFix/>
            </a:blip>
            <a:srcRect l="79" r="79"/>
            <a:stretch/>
          </p:blipFill>
          <p:spPr>
            <a:xfrm>
              <a:off x="5569814" y="2972629"/>
              <a:ext cx="590656" cy="836045"/>
            </a:xfrm>
            <a:prstGeom prst="rect">
              <a:avLst/>
            </a:prstGeom>
            <a:noFill/>
            <a:ln>
              <a:noFill/>
            </a:ln>
            <a:effectLst>
              <a:outerShdw blurRad="71438" dist="28575" dir="5400000" algn="bl" rotWithShape="0">
                <a:srgbClr val="000000">
                  <a:alpha val="14900"/>
                </a:srgbClr>
              </a:outerShdw>
            </a:effectLst>
          </p:spPr>
        </p:pic>
        <p:pic>
          <p:nvPicPr>
            <p:cNvPr id="813" name="Google Shape;813;g3442ba514a6_0_113" title="JL686-121F.png"/>
            <p:cNvPicPr preferRelativeResize="0"/>
            <p:nvPr/>
          </p:nvPicPr>
          <p:blipFill rotWithShape="1">
            <a:blip r:embed="rId22">
              <a:alphaModFix/>
            </a:blip>
            <a:srcRect l="19" r="29"/>
            <a:stretch/>
          </p:blipFill>
          <p:spPr>
            <a:xfrm>
              <a:off x="6232589" y="2972629"/>
              <a:ext cx="590656" cy="836046"/>
            </a:xfrm>
            <a:prstGeom prst="rect">
              <a:avLst/>
            </a:prstGeom>
            <a:noFill/>
            <a:ln>
              <a:noFill/>
            </a:ln>
            <a:effectLst>
              <a:outerShdw blurRad="71438" dist="28575" dir="5400000" algn="bl" rotWithShape="0">
                <a:srgbClr val="000000">
                  <a:alpha val="14900"/>
                </a:srgbClr>
              </a:outerShdw>
            </a:effectLst>
          </p:spPr>
        </p:pic>
        <p:pic>
          <p:nvPicPr>
            <p:cNvPr id="814" name="Google Shape;814;g3442ba514a6_0_113" title="JL686-122F.png"/>
            <p:cNvPicPr preferRelativeResize="0"/>
            <p:nvPr/>
          </p:nvPicPr>
          <p:blipFill rotWithShape="1">
            <a:blip r:embed="rId23">
              <a:alphaModFix/>
            </a:blip>
            <a:srcRect l="19" r="29"/>
            <a:stretch/>
          </p:blipFill>
          <p:spPr>
            <a:xfrm>
              <a:off x="6895364" y="2972629"/>
              <a:ext cx="590656" cy="836046"/>
            </a:xfrm>
            <a:prstGeom prst="rect">
              <a:avLst/>
            </a:prstGeom>
            <a:noFill/>
            <a:ln>
              <a:noFill/>
            </a:ln>
            <a:effectLst>
              <a:outerShdw blurRad="71438" dist="28575" dir="5400000" algn="bl" rotWithShape="0">
                <a:srgbClr val="000000">
                  <a:alpha val="14900"/>
                </a:srgbClr>
              </a:outerShdw>
            </a:effectLst>
          </p:spPr>
        </p:pic>
        <p:pic>
          <p:nvPicPr>
            <p:cNvPr id="815" name="Google Shape;815;g3442ba514a6_0_113" title="JL686-123F.png"/>
            <p:cNvPicPr preferRelativeResize="0"/>
            <p:nvPr/>
          </p:nvPicPr>
          <p:blipFill rotWithShape="1">
            <a:blip r:embed="rId24">
              <a:alphaModFix/>
            </a:blip>
            <a:srcRect l="19" r="29"/>
            <a:stretch/>
          </p:blipFill>
          <p:spPr>
            <a:xfrm>
              <a:off x="7558139" y="2972629"/>
              <a:ext cx="590656" cy="836046"/>
            </a:xfrm>
            <a:prstGeom prst="rect">
              <a:avLst/>
            </a:prstGeom>
            <a:noFill/>
            <a:ln>
              <a:noFill/>
            </a:ln>
            <a:effectLst>
              <a:outerShdw blurRad="71438" dist="28575" dir="5400000" algn="bl" rotWithShape="0">
                <a:srgbClr val="000000">
                  <a:alpha val="14900"/>
                </a:srgbClr>
              </a:outerShdw>
            </a:effectLst>
          </p:spPr>
        </p:pic>
        <p:pic>
          <p:nvPicPr>
            <p:cNvPr id="816" name="Google Shape;816;g3442ba514a6_0_113" title="JL686-124F.png"/>
            <p:cNvPicPr preferRelativeResize="0"/>
            <p:nvPr/>
          </p:nvPicPr>
          <p:blipFill rotWithShape="1">
            <a:blip r:embed="rId25">
              <a:alphaModFix/>
            </a:blip>
            <a:srcRect l="79" r="79"/>
            <a:stretch/>
          </p:blipFill>
          <p:spPr>
            <a:xfrm>
              <a:off x="930400" y="3892004"/>
              <a:ext cx="590656" cy="836045"/>
            </a:xfrm>
            <a:prstGeom prst="rect">
              <a:avLst/>
            </a:prstGeom>
            <a:noFill/>
            <a:ln>
              <a:noFill/>
            </a:ln>
            <a:effectLst>
              <a:outerShdw blurRad="71438" dist="28575" dir="5400000" algn="bl" rotWithShape="0">
                <a:srgbClr val="000000">
                  <a:alpha val="14900"/>
                </a:srgbClr>
              </a:outerShdw>
            </a:effectLst>
          </p:spPr>
        </p:pic>
        <p:pic>
          <p:nvPicPr>
            <p:cNvPr id="817" name="Google Shape;817;g3442ba514a6_0_113" title="JL686-125F.png"/>
            <p:cNvPicPr preferRelativeResize="0"/>
            <p:nvPr/>
          </p:nvPicPr>
          <p:blipFill rotWithShape="1">
            <a:blip r:embed="rId26">
              <a:alphaModFix/>
            </a:blip>
            <a:srcRect l="79" r="79"/>
            <a:stretch/>
          </p:blipFill>
          <p:spPr>
            <a:xfrm>
              <a:off x="1593175" y="3892004"/>
              <a:ext cx="590656" cy="836045"/>
            </a:xfrm>
            <a:prstGeom prst="rect">
              <a:avLst/>
            </a:prstGeom>
            <a:noFill/>
            <a:ln>
              <a:noFill/>
            </a:ln>
            <a:effectLst>
              <a:outerShdw blurRad="71438" dist="28575" dir="5400000" algn="bl" rotWithShape="0">
                <a:srgbClr val="000000">
                  <a:alpha val="14900"/>
                </a:srgbClr>
              </a:outerShdw>
            </a:effectLst>
          </p:spPr>
        </p:pic>
        <p:pic>
          <p:nvPicPr>
            <p:cNvPr id="818" name="Google Shape;818;g3442ba514a6_0_113" title="JL686-126F.png"/>
            <p:cNvPicPr preferRelativeResize="0"/>
            <p:nvPr/>
          </p:nvPicPr>
          <p:blipFill rotWithShape="1">
            <a:blip r:embed="rId27">
              <a:alphaModFix/>
            </a:blip>
            <a:srcRect l="19" r="29"/>
            <a:stretch/>
          </p:blipFill>
          <p:spPr>
            <a:xfrm>
              <a:off x="2255950" y="3892004"/>
              <a:ext cx="590656" cy="836046"/>
            </a:xfrm>
            <a:prstGeom prst="rect">
              <a:avLst/>
            </a:prstGeom>
            <a:noFill/>
            <a:ln>
              <a:noFill/>
            </a:ln>
            <a:effectLst>
              <a:outerShdw blurRad="71438" dist="28575" dir="5400000" algn="bl" rotWithShape="0">
                <a:srgbClr val="000000">
                  <a:alpha val="14900"/>
                </a:srgbClr>
              </a:outerShdw>
            </a:effectLst>
          </p:spPr>
        </p:pic>
        <p:pic>
          <p:nvPicPr>
            <p:cNvPr id="819" name="Google Shape;819;g3442ba514a6_0_113" title="JL686-127F.png"/>
            <p:cNvPicPr preferRelativeResize="0"/>
            <p:nvPr/>
          </p:nvPicPr>
          <p:blipFill rotWithShape="1">
            <a:blip r:embed="rId28">
              <a:alphaModFix/>
            </a:blip>
            <a:srcRect l="79" r="79"/>
            <a:stretch/>
          </p:blipFill>
          <p:spPr>
            <a:xfrm>
              <a:off x="2918725" y="3892004"/>
              <a:ext cx="590656" cy="836045"/>
            </a:xfrm>
            <a:prstGeom prst="rect">
              <a:avLst/>
            </a:prstGeom>
            <a:noFill/>
            <a:ln>
              <a:noFill/>
            </a:ln>
            <a:effectLst>
              <a:outerShdw blurRad="71438" dist="28575" dir="5400000" algn="bl" rotWithShape="0">
                <a:srgbClr val="000000">
                  <a:alpha val="14900"/>
                </a:srgbClr>
              </a:outerShdw>
            </a:effectLst>
          </p:spPr>
        </p:pic>
        <p:pic>
          <p:nvPicPr>
            <p:cNvPr id="820" name="Google Shape;820;g3442ba514a6_0_113" title="JL686-128F.png"/>
            <p:cNvPicPr preferRelativeResize="0"/>
            <p:nvPr/>
          </p:nvPicPr>
          <p:blipFill rotWithShape="1">
            <a:blip r:embed="rId29">
              <a:alphaModFix/>
            </a:blip>
            <a:srcRect l="79" r="79"/>
            <a:stretch/>
          </p:blipFill>
          <p:spPr>
            <a:xfrm>
              <a:off x="3581500" y="3892004"/>
              <a:ext cx="590656" cy="836045"/>
            </a:xfrm>
            <a:prstGeom prst="rect">
              <a:avLst/>
            </a:prstGeom>
            <a:noFill/>
            <a:ln>
              <a:noFill/>
            </a:ln>
            <a:effectLst>
              <a:outerShdw blurRad="71438" dist="28575" dir="5400000" algn="bl" rotWithShape="0">
                <a:srgbClr val="000000">
                  <a:alpha val="14900"/>
                </a:srgbClr>
              </a:outerShdw>
            </a:effectLst>
          </p:spPr>
        </p:pic>
        <p:pic>
          <p:nvPicPr>
            <p:cNvPr id="821" name="Google Shape;821;g3442ba514a6_0_113" title="JL686-129F.png"/>
            <p:cNvPicPr preferRelativeResize="0"/>
            <p:nvPr/>
          </p:nvPicPr>
          <p:blipFill rotWithShape="1">
            <a:blip r:embed="rId30">
              <a:alphaModFix/>
            </a:blip>
            <a:srcRect l="79" r="79"/>
            <a:stretch/>
          </p:blipFill>
          <p:spPr>
            <a:xfrm>
              <a:off x="4244275" y="3892004"/>
              <a:ext cx="590656" cy="836045"/>
            </a:xfrm>
            <a:prstGeom prst="rect">
              <a:avLst/>
            </a:prstGeom>
            <a:noFill/>
            <a:ln>
              <a:noFill/>
            </a:ln>
            <a:effectLst>
              <a:outerShdw blurRad="71438" dist="28575" dir="5400000" algn="bl" rotWithShape="0">
                <a:srgbClr val="000000">
                  <a:alpha val="14900"/>
                </a:srgbClr>
              </a:outerShdw>
            </a:effectLst>
          </p:spPr>
        </p:pic>
        <p:pic>
          <p:nvPicPr>
            <p:cNvPr id="822" name="Google Shape;822;g3442ba514a6_0_113" title="JL686-130F.png"/>
            <p:cNvPicPr preferRelativeResize="0"/>
            <p:nvPr/>
          </p:nvPicPr>
          <p:blipFill rotWithShape="1">
            <a:blip r:embed="rId31">
              <a:alphaModFix/>
            </a:blip>
            <a:srcRect l="19" r="29"/>
            <a:stretch/>
          </p:blipFill>
          <p:spPr>
            <a:xfrm>
              <a:off x="4907050" y="3892004"/>
              <a:ext cx="590656" cy="836046"/>
            </a:xfrm>
            <a:prstGeom prst="rect">
              <a:avLst/>
            </a:prstGeom>
            <a:noFill/>
            <a:ln>
              <a:noFill/>
            </a:ln>
            <a:effectLst>
              <a:outerShdw blurRad="71438" dist="28575" dir="5400000" algn="bl" rotWithShape="0">
                <a:srgbClr val="000000">
                  <a:alpha val="14900"/>
                </a:srgbClr>
              </a:outerShdw>
            </a:effectLst>
          </p:spPr>
        </p:pic>
        <p:pic>
          <p:nvPicPr>
            <p:cNvPr id="823" name="Google Shape;823;g3442ba514a6_0_113" title="JL686-131F.png"/>
            <p:cNvPicPr preferRelativeResize="0"/>
            <p:nvPr/>
          </p:nvPicPr>
          <p:blipFill rotWithShape="1">
            <a:blip r:embed="rId32">
              <a:alphaModFix/>
            </a:blip>
            <a:srcRect l="79" r="79"/>
            <a:stretch/>
          </p:blipFill>
          <p:spPr>
            <a:xfrm>
              <a:off x="5569825" y="3892004"/>
              <a:ext cx="590656" cy="836045"/>
            </a:xfrm>
            <a:prstGeom prst="rect">
              <a:avLst/>
            </a:prstGeom>
            <a:noFill/>
            <a:ln>
              <a:noFill/>
            </a:ln>
            <a:effectLst>
              <a:outerShdw blurRad="71438" dist="28575" dir="5400000" algn="bl" rotWithShape="0">
                <a:srgbClr val="000000">
                  <a:alpha val="14900"/>
                </a:srgbClr>
              </a:outerShdw>
            </a:effectLst>
          </p:spPr>
        </p:pic>
        <p:pic>
          <p:nvPicPr>
            <p:cNvPr id="824" name="Google Shape;824;g3442ba514a6_0_113" title="JL686-132F.png"/>
            <p:cNvPicPr preferRelativeResize="0"/>
            <p:nvPr/>
          </p:nvPicPr>
          <p:blipFill rotWithShape="1">
            <a:blip r:embed="rId33">
              <a:alphaModFix/>
            </a:blip>
            <a:srcRect l="79" r="79"/>
            <a:stretch/>
          </p:blipFill>
          <p:spPr>
            <a:xfrm>
              <a:off x="6232600" y="3892004"/>
              <a:ext cx="590656" cy="836045"/>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g3442ba514a6_0_14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31" name="Google Shape;831;g3442ba514a6_0_148"/>
          <p:cNvGrpSpPr/>
          <p:nvPr/>
        </p:nvGrpSpPr>
        <p:grpSpPr>
          <a:xfrm>
            <a:off x="865957" y="2135925"/>
            <a:ext cx="7282807" cy="2686611"/>
            <a:chOff x="867357" y="2129450"/>
            <a:chExt cx="7282807" cy="2686611"/>
          </a:xfrm>
        </p:grpSpPr>
        <p:pic>
          <p:nvPicPr>
            <p:cNvPr id="832" name="Google Shape;832;g3442ba514a6_0_148"/>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3" name="Google Shape;833;g3442ba514a6_0_148"/>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4" name="Google Shape;834;g3442ba514a6_0_148"/>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5" name="Google Shape;835;g3442ba514a6_0_148"/>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36" name="Google Shape;836;g3442ba514a6_0_148"/>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37" name="Google Shape;837;g3442ba514a6_0_148"/>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8" name="Google Shape;838;g3442ba514a6_0_148"/>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9" name="Google Shape;839;g3442ba514a6_0_148"/>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40" name="Google Shape;840;g3442ba514a6_0_148"/>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1" name="Google Shape;841;g3442ba514a6_0_148"/>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2" name="Google Shape;842;g3442ba514a6_0_148"/>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43" name="Google Shape;843;g3442ba514a6_0_148"/>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44" name="Google Shape;844;g3442ba514a6_0_148"/>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45" name="Google Shape;845;g3442ba514a6_0_148"/>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g3442ba514a6_0_16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52" name="Google Shape;852;g3442ba514a6_0_168"/>
          <p:cNvGrpSpPr/>
          <p:nvPr/>
        </p:nvGrpSpPr>
        <p:grpSpPr>
          <a:xfrm>
            <a:off x="866900" y="2125438"/>
            <a:ext cx="7281864" cy="2684601"/>
            <a:chOff x="868300" y="2129450"/>
            <a:chExt cx="7281864" cy="2684601"/>
          </a:xfrm>
        </p:grpSpPr>
        <p:pic>
          <p:nvPicPr>
            <p:cNvPr id="853" name="Google Shape;853;g3442ba514a6_0_168"/>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54" name="Google Shape;854;g3442ba514a6_0_168"/>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55" name="Google Shape;855;g3442ba514a6_0_168"/>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56" name="Google Shape;856;g3442ba514a6_0_168"/>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57" name="Google Shape;857;g3442ba514a6_0_168"/>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58" name="Google Shape;858;g3442ba514a6_0_168"/>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9" name="Google Shape;859;g3442ba514a6_0_168"/>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0" name="Google Shape;860;g3442ba514a6_0_168"/>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1" name="Google Shape;861;g3442ba514a6_0_168"/>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2" name="Google Shape;862;g3442ba514a6_0_168"/>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3" name="Google Shape;863;g3442ba514a6_0_168"/>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4" name="Google Shape;864;g3442ba514a6_0_168"/>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5" name="Google Shape;865;g3442ba514a6_0_168"/>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6" name="Google Shape;866;g3442ba514a6_0_168"/>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7" name="Google Shape;867;g3442ba514a6_0_168"/>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8" name="Google Shape;868;g3442ba514a6_0_168"/>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9" name="Google Shape;869;g3442ba514a6_0_168"/>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0" name="Google Shape;870;g3442ba514a6_0_168"/>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1" name="Google Shape;871;g3442ba514a6_0_168"/>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2" name="Google Shape;872;g3442ba514a6_0_168"/>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73" name="Google Shape;873;g3442ba514a6_0_168"/>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4" name="Google Shape;874;g3442ba514a6_0_168"/>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5" name="Google Shape;875;g3442ba514a6_0_168"/>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6" name="Google Shape;876;g3442ba514a6_0_168"/>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77" name="Google Shape;877;g3442ba514a6_0_168"/>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8" name="Google Shape;878;g3442ba514a6_0_168"/>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9" name="Google Shape;879;g3442ba514a6_0_168"/>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80" name="Google Shape;880;g3442ba514a6_0_168"/>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3442ba514a6_0_20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87" name="Google Shape;887;g3442ba514a6_0_202"/>
          <p:cNvGrpSpPr/>
          <p:nvPr/>
        </p:nvGrpSpPr>
        <p:grpSpPr>
          <a:xfrm>
            <a:off x="868300" y="2129450"/>
            <a:ext cx="7281864" cy="2684601"/>
            <a:chOff x="868300" y="2053250"/>
            <a:chExt cx="7281864" cy="2684601"/>
          </a:xfrm>
        </p:grpSpPr>
        <p:pic>
          <p:nvPicPr>
            <p:cNvPr id="888" name="Google Shape;888;g3442ba514a6_0_202"/>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89" name="Google Shape;889;g3442ba514a6_0_202"/>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90" name="Google Shape;890;g3442ba514a6_0_202"/>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91" name="Google Shape;891;g3442ba514a6_0_202"/>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92" name="Google Shape;892;g3442ba514a6_0_202"/>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93" name="Google Shape;893;g3442ba514a6_0_202"/>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94" name="Google Shape;894;g3442ba514a6_0_202"/>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95" name="Google Shape;895;g3442ba514a6_0_202"/>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96" name="Google Shape;896;g3442ba514a6_0_202"/>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97" name="Google Shape;897;g3442ba514a6_0_202"/>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98" name="Google Shape;898;g3442ba514a6_0_202"/>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99" name="Google Shape;899;g3442ba514a6_0_202"/>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00" name="Google Shape;900;g3442ba514a6_0_202"/>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3442ba514a6_0_22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907" name="Google Shape;907;g3442ba514a6_0_221"/>
          <p:cNvGrpSpPr/>
          <p:nvPr/>
        </p:nvGrpSpPr>
        <p:grpSpPr>
          <a:xfrm>
            <a:off x="868300" y="2129450"/>
            <a:ext cx="7281864" cy="2688001"/>
            <a:chOff x="868300" y="2129450"/>
            <a:chExt cx="7281864" cy="2688001"/>
          </a:xfrm>
        </p:grpSpPr>
        <p:pic>
          <p:nvPicPr>
            <p:cNvPr id="908" name="Google Shape;908;g3442ba514a6_0_221"/>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09" name="Google Shape;909;g3442ba514a6_0_221"/>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10" name="Google Shape;910;g3442ba514a6_0_221"/>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11" name="Google Shape;911;g3442ba514a6_0_221"/>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12" name="Google Shape;912;g3442ba514a6_0_221"/>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13" name="Google Shape;913;g3442ba514a6_0_221"/>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14" name="Google Shape;914;g3442ba514a6_0_221"/>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15" name="Google Shape;915;g3442ba514a6_0_221"/>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16" name="Google Shape;916;g3442ba514a6_0_221"/>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17" name="Google Shape;917;g3442ba514a6_0_221"/>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18" name="Google Shape;918;g3442ba514a6_0_221"/>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19" name="Google Shape;919;g3442ba514a6_0_221"/>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20" name="Google Shape;920;g3442ba514a6_0_221"/>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21" name="Google Shape;921;g3442ba514a6_0_221"/>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3442ba514a6_0_241"/>
          <p:cNvSpPr txBox="1">
            <a:spLocks noGrp="1"/>
          </p:cNvSpPr>
          <p:nvPr>
            <p:ph type="title"/>
          </p:nvPr>
        </p:nvSpPr>
        <p:spPr>
          <a:xfrm>
            <a:off x="995600" y="582900"/>
            <a:ext cx="71532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1800"/>
              <a:t>Review Phase 5.5 Common Exception Words </a:t>
            </a:r>
            <a:br>
              <a:rPr lang="en-US" sz="1800"/>
            </a:br>
            <a:r>
              <a:rPr lang="en-US" sz="1800">
                <a:solidFill>
                  <a:srgbClr val="2356AF"/>
                </a:solidFill>
              </a:rPr>
              <a:t>people wild child mind kind behind eye oh most only both though through who prove shoe beautiful climb Christmas school sugar love money any</a:t>
            </a:r>
            <a:r>
              <a:rPr lang="en-US" sz="1800"/>
              <a:t>…</a:t>
            </a:r>
            <a:endParaRPr sz="1800"/>
          </a:p>
        </p:txBody>
      </p:sp>
      <p:pic>
        <p:nvPicPr>
          <p:cNvPr id="928" name="Google Shape;928;g3442ba514a6_0_241"/>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29" name="Google Shape;929;g3442ba514a6_0_241"/>
          <p:cNvPicPr preferRelativeResize="0"/>
          <p:nvPr/>
        </p:nvPicPr>
        <p:blipFill rotWithShape="1">
          <a:blip r:embed="rId4">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30" name="Google Shape;930;g3442ba514a6_0_241"/>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31" name="Google Shape;931;g3442ba514a6_0_241"/>
          <p:cNvPicPr preferRelativeResize="0"/>
          <p:nvPr/>
        </p:nvPicPr>
        <p:blipFill rotWithShape="1">
          <a:blip r:embed="rId6">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32" name="Google Shape;932;g3442ba514a6_0_241"/>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33" name="Google Shape;933;g3442ba514a6_0_241"/>
          <p:cNvPicPr preferRelativeResize="0"/>
          <p:nvPr/>
        </p:nvPicPr>
        <p:blipFill rotWithShape="1">
          <a:blip r:embed="rId8">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34" name="Google Shape;934;g3442ba514a6_0_241"/>
          <p:cNvPicPr preferRelativeResize="0"/>
          <p:nvPr/>
        </p:nvPicPr>
        <p:blipFill rotWithShape="1">
          <a:blip r:embed="rId9">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35" name="Google Shape;935;g3442ba514a6_0_241"/>
          <p:cNvPicPr preferRelativeResize="0"/>
          <p:nvPr/>
        </p:nvPicPr>
        <p:blipFill rotWithShape="1">
          <a:blip r:embed="rId10">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36" name="Google Shape;936;g3442ba514a6_0_241"/>
          <p:cNvPicPr preferRelativeResize="0"/>
          <p:nvPr/>
        </p:nvPicPr>
        <p:blipFill rotWithShape="1">
          <a:blip r:embed="rId11">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37" name="Google Shape;937;g3442ba514a6_0_241"/>
          <p:cNvPicPr preferRelativeResize="0"/>
          <p:nvPr/>
        </p:nvPicPr>
        <p:blipFill rotWithShape="1">
          <a:blip r:embed="rId12">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38" name="Google Shape;938;g3442ba514a6_0_241"/>
          <p:cNvPicPr preferRelativeResize="0"/>
          <p:nvPr/>
        </p:nvPicPr>
        <p:blipFill rotWithShape="1">
          <a:blip r:embed="rId13">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39" name="Google Shape;939;g3442ba514a6_0_241"/>
          <p:cNvPicPr preferRelativeResize="0"/>
          <p:nvPr/>
        </p:nvPicPr>
        <p:blipFill rotWithShape="1">
          <a:blip r:embed="rId14">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pic>
        <p:nvPicPr>
          <p:cNvPr id="940" name="Google Shape;940;g3442ba514a6_0_241"/>
          <p:cNvPicPr preferRelativeResize="0"/>
          <p:nvPr/>
        </p:nvPicPr>
        <p:blipFill rotWithShape="1">
          <a:blip r:embed="rId15">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8040"/>
              </a:srgbClr>
            </a:outerShdw>
          </a:effectLst>
        </p:spPr>
      </p:pic>
      <p:pic>
        <p:nvPicPr>
          <p:cNvPr id="941" name="Google Shape;941;g3442ba514a6_0_241"/>
          <p:cNvPicPr preferRelativeResize="0"/>
          <p:nvPr/>
        </p:nvPicPr>
        <p:blipFill rotWithShape="1">
          <a:blip r:embed="rId16">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8040"/>
              </a:srgbClr>
            </a:outerShdw>
          </a:effectLst>
        </p:spPr>
      </p:pic>
      <p:pic>
        <p:nvPicPr>
          <p:cNvPr id="942" name="Google Shape;942;g3442ba514a6_0_241"/>
          <p:cNvPicPr preferRelativeResize="0"/>
          <p:nvPr/>
        </p:nvPicPr>
        <p:blipFill rotWithShape="1">
          <a:blip r:embed="rId17">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8040"/>
              </a:srgbClr>
            </a:outerShdw>
          </a:effectLst>
        </p:spPr>
      </p:pic>
      <p:pic>
        <p:nvPicPr>
          <p:cNvPr id="943" name="Google Shape;943;g3442ba514a6_0_241"/>
          <p:cNvPicPr preferRelativeResize="0"/>
          <p:nvPr/>
        </p:nvPicPr>
        <p:blipFill rotWithShape="1">
          <a:blip r:embed="rId18">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8040"/>
              </a:srgbClr>
            </a:outerShdw>
          </a:effectLst>
        </p:spPr>
      </p:pic>
      <p:pic>
        <p:nvPicPr>
          <p:cNvPr id="944" name="Google Shape;944;g3442ba514a6_0_241"/>
          <p:cNvPicPr preferRelativeResize="0"/>
          <p:nvPr/>
        </p:nvPicPr>
        <p:blipFill rotWithShape="1">
          <a:blip r:embed="rId19">
            <a:alphaModFix/>
          </a:blip>
          <a:srcRect l="159" r="159"/>
          <a:stretch/>
        </p:blipFill>
        <p:spPr>
          <a:xfrm>
            <a:off x="5774724" y="3994500"/>
            <a:ext cx="1147320" cy="821565"/>
          </a:xfrm>
          <a:prstGeom prst="rect">
            <a:avLst/>
          </a:prstGeom>
          <a:noFill/>
          <a:ln>
            <a:noFill/>
          </a:ln>
          <a:effectLst>
            <a:outerShdw blurRad="71438" dist="19050" dir="5400000" algn="bl" rotWithShape="0">
              <a:srgbClr val="000000">
                <a:alpha val="18040"/>
              </a:srgbClr>
            </a:outerShdw>
          </a:effectLst>
        </p:spPr>
      </p:pic>
      <p:pic>
        <p:nvPicPr>
          <p:cNvPr id="945" name="Google Shape;945;g3442ba514a6_0_241" title="JL687-77F.png"/>
          <p:cNvPicPr preferRelativeResize="0"/>
          <p:nvPr/>
        </p:nvPicPr>
        <p:blipFill rotWithShape="1">
          <a:blip r:embed="rId20">
            <a:alphaModFix/>
          </a:blip>
          <a:srcRect l="159" r="159"/>
          <a:stretch/>
        </p:blipFill>
        <p:spPr>
          <a:xfrm>
            <a:off x="7001474" y="3994500"/>
            <a:ext cx="1147320" cy="821565"/>
          </a:xfrm>
          <a:prstGeom prst="rect">
            <a:avLst/>
          </a:prstGeom>
          <a:noFill/>
          <a:ln>
            <a:noFill/>
          </a:ln>
          <a:effectLst>
            <a:outerShdw blurRad="71438" dist="19050" dir="5400000" algn="bl" rotWithShape="0">
              <a:srgbClr val="000000">
                <a:alpha val="18040"/>
              </a:srgbClr>
            </a:outerShdw>
          </a:effectLst>
        </p:spPr>
      </p:pic>
      <p:pic>
        <p:nvPicPr>
          <p:cNvPr id="946" name="Google Shape;946;g3442ba514a6_0_241" title="JL687-78F.png"/>
          <p:cNvPicPr preferRelativeResize="0"/>
          <p:nvPr/>
        </p:nvPicPr>
        <p:blipFill rotWithShape="1">
          <a:blip r:embed="rId21">
            <a:alphaModFix/>
          </a:blip>
          <a:srcRect l="59" r="59"/>
          <a:stretch/>
        </p:blipFill>
        <p:spPr>
          <a:xfrm>
            <a:off x="868300" y="4928725"/>
            <a:ext cx="1146813" cy="819547"/>
          </a:xfrm>
          <a:prstGeom prst="rect">
            <a:avLst/>
          </a:prstGeom>
          <a:noFill/>
          <a:ln>
            <a:noFill/>
          </a:ln>
          <a:effectLst>
            <a:outerShdw blurRad="71438" dist="19050" dir="5400000" algn="bl" rotWithShape="0">
              <a:srgbClr val="000000">
                <a:alpha val="18040"/>
              </a:srgbClr>
            </a:outerShdw>
          </a:effectLst>
        </p:spPr>
      </p:pic>
      <p:pic>
        <p:nvPicPr>
          <p:cNvPr id="947" name="Google Shape;947;g3442ba514a6_0_241" title="JL687-79F.png"/>
          <p:cNvPicPr preferRelativeResize="0"/>
          <p:nvPr/>
        </p:nvPicPr>
        <p:blipFill rotWithShape="1">
          <a:blip r:embed="rId22">
            <a:alphaModFix/>
          </a:blip>
          <a:srcRect l="159" r="159"/>
          <a:stretch/>
        </p:blipFill>
        <p:spPr>
          <a:xfrm>
            <a:off x="2094526" y="4928725"/>
            <a:ext cx="1147320" cy="822955"/>
          </a:xfrm>
          <a:prstGeom prst="rect">
            <a:avLst/>
          </a:prstGeom>
          <a:noFill/>
          <a:ln>
            <a:noFill/>
          </a:ln>
          <a:effectLst>
            <a:outerShdw blurRad="71438" dist="19050" dir="5400000" algn="bl" rotWithShape="0">
              <a:srgbClr val="000000">
                <a:alpha val="18040"/>
              </a:srgbClr>
            </a:outerShdw>
          </a:effectLst>
        </p:spPr>
      </p:pic>
      <p:pic>
        <p:nvPicPr>
          <p:cNvPr id="948" name="Google Shape;948;g3442ba514a6_0_241" title="JL687-80F.png"/>
          <p:cNvPicPr preferRelativeResize="0"/>
          <p:nvPr/>
        </p:nvPicPr>
        <p:blipFill rotWithShape="1">
          <a:blip r:embed="rId23">
            <a:alphaModFix/>
          </a:blip>
          <a:srcRect l="159" r="159"/>
          <a:stretch/>
        </p:blipFill>
        <p:spPr>
          <a:xfrm>
            <a:off x="3321259" y="4928725"/>
            <a:ext cx="1147320" cy="821565"/>
          </a:xfrm>
          <a:prstGeom prst="rect">
            <a:avLst/>
          </a:prstGeom>
          <a:noFill/>
          <a:ln>
            <a:noFill/>
          </a:ln>
          <a:effectLst>
            <a:outerShdw blurRad="71438" dist="19050" dir="5400000" algn="bl" rotWithShape="0">
              <a:srgbClr val="000000">
                <a:alpha val="18040"/>
              </a:srgbClr>
            </a:outerShdw>
          </a:effectLst>
        </p:spPr>
      </p:pic>
      <p:pic>
        <p:nvPicPr>
          <p:cNvPr id="949" name="Google Shape;949;g3442ba514a6_0_241" title="JL687-81F.png"/>
          <p:cNvPicPr preferRelativeResize="0"/>
          <p:nvPr/>
        </p:nvPicPr>
        <p:blipFill rotWithShape="1">
          <a:blip r:embed="rId24">
            <a:alphaModFix/>
          </a:blip>
          <a:srcRect l="79" r="69"/>
          <a:stretch/>
        </p:blipFill>
        <p:spPr>
          <a:xfrm>
            <a:off x="4547991" y="4928725"/>
            <a:ext cx="1147320" cy="821566"/>
          </a:xfrm>
          <a:prstGeom prst="rect">
            <a:avLst/>
          </a:prstGeom>
          <a:noFill/>
          <a:ln>
            <a:noFill/>
          </a:ln>
          <a:effectLst>
            <a:outerShdw blurRad="71438" dist="19050" dir="5400000" algn="bl" rotWithShape="0">
              <a:srgbClr val="000000">
                <a:alpha val="18040"/>
              </a:srgbClr>
            </a:outerShdw>
          </a:effectLst>
        </p:spPr>
      </p:pic>
      <p:pic>
        <p:nvPicPr>
          <p:cNvPr id="950" name="Google Shape;950;g3442ba514a6_0_241" title="JL687-82F.png"/>
          <p:cNvPicPr preferRelativeResize="0"/>
          <p:nvPr/>
        </p:nvPicPr>
        <p:blipFill rotWithShape="1">
          <a:blip r:embed="rId25">
            <a:alphaModFix/>
          </a:blip>
          <a:srcRect l="79" r="69"/>
          <a:stretch/>
        </p:blipFill>
        <p:spPr>
          <a:xfrm>
            <a:off x="5774724" y="4928725"/>
            <a:ext cx="1147320" cy="821566"/>
          </a:xfrm>
          <a:prstGeom prst="rect">
            <a:avLst/>
          </a:prstGeom>
          <a:noFill/>
          <a:ln>
            <a:noFill/>
          </a:ln>
          <a:effectLst>
            <a:outerShdw blurRad="71438" dist="19050" dir="5400000" algn="bl" rotWithShape="0">
              <a:srgbClr val="000000">
                <a:alpha val="18040"/>
              </a:srgbClr>
            </a:outerShdw>
          </a:effectLst>
        </p:spPr>
      </p:pic>
      <p:pic>
        <p:nvPicPr>
          <p:cNvPr id="951" name="Google Shape;951;g3442ba514a6_0_241" title="JL687-83F.png"/>
          <p:cNvPicPr preferRelativeResize="0"/>
          <p:nvPr/>
        </p:nvPicPr>
        <p:blipFill rotWithShape="1">
          <a:blip r:embed="rId26">
            <a:alphaModFix/>
          </a:blip>
          <a:srcRect l="99" r="99"/>
          <a:stretch/>
        </p:blipFill>
        <p:spPr>
          <a:xfrm>
            <a:off x="7001474" y="4928725"/>
            <a:ext cx="1147320" cy="821565"/>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g3442ba514a6_0_270"/>
          <p:cNvSpPr txBox="1">
            <a:spLocks noGrp="1"/>
          </p:cNvSpPr>
          <p:nvPr>
            <p:ph type="title"/>
          </p:nvPr>
        </p:nvSpPr>
        <p:spPr>
          <a:xfrm>
            <a:off x="995600" y="582900"/>
            <a:ext cx="71532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1800"/>
              <a:t>…</a:t>
            </a:r>
            <a:r>
              <a:rPr lang="en-US" sz="1800">
                <a:solidFill>
                  <a:srgbClr val="2356AF"/>
                </a:solidFill>
              </a:rPr>
              <a:t>many friend very busy pretty once please</a:t>
            </a:r>
            <a:r>
              <a:rPr lang="en-US" sz="1800"/>
              <a:t>.</a:t>
            </a:r>
            <a:endParaRPr sz="1800"/>
          </a:p>
        </p:txBody>
      </p:sp>
      <p:pic>
        <p:nvPicPr>
          <p:cNvPr id="958" name="Google Shape;958;g3442ba514a6_0_270" title="JL687-84F.png"/>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59" name="Google Shape;959;g3442ba514a6_0_270" title="JL687-85F.png"/>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7650"/>
              </a:srgbClr>
            </a:outerShdw>
          </a:effectLst>
        </p:spPr>
      </p:pic>
      <p:pic>
        <p:nvPicPr>
          <p:cNvPr id="960" name="Google Shape;960;g3442ba514a6_0_270" title="JL687-86F.png"/>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61" name="Google Shape;961;g3442ba514a6_0_270" title="JL687-87F.png"/>
          <p:cNvPicPr preferRelativeResize="0"/>
          <p:nvPr/>
        </p:nvPicPr>
        <p:blipFill rotWithShape="1">
          <a:blip r:embed="rId6">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62" name="Google Shape;962;g3442ba514a6_0_270" title="JL687-88F.png"/>
          <p:cNvPicPr preferRelativeResize="0"/>
          <p:nvPr/>
        </p:nvPicPr>
        <p:blipFill rotWithShape="1">
          <a:blip r:embed="rId7">
            <a:alphaModFix/>
          </a:blip>
          <a:srcRect l="19" r="9"/>
          <a:stretch/>
        </p:blipFill>
        <p:spPr>
          <a:xfrm>
            <a:off x="5774724" y="2129450"/>
            <a:ext cx="1147320" cy="821566"/>
          </a:xfrm>
          <a:prstGeom prst="rect">
            <a:avLst/>
          </a:prstGeom>
          <a:noFill/>
          <a:ln>
            <a:noFill/>
          </a:ln>
          <a:effectLst>
            <a:outerShdw blurRad="71438" dist="19050" dir="5400000" algn="bl" rotWithShape="0">
              <a:srgbClr val="000000">
                <a:alpha val="17650"/>
              </a:srgbClr>
            </a:outerShdw>
          </a:effectLst>
        </p:spPr>
      </p:pic>
      <p:pic>
        <p:nvPicPr>
          <p:cNvPr id="963" name="Google Shape;963;g3442ba514a6_0_270" title="JL687-89F.png"/>
          <p:cNvPicPr preferRelativeResize="0"/>
          <p:nvPr/>
        </p:nvPicPr>
        <p:blipFill rotWithShape="1">
          <a:blip r:embed="rId8">
            <a:alphaModFix/>
          </a:blip>
          <a:srcRect l="99" r="99"/>
          <a:stretch/>
        </p:blipFill>
        <p:spPr>
          <a:xfrm>
            <a:off x="7001474" y="2129450"/>
            <a:ext cx="1147320" cy="821565"/>
          </a:xfrm>
          <a:prstGeom prst="rect">
            <a:avLst/>
          </a:prstGeom>
          <a:noFill/>
          <a:ln>
            <a:noFill/>
          </a:ln>
          <a:effectLst>
            <a:outerShdw blurRad="71438" dist="19050" dir="5400000" algn="bl" rotWithShape="0">
              <a:srgbClr val="000000">
                <a:alpha val="17650"/>
              </a:srgbClr>
            </a:outerShdw>
          </a:effectLst>
        </p:spPr>
      </p:pic>
      <p:pic>
        <p:nvPicPr>
          <p:cNvPr id="964" name="Google Shape;964;g3442ba514a6_0_270" title="JL687-90F.png"/>
          <p:cNvPicPr preferRelativeResize="0"/>
          <p:nvPr/>
        </p:nvPicPr>
        <p:blipFill rotWithShape="1">
          <a:blip r:embed="rId9">
            <a:alphaModFix/>
          </a:blip>
          <a:srcRect l="59" r="5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71" name="Google Shape;971;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972" name="Google Shape;972;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73" name="Google Shape;973;g2c186218c5a_0_25" title="JL686-80F.png"/>
          <p:cNvPicPr preferRelativeResize="0"/>
          <p:nvPr/>
        </p:nvPicPr>
        <p:blipFill rotWithShape="1">
          <a:blip r:embed="rId3">
            <a:alphaModFix/>
          </a:blip>
          <a:srcRect l="19" r="29"/>
          <a:stretch/>
        </p:blipFill>
        <p:spPr>
          <a:xfrm>
            <a:off x="906831" y="1658993"/>
            <a:ext cx="2136606" cy="3024261"/>
          </a:xfrm>
          <a:prstGeom prst="rect">
            <a:avLst/>
          </a:prstGeom>
          <a:noFill/>
          <a:ln>
            <a:noFill/>
          </a:ln>
          <a:effectLst>
            <a:outerShdw blurRad="71438" dist="19050" dir="5400000" algn="bl" rotWithShape="0">
              <a:srgbClr val="000000">
                <a:alpha val="18039"/>
              </a:srgbClr>
            </a:outerShdw>
          </a:effectLst>
        </p:spPr>
      </p:pic>
      <p:cxnSp>
        <p:nvCxnSpPr>
          <p:cNvPr id="974" name="Google Shape;974;g2c186218c5a_0_25"/>
          <p:cNvCxnSpPr/>
          <p:nvPr/>
        </p:nvCxnSpPr>
        <p:spPr>
          <a:xfrm>
            <a:off x="3273557" y="1508069"/>
            <a:ext cx="0" cy="3332100"/>
          </a:xfrm>
          <a:prstGeom prst="straightConnector1">
            <a:avLst/>
          </a:prstGeom>
          <a:noFill/>
          <a:ln w="9525" cap="flat" cmpd="sng">
            <a:solidFill>
              <a:srgbClr val="BFBFBF"/>
            </a:solidFill>
            <a:prstDash val="solid"/>
            <a:miter lim="800000"/>
            <a:headEnd type="none" w="sm" len="sm"/>
            <a:tailEnd type="none" w="sm" len="sm"/>
          </a:ln>
        </p:spPr>
      </p:cxnSp>
      <p:pic>
        <p:nvPicPr>
          <p:cNvPr id="975" name="Google Shape;975;g2c186218c5a_0_25" title="JL686-110F.png"/>
          <p:cNvPicPr preferRelativeResize="0"/>
          <p:nvPr/>
        </p:nvPicPr>
        <p:blipFill rotWithShape="1">
          <a:blip r:embed="rId4">
            <a:alphaModFix/>
          </a:blip>
          <a:srcRect l="19" r="29"/>
          <a:stretch/>
        </p:blipFill>
        <p:spPr>
          <a:xfrm>
            <a:off x="3503693" y="1658993"/>
            <a:ext cx="2136606" cy="3024261"/>
          </a:xfrm>
          <a:prstGeom prst="rect">
            <a:avLst/>
          </a:prstGeom>
          <a:noFill/>
          <a:ln>
            <a:noFill/>
          </a:ln>
          <a:effectLst>
            <a:outerShdw blurRad="71438" dist="19050" dir="5400000" algn="bl" rotWithShape="0">
              <a:srgbClr val="000000">
                <a:alpha val="18039"/>
              </a:srgbClr>
            </a:outerShdw>
          </a:effectLst>
        </p:spPr>
      </p:pic>
      <p:cxnSp>
        <p:nvCxnSpPr>
          <p:cNvPr id="976" name="Google Shape;976;g2c186218c5a_0_25"/>
          <p:cNvCxnSpPr/>
          <p:nvPr/>
        </p:nvCxnSpPr>
        <p:spPr>
          <a:xfrm>
            <a:off x="5870426" y="1508069"/>
            <a:ext cx="0" cy="3332100"/>
          </a:xfrm>
          <a:prstGeom prst="straightConnector1">
            <a:avLst/>
          </a:prstGeom>
          <a:noFill/>
          <a:ln w="9525" cap="flat" cmpd="sng">
            <a:solidFill>
              <a:srgbClr val="BFBFBF"/>
            </a:solidFill>
            <a:prstDash val="solid"/>
            <a:miter lim="800000"/>
            <a:headEnd type="none" w="sm" len="sm"/>
            <a:tailEnd type="none" w="sm" len="sm"/>
          </a:ln>
        </p:spPr>
      </p:cxnSp>
      <p:pic>
        <p:nvPicPr>
          <p:cNvPr id="977" name="Google Shape;977;g2c186218c5a_0_25" title="JL686-111F.png"/>
          <p:cNvPicPr preferRelativeResize="0"/>
          <p:nvPr/>
        </p:nvPicPr>
        <p:blipFill rotWithShape="1">
          <a:blip r:embed="rId5">
            <a:alphaModFix/>
          </a:blip>
          <a:srcRect/>
          <a:stretch/>
        </p:blipFill>
        <p:spPr>
          <a:xfrm>
            <a:off x="6100563" y="1658993"/>
            <a:ext cx="2136606" cy="3024261"/>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g2e5653a5c66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84" name="Google Shape;984;g2e5653a5c66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985" name="Google Shape;985;g2e5653a5c66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86" name="Google Shape;986;g2e5653a5c66_0_0" title="JL686-80B.png"/>
          <p:cNvPicPr preferRelativeResize="0"/>
          <p:nvPr/>
        </p:nvPicPr>
        <p:blipFill rotWithShape="1">
          <a:blip r:embed="rId3">
            <a:alphaModFix/>
          </a:blip>
          <a:srcRect t="59" b="49"/>
          <a:stretch/>
        </p:blipFill>
        <p:spPr>
          <a:xfrm>
            <a:off x="906831" y="1658993"/>
            <a:ext cx="2136606" cy="3024261"/>
          </a:xfrm>
          <a:prstGeom prst="rect">
            <a:avLst/>
          </a:prstGeom>
          <a:noFill/>
          <a:ln>
            <a:noFill/>
          </a:ln>
          <a:effectLst>
            <a:outerShdw blurRad="71438" dist="19050" dir="5400000" algn="bl" rotWithShape="0">
              <a:srgbClr val="000000">
                <a:alpha val="18039"/>
              </a:srgbClr>
            </a:outerShdw>
          </a:effectLst>
        </p:spPr>
      </p:pic>
      <p:cxnSp>
        <p:nvCxnSpPr>
          <p:cNvPr id="987" name="Google Shape;987;g2e5653a5c66_0_0"/>
          <p:cNvCxnSpPr/>
          <p:nvPr/>
        </p:nvCxnSpPr>
        <p:spPr>
          <a:xfrm>
            <a:off x="3273557" y="1508069"/>
            <a:ext cx="0" cy="3332100"/>
          </a:xfrm>
          <a:prstGeom prst="straightConnector1">
            <a:avLst/>
          </a:prstGeom>
          <a:noFill/>
          <a:ln w="9525" cap="flat" cmpd="sng">
            <a:solidFill>
              <a:srgbClr val="BFBFBF"/>
            </a:solidFill>
            <a:prstDash val="solid"/>
            <a:miter lim="800000"/>
            <a:headEnd type="none" w="sm" len="sm"/>
            <a:tailEnd type="none" w="sm" len="sm"/>
          </a:ln>
        </p:spPr>
      </p:cxnSp>
      <p:pic>
        <p:nvPicPr>
          <p:cNvPr id="988" name="Google Shape;988;g2e5653a5c66_0_0" title="JL686-111B.png"/>
          <p:cNvPicPr preferRelativeResize="0"/>
          <p:nvPr/>
        </p:nvPicPr>
        <p:blipFill rotWithShape="1">
          <a:blip r:embed="rId4">
            <a:alphaModFix/>
          </a:blip>
          <a:srcRect l="79" r="79"/>
          <a:stretch/>
        </p:blipFill>
        <p:spPr>
          <a:xfrm>
            <a:off x="6100563" y="1658993"/>
            <a:ext cx="2136606" cy="3024261"/>
          </a:xfrm>
          <a:prstGeom prst="rect">
            <a:avLst/>
          </a:prstGeom>
          <a:noFill/>
          <a:ln>
            <a:noFill/>
          </a:ln>
          <a:effectLst>
            <a:outerShdw blurRad="71438" dist="19050" dir="5400000" algn="bl" rotWithShape="0">
              <a:srgbClr val="000000">
                <a:alpha val="18039"/>
              </a:srgbClr>
            </a:outerShdw>
          </a:effectLst>
        </p:spPr>
      </p:pic>
      <p:cxnSp>
        <p:nvCxnSpPr>
          <p:cNvPr id="989" name="Google Shape;989;g2e5653a5c66_0_0"/>
          <p:cNvCxnSpPr/>
          <p:nvPr/>
        </p:nvCxnSpPr>
        <p:spPr>
          <a:xfrm>
            <a:off x="5870426" y="1508069"/>
            <a:ext cx="0" cy="3332100"/>
          </a:xfrm>
          <a:prstGeom prst="straightConnector1">
            <a:avLst/>
          </a:prstGeom>
          <a:noFill/>
          <a:ln w="9525" cap="flat" cmpd="sng">
            <a:solidFill>
              <a:srgbClr val="BFBFBF"/>
            </a:solidFill>
            <a:prstDash val="solid"/>
            <a:miter lim="800000"/>
            <a:headEnd type="none" w="sm" len="sm"/>
            <a:tailEnd type="none" w="sm" len="sm"/>
          </a:ln>
        </p:spPr>
      </p:cxnSp>
      <p:pic>
        <p:nvPicPr>
          <p:cNvPr id="990" name="Google Shape;990;g2e5653a5c66_0_0" title="JL686-110B.png"/>
          <p:cNvPicPr preferRelativeResize="0"/>
          <p:nvPr/>
        </p:nvPicPr>
        <p:blipFill rotWithShape="1">
          <a:blip r:embed="rId5">
            <a:alphaModFix/>
          </a:blip>
          <a:srcRect l="19" r="29"/>
          <a:stretch/>
        </p:blipFill>
        <p:spPr>
          <a:xfrm>
            <a:off x="3503693" y="1658993"/>
            <a:ext cx="2136606" cy="3024261"/>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5"/>
        <p:cNvGrpSpPr/>
        <p:nvPr/>
      </p:nvGrpSpPr>
      <p:grpSpPr>
        <a:xfrm>
          <a:off x="0" y="0"/>
          <a:ext cx="0" cy="0"/>
          <a:chOff x="0" y="0"/>
          <a:chExt cx="0" cy="0"/>
        </a:xfrm>
      </p:grpSpPr>
      <p:sp>
        <p:nvSpPr>
          <p:cNvPr id="996" name="Google Shape;996;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97" name="Google Shape;997;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04" name="Google Shape;1004;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05" name="Google Shape;1005;g2c4fb7f6616_1_0"/>
          <p:cNvSpPr/>
          <p:nvPr/>
        </p:nvSpPr>
        <p:spPr>
          <a:xfrm>
            <a:off x="62732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06" name="Google Shape;1006;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7" name="Google Shape;1007;g2c4fb7f6616_1_0"/>
          <p:cNvSpPr txBox="1">
            <a:spLocks noGrp="1"/>
          </p:cNvSpPr>
          <p:nvPr>
            <p:ph type="subTitle" idx="4294967295"/>
          </p:nvPr>
        </p:nvSpPr>
        <p:spPr>
          <a:xfrm>
            <a:off x="5958425"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1008" name="Google Shape;1008;g2c4fb7f6616_1_0"/>
          <p:cNvSpPr txBox="1">
            <a:spLocks noGrp="1"/>
          </p:cNvSpPr>
          <p:nvPr>
            <p:ph type="subTitle" idx="4294967295"/>
          </p:nvPr>
        </p:nvSpPr>
        <p:spPr>
          <a:xfrm>
            <a:off x="2165875" y="1308025"/>
            <a:ext cx="2125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sh</a:t>
            </a:r>
            <a:endParaRPr sz="15000" b="0" i="0" u="none" strike="noStrike" cap="none">
              <a:solidFill>
                <a:srgbClr val="FFD400"/>
              </a:solidFill>
              <a:latin typeface="Jost"/>
              <a:ea typeface="Jost"/>
              <a:cs typeface="Jost"/>
              <a:sym typeface="Jost"/>
            </a:endParaRPr>
          </a:p>
        </p:txBody>
      </p:sp>
      <p:sp>
        <p:nvSpPr>
          <p:cNvPr id="1009" name="Google Shape;1009;g2c4fb7f6616_1_0"/>
          <p:cNvSpPr txBox="1">
            <a:spLocks noGrp="1"/>
          </p:cNvSpPr>
          <p:nvPr>
            <p:ph type="subTitle" idx="4294967295"/>
          </p:nvPr>
        </p:nvSpPr>
        <p:spPr>
          <a:xfrm>
            <a:off x="3695275" y="1308025"/>
            <a:ext cx="2757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8"/>
                </a:solidFill>
                <a:latin typeface="Jost"/>
                <a:ea typeface="Jost"/>
                <a:cs typeface="Jost"/>
                <a:sym typeface="Jost"/>
              </a:rPr>
              <a:t>ou</a:t>
            </a:r>
            <a:endParaRPr sz="15000" b="0" i="0" u="none" strike="noStrike" cap="none">
              <a:solidFill>
                <a:srgbClr val="815138"/>
              </a:solidFill>
              <a:latin typeface="Jost"/>
              <a:ea typeface="Jost"/>
              <a:cs typeface="Jost"/>
              <a:sym typeface="Jost"/>
            </a:endParaRPr>
          </a:p>
        </p:txBody>
      </p:sp>
      <p:sp>
        <p:nvSpPr>
          <p:cNvPr id="1010" name="Google Shape;1010;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1" name="Google Shape;1011;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2" name="Google Shape;1012;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3" name="Google Shape;1013;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4" name="Google Shape;1014;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5" name="Google Shape;1015;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6" name="Google Shape;1016;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7" name="Google Shape;1017;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18" name="Google Shape;1018;g2c4fb7f6616_1_0"/>
          <p:cNvGrpSpPr/>
          <p:nvPr/>
        </p:nvGrpSpPr>
        <p:grpSpPr>
          <a:xfrm>
            <a:off x="-550" y="6984600"/>
            <a:ext cx="8596479" cy="808600"/>
            <a:chOff x="-550" y="6984600"/>
            <a:chExt cx="8596479" cy="808600"/>
          </a:xfrm>
        </p:grpSpPr>
        <p:sp>
          <p:nvSpPr>
            <p:cNvPr id="1019" name="Google Shape;1019;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20" name="Google Shape;1020;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21" name="Google Shape;1021;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22" name="Google Shape;1022;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23" name="Google Shape;1023;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24" name="Google Shape;1024;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25" name="Google Shape;1025;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26" name="Google Shape;1026;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27" name="Google Shape;1027;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28" name="Google Shape;1028;g2c4fb7f6616_1_0"/>
          <p:cNvSpPr/>
          <p:nvPr/>
        </p:nvSpPr>
        <p:spPr>
          <a:xfrm>
            <a:off x="4112450" y="4011900"/>
            <a:ext cx="18474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9" name="Google Shape;1029;g2c4fb7f6616_1_0"/>
          <p:cNvSpPr/>
          <p:nvPr/>
        </p:nvSpPr>
        <p:spPr>
          <a:xfrm>
            <a:off x="2441375" y="4011900"/>
            <a:ext cx="1529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1035" name="Google Shape;1035;g274a28d2bf1_0_3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36" name="Google Shape;1036;g274a28d2bf1_0_3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37" name="Google Shape;1037;g274a28d2bf1_0_30"/>
          <p:cNvSpPr/>
          <p:nvPr/>
        </p:nvSpPr>
        <p:spPr>
          <a:xfrm>
            <a:off x="2982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8" name="Google Shape;1038;g274a28d2bf1_0_30"/>
          <p:cNvSpPr/>
          <p:nvPr/>
        </p:nvSpPr>
        <p:spPr>
          <a:xfrm>
            <a:off x="5771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39" name="Google Shape;1039;g274a28d2bf1_0_3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40" name="Google Shape;1040;g274a28d2bf1_0_30"/>
          <p:cNvSpPr txBox="1">
            <a:spLocks noGrp="1"/>
          </p:cNvSpPr>
          <p:nvPr>
            <p:ph type="subTitle" idx="4294967295"/>
          </p:nvPr>
        </p:nvSpPr>
        <p:spPr>
          <a:xfrm>
            <a:off x="52017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1041" name="Google Shape;1041;g274a28d2bf1_0_30"/>
          <p:cNvSpPr txBox="1">
            <a:spLocks noGrp="1"/>
          </p:cNvSpPr>
          <p:nvPr>
            <p:ph type="subTitle" idx="4294967295"/>
          </p:nvPr>
        </p:nvSpPr>
        <p:spPr>
          <a:xfrm>
            <a:off x="24128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1042" name="Google Shape;1042;g274a28d2bf1_0_30"/>
          <p:cNvSpPr txBox="1">
            <a:spLocks noGrp="1"/>
          </p:cNvSpPr>
          <p:nvPr>
            <p:ph type="subTitle" idx="4294967295"/>
          </p:nvPr>
        </p:nvSpPr>
        <p:spPr>
          <a:xfrm>
            <a:off x="3269625" y="1308025"/>
            <a:ext cx="2757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8"/>
                </a:solidFill>
                <a:latin typeface="Jost"/>
                <a:ea typeface="Jost"/>
                <a:cs typeface="Jost"/>
                <a:sym typeface="Jost"/>
              </a:rPr>
              <a:t>ou</a:t>
            </a:r>
            <a:endParaRPr sz="15000" b="0" i="0" u="none" strike="noStrike" cap="none">
              <a:solidFill>
                <a:srgbClr val="815138"/>
              </a:solidFill>
              <a:latin typeface="Jost"/>
              <a:ea typeface="Jost"/>
              <a:cs typeface="Jost"/>
              <a:sym typeface="Jost"/>
            </a:endParaRPr>
          </a:p>
        </p:txBody>
      </p:sp>
      <p:sp>
        <p:nvSpPr>
          <p:cNvPr id="1043" name="Google Shape;1043;g274a28d2bf1_0_3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4" name="Google Shape;1044;g274a28d2bf1_0_3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5" name="Google Shape;1045;g274a28d2bf1_0_3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6" name="Google Shape;1046;g274a28d2bf1_0_3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7" name="Google Shape;1047;g274a28d2bf1_0_3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8" name="Google Shape;1048;g274a28d2bf1_0_3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9" name="Google Shape;1049;g274a28d2bf1_0_3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0" name="Google Shape;1050;g274a28d2bf1_0_3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51" name="Google Shape;1051;g274a28d2bf1_0_30"/>
          <p:cNvGrpSpPr/>
          <p:nvPr/>
        </p:nvGrpSpPr>
        <p:grpSpPr>
          <a:xfrm>
            <a:off x="-550" y="6984600"/>
            <a:ext cx="8596479" cy="808600"/>
            <a:chOff x="-550" y="6984600"/>
            <a:chExt cx="8596479" cy="808600"/>
          </a:xfrm>
        </p:grpSpPr>
        <p:sp>
          <p:nvSpPr>
            <p:cNvPr id="1052" name="Google Shape;1052;g274a28d2bf1_0_3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53" name="Google Shape;1053;g274a28d2bf1_0_3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54" name="Google Shape;1054;g274a28d2bf1_0_3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55" name="Google Shape;1055;g274a28d2bf1_0_3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56" name="Google Shape;1056;g274a28d2bf1_0_3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57" name="Google Shape;1057;g274a28d2bf1_0_3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58" name="Google Shape;1058;g274a28d2bf1_0_3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59" name="Google Shape;1059;g274a28d2bf1_0_3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60" name="Google Shape;1060;g274a28d2bf1_0_3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61" name="Google Shape;1061;g274a28d2bf1_0_30"/>
          <p:cNvSpPr/>
          <p:nvPr/>
        </p:nvSpPr>
        <p:spPr>
          <a:xfrm>
            <a:off x="3686800" y="4011900"/>
            <a:ext cx="18474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sp>
        <p:nvSpPr>
          <p:cNvPr id="1067" name="Google Shape;1067;g274a28d2bf1_0_6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68" name="Google Shape;1068;g274a28d2bf1_0_6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69" name="Google Shape;1069;g274a28d2bf1_0_62"/>
          <p:cNvSpPr/>
          <p:nvPr/>
        </p:nvSpPr>
        <p:spPr>
          <a:xfrm>
            <a:off x="339898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0" name="Google Shape;1070;g274a28d2bf1_0_62"/>
          <p:cNvSpPr/>
          <p:nvPr/>
        </p:nvSpPr>
        <p:spPr>
          <a:xfrm>
            <a:off x="620933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71" name="Google Shape;1071;g274a28d2bf1_0_6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72" name="Google Shape;1072;g274a28d2bf1_0_62"/>
          <p:cNvSpPr txBox="1">
            <a:spLocks noGrp="1"/>
          </p:cNvSpPr>
          <p:nvPr>
            <p:ph type="subTitle" idx="4294967295"/>
          </p:nvPr>
        </p:nvSpPr>
        <p:spPr>
          <a:xfrm>
            <a:off x="563968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1073" name="Google Shape;1073;g274a28d2bf1_0_62"/>
          <p:cNvSpPr txBox="1">
            <a:spLocks noGrp="1"/>
          </p:cNvSpPr>
          <p:nvPr>
            <p:ph type="subTitle" idx="4294967295"/>
          </p:nvPr>
        </p:nvSpPr>
        <p:spPr>
          <a:xfrm>
            <a:off x="3123256" y="1308025"/>
            <a:ext cx="941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1074" name="Google Shape;1074;g274a28d2bf1_0_62"/>
          <p:cNvSpPr txBox="1">
            <a:spLocks noGrp="1"/>
          </p:cNvSpPr>
          <p:nvPr>
            <p:ph type="subTitle" idx="4294967295"/>
          </p:nvPr>
        </p:nvSpPr>
        <p:spPr>
          <a:xfrm>
            <a:off x="3555182" y="1308025"/>
            <a:ext cx="2757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8"/>
                </a:solidFill>
                <a:latin typeface="Jost"/>
                <a:ea typeface="Jost"/>
                <a:cs typeface="Jost"/>
                <a:sym typeface="Jost"/>
              </a:rPr>
              <a:t>ou</a:t>
            </a:r>
            <a:endParaRPr sz="15000" b="0" i="0" u="none" strike="noStrike" cap="none">
              <a:solidFill>
                <a:srgbClr val="815138"/>
              </a:solidFill>
              <a:latin typeface="Jost"/>
              <a:ea typeface="Jost"/>
              <a:cs typeface="Jost"/>
              <a:sym typeface="Jost"/>
            </a:endParaRPr>
          </a:p>
        </p:txBody>
      </p:sp>
      <p:sp>
        <p:nvSpPr>
          <p:cNvPr id="1075" name="Google Shape;1075;g274a28d2bf1_0_6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6" name="Google Shape;1076;g274a28d2bf1_0_6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7" name="Google Shape;1077;g274a28d2bf1_0_6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8" name="Google Shape;1078;g274a28d2bf1_0_6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9" name="Google Shape;1079;g274a28d2bf1_0_6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0" name="Google Shape;1080;g274a28d2bf1_0_6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1" name="Google Shape;1081;g274a28d2bf1_0_62"/>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2" name="Google Shape;1082;g274a28d2bf1_0_6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83" name="Google Shape;1083;g274a28d2bf1_0_62"/>
          <p:cNvGrpSpPr/>
          <p:nvPr/>
        </p:nvGrpSpPr>
        <p:grpSpPr>
          <a:xfrm>
            <a:off x="-550" y="6984600"/>
            <a:ext cx="8596479" cy="808600"/>
            <a:chOff x="-550" y="6984600"/>
            <a:chExt cx="8596479" cy="808600"/>
          </a:xfrm>
        </p:grpSpPr>
        <p:sp>
          <p:nvSpPr>
            <p:cNvPr id="1084" name="Google Shape;1084;g274a28d2bf1_0_6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85" name="Google Shape;1085;g274a28d2bf1_0_6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86" name="Google Shape;1086;g274a28d2bf1_0_6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87" name="Google Shape;1087;g274a28d2bf1_0_6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88" name="Google Shape;1088;g274a28d2bf1_0_6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89" name="Google Shape;1089;g274a28d2bf1_0_62"/>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90" name="Google Shape;1090;g274a28d2bf1_0_6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91" name="Google Shape;1091;g274a28d2bf1_0_6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92" name="Google Shape;1092;g274a28d2bf1_0_6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93" name="Google Shape;1093;g274a28d2bf1_0_62"/>
          <p:cNvSpPr/>
          <p:nvPr/>
        </p:nvSpPr>
        <p:spPr>
          <a:xfrm>
            <a:off x="3972357" y="4011900"/>
            <a:ext cx="18474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4" name="Google Shape;1094;g274a28d2bf1_0_62"/>
          <p:cNvSpPr/>
          <p:nvPr/>
        </p:nvSpPr>
        <p:spPr>
          <a:xfrm>
            <a:off x="254461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5" name="Google Shape;1095;g274a28d2bf1_0_62"/>
          <p:cNvSpPr txBox="1">
            <a:spLocks noGrp="1"/>
          </p:cNvSpPr>
          <p:nvPr>
            <p:ph type="subTitle" idx="4294967295"/>
          </p:nvPr>
        </p:nvSpPr>
        <p:spPr>
          <a:xfrm>
            <a:off x="197491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102" name="Google Shape;1102;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g26b641b03cd_0_301"/>
          <p:cNvSpPr txBox="1">
            <a:spLocks noGrp="1"/>
          </p:cNvSpPr>
          <p:nvPr>
            <p:ph type="title"/>
          </p:nvPr>
        </p:nvSpPr>
        <p:spPr>
          <a:xfrm>
            <a:off x="596375" y="5568500"/>
            <a:ext cx="7951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09" name="Google Shape;1109;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10" name="Google Shape;1110;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11" name="Google Shape;1111;g26b641b03cd_0_301" title="JL687-46F.png"/>
          <p:cNvPicPr preferRelativeResize="0"/>
          <p:nvPr/>
        </p:nvPicPr>
        <p:blipFill rotWithShape="1">
          <a:blip r:embed="rId3">
            <a:alphaModFix/>
          </a:blip>
          <a:srcRect l="59" r="59"/>
          <a:stretch/>
        </p:blipFill>
        <p:spPr>
          <a:xfrm>
            <a:off x="999825" y="1516600"/>
            <a:ext cx="2261193" cy="1615909"/>
          </a:xfrm>
          <a:prstGeom prst="rect">
            <a:avLst/>
          </a:prstGeom>
          <a:noFill/>
          <a:ln>
            <a:noFill/>
          </a:ln>
          <a:effectLst>
            <a:outerShdw blurRad="57150" dist="19050" dir="5400000" algn="bl" rotWithShape="0">
              <a:srgbClr val="000000">
                <a:alpha val="20000"/>
              </a:srgbClr>
            </a:outerShdw>
          </a:effectLst>
        </p:spPr>
      </p:pic>
      <p:pic>
        <p:nvPicPr>
          <p:cNvPr id="1112" name="Google Shape;1112;g26b641b03cd_0_301" title="JL687-47F.png"/>
          <p:cNvPicPr preferRelativeResize="0"/>
          <p:nvPr/>
        </p:nvPicPr>
        <p:blipFill rotWithShape="1">
          <a:blip r:embed="rId4">
            <a:alphaModFix/>
          </a:blip>
          <a:srcRect l="59" r="59"/>
          <a:stretch/>
        </p:blipFill>
        <p:spPr>
          <a:xfrm>
            <a:off x="3441403" y="1516600"/>
            <a:ext cx="2261193" cy="1615909"/>
          </a:xfrm>
          <a:prstGeom prst="rect">
            <a:avLst/>
          </a:prstGeom>
          <a:noFill/>
          <a:ln>
            <a:noFill/>
          </a:ln>
          <a:effectLst>
            <a:outerShdw blurRad="57150" dist="19050" dir="5400000" algn="bl" rotWithShape="0">
              <a:srgbClr val="000000">
                <a:alpha val="20000"/>
              </a:srgbClr>
            </a:outerShdw>
          </a:effectLst>
        </p:spPr>
      </p:pic>
      <p:pic>
        <p:nvPicPr>
          <p:cNvPr id="1113" name="Google Shape;1113;g26b641b03cd_0_301" title="JL687-48F.png"/>
          <p:cNvPicPr preferRelativeResize="0"/>
          <p:nvPr/>
        </p:nvPicPr>
        <p:blipFill rotWithShape="1">
          <a:blip r:embed="rId5">
            <a:alphaModFix/>
          </a:blip>
          <a:srcRect t="19" b="29"/>
          <a:stretch/>
        </p:blipFill>
        <p:spPr>
          <a:xfrm>
            <a:off x="5882981" y="1516600"/>
            <a:ext cx="2261193" cy="1615910"/>
          </a:xfrm>
          <a:prstGeom prst="rect">
            <a:avLst/>
          </a:prstGeom>
          <a:noFill/>
          <a:ln>
            <a:noFill/>
          </a:ln>
          <a:effectLst>
            <a:outerShdw blurRad="57150" dist="19050" dir="5400000" algn="bl" rotWithShape="0">
              <a:srgbClr val="000000">
                <a:alpha val="20000"/>
              </a:srgbClr>
            </a:outerShdw>
          </a:effectLst>
        </p:spPr>
      </p:pic>
      <p:pic>
        <p:nvPicPr>
          <p:cNvPr id="1114" name="Google Shape;1114;g26b641b03cd_0_301" title="JL687-71F.png"/>
          <p:cNvPicPr preferRelativeResize="0"/>
          <p:nvPr/>
        </p:nvPicPr>
        <p:blipFill rotWithShape="1">
          <a:blip r:embed="rId6">
            <a:alphaModFix/>
          </a:blip>
          <a:srcRect t="19" b="29"/>
          <a:stretch/>
        </p:blipFill>
        <p:spPr>
          <a:xfrm>
            <a:off x="2220614" y="3268291"/>
            <a:ext cx="2261193" cy="1615910"/>
          </a:xfrm>
          <a:prstGeom prst="rect">
            <a:avLst/>
          </a:prstGeom>
          <a:noFill/>
          <a:ln>
            <a:noFill/>
          </a:ln>
          <a:effectLst>
            <a:outerShdw blurRad="57150" dist="19050" dir="5400000" algn="bl" rotWithShape="0">
              <a:srgbClr val="000000">
                <a:alpha val="20000"/>
              </a:srgbClr>
            </a:outerShdw>
          </a:effectLst>
        </p:spPr>
      </p:pic>
      <p:pic>
        <p:nvPicPr>
          <p:cNvPr id="1115" name="Google Shape;1115;g26b641b03cd_0_301" title="JL687-72F.png"/>
          <p:cNvPicPr preferRelativeResize="0"/>
          <p:nvPr/>
        </p:nvPicPr>
        <p:blipFill rotWithShape="1">
          <a:blip r:embed="rId7">
            <a:alphaModFix/>
          </a:blip>
          <a:srcRect l="59" r="59"/>
          <a:stretch/>
        </p:blipFill>
        <p:spPr>
          <a:xfrm>
            <a:off x="4662191" y="3268291"/>
            <a:ext cx="2261193" cy="1615909"/>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22" name="Google Shape;1122;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23" name="Google Shape;1123;g26b641b03cd_0_308"/>
          <p:cNvSpPr txBox="1">
            <a:spLocks noGrp="1"/>
          </p:cNvSpPr>
          <p:nvPr>
            <p:ph type="title"/>
          </p:nvPr>
        </p:nvSpPr>
        <p:spPr>
          <a:xfrm>
            <a:off x="589725" y="5568500"/>
            <a:ext cx="7964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24" name="Google Shape;1124;g26b641b03cd_0_308" title="JL687-46B.png"/>
          <p:cNvPicPr preferRelativeResize="0"/>
          <p:nvPr/>
        </p:nvPicPr>
        <p:blipFill rotWithShape="1">
          <a:blip r:embed="rId3">
            <a:alphaModFix/>
          </a:blip>
          <a:srcRect l="59" r="59"/>
          <a:stretch/>
        </p:blipFill>
        <p:spPr>
          <a:xfrm>
            <a:off x="999825" y="1516600"/>
            <a:ext cx="2261193" cy="1615909"/>
          </a:xfrm>
          <a:prstGeom prst="rect">
            <a:avLst/>
          </a:prstGeom>
          <a:noFill/>
          <a:ln>
            <a:noFill/>
          </a:ln>
          <a:effectLst>
            <a:outerShdw blurRad="57150" dist="19050" dir="5400000" algn="bl" rotWithShape="0">
              <a:srgbClr val="000000">
                <a:alpha val="20000"/>
              </a:srgbClr>
            </a:outerShdw>
          </a:effectLst>
        </p:spPr>
      </p:pic>
      <p:pic>
        <p:nvPicPr>
          <p:cNvPr id="1125" name="Google Shape;1125;g26b641b03cd_0_308" title="JL687-47B.png"/>
          <p:cNvPicPr preferRelativeResize="0"/>
          <p:nvPr/>
        </p:nvPicPr>
        <p:blipFill rotWithShape="1">
          <a:blip r:embed="rId4">
            <a:alphaModFix/>
          </a:blip>
          <a:srcRect l="59" r="59"/>
          <a:stretch/>
        </p:blipFill>
        <p:spPr>
          <a:xfrm>
            <a:off x="3441403" y="1516600"/>
            <a:ext cx="2261193" cy="1615909"/>
          </a:xfrm>
          <a:prstGeom prst="rect">
            <a:avLst/>
          </a:prstGeom>
          <a:noFill/>
          <a:ln>
            <a:noFill/>
          </a:ln>
          <a:effectLst>
            <a:outerShdw blurRad="57150" dist="19050" dir="5400000" algn="bl" rotWithShape="0">
              <a:srgbClr val="000000">
                <a:alpha val="20000"/>
              </a:srgbClr>
            </a:outerShdw>
          </a:effectLst>
        </p:spPr>
      </p:pic>
      <p:pic>
        <p:nvPicPr>
          <p:cNvPr id="1126" name="Google Shape;1126;g26b641b03cd_0_308" title="JL687-48B.png"/>
          <p:cNvPicPr preferRelativeResize="0"/>
          <p:nvPr/>
        </p:nvPicPr>
        <p:blipFill rotWithShape="1">
          <a:blip r:embed="rId5">
            <a:alphaModFix/>
          </a:blip>
          <a:srcRect t="19" b="29"/>
          <a:stretch/>
        </p:blipFill>
        <p:spPr>
          <a:xfrm>
            <a:off x="5882981" y="1516600"/>
            <a:ext cx="2261193" cy="1615910"/>
          </a:xfrm>
          <a:prstGeom prst="rect">
            <a:avLst/>
          </a:prstGeom>
          <a:noFill/>
          <a:ln>
            <a:noFill/>
          </a:ln>
          <a:effectLst>
            <a:outerShdw blurRad="57150" dist="19050" dir="5400000" algn="bl" rotWithShape="0">
              <a:srgbClr val="000000">
                <a:alpha val="20000"/>
              </a:srgbClr>
            </a:outerShdw>
          </a:effectLst>
        </p:spPr>
      </p:pic>
      <p:pic>
        <p:nvPicPr>
          <p:cNvPr id="1127" name="Google Shape;1127;g26b641b03cd_0_308" title="JL687-71B.png"/>
          <p:cNvPicPr preferRelativeResize="0"/>
          <p:nvPr/>
        </p:nvPicPr>
        <p:blipFill rotWithShape="1">
          <a:blip r:embed="rId6">
            <a:alphaModFix/>
          </a:blip>
          <a:srcRect t="19" b="29"/>
          <a:stretch/>
        </p:blipFill>
        <p:spPr>
          <a:xfrm>
            <a:off x="2220614" y="3268291"/>
            <a:ext cx="2261193" cy="1615910"/>
          </a:xfrm>
          <a:prstGeom prst="rect">
            <a:avLst/>
          </a:prstGeom>
          <a:noFill/>
          <a:ln>
            <a:noFill/>
          </a:ln>
          <a:effectLst>
            <a:outerShdw blurRad="57150" dist="19050" dir="5400000" algn="bl" rotWithShape="0">
              <a:srgbClr val="000000">
                <a:alpha val="20000"/>
              </a:srgbClr>
            </a:outerShdw>
          </a:effectLst>
        </p:spPr>
      </p:pic>
      <p:pic>
        <p:nvPicPr>
          <p:cNvPr id="1128" name="Google Shape;1128;g26b641b03cd_0_308" title="JL687-72B.png"/>
          <p:cNvPicPr preferRelativeResize="0"/>
          <p:nvPr/>
        </p:nvPicPr>
        <p:blipFill rotWithShape="1">
          <a:blip r:embed="rId7">
            <a:alphaModFix/>
          </a:blip>
          <a:srcRect l="59" r="59"/>
          <a:stretch/>
        </p:blipFill>
        <p:spPr>
          <a:xfrm>
            <a:off x="4662191" y="3268291"/>
            <a:ext cx="2261193" cy="1615909"/>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33"/>
        <p:cNvGrpSpPr/>
        <p:nvPr/>
      </p:nvGrpSpPr>
      <p:grpSpPr>
        <a:xfrm>
          <a:off x="0" y="0"/>
          <a:ext cx="0" cy="0"/>
          <a:chOff x="0" y="0"/>
          <a:chExt cx="0" cy="0"/>
        </a:xfrm>
      </p:grpSpPr>
      <p:sp>
        <p:nvSpPr>
          <p:cNvPr id="1134" name="Google Shape;1134;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35" name="Google Shape;1135;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36" name="Google Shape;1136;g2d1eea302f1_0_6"/>
          <p:cNvGrpSpPr/>
          <p:nvPr/>
        </p:nvGrpSpPr>
        <p:grpSpPr>
          <a:xfrm>
            <a:off x="3024000" y="209875"/>
            <a:ext cx="3096000" cy="454800"/>
            <a:chOff x="3024000" y="209875"/>
            <a:chExt cx="3096000" cy="454800"/>
          </a:xfrm>
        </p:grpSpPr>
        <p:sp>
          <p:nvSpPr>
            <p:cNvPr id="1137" name="Google Shape;1137;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8" name="Google Shape;1138;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9" name="Google Shape;1139;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40" name="Google Shape;1140;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1" name="Google Shape;1141;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2" name="Google Shape;1142;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43" name="Google Shape;1143;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44" name="Google Shape;1144;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45" name="Google Shape;1145;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46" name="Google Shape;1146;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47" name="Google Shape;1147;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48" name="Google Shape;1148;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49" name="Google Shape;1149;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50" name="Google Shape;1150;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FFD403"/>
              </a:solidFill>
              <a:latin typeface="Jost"/>
              <a:ea typeface="Jost"/>
              <a:cs typeface="Jost"/>
              <a:sym typeface="Jost"/>
            </a:endParaRPr>
          </a:p>
        </p:txBody>
      </p:sp>
      <p:sp>
        <p:nvSpPr>
          <p:cNvPr id="1151" name="Google Shape;1151;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52" name="Google Shape;1152;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53" name="Google Shape;1153;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54" name="Google Shape;1154;g2d1eea302f1_0_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00904D"/>
              </a:solidFill>
              <a:latin typeface="Jost"/>
              <a:ea typeface="Jost"/>
              <a:cs typeface="Jost"/>
              <a:sym typeface="Jost"/>
            </a:endParaRPr>
          </a:p>
        </p:txBody>
      </p:sp>
      <p:sp>
        <p:nvSpPr>
          <p:cNvPr id="1155" name="Google Shape;1155;g2d1eea302f1_0_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
        <p:nvSpPr>
          <p:cNvPr id="1156" name="Google Shape;1156;g2d1eea302f1_0_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57" name="Google Shape;1157;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58" name="Google Shape;1158;g2d1eea302f1_0_6"/>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ou</a:t>
            </a:r>
            <a:endParaRPr sz="5500" b="0" i="0" u="none" strike="noStrike" cap="none">
              <a:solidFill>
                <a:srgbClr val="815137"/>
              </a:solidFill>
              <a:latin typeface="Jost"/>
              <a:ea typeface="Jost"/>
              <a:cs typeface="Jost"/>
              <a:sym typeface="Jost"/>
            </a:endParaRPr>
          </a:p>
        </p:txBody>
      </p:sp>
      <p:cxnSp>
        <p:nvCxnSpPr>
          <p:cNvPr id="1159" name="Google Shape;1159;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64"/>
        <p:cNvGrpSpPr/>
        <p:nvPr/>
      </p:nvGrpSpPr>
      <p:grpSpPr>
        <a:xfrm>
          <a:off x="0" y="0"/>
          <a:ext cx="0" cy="0"/>
          <a:chOff x="0" y="0"/>
          <a:chExt cx="0" cy="0"/>
        </a:xfrm>
      </p:grpSpPr>
      <p:sp>
        <p:nvSpPr>
          <p:cNvPr id="1165" name="Google Shape;1165;g274a28d2bf1_0_10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66" name="Google Shape;1166;g274a28d2bf1_0_10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67" name="Google Shape;1167;g274a28d2bf1_0_105"/>
          <p:cNvGrpSpPr/>
          <p:nvPr/>
        </p:nvGrpSpPr>
        <p:grpSpPr>
          <a:xfrm>
            <a:off x="3024000" y="209875"/>
            <a:ext cx="3096000" cy="454800"/>
            <a:chOff x="3024000" y="209875"/>
            <a:chExt cx="3096000" cy="454800"/>
          </a:xfrm>
        </p:grpSpPr>
        <p:sp>
          <p:nvSpPr>
            <p:cNvPr id="1168" name="Google Shape;1168;g274a28d2bf1_0_105"/>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9" name="Google Shape;1169;g274a28d2bf1_0_105"/>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70" name="Google Shape;1170;g274a28d2bf1_0_105"/>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71" name="Google Shape;1171;g274a28d2bf1_0_105"/>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72" name="Google Shape;1172;g274a28d2bf1_0_105"/>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73" name="Google Shape;1173;g274a28d2bf1_0_105"/>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74" name="Google Shape;1174;g274a28d2bf1_0_105"/>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75" name="Google Shape;1175;g274a28d2bf1_0_105"/>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76" name="Google Shape;1176;g274a28d2bf1_0_105"/>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77" name="Google Shape;1177;g274a28d2bf1_0_105"/>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78" name="Google Shape;1178;g274a28d2bf1_0_105"/>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79" name="Google Shape;1179;g274a28d2bf1_0_105"/>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cxnSp>
        <p:nvCxnSpPr>
          <p:cNvPr id="1180" name="Google Shape;1180;g274a28d2bf1_0_105"/>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81" name="Google Shape;1181;g274a28d2bf1_0_105"/>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82" name="Google Shape;1182;g274a28d2bf1_0_105"/>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83" name="Google Shape;1183;g274a28d2bf1_0_105"/>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FFD403"/>
              </a:solidFill>
              <a:latin typeface="Jost"/>
              <a:ea typeface="Jost"/>
              <a:cs typeface="Jost"/>
              <a:sym typeface="Jost"/>
            </a:endParaRPr>
          </a:p>
        </p:txBody>
      </p:sp>
      <p:sp>
        <p:nvSpPr>
          <p:cNvPr id="1184" name="Google Shape;1184;g274a28d2bf1_0_105"/>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85" name="Google Shape;1185;g274a28d2bf1_0_105"/>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86" name="Google Shape;1186;g274a28d2bf1_0_105"/>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87" name="Google Shape;1187;g274a28d2bf1_0_105"/>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00904D"/>
              </a:solidFill>
              <a:latin typeface="Jost"/>
              <a:ea typeface="Jost"/>
              <a:cs typeface="Jost"/>
              <a:sym typeface="Jost"/>
            </a:endParaRPr>
          </a:p>
        </p:txBody>
      </p:sp>
      <p:sp>
        <p:nvSpPr>
          <p:cNvPr id="1188" name="Google Shape;1188;g274a28d2bf1_0_105"/>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
        <p:nvSpPr>
          <p:cNvPr id="1189" name="Google Shape;1189;g274a28d2bf1_0_105"/>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90" name="Google Shape;1190;g274a28d2bf1_0_105"/>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soup group wound recoup count mouth cloud round soul</a:t>
            </a:r>
            <a:endParaRPr sz="1800" b="0" i="0" u="none" strike="noStrike" cap="none">
              <a:solidFill>
                <a:srgbClr val="B7B7B7"/>
              </a:solidFill>
              <a:latin typeface="Jost"/>
              <a:ea typeface="Jost"/>
              <a:cs typeface="Jost"/>
              <a:sym typeface="Jost"/>
            </a:endParaRPr>
          </a:p>
        </p:txBody>
      </p:sp>
      <p:sp>
        <p:nvSpPr>
          <p:cNvPr id="1191" name="Google Shape;1191;g274a28d2bf1_0_10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92" name="Google Shape;1192;g274a28d2bf1_0_105"/>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ou</a:t>
            </a:r>
            <a:endParaRPr sz="5500" b="0" i="0" u="none" strike="noStrike" cap="none">
              <a:solidFill>
                <a:srgbClr val="815137"/>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492</Words>
  <Application>Microsoft Office PowerPoint</Application>
  <PresentationFormat>On-screen Show (4:3)</PresentationFormat>
  <Paragraphs>159</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Poppins Medium</vt:lpstr>
      <vt:lpstr>Jost</vt:lpstr>
      <vt:lpstr>Arial</vt:lpstr>
      <vt:lpstr>Poppins</vt:lpstr>
      <vt:lpstr>Nunito Black</vt:lpstr>
      <vt:lpstr>Calibri</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 through who prove shoe beautiful climb Christmas school sugar love money any…</vt:lpstr>
      <vt:lpstr>…many friend very busy pretty once please.</vt:lpstr>
      <vt:lpstr>Review Grapheme Caption</vt:lpstr>
      <vt:lpstr>Review Grapheme Caption</vt:lpstr>
      <vt:lpstr>Explain Decoding</vt:lpstr>
      <vt:lpstr>Model Blending Phonemes</vt:lpstr>
      <vt:lpstr>Model Blending Phonemes</vt:lpstr>
      <vt:lpstr>Model Blending Phonemes</vt:lpstr>
      <vt:lpstr>Explain Encoding</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2026-05-29T03:08:34Z</dcterms:modified>
</cp:coreProperties>
</file>