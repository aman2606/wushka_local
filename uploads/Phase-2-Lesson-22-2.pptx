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Finger Paint" panose="020B0604020202020204" charset="0"/>
      <p:regular r:id="rId29"/>
    </p:embeddedFont>
    <p:embeddedFont>
      <p:font typeface="Jost" panose="020B0604020202020204" charset="0"/>
      <p:regular r:id="rId30"/>
      <p:bold r:id="rId31"/>
      <p:italic r:id="rId32"/>
      <p:boldItalic r:id="rId33"/>
    </p:embeddedFont>
    <p:embeddedFont>
      <p:font typeface="Mulish" panose="020B0604020202020204" charset="0"/>
      <p:regular r:id="rId34"/>
      <p:bold r:id="rId35"/>
      <p:italic r:id="rId36"/>
      <p:boldItalic r:id="rId37"/>
    </p:embeddedFont>
    <p:embeddedFont>
      <p:font typeface="Nunito Black" pitchFamily="2" charset="0"/>
      <p:bold r:id="rId38"/>
      <p:boldItalic r:id="rId39"/>
    </p:embeddedFont>
    <p:embeddedFont>
      <p:font typeface="Poppins" panose="00000500000000000000" pitchFamily="2" charset="0"/>
      <p:regular r:id="rId40"/>
      <p:bold r:id="rId41"/>
      <p:italic r:id="rId42"/>
      <p:boldItalic r:id="rId43"/>
    </p:embeddedFont>
    <p:embeddedFont>
      <p:font typeface="Poppins Medium" panose="00000600000000000000" pitchFamily="2" charset="0"/>
      <p:regular r:id="rId44"/>
      <p:bold r:id="rId45"/>
      <p:italic r:id="rId46"/>
      <p:boldItalic r:id="rId47"/>
    </p:embeddedFont>
    <p:embeddedFont>
      <p:font typeface="Poppins SemiBold" panose="000007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iwMOcS//JRFDAELSsCWZHIjdN9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F16C0E-FF51-4E8C-93D0-9936025028CA}">
  <a:tblStyle styleId="{DCF16C0E-FF51-4E8C-93D0-9936025028C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2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2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3.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d9df4cd64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d9df4cd64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d9df4cd64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7" name="Google Shape;75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48481587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48481587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48481587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c48481587d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c48481587d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c48481587d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a46413253f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a46413253f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a46413253f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48481587d_0_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48481587d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48481587d_0_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48481587d_0_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48481587d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48481587d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c48481587d_0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c48481587d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c48481587d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c48481587d_0_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c48481587d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c48481587d_0_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26c2a75fb57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g26c2a75fb57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26c2a75fb57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'b'</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5 - Tuesday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22</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8.xml"/><Relationship Id="rId5" Type="http://schemas.openxmlformats.org/officeDocument/2006/relationships/image" Target="../media/image5.png"/><Relationship Id="rId10" Type="http://schemas.openxmlformats.org/officeDocument/2006/relationships/slide" Target="slide15.xml"/><Relationship Id="rId4" Type="http://schemas.openxmlformats.org/officeDocument/2006/relationships/image" Target="../media/image8.png"/><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3.xml"/><Relationship Id="rId16"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'b'</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22</a:t>
            </a:r>
            <a:endParaRPr/>
          </a:p>
        </p:txBody>
      </p:sp>
      <p:pic>
        <p:nvPicPr>
          <p:cNvPr id="689" name="Google Shape;689;p1"/>
          <p:cNvPicPr preferRelativeResize="0"/>
          <p:nvPr/>
        </p:nvPicPr>
        <p:blipFill rotWithShape="1">
          <a:blip r:embed="rId3">
            <a:alphaModFix/>
          </a:blip>
          <a:srcRect/>
          <a:stretch/>
        </p:blipFill>
        <p:spPr>
          <a:xfrm rot="230487">
            <a:off x="4009466" y="4453435"/>
            <a:ext cx="2493520" cy="997851"/>
          </a:xfrm>
          <a:prstGeom prst="rect">
            <a:avLst/>
          </a:prstGeom>
          <a:noFill/>
          <a:ln>
            <a:noFill/>
          </a:ln>
          <a:effectLst>
            <a:outerShdw blurRad="71438" dist="38100" dir="5220000" algn="bl" rotWithShape="0">
              <a:srgbClr val="000000">
                <a:alpha val="21176"/>
              </a:srgbClr>
            </a:outerShdw>
          </a:effectLst>
        </p:spPr>
      </p:pic>
      <p:pic>
        <p:nvPicPr>
          <p:cNvPr id="690" name="Google Shape;690;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1" name="Google Shape;691;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2" name="Google Shape;692;p1"/>
          <p:cNvGraphicFramePr/>
          <p:nvPr/>
        </p:nvGraphicFramePr>
        <p:xfrm>
          <a:off x="4844200" y="1891197"/>
          <a:ext cx="3785000" cy="1678950"/>
        </p:xfrm>
        <a:graphic>
          <a:graphicData uri="http://schemas.openxmlformats.org/drawingml/2006/table">
            <a:tbl>
              <a:tblPr firstRow="1" bandRow="1">
                <a:noFill/>
                <a:tableStyleId>{DCF16C0E-FF51-4E8C-93D0-9936025028CA}</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b</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b</a:t>
            </a:r>
            <a:r>
              <a:rPr lang="en-US"/>
              <a:t>.</a:t>
            </a:r>
            <a:endParaRPr/>
          </a:p>
        </p:txBody>
      </p:sp>
      <p:sp>
        <p:nvSpPr>
          <p:cNvPr id="699" name="Google Shape;699;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 u r h</a:t>
            </a:r>
            <a:r>
              <a:rPr lang="en-US"/>
              <a:t> using flashcards.</a:t>
            </a:r>
            <a:endParaRPr/>
          </a:p>
        </p:txBody>
      </p:sp>
      <p:sp>
        <p:nvSpPr>
          <p:cNvPr id="700" name="Google Shape;70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a:stretch/>
        </p:blipFill>
        <p:spPr>
          <a:xfrm>
            <a:off x="6159846" y="4363493"/>
            <a:ext cx="786850" cy="590422"/>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6" name="Google Shape;716;g2bee4f4af4b_0_204">
            <a:hlinkClick r:id="rId8" action="ppaction://hlinksldjump"/>
          </p:cNvPr>
          <p:cNvSpPr/>
          <p:nvPr/>
        </p:nvSpPr>
        <p:spPr>
          <a:xfrm>
            <a:off x="958905"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9" action="ppaction://hlinksldjump"/>
          </p:cNvPr>
          <p:cNvSpPr/>
          <p:nvPr/>
        </p:nvSpPr>
        <p:spPr>
          <a:xfrm>
            <a:off x="2451013" y="3789358"/>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0" action="ppaction://hlinksldjump"/>
          </p:cNvPr>
          <p:cNvSpPr/>
          <p:nvPr/>
        </p:nvSpPr>
        <p:spPr>
          <a:xfrm>
            <a:off x="3579204"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 action="ppaction://noaction"/>
          </p:cNvPr>
          <p:cNvSpPr/>
          <p:nvPr/>
        </p:nvSpPr>
        <p:spPr>
          <a:xfrm>
            <a:off x="4859461" y="376152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1" action="ppaction://hlinksldjump"/>
          </p:cNvPr>
          <p:cNvSpPr/>
          <p:nvPr/>
        </p:nvSpPr>
        <p:spPr>
          <a:xfrm>
            <a:off x="6104278" y="3709278"/>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7" name="Google Shape;727;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 e u r h</a:t>
            </a:r>
            <a:r>
              <a:rPr lang="en-US"/>
              <a:t> using flashcards.</a:t>
            </a:r>
            <a:endParaRPr/>
          </a:p>
        </p:txBody>
      </p:sp>
      <p:pic>
        <p:nvPicPr>
          <p:cNvPr id="728" name="Google Shape;72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29" name="Google Shape;72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0" name="Google Shape;73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1" name="Google Shape;73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9" name="Google Shape;73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40" name="Google Shape;74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41" name="Google Shape;74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86"/>
              </a:srgbClr>
            </a:outerShdw>
          </a:effectLst>
        </p:spPr>
      </p:pic>
      <p:pic>
        <p:nvPicPr>
          <p:cNvPr id="742" name="Google Shape;74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43" name="Google Shape;74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pic>
        <p:nvPicPr>
          <p:cNvPr id="744" name="Google Shape;74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d9df4cd64d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51" name="Google Shape;751;g2d9df4cd64d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52" name="Google Shape;752;g2d9df4cd64d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53" name="Google Shape;753;g2d9df4cd64d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0" name="Google Shape;76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1" name="Google Shape;761;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2" name="Google Shape;76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9" name="Google Shape;76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70" name="Google Shape;770;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71" name="Google Shape;77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8" name="Google Shape;77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79" name="Google Shape;779;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80" name="Google Shape;78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7" name="Google Shape;78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88" name="Google Shape;788;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89" name="Google Shape;78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96" name="Google Shape;79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97" name="Google Shape;79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04" name="Google Shape;804;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05" name="Google Shape;805;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6" name="Google Shape;806;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7" name="Google Shape;807;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8" name="Google Shape;808;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9" name="Google Shape;809;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10" name="Google Shape;810;g2c2ffdd0de5_0_0"/>
          <p:cNvGrpSpPr/>
          <p:nvPr/>
        </p:nvGrpSpPr>
        <p:grpSpPr>
          <a:xfrm>
            <a:off x="304250" y="6984600"/>
            <a:ext cx="8330829" cy="808600"/>
            <a:chOff x="-152950" y="7365600"/>
            <a:chExt cx="8330829" cy="808600"/>
          </a:xfrm>
        </p:grpSpPr>
        <p:sp>
          <p:nvSpPr>
            <p:cNvPr id="811" name="Google Shape;811;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12" name="Google Shape;812;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13" name="Google Shape;813;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14" name="Google Shape;814;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15" name="Google Shape;815;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16" name="Google Shape;816;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17" name="Google Shape;817;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18" name="Google Shape;818;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19" name="Google Shape;819;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0" name="Google Shape;820;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1" name="Google Shape;821;g2c2ffdd0de5_0_0"/>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2" name="Google Shape;822;g2c2ffdd0de5_0_0"/>
          <p:cNvSpPr/>
          <p:nvPr/>
        </p:nvSpPr>
        <p:spPr>
          <a:xfrm>
            <a:off x="44531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3" name="Google Shape;823;g2c2ffdd0de5_0_0"/>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24" name="Google Shape;824;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25" name="Google Shape;825;g2c2ffdd0de5_0_0"/>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26" name="Google Shape;826;g2c2ffdd0de5_0_0"/>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827" name="Google Shape;827;g2c2ffdd0de5_0_0"/>
          <p:cNvSpPr txBox="1"/>
          <p:nvPr/>
        </p:nvSpPr>
        <p:spPr>
          <a:xfrm>
            <a:off x="37604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48481587d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4" name="Google Shape;834;g2c48481587d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5" name="Google Shape;835;g2c48481587d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6" name="Google Shape;836;g2c48481587d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7" name="Google Shape;837;g2c48481587d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8" name="Google Shape;838;g2c48481587d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9" name="Google Shape;839;g2c48481587d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40" name="Google Shape;840;g2c48481587d_0_0"/>
          <p:cNvGrpSpPr/>
          <p:nvPr/>
        </p:nvGrpSpPr>
        <p:grpSpPr>
          <a:xfrm>
            <a:off x="304250" y="6984600"/>
            <a:ext cx="8330829" cy="808600"/>
            <a:chOff x="-152950" y="7365600"/>
            <a:chExt cx="8330829" cy="808600"/>
          </a:xfrm>
        </p:grpSpPr>
        <p:sp>
          <p:nvSpPr>
            <p:cNvPr id="841" name="Google Shape;841;g2c48481587d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2" name="Google Shape;842;g2c48481587d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3" name="Google Shape;843;g2c48481587d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4" name="Google Shape;844;g2c48481587d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5" name="Google Shape;845;g2c48481587d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6" name="Google Shape;846;g2c48481587d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7" name="Google Shape;847;g2c48481587d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8" name="Google Shape;848;g2c48481587d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9" name="Google Shape;849;g2c48481587d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0" name="Google Shape;850;g2c48481587d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1" name="Google Shape;851;g2c48481587d_0_0"/>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2" name="Google Shape;852;g2c48481587d_0_0"/>
          <p:cNvSpPr/>
          <p:nvPr/>
        </p:nvSpPr>
        <p:spPr>
          <a:xfrm>
            <a:off x="44531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3" name="Google Shape;853;g2c48481587d_0_0"/>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54" name="Google Shape;854;g2c48481587d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5" name="Google Shape;855;g2c48481587d_0_0"/>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56" name="Google Shape;856;g2c48481587d_0_0"/>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857" name="Google Shape;857;g2c48481587d_0_0"/>
          <p:cNvSpPr txBox="1">
            <a:spLocks noGrp="1"/>
          </p:cNvSpPr>
          <p:nvPr>
            <p:ph type="subTitle" idx="4294967295"/>
          </p:nvPr>
        </p:nvSpPr>
        <p:spPr>
          <a:xfrm>
            <a:off x="3883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c48481587d_0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4" name="Google Shape;864;g2c48481587d_0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5" name="Google Shape;865;g2c48481587d_0_2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6" name="Google Shape;866;g2c48481587d_0_2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7" name="Google Shape;867;g2c48481587d_0_2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8" name="Google Shape;868;g2c48481587d_0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9" name="Google Shape;869;g2c48481587d_0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0" name="Google Shape;870;g2c48481587d_0_29"/>
          <p:cNvGrpSpPr/>
          <p:nvPr/>
        </p:nvGrpSpPr>
        <p:grpSpPr>
          <a:xfrm>
            <a:off x="304250" y="6984600"/>
            <a:ext cx="8330829" cy="808600"/>
            <a:chOff x="-152950" y="7365600"/>
            <a:chExt cx="8330829" cy="808600"/>
          </a:xfrm>
        </p:grpSpPr>
        <p:sp>
          <p:nvSpPr>
            <p:cNvPr id="871" name="Google Shape;871;g2c48481587d_0_2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2" name="Google Shape;872;g2c48481587d_0_2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3" name="Google Shape;873;g2c48481587d_0_2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4" name="Google Shape;874;g2c48481587d_0_2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5" name="Google Shape;875;g2c48481587d_0_2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6" name="Google Shape;876;g2c48481587d_0_2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7" name="Google Shape;877;g2c48481587d_0_2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8" name="Google Shape;878;g2c48481587d_0_2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9" name="Google Shape;879;g2c48481587d_0_2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0" name="Google Shape;880;g2c48481587d_0_2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1" name="Google Shape;881;g2c48481587d_0_29"/>
          <p:cNvSpPr/>
          <p:nvPr/>
        </p:nvSpPr>
        <p:spPr>
          <a:xfrm>
            <a:off x="3287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2" name="Google Shape;882;g2c48481587d_0_29"/>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3" name="Google Shape;883;g2c48481587d_0_29"/>
          <p:cNvSpPr/>
          <p:nvPr/>
        </p:nvSpPr>
        <p:spPr>
          <a:xfrm>
            <a:off x="5466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4" name="Google Shape;884;g2c48481587d_0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5" name="Google Shape;885;g2c48481587d_0_29"/>
          <p:cNvSpPr txBox="1">
            <a:spLocks noGrp="1"/>
          </p:cNvSpPr>
          <p:nvPr>
            <p:ph type="subTitle" idx="4294967295"/>
          </p:nvPr>
        </p:nvSpPr>
        <p:spPr>
          <a:xfrm>
            <a:off x="4896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86" name="Google Shape;886;g2c48481587d_0_29"/>
          <p:cNvSpPr txBox="1">
            <a:spLocks noGrp="1"/>
          </p:cNvSpPr>
          <p:nvPr>
            <p:ph type="subTitle" idx="4294967295"/>
          </p:nvPr>
        </p:nvSpPr>
        <p:spPr>
          <a:xfrm>
            <a:off x="2717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887" name="Google Shape;887;g2c48481587d_0_29"/>
          <p:cNvSpPr txBox="1">
            <a:spLocks noGrp="1"/>
          </p:cNvSpPr>
          <p:nvPr>
            <p:ph type="subTitle" idx="4294967295"/>
          </p:nvPr>
        </p:nvSpPr>
        <p:spPr>
          <a:xfrm>
            <a:off x="3807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4" name="Google Shape;89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5" name="Google Shape;89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2" name="Google Shape;90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3" name="Google Shape;903;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04" name="Google Shape;90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1" name="Google Shape;91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2" name="Google Shape;912;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13" name="Google Shape;91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0" name="Google Shape;92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1" name="Google Shape;921;g26b641b03cd_0_213"/>
          <p:cNvPicPr preferRelativeResize="0"/>
          <p:nvPr/>
        </p:nvPicPr>
        <p:blipFill rotWithShape="1">
          <a:blip r:embed="rId3">
            <a:alphaModFix/>
          </a:blip>
          <a:srcRect l="228" r="228"/>
          <a:stretch/>
        </p:blipFill>
        <p:spPr>
          <a:xfrm>
            <a:off x="3273200" y="1384175"/>
            <a:ext cx="2597600" cy="3621551"/>
          </a:xfrm>
          <a:prstGeom prst="rect">
            <a:avLst/>
          </a:prstGeom>
          <a:noFill/>
          <a:ln>
            <a:noFill/>
          </a:ln>
          <a:effectLst>
            <a:outerShdw blurRad="85725" dist="19050" dir="5400000" algn="bl" rotWithShape="0">
              <a:srgbClr val="000000">
                <a:alpha val="20000"/>
              </a:srgbClr>
            </a:outerShdw>
          </a:effectLst>
        </p:spPr>
      </p:pic>
      <p:sp>
        <p:nvSpPr>
          <p:cNvPr id="922" name="Google Shape;92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a46413253f_0_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9" name="Google Shape;929;g2a46413253f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0" name="Google Shape;930;g2a46413253f_0_11"/>
          <p:cNvPicPr preferRelativeResize="0"/>
          <p:nvPr/>
        </p:nvPicPr>
        <p:blipFill rotWithShape="1">
          <a:blip r:embed="rId3">
            <a:alphaModFix/>
          </a:blip>
          <a:srcRect l="228" r="228"/>
          <a:stretch/>
        </p:blipFill>
        <p:spPr>
          <a:xfrm>
            <a:off x="3273200" y="1384175"/>
            <a:ext cx="2597600" cy="3621551"/>
          </a:xfrm>
          <a:prstGeom prst="rect">
            <a:avLst/>
          </a:prstGeom>
          <a:noFill/>
          <a:ln>
            <a:noFill/>
          </a:ln>
          <a:effectLst>
            <a:outerShdw blurRad="85725" dist="19050" dir="5400000" algn="bl" rotWithShape="0">
              <a:srgbClr val="000000">
                <a:alpha val="20000"/>
              </a:srgbClr>
            </a:outerShdw>
          </a:effectLst>
        </p:spPr>
      </p:pic>
      <p:sp>
        <p:nvSpPr>
          <p:cNvPr id="931" name="Google Shape;931;g2a46413253f_0_1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38" name="Google Shape;938;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39" name="Google Shape;939;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0" name="Google Shape;940;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7" name="Google Shape;947;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48" name="Google Shape;948;g26b641b03cd_1_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9" name="Google Shape;94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48481587d_0_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56" name="Google Shape;956;g2c48481587d_0_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57" name="Google Shape;957;g2c48481587d_0_59"/>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58" name="Google Shape;958;g2c48481587d_0_5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48481587d_0_6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5" name="Google Shape;965;g2c48481587d_0_6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66" name="Google Shape;966;g2c48481587d_0_67"/>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67" name="Google Shape;967;g2c48481587d_0_6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c48481587d_0_7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4" name="Google Shape;974;g2c48481587d_0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75" name="Google Shape;975;g2c48481587d_0_7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76" name="Google Shape;976;g2c48481587d_0_7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c48481587d_0_8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3" name="Google Shape;983;g2c48481587d_0_8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84" name="Google Shape;984;g2c48481587d_0_83"/>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85" name="Google Shape;985;g2c48481587d_0_8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2" name="Google Shape;99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93" name="Google Shape;993;g1f3daf8a844_0_64"/>
          <p:cNvGrpSpPr/>
          <p:nvPr/>
        </p:nvGrpSpPr>
        <p:grpSpPr>
          <a:xfrm>
            <a:off x="3024000" y="209875"/>
            <a:ext cx="3096000" cy="454800"/>
            <a:chOff x="3024000" y="209875"/>
            <a:chExt cx="3096000" cy="454800"/>
          </a:xfrm>
        </p:grpSpPr>
        <p:sp>
          <p:nvSpPr>
            <p:cNvPr id="994" name="Google Shape;99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6" name="Google Shape;99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7" name="Google Shape;99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8" name="Google Shape;99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9" name="Google Shape;99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0" name="Google Shape;100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1" name="Google Shape;1001;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02" name="Google Shape;100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03" name="Google Shape;1003;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ED1C24"/>
              </a:solidFill>
              <a:latin typeface="Jost"/>
              <a:ea typeface="Jost"/>
              <a:cs typeface="Jost"/>
              <a:sym typeface="Jost"/>
            </a:endParaRPr>
          </a:p>
        </p:txBody>
      </p:sp>
      <p:sp>
        <p:nvSpPr>
          <p:cNvPr id="1004" name="Google Shape;100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05" name="Google Shape;1005;g1f3daf8a844_0_64"/>
          <p:cNvSpPr txBox="1"/>
          <p:nvPr/>
        </p:nvSpPr>
        <p:spPr>
          <a:xfrm>
            <a:off x="291037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06" name="Google Shape;1006;g1f3daf8a844_0_64"/>
          <p:cNvSpPr txBox="1"/>
          <p:nvPr/>
        </p:nvSpPr>
        <p:spPr>
          <a:xfrm>
            <a:off x="17575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07" name="Google Shape;1007;g1f3daf8a844_0_64"/>
          <p:cNvSpPr txBox="1"/>
          <p:nvPr/>
        </p:nvSpPr>
        <p:spPr>
          <a:xfrm>
            <a:off x="406322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08" name="Google Shape;1008;g1f3daf8a844_0_64"/>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09" name="Google Shape;1009;g1f3daf8a844_0_64"/>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
        <p:nvSpPr>
          <p:cNvPr id="1010" name="Google Shape;1010;g1f3daf8a844_0_64"/>
          <p:cNvSpPr txBox="1"/>
          <p:nvPr/>
        </p:nvSpPr>
        <p:spPr>
          <a:xfrm>
            <a:off x="52160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11" name="Google Shape;1011;g1f3daf8a844_0_64"/>
          <p:cNvSpPr txBox="1"/>
          <p:nvPr/>
        </p:nvSpPr>
        <p:spPr>
          <a:xfrm>
            <a:off x="63689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012" name="Google Shape;101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6c2a75fb57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9" name="Google Shape;1019;g26c2a75fb57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20" name="Google Shape;1020;g26c2a75fb57_0_742"/>
          <p:cNvGrpSpPr/>
          <p:nvPr/>
        </p:nvGrpSpPr>
        <p:grpSpPr>
          <a:xfrm>
            <a:off x="3024000" y="209875"/>
            <a:ext cx="3096000" cy="454800"/>
            <a:chOff x="3024000" y="209875"/>
            <a:chExt cx="3096000" cy="454800"/>
          </a:xfrm>
        </p:grpSpPr>
        <p:sp>
          <p:nvSpPr>
            <p:cNvPr id="1021" name="Google Shape;1021;g26c2a75fb57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2" name="Google Shape;1022;g26c2a75fb57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3" name="Google Shape;1023;g26c2a75fb57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4" name="Google Shape;1024;g26c2a75fb57_0_74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5" name="Google Shape;1025;g26c2a75fb57_0_74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6" name="Google Shape;1026;g26c2a75fb57_0_74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7" name="Google Shape;1027;g26c2a75fb57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8" name="Google Shape;1028;g26c2a75fb57_0_74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9" name="Google Shape;1029;g26c2a75fb57_0_74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 bud bed bug bus bun bit big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ck but</a:t>
            </a:r>
            <a:endParaRPr sz="1800" b="0" i="0" u="none" strike="noStrike" cap="none">
              <a:solidFill>
                <a:srgbClr val="B7B7B7"/>
              </a:solidFill>
              <a:latin typeface="Jost"/>
              <a:ea typeface="Jost"/>
              <a:cs typeface="Jost"/>
              <a:sym typeface="Jost"/>
            </a:endParaRPr>
          </a:p>
        </p:txBody>
      </p:sp>
      <p:sp>
        <p:nvSpPr>
          <p:cNvPr id="1030" name="Google Shape;1030;g26c2a75fb57_0_742"/>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31" name="Google Shape;1031;g26c2a75fb57_0_74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32" name="Google Shape;1032;g26c2a75fb57_0_742"/>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ED1C24"/>
              </a:solidFill>
              <a:latin typeface="Jost"/>
              <a:ea typeface="Jost"/>
              <a:cs typeface="Jost"/>
              <a:sym typeface="Jost"/>
            </a:endParaRPr>
          </a:p>
        </p:txBody>
      </p:sp>
      <p:cxnSp>
        <p:nvCxnSpPr>
          <p:cNvPr id="1033" name="Google Shape;1033;g26c2a75fb57_0_74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4" name="Google Shape;1034;g26c2a75fb57_0_74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35" name="Google Shape;1035;g26c2a75fb57_0_742"/>
          <p:cNvSpPr txBox="1"/>
          <p:nvPr/>
        </p:nvSpPr>
        <p:spPr>
          <a:xfrm>
            <a:off x="291037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36" name="Google Shape;1036;g26c2a75fb57_0_742"/>
          <p:cNvSpPr txBox="1"/>
          <p:nvPr/>
        </p:nvSpPr>
        <p:spPr>
          <a:xfrm>
            <a:off x="17575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37" name="Google Shape;1037;g26c2a75fb57_0_742"/>
          <p:cNvSpPr txBox="1"/>
          <p:nvPr/>
        </p:nvSpPr>
        <p:spPr>
          <a:xfrm>
            <a:off x="406322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38" name="Google Shape;1038;g26c2a75fb57_0_742"/>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39" name="Google Shape;1039;g26c2a75fb57_0_742"/>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
        <p:nvSpPr>
          <p:cNvPr id="1040" name="Google Shape;1040;g26c2a75fb57_0_742"/>
          <p:cNvSpPr txBox="1"/>
          <p:nvPr/>
        </p:nvSpPr>
        <p:spPr>
          <a:xfrm>
            <a:off x="52160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41" name="Google Shape;1041;g26c2a75fb57_0_742"/>
          <p:cNvSpPr txBox="1"/>
          <p:nvPr/>
        </p:nvSpPr>
        <p:spPr>
          <a:xfrm>
            <a:off x="63689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‘Baa, Baa, Black Sheep’.</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b</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p:txBody>
      </p:sp>
      <p:pic>
        <p:nvPicPr>
          <p:cNvPr id="1048" name="Google Shape;1048;g2c186218c5a_0_118"/>
          <p:cNvPicPr preferRelativeResize="0"/>
          <p:nvPr/>
        </p:nvPicPr>
        <p:blipFill rotWithShape="1">
          <a:blip r:embed="rId3">
            <a:alphaModFix/>
          </a:blip>
          <a:srcRect t="268" b="278"/>
          <a:stretch/>
        </p:blipFill>
        <p:spPr>
          <a:xfrm rot="-385541">
            <a:off x="501174" y="1424049"/>
            <a:ext cx="2613275" cy="3696149"/>
          </a:xfrm>
          <a:prstGeom prst="rect">
            <a:avLst/>
          </a:prstGeom>
          <a:noFill/>
          <a:ln>
            <a:noFill/>
          </a:ln>
        </p:spPr>
      </p:pic>
      <p:sp>
        <p:nvSpPr>
          <p:cNvPr id="1049" name="Google Shape;1049;g2c186218c5a_0_118"/>
          <p:cNvSpPr txBox="1"/>
          <p:nvPr/>
        </p:nvSpPr>
        <p:spPr>
          <a:xfrm rot="362194">
            <a:off x="3041490" y="2077864"/>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rgbClr val="2356AF"/>
                </a:solidFill>
                <a:latin typeface="Finger Paint"/>
                <a:ea typeface="Finger Paint"/>
                <a:cs typeface="Finger Paint"/>
                <a:sym typeface="Finger Paint"/>
              </a:rPr>
              <a:t>b</a:t>
            </a:r>
            <a:endParaRPr sz="6000" b="0" i="0" u="none" strike="noStrike" cap="none">
              <a:solidFill>
                <a:srgbClr val="2356AF"/>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480</Words>
  <Application>Microsoft Office PowerPoint</Application>
  <PresentationFormat>On-screen Show (4:3)</PresentationFormat>
  <Paragraphs>186</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Mulish</vt:lpstr>
      <vt:lpstr>Arial</vt:lpstr>
      <vt:lpstr>Finger Paint</vt:lpstr>
      <vt:lpstr>Poppins SemiBold</vt:lpstr>
      <vt:lpstr>Poppins</vt:lpstr>
      <vt:lpstr>Poppins Medium</vt:lpstr>
      <vt:lpstr>Calibri</vt:lpstr>
      <vt:lpstr>Nunito Black</vt:lpstr>
      <vt:lpstr>Jost</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High Frequency Words</vt:lpstr>
      <vt:lpstr>Practise High Frequency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2026-04-28T00:50:50Z</dcterms:modified>
</cp:coreProperties>
</file>