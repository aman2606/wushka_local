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9144000" cy="6858000" type="screen4x3"/>
  <p:notesSz cx="6858000" cy="9144000"/>
  <p:embeddedFontLst>
    <p:embeddedFont>
      <p:font typeface="Finger Paint" panose="020B0604020202020204" charset="0"/>
      <p:regular r:id="rId23"/>
    </p:embeddedFont>
    <p:embeddedFont>
      <p:font typeface="Jost" panose="020B0604020202020204" charset="0"/>
      <p:regular r:id="rId24"/>
      <p:bold r:id="rId25"/>
      <p:italic r:id="rId26"/>
      <p:boldItalic r:id="rId27"/>
    </p:embeddedFont>
    <p:embeddedFont>
      <p:font typeface="Mulish" panose="020B0604020202020204" charset="0"/>
      <p:regular r:id="rId28"/>
      <p:bold r:id="rId29"/>
      <p:italic r:id="rId30"/>
      <p:boldItalic r:id="rId31"/>
    </p:embeddedFont>
    <p:embeddedFont>
      <p:font typeface="Nunito Black" pitchFamily="2" charset="0"/>
      <p:bold r:id="rId32"/>
      <p:boldItalic r:id="rId33"/>
    </p:embeddedFont>
    <p:embeddedFont>
      <p:font typeface="Poppins" panose="00000500000000000000" pitchFamily="2" charset="0"/>
      <p:regular r:id="rId34"/>
      <p:bold r:id="rId35"/>
      <p:italic r:id="rId36"/>
      <p:boldItalic r:id="rId37"/>
    </p:embeddedFont>
    <p:embeddedFont>
      <p:font typeface="Poppins Medium" panose="00000600000000000000" pitchFamily="2" charset="0"/>
      <p:regular r:id="rId38"/>
      <p:bold r:id="rId39"/>
      <p:italic r:id="rId40"/>
      <p:boldItalic r:id="rId41"/>
    </p:embeddedFont>
    <p:embeddedFont>
      <p:font typeface="Poppins SemiBold" panose="00000700000000000000" pitchFamily="2" charset="0"/>
      <p:regular r:id="rId42"/>
      <p:bold r:id="rId43"/>
      <p:italic r:id="rId44"/>
      <p:boldItalic r:id="rId4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2" roundtripDataSignature="AMtx7mj4X0Weug8Cyfrgv16/GwDZ6ItIs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7FC60B3-31F8-4450-BDA4-61D0E580D5B4}">
  <a:tblStyle styleId="{67FC60B3-31F8-4450-BDA4-61D0E580D5B4}"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9" Type="http://schemas.openxmlformats.org/officeDocument/2006/relationships/font" Target="fonts/font17.fntdata"/><Relationship Id="rId21" Type="http://schemas.openxmlformats.org/officeDocument/2006/relationships/slide" Target="slides/slide20.xml"/><Relationship Id="rId34" Type="http://schemas.openxmlformats.org/officeDocument/2006/relationships/font" Target="fonts/font12.fntdata"/><Relationship Id="rId42" Type="http://schemas.openxmlformats.org/officeDocument/2006/relationships/font" Target="fonts/font20.fntdata"/><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7.fntdata"/><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font" Target="fonts/font10.fntdata"/><Relationship Id="rId37" Type="http://schemas.openxmlformats.org/officeDocument/2006/relationships/font" Target="fonts/font15.fntdata"/><Relationship Id="rId40" Type="http://schemas.openxmlformats.org/officeDocument/2006/relationships/font" Target="fonts/font18.fntdata"/><Relationship Id="rId45" Type="http://schemas.openxmlformats.org/officeDocument/2006/relationships/font" Target="fonts/font23.fntdata"/><Relationship Id="rId53"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font" Target="fonts/font1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44" Type="http://schemas.openxmlformats.org/officeDocument/2006/relationships/font" Target="fonts/font22.fntdata"/><Relationship Id="rId52"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font" Target="fonts/font13.fntdata"/><Relationship Id="rId43" Type="http://schemas.openxmlformats.org/officeDocument/2006/relationships/font" Target="fonts/font21.fntdata"/><Relationship Id="rId56"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font" Target="fonts/font11.fntdata"/><Relationship Id="rId38" Type="http://schemas.openxmlformats.org/officeDocument/2006/relationships/font" Target="fonts/font16.fntdata"/><Relationship Id="rId20" Type="http://schemas.openxmlformats.org/officeDocument/2006/relationships/slide" Target="slides/slide19.xml"/><Relationship Id="rId41" Type="http://schemas.openxmlformats.org/officeDocument/2006/relationships/font" Target="fonts/font19.fntdata"/><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8"/>
        <p:cNvGrpSpPr/>
        <p:nvPr/>
      </p:nvGrpSpPr>
      <p:grpSpPr>
        <a:xfrm>
          <a:off x="0" y="0"/>
          <a:ext cx="0" cy="0"/>
          <a:chOff x="0" y="0"/>
          <a:chExt cx="0" cy="0"/>
        </a:xfrm>
      </p:grpSpPr>
      <p:sp>
        <p:nvSpPr>
          <p:cNvPr id="679" name="Google Shape;679;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0" name="Google Shape;680;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2"/>
        <p:cNvGrpSpPr/>
        <p:nvPr/>
      </p:nvGrpSpPr>
      <p:grpSpPr>
        <a:xfrm>
          <a:off x="0" y="0"/>
          <a:ext cx="0" cy="0"/>
          <a:chOff x="0" y="0"/>
          <a:chExt cx="0" cy="0"/>
        </a:xfrm>
      </p:grpSpPr>
      <p:sp>
        <p:nvSpPr>
          <p:cNvPr id="693" name="Google Shape;693;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4" name="Google Shape;694;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5" name="Google Shape;695;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6"/>
        <p:cNvGrpSpPr/>
        <p:nvPr/>
      </p:nvGrpSpPr>
      <p:grpSpPr>
        <a:xfrm>
          <a:off x="0" y="0"/>
          <a:ext cx="0" cy="0"/>
          <a:chOff x="0" y="0"/>
          <a:chExt cx="0" cy="0"/>
        </a:xfrm>
      </p:grpSpPr>
      <p:sp>
        <p:nvSpPr>
          <p:cNvPr id="717" name="Google Shape;717;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8" name="Google Shape;718;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9" name="Google Shape;719;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6"/>
        <p:cNvGrpSpPr/>
        <p:nvPr/>
      </p:nvGrpSpPr>
      <p:grpSpPr>
        <a:xfrm>
          <a:off x="0" y="0"/>
          <a:ext cx="0" cy="0"/>
          <a:chOff x="0" y="0"/>
          <a:chExt cx="0" cy="0"/>
        </a:xfrm>
      </p:grpSpPr>
      <p:sp>
        <p:nvSpPr>
          <p:cNvPr id="747" name="Google Shape;747;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8" name="Google Shape;748;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9" name="Google Shape;749;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8"/>
        <p:cNvGrpSpPr/>
        <p:nvPr/>
      </p:nvGrpSpPr>
      <p:grpSpPr>
        <a:xfrm>
          <a:off x="0" y="0"/>
          <a:ext cx="0" cy="0"/>
          <a:chOff x="0" y="0"/>
          <a:chExt cx="0" cy="0"/>
        </a:xfrm>
      </p:grpSpPr>
      <p:sp>
        <p:nvSpPr>
          <p:cNvPr id="759" name="Google Shape;759;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0" name="Google Shape;760;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61" name="Google Shape;761;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9"/>
        <p:cNvGrpSpPr/>
        <p:nvPr/>
      </p:nvGrpSpPr>
      <p:grpSpPr>
        <a:xfrm>
          <a:off x="0" y="0"/>
          <a:ext cx="0" cy="0"/>
          <a:chOff x="0" y="0"/>
          <a:chExt cx="0" cy="0"/>
        </a:xfrm>
      </p:grpSpPr>
      <p:sp>
        <p:nvSpPr>
          <p:cNvPr id="780" name="Google Shape;780;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1" name="Google Shape;781;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2" name="Google Shape;782;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8"/>
        <p:cNvGrpSpPr/>
        <p:nvPr/>
      </p:nvGrpSpPr>
      <p:grpSpPr>
        <a:xfrm>
          <a:off x="0" y="0"/>
          <a:ext cx="0" cy="0"/>
          <a:chOff x="0" y="0"/>
          <a:chExt cx="0" cy="0"/>
        </a:xfrm>
      </p:grpSpPr>
      <p:sp>
        <p:nvSpPr>
          <p:cNvPr id="789" name="Google Shape;789;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0" name="Google Shape;790;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1" name="Google Shape;791;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7"/>
        <p:cNvGrpSpPr/>
        <p:nvPr/>
      </p:nvGrpSpPr>
      <p:grpSpPr>
        <a:xfrm>
          <a:off x="0" y="0"/>
          <a:ext cx="0" cy="0"/>
          <a:chOff x="0" y="0"/>
          <a:chExt cx="0" cy="0"/>
        </a:xfrm>
      </p:grpSpPr>
      <p:sp>
        <p:nvSpPr>
          <p:cNvPr id="798" name="Google Shape;798;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9" name="Google Shape;799;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0" name="Google Shape;800;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6"/>
        <p:cNvGrpSpPr/>
        <p:nvPr/>
      </p:nvGrpSpPr>
      <p:grpSpPr>
        <a:xfrm>
          <a:off x="0" y="0"/>
          <a:ext cx="0" cy="0"/>
          <a:chOff x="0" y="0"/>
          <a:chExt cx="0" cy="0"/>
        </a:xfrm>
      </p:grpSpPr>
      <p:sp>
        <p:nvSpPr>
          <p:cNvPr id="807" name="Google Shape;807;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8" name="Google Shape;808;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9" name="Google Shape;809;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5"/>
        <p:cNvGrpSpPr/>
        <p:nvPr/>
      </p:nvGrpSpPr>
      <p:grpSpPr>
        <a:xfrm>
          <a:off x="0" y="0"/>
          <a:ext cx="0" cy="0"/>
          <a:chOff x="0" y="0"/>
          <a:chExt cx="0" cy="0"/>
        </a:xfrm>
      </p:grpSpPr>
      <p:sp>
        <p:nvSpPr>
          <p:cNvPr id="816" name="Google Shape;816;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7" name="Google Shape;817;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8" name="Google Shape;818;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3"/>
        <p:cNvGrpSpPr/>
        <p:nvPr/>
      </p:nvGrpSpPr>
      <p:grpSpPr>
        <a:xfrm>
          <a:off x="0" y="0"/>
          <a:ext cx="0" cy="0"/>
          <a:chOff x="0" y="0"/>
          <a:chExt cx="0" cy="0"/>
        </a:xfrm>
      </p:grpSpPr>
      <p:sp>
        <p:nvSpPr>
          <p:cNvPr id="824" name="Google Shape;824;g2c4fd7a3c22_2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5" name="Google Shape;825;g2c4fd7a3c22_2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6" name="Google Shape;826;g2c4fd7a3c22_2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3"/>
        <p:cNvGrpSpPr/>
        <p:nvPr/>
      </p:nvGrpSpPr>
      <p:grpSpPr>
        <a:xfrm>
          <a:off x="0" y="0"/>
          <a:ext cx="0" cy="0"/>
          <a:chOff x="0" y="0"/>
          <a:chExt cx="0" cy="0"/>
        </a:xfrm>
      </p:grpSpPr>
      <p:sp>
        <p:nvSpPr>
          <p:cNvPr id="854" name="Google Shape;854;g26c77845f63_0_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5" name="Google Shape;855;g26c77845f63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6" name="Google Shape;856;g26c77845f63_0_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3"/>
        <p:cNvGrpSpPr/>
        <p:nvPr/>
      </p:nvGrpSpPr>
      <p:grpSpPr>
        <a:xfrm>
          <a:off x="0" y="0"/>
          <a:ext cx="0" cy="0"/>
          <a:chOff x="0" y="0"/>
          <a:chExt cx="0" cy="0"/>
        </a:xfrm>
      </p:grpSpPr>
      <p:sp>
        <p:nvSpPr>
          <p:cNvPr id="884" name="Google Shape;884;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5" name="Google Shape;885;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6" name="Google Shape;886;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1"/>
        <p:cNvGrpSpPr/>
        <p:nvPr/>
      </p:nvGrpSpPr>
      <p:grpSpPr>
        <a:xfrm>
          <a:off x="0" y="0"/>
          <a:ext cx="0" cy="0"/>
          <a:chOff x="0" y="0"/>
          <a:chExt cx="0" cy="0"/>
        </a:xfrm>
      </p:grpSpPr>
      <p:sp>
        <p:nvSpPr>
          <p:cNvPr id="892" name="Google Shape;892;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3" name="Google Shape;893;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4" name="Google Shape;894;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0"/>
        <p:cNvGrpSpPr/>
        <p:nvPr/>
      </p:nvGrpSpPr>
      <p:grpSpPr>
        <a:xfrm>
          <a:off x="0" y="0"/>
          <a:ext cx="0" cy="0"/>
          <a:chOff x="0" y="0"/>
          <a:chExt cx="0" cy="0"/>
        </a:xfrm>
      </p:grpSpPr>
      <p:sp>
        <p:nvSpPr>
          <p:cNvPr id="901" name="Google Shape;901;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2" name="Google Shape;902;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3" name="Google Shape;903;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9"/>
        <p:cNvGrpSpPr/>
        <p:nvPr/>
      </p:nvGrpSpPr>
      <p:grpSpPr>
        <a:xfrm>
          <a:off x="0" y="0"/>
          <a:ext cx="0" cy="0"/>
          <a:chOff x="0" y="0"/>
          <a:chExt cx="0" cy="0"/>
        </a:xfrm>
      </p:grpSpPr>
      <p:sp>
        <p:nvSpPr>
          <p:cNvPr id="910" name="Google Shape;910;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1" name="Google Shape;911;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2" name="Google Shape;912;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8"/>
        <p:cNvGrpSpPr/>
        <p:nvPr/>
      </p:nvGrpSpPr>
      <p:grpSpPr>
        <a:xfrm>
          <a:off x="0" y="0"/>
          <a:ext cx="0" cy="0"/>
          <a:chOff x="0" y="0"/>
          <a:chExt cx="0" cy="0"/>
        </a:xfrm>
      </p:grpSpPr>
      <p:sp>
        <p:nvSpPr>
          <p:cNvPr id="919" name="Google Shape;919;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0" name="Google Shape;920;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1" name="Google Shape;921;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7"/>
        <p:cNvGrpSpPr/>
        <p:nvPr/>
      </p:nvGrpSpPr>
      <p:grpSpPr>
        <a:xfrm>
          <a:off x="0" y="0"/>
          <a:ext cx="0" cy="0"/>
          <a:chOff x="0" y="0"/>
          <a:chExt cx="0" cy="0"/>
        </a:xfrm>
      </p:grpSpPr>
      <p:sp>
        <p:nvSpPr>
          <p:cNvPr id="928" name="Google Shape;928;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9" name="Google Shape;929;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0" name="Google Shape;930;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8"/>
        <p:cNvGrpSpPr/>
        <p:nvPr/>
      </p:nvGrpSpPr>
      <p:grpSpPr>
        <a:xfrm>
          <a:off x="0" y="0"/>
          <a:ext cx="0" cy="0"/>
          <a:chOff x="0" y="0"/>
          <a:chExt cx="0" cy="0"/>
        </a:xfrm>
      </p:grpSpPr>
      <p:sp>
        <p:nvSpPr>
          <p:cNvPr id="949" name="Google Shape;949;g26c77845f63_0_4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0" name="Google Shape;950;g26c77845f63_0_4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1" name="Google Shape;951;g26c77845f63_0_4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1"/>
        <p:cNvGrpSpPr/>
        <p:nvPr/>
      </p:nvGrpSpPr>
      <p:grpSpPr>
        <a:xfrm>
          <a:off x="0" y="0"/>
          <a:ext cx="0" cy="0"/>
          <a:chOff x="0" y="0"/>
          <a:chExt cx="0" cy="0"/>
        </a:xfrm>
      </p:grpSpPr>
      <p:sp>
        <p:nvSpPr>
          <p:cNvPr id="972" name="Google Shape;972;g2c186218c5a_0_11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3" name="Google Shape;973;g2c186218c5a_0_1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4" name="Google Shape;974;g2c186218c5a_0_1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3000"/>
              <a:buNone/>
              <a:defRPr sz="3000"/>
            </a:lvl2pPr>
            <a:lvl3pPr lvl="2" algn="ctr">
              <a:lnSpc>
                <a:spcPct val="90000"/>
              </a:lnSpc>
              <a:spcBef>
                <a:spcPts val="500"/>
              </a:spcBef>
              <a:spcAft>
                <a:spcPts val="0"/>
              </a:spcAft>
              <a:buClr>
                <a:schemeClr val="dk1"/>
              </a:buClr>
              <a:buSzPts val="3000"/>
              <a:buNone/>
              <a:defRPr sz="3000"/>
            </a:lvl3pPr>
            <a:lvl4pPr lvl="3" algn="ctr">
              <a:lnSpc>
                <a:spcPct val="90000"/>
              </a:lnSpc>
              <a:spcBef>
                <a:spcPts val="500"/>
              </a:spcBef>
              <a:spcAft>
                <a:spcPts val="0"/>
              </a:spcAft>
              <a:buClr>
                <a:schemeClr val="dk1"/>
              </a:buClr>
              <a:buSzPts val="3000"/>
              <a:buNone/>
              <a:defRPr sz="3000"/>
            </a:lvl4pPr>
            <a:lvl5pPr lvl="4" algn="ctr">
              <a:lnSpc>
                <a:spcPct val="90000"/>
              </a:lnSpc>
              <a:spcBef>
                <a:spcPts val="500"/>
              </a:spcBef>
              <a:spcAft>
                <a:spcPts val="0"/>
              </a:spcAft>
              <a:buClr>
                <a:schemeClr val="dk1"/>
              </a:buClr>
              <a:buSzPts val="3000"/>
              <a:buNone/>
              <a:defRPr sz="3000"/>
            </a:lvl5pPr>
            <a:lvl6pPr lvl="5" algn="ctr">
              <a:lnSpc>
                <a:spcPct val="90000"/>
              </a:lnSpc>
              <a:spcBef>
                <a:spcPts val="500"/>
              </a:spcBef>
              <a:spcAft>
                <a:spcPts val="0"/>
              </a:spcAft>
              <a:buClr>
                <a:schemeClr val="dk1"/>
              </a:buClr>
              <a:buSzPts val="3000"/>
              <a:buNone/>
              <a:defRPr sz="3000"/>
            </a:lvl6pPr>
            <a:lvl7pPr lvl="6" algn="ctr">
              <a:lnSpc>
                <a:spcPct val="90000"/>
              </a:lnSpc>
              <a:spcBef>
                <a:spcPts val="500"/>
              </a:spcBef>
              <a:spcAft>
                <a:spcPts val="0"/>
              </a:spcAft>
              <a:buClr>
                <a:schemeClr val="dk1"/>
              </a:buClr>
              <a:buSzPts val="3000"/>
              <a:buNone/>
              <a:defRPr sz="3000"/>
            </a:lvl7pPr>
            <a:lvl8pPr lvl="7" algn="ctr">
              <a:lnSpc>
                <a:spcPct val="90000"/>
              </a:lnSpc>
              <a:spcBef>
                <a:spcPts val="500"/>
              </a:spcBef>
              <a:spcAft>
                <a:spcPts val="0"/>
              </a:spcAft>
              <a:buClr>
                <a:schemeClr val="dk1"/>
              </a:buClr>
              <a:buSzPts val="3000"/>
              <a:buNone/>
              <a:defRPr sz="3000"/>
            </a:lvl8pPr>
            <a:lvl9pPr lvl="8" algn="ctr">
              <a:lnSpc>
                <a:spcPct val="9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2F286F"/>
                </a:solidFill>
                <a:latin typeface="Poppins SemiBold"/>
                <a:ea typeface="Poppins SemiBold"/>
                <a:cs typeface="Poppins SemiBold"/>
                <a:sym typeface="Poppins SemiBold"/>
              </a:rPr>
              <a:t>Phase 3</a:t>
            </a:r>
            <a:endParaRPr sz="6000" b="0" i="0" u="none" strike="noStrike" cap="none">
              <a:solidFill>
                <a:srgbClr val="2F286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1900680" y="8825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30" name="Google Shape;30;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32" name="Google Shape;32;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 name="Google Shape;33;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1897010"/>
            <a:ext cx="4850100" cy="10698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Objective</a:t>
            </a:r>
            <a:endParaRPr sz="3200" b="0" i="0" u="none" strike="noStrike" cap="none">
              <a:solidFill>
                <a:srgbClr val="2F286F"/>
              </a:solidFill>
              <a:latin typeface="Poppins Medium"/>
              <a:ea typeface="Poppins Medium"/>
              <a:cs typeface="Poppins Medium"/>
              <a:sym typeface="Poppins Medium"/>
            </a:endParaRPr>
          </a:p>
        </p:txBody>
      </p:sp>
      <p:sp>
        <p:nvSpPr>
          <p:cNvPr id="47" name="Google Shape;47;p15"/>
          <p:cNvSpPr txBox="1"/>
          <p:nvPr/>
        </p:nvSpPr>
        <p:spPr>
          <a:xfrm>
            <a:off x="856314" y="20863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Review</a:t>
            </a:r>
            <a:endParaRPr sz="3200" b="0" i="0" u="none" strike="noStrike" cap="none">
              <a:solidFill>
                <a:srgbClr val="2F286F"/>
              </a:solidFill>
              <a:latin typeface="Poppins Medium"/>
              <a:ea typeface="Poppins Medium"/>
              <a:cs typeface="Poppins Medium"/>
              <a:sym typeface="Poppins Medium"/>
            </a:endParaRPr>
          </a:p>
        </p:txBody>
      </p:sp>
      <p:cxnSp>
        <p:nvCxnSpPr>
          <p:cNvPr id="48" name="Google Shape;48;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49" name="Google Shape;49;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0" name="Google Shape;50;p15"/>
          <p:cNvGrpSpPr/>
          <p:nvPr/>
        </p:nvGrpSpPr>
        <p:grpSpPr>
          <a:xfrm>
            <a:off x="357775" y="5983875"/>
            <a:ext cx="586800" cy="571500"/>
            <a:chOff x="662575" y="6212475"/>
            <a:chExt cx="586800" cy="571500"/>
          </a:xfrm>
        </p:grpSpPr>
        <p:sp>
          <p:nvSpPr>
            <p:cNvPr id="51" name="Google Shape;51;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 name="Google Shape;52;p1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 name="Google Shape;53;p1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 name="Google Shape;54;p15"/>
          <p:cNvGrpSpPr/>
          <p:nvPr/>
        </p:nvGrpSpPr>
        <p:grpSpPr>
          <a:xfrm>
            <a:off x="8199150" y="5983875"/>
            <a:ext cx="586800" cy="571500"/>
            <a:chOff x="7894350" y="6212475"/>
            <a:chExt cx="586800" cy="571500"/>
          </a:xfrm>
        </p:grpSpPr>
        <p:sp>
          <p:nvSpPr>
            <p:cNvPr id="55" name="Google Shape;55;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 name="Google Shape;56;p1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cxnSp>
        <p:nvCxnSpPr>
          <p:cNvPr id="58" name="Google Shape;58;p15"/>
          <p:cNvCxnSpPr/>
          <p:nvPr/>
        </p:nvCxnSpPr>
        <p:spPr>
          <a:xfrm>
            <a:off x="865586" y="17854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9" name="Google Shape;59;p15"/>
          <p:cNvGrpSpPr/>
          <p:nvPr/>
        </p:nvGrpSpPr>
        <p:grpSpPr>
          <a:xfrm>
            <a:off x="-36800" y="-52000"/>
            <a:ext cx="9236100" cy="543750"/>
            <a:chOff x="-36800" y="-52000"/>
            <a:chExt cx="9236100" cy="54375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1900680" y="8825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64" name="Google Shape;64;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66" name="Google Shape;66;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 name="Google Shape;67;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4" name="Google Shape;74;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750"/>
            <a:chOff x="-36800" y="-52000"/>
            <a:chExt cx="9236100" cy="54375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1900680" y="8825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92" name="Google Shape;92;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94" name="Google Shape;94;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 name="Google Shape;95;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00" name="Google Shape;100;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2" name="Google Shape;102;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 name="Google Shape;106;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Letter Sound 'zz'</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Week 2 - Wednesday</a:t>
            </a:r>
            <a:endParaRPr sz="1800" b="0" i="0" u="none" strike="noStrike" cap="none">
              <a:solidFill>
                <a:srgbClr val="2F286F"/>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Lesson 8</a:t>
            </a:r>
            <a:endParaRPr sz="1800" b="0" i="0" u="none" strike="noStrike" cap="none">
              <a:solidFill>
                <a:srgbClr val="2F286F"/>
              </a:solidFill>
              <a:latin typeface="Poppins Medium"/>
              <a:ea typeface="Poppins Medium"/>
              <a:cs typeface="Poppins Medium"/>
              <a:sym typeface="Poppins Medium"/>
            </a:endParaRPr>
          </a:p>
        </p:txBody>
      </p:sp>
      <p:sp>
        <p:nvSpPr>
          <p:cNvPr id="113" name="Google Shape;113;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2F286F"/>
              </a:buClr>
              <a:buSzPts val="3200"/>
              <a:buFont typeface="Poppins Medium"/>
              <a:buNone/>
              <a:defRPr sz="3200">
                <a:solidFill>
                  <a:srgbClr val="2F286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26"/>
        <p:cNvGrpSpPr/>
        <p:nvPr/>
      </p:nvGrpSpPr>
      <p:grpSpPr>
        <a:xfrm>
          <a:off x="0" y="0"/>
          <a:ext cx="0" cy="0"/>
          <a:chOff x="0" y="0"/>
          <a:chExt cx="0" cy="0"/>
        </a:xfrm>
      </p:grpSpPr>
      <p:sp>
        <p:nvSpPr>
          <p:cNvPr id="127" name="Google Shape;127;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28" name="Google Shape;128;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End of Session</a:t>
            </a:r>
            <a:endParaRPr sz="3200" b="0" i="0" u="none" strike="noStrike" cap="none">
              <a:solidFill>
                <a:srgbClr val="2F286F"/>
              </a:solidFill>
              <a:latin typeface="Poppins Medium"/>
              <a:ea typeface="Poppins Medium"/>
              <a:cs typeface="Poppins Medium"/>
              <a:sym typeface="Poppins Medium"/>
            </a:endParaRPr>
          </a:p>
        </p:txBody>
      </p:sp>
      <p:cxnSp>
        <p:nvCxnSpPr>
          <p:cNvPr id="129" name="Google Shape;129;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30" name="Google Shape;130;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 name="Google Shape;131;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32" name="Google Shape;132;g26b641b03cd_0_260"/>
          <p:cNvGrpSpPr/>
          <p:nvPr/>
        </p:nvGrpSpPr>
        <p:grpSpPr>
          <a:xfrm>
            <a:off x="8199150" y="5983875"/>
            <a:ext cx="586800" cy="571500"/>
            <a:chOff x="7894350" y="6212475"/>
            <a:chExt cx="586800" cy="571500"/>
          </a:xfrm>
        </p:grpSpPr>
        <p:sp>
          <p:nvSpPr>
            <p:cNvPr id="133" name="Google Shape;133;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4" name="Google Shape;134;g26b641b03cd_0_26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5" name="Google Shape;135;g26b641b03cd_0_26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37" name="Google Shape;137;g26b641b03cd_0_260"/>
          <p:cNvGrpSpPr/>
          <p:nvPr/>
        </p:nvGrpSpPr>
        <p:grpSpPr>
          <a:xfrm>
            <a:off x="-36800" y="-52000"/>
            <a:ext cx="9236100" cy="543750"/>
            <a:chOff x="-36800" y="-52000"/>
            <a:chExt cx="9236100" cy="543750"/>
          </a:xfrm>
        </p:grpSpPr>
        <p:sp>
          <p:nvSpPr>
            <p:cNvPr id="138" name="Google Shape;138;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39" name="Google Shape;139;g26b641b03cd_0_260"/>
            <p:cNvGrpSpPr/>
            <p:nvPr/>
          </p:nvGrpSpPr>
          <p:grpSpPr>
            <a:xfrm>
              <a:off x="1900680" y="88250"/>
              <a:ext cx="1337400" cy="403500"/>
              <a:chOff x="565600" y="88250"/>
              <a:chExt cx="1337400" cy="403500"/>
            </a:xfrm>
          </p:grpSpPr>
          <p:sp>
            <p:nvSpPr>
              <p:cNvPr id="140" name="Google Shape;140;g26b641b03cd_0_260"/>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141" name="Google Shape;141;g26b641b03cd_0_260"/>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142" name="Google Shape;142;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143" name="Google Shape;143;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44" name="Google Shape;144;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5" name="Google Shape;145;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46" name="Google Shape;146;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7" name="Google Shape;147;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48" name="Google Shape;148;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9" name="Google Shape;149;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50" name="Google Shape;150;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1" name="Google Shape;151;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52" name="Google Shape;152;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9" name="Google Shape;189;g2c235dd0dad_1_8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0" name="Google Shape;190;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1" name="Google Shape;191;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2" name="Google Shape;192;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193" name="Google Shape;193;g2c235dd0dad_1_8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4" name="Google Shape;194;g2c235dd0dad_1_8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5" name="Google Shape;195;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6" name="Google Shape;196;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7" name="Google Shape;197;g2c235dd0dad_1_8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198" name="Google Shape;198;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9" name="Google Shape;199;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00" name="Google Shape;200;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01" name="Google Shape;201;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sp>
        <p:nvSpPr>
          <p:cNvPr id="202" name="Google Shape;202;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03" name="Google Shape;203;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04" name="Google Shape;204;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05" name="Google Shape;205;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06" name="Google Shape;206;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7" name="Google Shape;207;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8" name="Google Shape;208;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09" name="Google Shape;209;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10" name="Google Shape;210;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11" name="Google Shape;211;g2c235dd0dad_1_87"/>
          <p:cNvGrpSpPr/>
          <p:nvPr/>
        </p:nvGrpSpPr>
        <p:grpSpPr>
          <a:xfrm>
            <a:off x="662575" y="6212475"/>
            <a:ext cx="586800" cy="571500"/>
            <a:chOff x="662575" y="6212475"/>
            <a:chExt cx="586800" cy="571500"/>
          </a:xfrm>
        </p:grpSpPr>
        <p:sp>
          <p:nvSpPr>
            <p:cNvPr id="212" name="Google Shape;212;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4" name="Google Shape;214;g2c235dd0dad_1_8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5" name="Google Shape;215;g2c235dd0dad_1_87"/>
          <p:cNvGrpSpPr/>
          <p:nvPr/>
        </p:nvGrpSpPr>
        <p:grpSpPr>
          <a:xfrm>
            <a:off x="7894350" y="6212475"/>
            <a:ext cx="586800" cy="571500"/>
            <a:chOff x="7894350" y="6212475"/>
            <a:chExt cx="586800" cy="571500"/>
          </a:xfrm>
        </p:grpSpPr>
        <p:sp>
          <p:nvSpPr>
            <p:cNvPr id="216" name="Google Shape;216;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8" name="Google Shape;218;g2c235dd0dad_1_8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9"/>
        <p:cNvGrpSpPr/>
        <p:nvPr/>
      </p:nvGrpSpPr>
      <p:grpSpPr>
        <a:xfrm>
          <a:off x="0" y="0"/>
          <a:ext cx="0" cy="0"/>
          <a:chOff x="0" y="0"/>
          <a:chExt cx="0" cy="0"/>
        </a:xfrm>
      </p:grpSpPr>
      <p:sp>
        <p:nvSpPr>
          <p:cNvPr id="220" name="Google Shape;220;g1f3daf8a844_0_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1" name="Google Shape;221;g1f3daf8a844_0_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2" name="Google Shape;222;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3" name="Google Shape;223;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24" name="Google Shape;224;g1f3daf8a844_0_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5" name="Google Shape;225;g1f3daf8a844_0_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6" name="Google Shape;226;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7" name="Google Shape;227;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28" name="Google Shape;228;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9" name="Google Shape;229;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30" name="Google Shape;230;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31" name="Google Shape;231;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32" name="Google Shape;232;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33" name="Google Shape;233;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34" name="Google Shape;234;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cxnSp>
        <p:nvCxnSpPr>
          <p:cNvPr id="235" name="Google Shape;235;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6" name="Google Shape;236;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7" name="Google Shape;237;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8" name="Google Shape;238;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9" name="Google Shape;239;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40" name="Google Shape;240;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41" name="Google Shape;241;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42" name="Google Shape;242;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43" name="Google Shape;243;g1f3daf8a844_0_32"/>
          <p:cNvGrpSpPr/>
          <p:nvPr/>
        </p:nvGrpSpPr>
        <p:grpSpPr>
          <a:xfrm>
            <a:off x="662575" y="6212475"/>
            <a:ext cx="586800" cy="571500"/>
            <a:chOff x="662575" y="6212475"/>
            <a:chExt cx="586800" cy="571500"/>
          </a:xfrm>
        </p:grpSpPr>
        <p:sp>
          <p:nvSpPr>
            <p:cNvPr id="244" name="Google Shape;244;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7" name="Google Shape;247;g1f3daf8a844_0_32"/>
          <p:cNvGrpSpPr/>
          <p:nvPr/>
        </p:nvGrpSpPr>
        <p:grpSpPr>
          <a:xfrm>
            <a:off x="7894350" y="6212475"/>
            <a:ext cx="586800" cy="571500"/>
            <a:chOff x="7894350" y="6212475"/>
            <a:chExt cx="586800" cy="571500"/>
          </a:xfrm>
        </p:grpSpPr>
        <p:sp>
          <p:nvSpPr>
            <p:cNvPr id="248" name="Google Shape;248;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9" name="Google Shape;249;g1f3daf8a844_0_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0" name="Google Shape;250;g1f3daf8a844_0_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51"/>
        <p:cNvGrpSpPr/>
        <p:nvPr/>
      </p:nvGrpSpPr>
      <p:grpSpPr>
        <a:xfrm>
          <a:off x="0" y="0"/>
          <a:ext cx="0" cy="0"/>
          <a:chOff x="0" y="0"/>
          <a:chExt cx="0" cy="0"/>
        </a:xfrm>
      </p:grpSpPr>
      <p:sp>
        <p:nvSpPr>
          <p:cNvPr id="252" name="Google Shape;252;g2c157a2fb06_0_5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3" name="Google Shape;253;g2c157a2fb06_0_5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4" name="Google Shape;254;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5" name="Google Shape;255;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56" name="Google Shape;256;g2c157a2fb06_0_5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7" name="Google Shape;257;g2c157a2fb06_0_5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8" name="Google Shape;258;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9" name="Google Shape;259;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0" name="Google Shape;260;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1" name="Google Shape;261;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2" name="Google Shape;262;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3" name="Google Shape;263;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64" name="Google Shape;264;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Quickwrite</a:t>
            </a:r>
            <a:endParaRPr sz="3000" b="0" i="0" u="none" strike="noStrike" cap="none">
              <a:solidFill>
                <a:srgbClr val="2F286F"/>
              </a:solidFill>
              <a:latin typeface="Poppins Medium"/>
              <a:ea typeface="Poppins Medium"/>
              <a:cs typeface="Poppins Medium"/>
              <a:sym typeface="Poppins Medium"/>
            </a:endParaRPr>
          </a:p>
        </p:txBody>
      </p:sp>
      <p:sp>
        <p:nvSpPr>
          <p:cNvPr id="265" name="Google Shape;265;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6" name="Google Shape;266;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7" name="Google Shape;267;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8" name="Google Shape;268;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9" name="Google Shape;269;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0" name="Google Shape;270;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1" name="Google Shape;271;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2" name="Google Shape;272;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3" name="Google Shape;273;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74" name="Google Shape;274;g2c157a2fb06_0_53"/>
          <p:cNvGrpSpPr/>
          <p:nvPr/>
        </p:nvGrpSpPr>
        <p:grpSpPr>
          <a:xfrm>
            <a:off x="1403031" y="6958923"/>
            <a:ext cx="6774848" cy="1291477"/>
            <a:chOff x="717231" y="7263723"/>
            <a:chExt cx="6774848" cy="1291477"/>
          </a:xfrm>
        </p:grpSpPr>
        <p:sp>
          <p:nvSpPr>
            <p:cNvPr id="275" name="Google Shape;275;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76" name="Google Shape;276;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77" name="Google Shape;277;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78" name="Google Shape;278;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279" name="Google Shape;279;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280" name="Google Shape;280;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281" name="Google Shape;281;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282" name="Google Shape;282;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283" name="Google Shape;283;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4" name="Google Shape;284;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5" name="Google Shape;285;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6" name="Google Shape;286;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87" name="Google Shape;287;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88" name="Google Shape;288;g2c157a2fb06_0_53"/>
          <p:cNvGrpSpPr/>
          <p:nvPr/>
        </p:nvGrpSpPr>
        <p:grpSpPr>
          <a:xfrm>
            <a:off x="662575" y="6212475"/>
            <a:ext cx="586800" cy="571500"/>
            <a:chOff x="662575" y="6212475"/>
            <a:chExt cx="586800" cy="571500"/>
          </a:xfrm>
        </p:grpSpPr>
        <p:sp>
          <p:nvSpPr>
            <p:cNvPr id="289" name="Google Shape;289;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5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1" name="Google Shape;291;g2c157a2fb06_0_5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2" name="Google Shape;292;g2c157a2fb06_0_53"/>
          <p:cNvGrpSpPr/>
          <p:nvPr/>
        </p:nvGrpSpPr>
        <p:grpSpPr>
          <a:xfrm>
            <a:off x="7894350" y="6212475"/>
            <a:ext cx="586800" cy="571500"/>
            <a:chOff x="7894350" y="6212475"/>
            <a:chExt cx="586800" cy="571500"/>
          </a:xfrm>
        </p:grpSpPr>
        <p:sp>
          <p:nvSpPr>
            <p:cNvPr id="293" name="Google Shape;293;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4" name="Google Shape;294;g2c157a2fb06_0_5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5" name="Google Shape;295;g2c157a2fb06_0_5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96"/>
        <p:cNvGrpSpPr/>
        <p:nvPr/>
      </p:nvGrpSpPr>
      <p:grpSpPr>
        <a:xfrm>
          <a:off x="0" y="0"/>
          <a:ext cx="0" cy="0"/>
          <a:chOff x="0" y="0"/>
          <a:chExt cx="0" cy="0"/>
        </a:xfrm>
      </p:grpSpPr>
      <p:sp>
        <p:nvSpPr>
          <p:cNvPr id="297" name="Google Shape;297;g2c157a2fb06_0_15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9" name="Google Shape;299;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0" name="Google Shape;300;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01" name="Google Shape;301;g2c157a2fb06_0_15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c157a2fb06_0_15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3" name="Google Shape;303;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4" name="Google Shape;304;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305" name="Google Shape;305;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06" name="Google Shape;306;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07" name="Google Shape;307;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8" name="Google Shape;308;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9" name="Google Shape;309;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10" name="Google Shape;310;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Full Circle</a:t>
            </a:r>
            <a:endParaRPr sz="3000" b="0" i="0" u="none" strike="noStrike" cap="none">
              <a:solidFill>
                <a:srgbClr val="2F286F"/>
              </a:solidFill>
              <a:latin typeface="Poppins Medium"/>
              <a:ea typeface="Poppins Medium"/>
              <a:cs typeface="Poppins Medium"/>
              <a:sym typeface="Poppins Medium"/>
            </a:endParaRPr>
          </a:p>
        </p:txBody>
      </p:sp>
      <p:sp>
        <p:nvSpPr>
          <p:cNvPr id="311" name="Google Shape;311;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2" name="Google Shape;312;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3" name="Google Shape;313;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4" name="Google Shape;314;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5" name="Google Shape;315;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6" name="Google Shape;316;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17" name="Google Shape;317;g2c157a2fb06_0_158"/>
          <p:cNvGrpSpPr/>
          <p:nvPr/>
        </p:nvGrpSpPr>
        <p:grpSpPr>
          <a:xfrm>
            <a:off x="662575" y="6212475"/>
            <a:ext cx="586800" cy="571500"/>
            <a:chOff x="662575" y="6212475"/>
            <a:chExt cx="586800" cy="571500"/>
          </a:xfrm>
        </p:grpSpPr>
        <p:sp>
          <p:nvSpPr>
            <p:cNvPr id="318" name="Google Shape;318;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9" name="Google Shape;319;g2c157a2fb06_0_15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15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21" name="Google Shape;321;g2c157a2fb06_0_158"/>
          <p:cNvGrpSpPr/>
          <p:nvPr/>
        </p:nvGrpSpPr>
        <p:grpSpPr>
          <a:xfrm>
            <a:off x="7894350" y="6212475"/>
            <a:ext cx="586800" cy="571500"/>
            <a:chOff x="7894350" y="6212475"/>
            <a:chExt cx="586800" cy="571500"/>
          </a:xfrm>
        </p:grpSpPr>
        <p:sp>
          <p:nvSpPr>
            <p:cNvPr id="322" name="Google Shape;322;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15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15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25"/>
        <p:cNvGrpSpPr/>
        <p:nvPr/>
      </p:nvGrpSpPr>
      <p:grpSpPr>
        <a:xfrm>
          <a:off x="0" y="0"/>
          <a:ext cx="0" cy="0"/>
          <a:chOff x="0" y="0"/>
          <a:chExt cx="0" cy="0"/>
        </a:xfrm>
      </p:grpSpPr>
      <p:sp>
        <p:nvSpPr>
          <p:cNvPr id="326" name="Google Shape;326;g2c157a2fb06_0_26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7" name="Google Shape;327;g2c157a2fb06_0_26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9" name="Google Shape;329;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30" name="Google Shape;330;g2c157a2fb06_0_26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1" name="Google Shape;331;g2c157a2fb06_0_26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2" name="Google Shape;332;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3" name="Google Shape;333;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4" name="Google Shape;334;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35" name="Google Shape;335;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6" name="Google Shape;336;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7" name="Google Shape;337;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38" name="Google Shape;338;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Picture Match</a:t>
            </a:r>
            <a:endParaRPr sz="3000" b="0" i="0" u="none" strike="noStrike" cap="none">
              <a:solidFill>
                <a:srgbClr val="2F286F"/>
              </a:solidFill>
              <a:latin typeface="Poppins Medium"/>
              <a:ea typeface="Poppins Medium"/>
              <a:cs typeface="Poppins Medium"/>
              <a:sym typeface="Poppins Medium"/>
            </a:endParaRPr>
          </a:p>
        </p:txBody>
      </p:sp>
      <p:sp>
        <p:nvSpPr>
          <p:cNvPr id="339" name="Google Shape;339;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0" name="Google Shape;340;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1" name="Google Shape;341;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2" name="Google Shape;342;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3" name="Google Shape;343;g2c157a2fb06_0_263"/>
          <p:cNvSpPr>
            <a:spLocks noGrp="1"/>
          </p:cNvSpPr>
          <p:nvPr>
            <p:ph type="pic" idx="8"/>
          </p:nvPr>
        </p:nvSpPr>
        <p:spPr>
          <a:xfrm>
            <a:off x="5086375" y="4412425"/>
            <a:ext cx="2668800" cy="1291500"/>
          </a:xfrm>
          <a:prstGeom prst="rect">
            <a:avLst/>
          </a:prstGeom>
          <a:noFill/>
          <a:ln>
            <a:noFill/>
          </a:ln>
        </p:spPr>
      </p:sp>
      <p:sp>
        <p:nvSpPr>
          <p:cNvPr id="344" name="Google Shape;344;g2c157a2fb06_0_263"/>
          <p:cNvSpPr>
            <a:spLocks noGrp="1"/>
          </p:cNvSpPr>
          <p:nvPr>
            <p:ph type="pic" idx="9"/>
          </p:nvPr>
        </p:nvSpPr>
        <p:spPr>
          <a:xfrm>
            <a:off x="5086375" y="797675"/>
            <a:ext cx="2668800" cy="1291500"/>
          </a:xfrm>
          <a:prstGeom prst="rect">
            <a:avLst/>
          </a:prstGeom>
          <a:noFill/>
          <a:ln>
            <a:noFill/>
          </a:ln>
        </p:spPr>
      </p:sp>
      <p:sp>
        <p:nvSpPr>
          <p:cNvPr id="345" name="Google Shape;345;g2c157a2fb06_0_263"/>
          <p:cNvSpPr>
            <a:spLocks noGrp="1"/>
          </p:cNvSpPr>
          <p:nvPr>
            <p:ph type="pic" idx="13"/>
          </p:nvPr>
        </p:nvSpPr>
        <p:spPr>
          <a:xfrm>
            <a:off x="5086375" y="2002592"/>
            <a:ext cx="2668800" cy="1291500"/>
          </a:xfrm>
          <a:prstGeom prst="rect">
            <a:avLst/>
          </a:prstGeom>
          <a:noFill/>
          <a:ln>
            <a:noFill/>
          </a:ln>
        </p:spPr>
      </p:sp>
      <p:sp>
        <p:nvSpPr>
          <p:cNvPr id="346" name="Google Shape;346;g2c157a2fb06_0_263"/>
          <p:cNvSpPr>
            <a:spLocks noGrp="1"/>
          </p:cNvSpPr>
          <p:nvPr>
            <p:ph type="pic" idx="14"/>
          </p:nvPr>
        </p:nvSpPr>
        <p:spPr>
          <a:xfrm>
            <a:off x="5086375" y="3207508"/>
            <a:ext cx="2668800" cy="1291500"/>
          </a:xfrm>
          <a:prstGeom prst="rect">
            <a:avLst/>
          </a:prstGeom>
          <a:noFill/>
          <a:ln>
            <a:noFill/>
          </a:ln>
        </p:spPr>
      </p:sp>
      <p:sp>
        <p:nvSpPr>
          <p:cNvPr id="347" name="Google Shape;347;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8" name="Google Shape;348;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49" name="Google Shape;349;g2c157a2fb06_0_263"/>
          <p:cNvGrpSpPr/>
          <p:nvPr/>
        </p:nvGrpSpPr>
        <p:grpSpPr>
          <a:xfrm>
            <a:off x="662575" y="6212475"/>
            <a:ext cx="586800" cy="571500"/>
            <a:chOff x="662575" y="6212475"/>
            <a:chExt cx="586800" cy="571500"/>
          </a:xfrm>
        </p:grpSpPr>
        <p:sp>
          <p:nvSpPr>
            <p:cNvPr id="350" name="Google Shape;350;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26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2" name="Google Shape;352;g2c157a2fb06_0_26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3" name="Google Shape;353;g2c157a2fb06_0_263"/>
          <p:cNvGrpSpPr/>
          <p:nvPr/>
        </p:nvGrpSpPr>
        <p:grpSpPr>
          <a:xfrm>
            <a:off x="7894350" y="6212475"/>
            <a:ext cx="586800" cy="571500"/>
            <a:chOff x="7894350" y="6212475"/>
            <a:chExt cx="586800" cy="571500"/>
          </a:xfrm>
        </p:grpSpPr>
        <p:sp>
          <p:nvSpPr>
            <p:cNvPr id="354" name="Google Shape;354;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26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6" name="Google Shape;356;g2c157a2fb06_0_26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57"/>
        <p:cNvGrpSpPr/>
        <p:nvPr/>
      </p:nvGrpSpPr>
      <p:grpSpPr>
        <a:xfrm>
          <a:off x="0" y="0"/>
          <a:ext cx="0" cy="0"/>
          <a:chOff x="0" y="0"/>
          <a:chExt cx="0" cy="0"/>
        </a:xfrm>
      </p:grpSpPr>
      <p:sp>
        <p:nvSpPr>
          <p:cNvPr id="358" name="Google Shape;358;g2c157a2fb06_0_46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46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0" name="Google Shape;360;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1" name="Google Shape;361;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62" name="Google Shape;362;g2c157a2fb06_0_46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3" name="Google Shape;363;g2c157a2fb06_0_46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4" name="Google Shape;364;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5" name="Google Shape;365;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366" name="Google Shape;366;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7" name="Google Shape;367;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8" name="Google Shape;368;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9" name="Google Shape;369;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70" name="Google Shape;370;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71" name="Google Shape;371;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72" name="Google Shape;372;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73" name="Google Shape;373;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Caption</a:t>
            </a:r>
            <a:endParaRPr sz="3000" b="0" i="0" u="none" strike="noStrike" cap="none">
              <a:solidFill>
                <a:srgbClr val="2F286F"/>
              </a:solidFill>
              <a:latin typeface="Poppins Medium"/>
              <a:ea typeface="Poppins Medium"/>
              <a:cs typeface="Poppins Medium"/>
              <a:sym typeface="Poppins Medium"/>
            </a:endParaRPr>
          </a:p>
        </p:txBody>
      </p:sp>
      <p:sp>
        <p:nvSpPr>
          <p:cNvPr id="374" name="Google Shape;374;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75" name="Google Shape;375;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76" name="Google Shape;376;g2c157a2fb06_0_467"/>
          <p:cNvGrpSpPr/>
          <p:nvPr/>
        </p:nvGrpSpPr>
        <p:grpSpPr>
          <a:xfrm>
            <a:off x="662575" y="6212475"/>
            <a:ext cx="586800" cy="571500"/>
            <a:chOff x="662575" y="6212475"/>
            <a:chExt cx="586800" cy="571500"/>
          </a:xfrm>
        </p:grpSpPr>
        <p:sp>
          <p:nvSpPr>
            <p:cNvPr id="377" name="Google Shape;377;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8" name="Google Shape;378;g2c157a2fb06_0_46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9" name="Google Shape;379;g2c157a2fb06_0_46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0" name="Google Shape;380;g2c157a2fb06_0_467"/>
          <p:cNvGrpSpPr/>
          <p:nvPr/>
        </p:nvGrpSpPr>
        <p:grpSpPr>
          <a:xfrm>
            <a:off x="7894350" y="6212475"/>
            <a:ext cx="586800" cy="571500"/>
            <a:chOff x="7894350" y="6212475"/>
            <a:chExt cx="586800" cy="571500"/>
          </a:xfrm>
        </p:grpSpPr>
        <p:sp>
          <p:nvSpPr>
            <p:cNvPr id="381" name="Google Shape;381;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2" name="Google Shape;382;g2c157a2fb06_0_46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3" name="Google Shape;383;g2c157a2fb06_0_46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84"/>
        <p:cNvGrpSpPr/>
        <p:nvPr/>
      </p:nvGrpSpPr>
      <p:grpSpPr>
        <a:xfrm>
          <a:off x="0" y="0"/>
          <a:ext cx="0" cy="0"/>
          <a:chOff x="0" y="0"/>
          <a:chExt cx="0" cy="0"/>
        </a:xfrm>
      </p:grpSpPr>
      <p:sp>
        <p:nvSpPr>
          <p:cNvPr id="385" name="Google Shape;385;g2c157a2fb06_0_629"/>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6" name="Google Shape;386;g2c157a2fb06_0_629"/>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7" name="Google Shape;387;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8" name="Google Shape;388;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89" name="Google Shape;389;g2c157a2fb06_0_629"/>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0" name="Google Shape;390;g2c157a2fb06_0_629"/>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1" name="Google Shape;391;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2" name="Google Shape;392;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393" name="Google Shape;393;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94" name="Google Shape;394;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95" name="Google Shape;395;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96" name="Google Shape;396;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7" name="Google Shape;397;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8" name="Google Shape;398;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99" name="Google Shape;399;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Caption</a:t>
            </a:r>
            <a:endParaRPr sz="3000" b="0" i="0" u="none" strike="noStrike" cap="none">
              <a:solidFill>
                <a:srgbClr val="2F286F"/>
              </a:solidFill>
              <a:latin typeface="Poppins Medium"/>
              <a:ea typeface="Poppins Medium"/>
              <a:cs typeface="Poppins Medium"/>
              <a:sym typeface="Poppins Medium"/>
            </a:endParaRPr>
          </a:p>
        </p:txBody>
      </p:sp>
      <p:sp>
        <p:nvSpPr>
          <p:cNvPr id="400" name="Google Shape;400;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01" name="Google Shape;401;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02" name="Google Shape;402;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03" name="Google Shape;403;g2c157a2fb06_0_629"/>
          <p:cNvGrpSpPr/>
          <p:nvPr/>
        </p:nvGrpSpPr>
        <p:grpSpPr>
          <a:xfrm>
            <a:off x="662575" y="6212475"/>
            <a:ext cx="586800" cy="571500"/>
            <a:chOff x="662575" y="6212475"/>
            <a:chExt cx="586800" cy="571500"/>
          </a:xfrm>
        </p:grpSpPr>
        <p:sp>
          <p:nvSpPr>
            <p:cNvPr id="404" name="Google Shape;404;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5" name="Google Shape;405;g2c157a2fb06_0_629">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2c157a2fb06_0_629">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7" name="Google Shape;407;g2c157a2fb06_0_629"/>
          <p:cNvGrpSpPr/>
          <p:nvPr/>
        </p:nvGrpSpPr>
        <p:grpSpPr>
          <a:xfrm>
            <a:off x="7894350" y="6212475"/>
            <a:ext cx="586800" cy="571500"/>
            <a:chOff x="7894350" y="6212475"/>
            <a:chExt cx="586800" cy="571500"/>
          </a:xfrm>
        </p:grpSpPr>
        <p:sp>
          <p:nvSpPr>
            <p:cNvPr id="408" name="Google Shape;408;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9" name="Google Shape;409;g2c157a2fb06_0_629">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0" name="Google Shape;410;g2c157a2fb06_0_629">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11"/>
        <p:cNvGrpSpPr/>
        <p:nvPr/>
      </p:nvGrpSpPr>
      <p:grpSpPr>
        <a:xfrm>
          <a:off x="0" y="0"/>
          <a:ext cx="0" cy="0"/>
          <a:chOff x="0" y="0"/>
          <a:chExt cx="0" cy="0"/>
        </a:xfrm>
      </p:grpSpPr>
      <p:sp>
        <p:nvSpPr>
          <p:cNvPr id="412" name="Google Shape;412;g2c157a2fb06_0_79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3" name="Google Shape;413;g2c157a2fb06_0_79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4" name="Google Shape;414;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5" name="Google Shape;415;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16" name="Google Shape;416;g2c157a2fb06_0_79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7" name="Google Shape;417;g2c157a2fb06_0_79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8" name="Google Shape;418;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9" name="Google Shape;419;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20" name="Google Shape;420;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21" name="Google Shape;421;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22" name="Google Shape;422;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23" name="Google Shape;423;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24" name="Google Shape;424;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25" name="Google Shape;425;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6" name="Google Shape;426;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7" name="Google Shape;427;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28" name="Google Shape;428;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Sentence</a:t>
            </a:r>
            <a:endParaRPr sz="3000" b="0" i="0" u="none" strike="noStrike" cap="none">
              <a:solidFill>
                <a:srgbClr val="2F286F"/>
              </a:solidFill>
              <a:latin typeface="Poppins Medium"/>
              <a:ea typeface="Poppins Medium"/>
              <a:cs typeface="Poppins Medium"/>
              <a:sym typeface="Poppins Medium"/>
            </a:endParaRPr>
          </a:p>
        </p:txBody>
      </p:sp>
      <p:sp>
        <p:nvSpPr>
          <p:cNvPr id="429" name="Google Shape;429;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30" name="Google Shape;430;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31" name="Google Shape;431;g2c157a2fb06_0_798"/>
          <p:cNvGrpSpPr/>
          <p:nvPr/>
        </p:nvGrpSpPr>
        <p:grpSpPr>
          <a:xfrm>
            <a:off x="662575" y="6212475"/>
            <a:ext cx="586800" cy="571500"/>
            <a:chOff x="662575" y="6212475"/>
            <a:chExt cx="586800" cy="571500"/>
          </a:xfrm>
        </p:grpSpPr>
        <p:sp>
          <p:nvSpPr>
            <p:cNvPr id="432" name="Google Shape;432;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3" name="Google Shape;433;g2c157a2fb06_0_79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79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5" name="Google Shape;435;g2c157a2fb06_0_798"/>
          <p:cNvGrpSpPr/>
          <p:nvPr/>
        </p:nvGrpSpPr>
        <p:grpSpPr>
          <a:xfrm>
            <a:off x="7894350" y="6212475"/>
            <a:ext cx="586800" cy="571500"/>
            <a:chOff x="7894350" y="6212475"/>
            <a:chExt cx="586800" cy="571500"/>
          </a:xfrm>
        </p:grpSpPr>
        <p:sp>
          <p:nvSpPr>
            <p:cNvPr id="436" name="Google Shape;436;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7" name="Google Shape;437;g2c157a2fb06_0_79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79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39"/>
        <p:cNvGrpSpPr/>
        <p:nvPr/>
      </p:nvGrpSpPr>
      <p:grpSpPr>
        <a:xfrm>
          <a:off x="0" y="0"/>
          <a:ext cx="0" cy="0"/>
          <a:chOff x="0" y="0"/>
          <a:chExt cx="0" cy="0"/>
        </a:xfrm>
      </p:grpSpPr>
      <p:sp>
        <p:nvSpPr>
          <p:cNvPr id="440" name="Google Shape;440;g2c157a2fb06_0_82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1" name="Google Shape;441;g2c157a2fb06_0_82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3" name="Google Shape;443;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44" name="Google Shape;444;g2c157a2fb06_0_82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5" name="Google Shape;445;g2c157a2fb06_0_82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6" name="Google Shape;446;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7" name="Google Shape;447;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48" name="Google Shape;448;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49" name="Google Shape;449;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50" name="Google Shape;450;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51" name="Google Shape;451;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52" name="Google Shape;452;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53" name="Google Shape;453;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54" name="Google Shape;454;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55" name="Google Shape;455;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56" name="Google Shape;456;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Sentence</a:t>
            </a:r>
            <a:endParaRPr sz="3000" b="0" i="0" u="none" strike="noStrike" cap="none">
              <a:solidFill>
                <a:srgbClr val="2F286F"/>
              </a:solidFill>
              <a:latin typeface="Poppins Medium"/>
              <a:ea typeface="Poppins Medium"/>
              <a:cs typeface="Poppins Medium"/>
              <a:sym typeface="Poppins Medium"/>
            </a:endParaRPr>
          </a:p>
        </p:txBody>
      </p:sp>
      <p:sp>
        <p:nvSpPr>
          <p:cNvPr id="457" name="Google Shape;457;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58" name="Google Shape;458;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59" name="Google Shape;459;g2c157a2fb06_0_825"/>
          <p:cNvGrpSpPr/>
          <p:nvPr/>
        </p:nvGrpSpPr>
        <p:grpSpPr>
          <a:xfrm>
            <a:off x="662575" y="6212475"/>
            <a:ext cx="586800" cy="571500"/>
            <a:chOff x="662575" y="6212475"/>
            <a:chExt cx="586800" cy="571500"/>
          </a:xfrm>
        </p:grpSpPr>
        <p:sp>
          <p:nvSpPr>
            <p:cNvPr id="460" name="Google Shape;460;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82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82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63" name="Google Shape;463;g2c157a2fb06_0_825"/>
          <p:cNvGrpSpPr/>
          <p:nvPr/>
        </p:nvGrpSpPr>
        <p:grpSpPr>
          <a:xfrm>
            <a:off x="7894350" y="6212475"/>
            <a:ext cx="586800" cy="571500"/>
            <a:chOff x="7894350" y="6212475"/>
            <a:chExt cx="586800" cy="571500"/>
          </a:xfrm>
        </p:grpSpPr>
        <p:sp>
          <p:nvSpPr>
            <p:cNvPr id="464" name="Google Shape;464;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82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82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67"/>
        <p:cNvGrpSpPr/>
        <p:nvPr/>
      </p:nvGrpSpPr>
      <p:grpSpPr>
        <a:xfrm>
          <a:off x="0" y="0"/>
          <a:ext cx="0" cy="0"/>
          <a:chOff x="0" y="0"/>
          <a:chExt cx="0" cy="0"/>
        </a:xfrm>
      </p:grpSpPr>
      <p:sp>
        <p:nvSpPr>
          <p:cNvPr id="468" name="Google Shape;468;g2c157a2fb06_0_70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9" name="Google Shape;469;g2c157a2fb06_0_70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0" name="Google Shape;470;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1" name="Google Shape;471;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72" name="Google Shape;472;g2c157a2fb06_0_70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5" name="Google Shape;475;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6" name="Google Shape;476;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9" name="Google Shape;479;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80" name="Google Shape;480;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1" name="Google Shape;481;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2" name="Google Shape;482;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Hands Up, Pair Up</a:t>
            </a:r>
            <a:endParaRPr sz="3000" b="0" i="0" u="none" strike="noStrike" cap="none">
              <a:solidFill>
                <a:srgbClr val="2F286F"/>
              </a:solidFill>
              <a:latin typeface="Poppins Medium"/>
              <a:ea typeface="Poppins Medium"/>
              <a:cs typeface="Poppins Medium"/>
              <a:sym typeface="Poppins Medium"/>
            </a:endParaRPr>
          </a:p>
        </p:txBody>
      </p:sp>
      <p:sp>
        <p:nvSpPr>
          <p:cNvPr id="483" name="Google Shape;483;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84" name="Google Shape;484;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5" name="Google Shape;485;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6" name="Google Shape;486;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7" name="Google Shape;487;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8" name="Google Shape;488;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9" name="Google Shape;489;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0" name="Google Shape;490;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1" name="Google Shape;491;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2" name="Google Shape;492;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3" name="Google Shape;493;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4" name="Google Shape;494;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5" name="Google Shape;495;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6" name="Google Shape;496;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7" name="Google Shape;497;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8" name="Google Shape;498;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99" name="Google Shape;499;g2c157a2fb06_0_700"/>
          <p:cNvGrpSpPr/>
          <p:nvPr/>
        </p:nvGrpSpPr>
        <p:grpSpPr>
          <a:xfrm>
            <a:off x="662575" y="6212475"/>
            <a:ext cx="586800" cy="571500"/>
            <a:chOff x="662575" y="6212475"/>
            <a:chExt cx="586800" cy="571500"/>
          </a:xfrm>
        </p:grpSpPr>
        <p:sp>
          <p:nvSpPr>
            <p:cNvPr id="500" name="Google Shape;500;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70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2" name="Google Shape;502;g2c157a2fb06_0_70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03" name="Google Shape;503;g2c157a2fb06_0_700"/>
          <p:cNvGrpSpPr/>
          <p:nvPr/>
        </p:nvGrpSpPr>
        <p:grpSpPr>
          <a:xfrm>
            <a:off x="7894350" y="6212475"/>
            <a:ext cx="586800" cy="571500"/>
            <a:chOff x="7894350" y="6212475"/>
            <a:chExt cx="586800" cy="571500"/>
          </a:xfrm>
        </p:grpSpPr>
        <p:sp>
          <p:nvSpPr>
            <p:cNvPr id="504" name="Google Shape;504;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70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6" name="Google Shape;506;g2c157a2fb06_0_70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07"/>
        <p:cNvGrpSpPr/>
        <p:nvPr/>
      </p:nvGrpSpPr>
      <p:grpSpPr>
        <a:xfrm>
          <a:off x="0" y="0"/>
          <a:ext cx="0" cy="0"/>
          <a:chOff x="0" y="0"/>
          <a:chExt cx="0" cy="0"/>
        </a:xfrm>
      </p:grpSpPr>
      <p:sp>
        <p:nvSpPr>
          <p:cNvPr id="508" name="Google Shape;508;g2c157a2fb06_0_9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9" name="Google Shape;509;g2c157a2fb06_0_9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0" name="Google Shape;510;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1" name="Google Shape;511;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12" name="Google Shape;512;g2c157a2fb06_0_9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4" name="Google Shape;514;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5" name="Google Shape;515;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6" name="Google Shape;516;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17" name="Google Shape;517;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18" name="Google Shape;518;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19" name="Google Shape;519;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Bingo</a:t>
            </a:r>
            <a:endParaRPr sz="3000" b="0" i="0" u="none" strike="noStrike" cap="none">
              <a:solidFill>
                <a:srgbClr val="2F286F"/>
              </a:solidFill>
              <a:latin typeface="Poppins Medium"/>
              <a:ea typeface="Poppins Medium"/>
              <a:cs typeface="Poppins Medium"/>
              <a:sym typeface="Poppins Medium"/>
            </a:endParaRPr>
          </a:p>
        </p:txBody>
      </p:sp>
      <p:cxnSp>
        <p:nvCxnSpPr>
          <p:cNvPr id="520" name="Google Shape;520;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1" name="Google Shape;521;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2" name="Google Shape;522;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3" name="Google Shape;523;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4" name="Google Shape;524;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5" name="Google Shape;525;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6" name="Google Shape;526;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7" name="Google Shape;527;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28" name="Google Shape;528;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29" name="Google Shape;529;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30" name="Google Shape;530;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1" name="Google Shape;531;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2" name="Google Shape;532;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3" name="Google Shape;533;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4" name="Google Shape;534;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5" name="Google Shape;535;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6" name="Google Shape;536;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7" name="Google Shape;537;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8" name="Google Shape;538;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39" name="Google Shape;539;g2c157a2fb06_0_932"/>
          <p:cNvGrpSpPr/>
          <p:nvPr/>
        </p:nvGrpSpPr>
        <p:grpSpPr>
          <a:xfrm>
            <a:off x="662575" y="6212475"/>
            <a:ext cx="586800" cy="571500"/>
            <a:chOff x="662575" y="6212475"/>
            <a:chExt cx="586800" cy="571500"/>
          </a:xfrm>
        </p:grpSpPr>
        <p:sp>
          <p:nvSpPr>
            <p:cNvPr id="540" name="Google Shape;540;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9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2" name="Google Shape;542;g2c157a2fb06_0_9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3" name="Google Shape;543;g2c157a2fb06_0_932"/>
          <p:cNvGrpSpPr/>
          <p:nvPr/>
        </p:nvGrpSpPr>
        <p:grpSpPr>
          <a:xfrm>
            <a:off x="7894350" y="6212475"/>
            <a:ext cx="586800" cy="571500"/>
            <a:chOff x="7894350" y="6212475"/>
            <a:chExt cx="586800" cy="571500"/>
          </a:xfrm>
        </p:grpSpPr>
        <p:sp>
          <p:nvSpPr>
            <p:cNvPr id="544" name="Google Shape;544;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5" name="Google Shape;545;g2c157a2fb06_0_9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6" name="Google Shape;546;g2c157a2fb06_0_9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47"/>
        <p:cNvGrpSpPr/>
        <p:nvPr/>
      </p:nvGrpSpPr>
      <p:grpSpPr>
        <a:xfrm>
          <a:off x="0" y="0"/>
          <a:ext cx="0" cy="0"/>
          <a:chOff x="0" y="0"/>
          <a:chExt cx="0" cy="0"/>
        </a:xfrm>
      </p:grpSpPr>
      <p:sp>
        <p:nvSpPr>
          <p:cNvPr id="548" name="Google Shape;548;g2c157a2fb06_0_104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0" name="Google Shape;550;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51" name="Google Shape;551;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52" name="Google Shape;552;g2c157a2fb06_0_104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3" name="Google Shape;553;g2c157a2fb06_0_104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4" name="Google Shape;554;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55" name="Google Shape;555;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556" name="Google Shape;556;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57" name="Google Shape;557;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58" name="Google Shape;558;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9" name="Google Shape;559;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0" name="Google Shape;560;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1" name="Google Shape;561;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2" name="Google Shape;562;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3" name="Google Shape;563;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4" name="Google Shape;564;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5" name="Google Shape;565;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6" name="Google Shape;566;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7" name="Google Shape;567;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8" name="Google Shape;568;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69" name="Google Shape;569;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70" name="Google Shape;570;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71" name="Google Shape;571;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Lucky Dip</a:t>
            </a:r>
            <a:endParaRPr sz="3000" b="0" i="0" u="none" strike="noStrike" cap="none">
              <a:solidFill>
                <a:srgbClr val="2F286F"/>
              </a:solidFill>
              <a:latin typeface="Poppins Medium"/>
              <a:ea typeface="Poppins Medium"/>
              <a:cs typeface="Poppins Medium"/>
              <a:sym typeface="Poppins Medium"/>
            </a:endParaRPr>
          </a:p>
        </p:txBody>
      </p:sp>
      <p:sp>
        <p:nvSpPr>
          <p:cNvPr id="572" name="Google Shape;572;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3" name="Google Shape;573;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74" name="Google Shape;574;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75" name="Google Shape;575;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76" name="Google Shape;576;g2c157a2fb06_0_1045"/>
          <p:cNvGrpSpPr/>
          <p:nvPr/>
        </p:nvGrpSpPr>
        <p:grpSpPr>
          <a:xfrm>
            <a:off x="662575" y="6212475"/>
            <a:ext cx="586800" cy="571500"/>
            <a:chOff x="662575" y="6212475"/>
            <a:chExt cx="586800" cy="571500"/>
          </a:xfrm>
        </p:grpSpPr>
        <p:sp>
          <p:nvSpPr>
            <p:cNvPr id="577" name="Google Shape;577;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8" name="Google Shape;578;g2c157a2fb06_0_104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9" name="Google Shape;579;g2c157a2fb06_0_104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80" name="Google Shape;580;g2c157a2fb06_0_1045"/>
          <p:cNvGrpSpPr/>
          <p:nvPr/>
        </p:nvGrpSpPr>
        <p:grpSpPr>
          <a:xfrm>
            <a:off x="7894350" y="6212475"/>
            <a:ext cx="586800" cy="571500"/>
            <a:chOff x="7894350" y="6212475"/>
            <a:chExt cx="586800" cy="571500"/>
          </a:xfrm>
        </p:grpSpPr>
        <p:sp>
          <p:nvSpPr>
            <p:cNvPr id="581" name="Google Shape;581;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2" name="Google Shape;582;g2c157a2fb06_0_104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3" name="Google Shape;583;g2c157a2fb06_0_104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84"/>
        <p:cNvGrpSpPr/>
        <p:nvPr/>
      </p:nvGrpSpPr>
      <p:grpSpPr>
        <a:xfrm>
          <a:off x="0" y="0"/>
          <a:ext cx="0" cy="0"/>
          <a:chOff x="0" y="0"/>
          <a:chExt cx="0" cy="0"/>
        </a:xfrm>
      </p:grpSpPr>
      <p:sp>
        <p:nvSpPr>
          <p:cNvPr id="585" name="Google Shape;585;g2c157a2fb06_0_111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6" name="Google Shape;586;g2c157a2fb06_0_111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7" name="Google Shape;587;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8" name="Google Shape;588;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89" name="Google Shape;589;g2c157a2fb06_0_111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2" name="Google Shape;592;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3" name="Google Shape;593;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4" name="Google Shape;594;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5" name="Google Shape;595;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6" name="Google Shape;596;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97" name="Google Shape;597;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Countdown</a:t>
            </a:r>
            <a:endParaRPr sz="3000" b="0" i="0" u="none" strike="noStrike" cap="none">
              <a:solidFill>
                <a:srgbClr val="2F286F"/>
              </a:solidFill>
              <a:latin typeface="Poppins Medium"/>
              <a:ea typeface="Poppins Medium"/>
              <a:cs typeface="Poppins Medium"/>
              <a:sym typeface="Poppins Medium"/>
            </a:endParaRPr>
          </a:p>
        </p:txBody>
      </p:sp>
      <p:sp>
        <p:nvSpPr>
          <p:cNvPr id="598" name="Google Shape;598;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99" name="Google Shape;599;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00" name="Google Shape;600;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01" name="Google Shape;601;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02" name="Google Shape;602;g2c157a2fb06_0_1110"/>
          <p:cNvGrpSpPr/>
          <p:nvPr/>
        </p:nvGrpSpPr>
        <p:grpSpPr>
          <a:xfrm>
            <a:off x="5806200" y="1807463"/>
            <a:ext cx="756300" cy="146700"/>
            <a:chOff x="5806200" y="1807463"/>
            <a:chExt cx="756300" cy="146700"/>
          </a:xfrm>
        </p:grpSpPr>
        <p:sp>
          <p:nvSpPr>
            <p:cNvPr id="603" name="Google Shape;603;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4" name="Google Shape;604;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5" name="Google Shape;605;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06" name="Google Shape;606;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07" name="Google Shape;607;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08" name="Google Shape;608;g2c157a2fb06_0_1110"/>
          <p:cNvGrpSpPr/>
          <p:nvPr/>
        </p:nvGrpSpPr>
        <p:grpSpPr>
          <a:xfrm>
            <a:off x="5806200" y="2842438"/>
            <a:ext cx="756300" cy="146700"/>
            <a:chOff x="5806200" y="1807463"/>
            <a:chExt cx="756300" cy="146700"/>
          </a:xfrm>
        </p:grpSpPr>
        <p:sp>
          <p:nvSpPr>
            <p:cNvPr id="609" name="Google Shape;609;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0" name="Google Shape;610;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1" name="Google Shape;611;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12" name="Google Shape;612;g2c157a2fb06_0_1110"/>
          <p:cNvGrpSpPr/>
          <p:nvPr/>
        </p:nvGrpSpPr>
        <p:grpSpPr>
          <a:xfrm>
            <a:off x="5806200" y="3877413"/>
            <a:ext cx="756300" cy="146700"/>
            <a:chOff x="5806200" y="1807463"/>
            <a:chExt cx="756300" cy="146700"/>
          </a:xfrm>
        </p:grpSpPr>
        <p:sp>
          <p:nvSpPr>
            <p:cNvPr id="613" name="Google Shape;613;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4" name="Google Shape;614;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5" name="Google Shape;615;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16" name="Google Shape;616;g2c157a2fb06_0_1110"/>
          <p:cNvGrpSpPr/>
          <p:nvPr/>
        </p:nvGrpSpPr>
        <p:grpSpPr>
          <a:xfrm>
            <a:off x="662575" y="6212475"/>
            <a:ext cx="586800" cy="571500"/>
            <a:chOff x="662575" y="6212475"/>
            <a:chExt cx="586800" cy="571500"/>
          </a:xfrm>
        </p:grpSpPr>
        <p:sp>
          <p:nvSpPr>
            <p:cNvPr id="617" name="Google Shape;617;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8" name="Google Shape;618;g2c157a2fb06_0_111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9" name="Google Shape;619;g2c157a2fb06_0_111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0" name="Google Shape;620;g2c157a2fb06_0_1110"/>
          <p:cNvGrpSpPr/>
          <p:nvPr/>
        </p:nvGrpSpPr>
        <p:grpSpPr>
          <a:xfrm>
            <a:off x="7894350" y="6212475"/>
            <a:ext cx="586800" cy="571500"/>
            <a:chOff x="7894350" y="6212475"/>
            <a:chExt cx="586800" cy="571500"/>
          </a:xfrm>
        </p:grpSpPr>
        <p:sp>
          <p:nvSpPr>
            <p:cNvPr id="621" name="Google Shape;621;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2" name="Google Shape;622;g2c157a2fb06_0_111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3" name="Google Shape;623;g2c157a2fb06_0_111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24"/>
        <p:cNvGrpSpPr/>
        <p:nvPr/>
      </p:nvGrpSpPr>
      <p:grpSpPr>
        <a:xfrm>
          <a:off x="0" y="0"/>
          <a:ext cx="0" cy="0"/>
          <a:chOff x="0" y="0"/>
          <a:chExt cx="0" cy="0"/>
        </a:xfrm>
      </p:grpSpPr>
      <p:sp>
        <p:nvSpPr>
          <p:cNvPr id="625" name="Google Shape;625;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8" name="Google Shape;628;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29" name="Google Shape;629;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0" name="Google Shape;630;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1" name="Google Shape;631;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32" name="Google Shape;632;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33" name="Google Shape;633;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34" name="Google Shape;634;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35" name="Google Shape;635;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36" name="Google Shape;636;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37" name="Google Shape;637;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38" name="Google Shape;638;p30"/>
          <p:cNvGrpSpPr/>
          <p:nvPr/>
        </p:nvGrpSpPr>
        <p:grpSpPr>
          <a:xfrm>
            <a:off x="6022940" y="5341706"/>
            <a:ext cx="594501" cy="305904"/>
            <a:chOff x="5672081" y="1914352"/>
            <a:chExt cx="792668" cy="305904"/>
          </a:xfrm>
        </p:grpSpPr>
        <p:sp>
          <p:nvSpPr>
            <p:cNvPr id="639" name="Google Shape;639;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0" name="Google Shape;640;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41" name="Google Shape;641;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42" name="Google Shape;642;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3" name="Google Shape;643;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4" name="Google Shape;644;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5" name="Google Shape;645;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6" name="Google Shape;646;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7" name="Google Shape;647;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8" name="Google Shape;648;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9" name="Google Shape;649;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50" name="Google Shape;650;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51" name="Google Shape;651;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2" name="Google Shape;652;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3" name="Google Shape;653;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4" name="Google Shape;654;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5" name="Google Shape;655;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6" name="Google Shape;656;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7" name="Google Shape;657;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8" name="Google Shape;658;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59" name="Google Shape;659;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60" name="Google Shape;660;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61" name="Google Shape;661;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62" name="Google Shape;662;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63" name="Google Shape;663;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64" name="Google Shape;664;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65" name="Google Shape;665;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6" name="Google Shape;666;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7" name="Google Shape;667;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68" name="Google Shape;668;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69" name="Google Shape;669;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70"/>
        <p:cNvGrpSpPr/>
        <p:nvPr/>
      </p:nvGrpSpPr>
      <p:grpSpPr>
        <a:xfrm>
          <a:off x="0" y="0"/>
          <a:ext cx="0" cy="0"/>
          <a:chOff x="0" y="0"/>
          <a:chExt cx="0" cy="0"/>
        </a:xfrm>
      </p:grpSpPr>
      <p:sp>
        <p:nvSpPr>
          <p:cNvPr id="671" name="Google Shape;671;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2" name="Google Shape;672;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73" name="Google Shape;673;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74"/>
        <p:cNvGrpSpPr/>
        <p:nvPr/>
      </p:nvGrpSpPr>
      <p:grpSpPr>
        <a:xfrm>
          <a:off x="0" y="0"/>
          <a:ext cx="0" cy="0"/>
          <a:chOff x="0" y="0"/>
          <a:chExt cx="0" cy="0"/>
        </a:xfrm>
      </p:grpSpPr>
      <p:sp>
        <p:nvSpPr>
          <p:cNvPr id="675" name="Google Shape;675;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6" name="Google Shape;676;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77" name="Google Shape;677;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8.xml"/><Relationship Id="rId3" Type="http://schemas.openxmlformats.org/officeDocument/2006/relationships/image" Target="../media/image7.png"/><Relationship Id="rId7" Type="http://schemas.openxmlformats.org/officeDocument/2006/relationships/slide" Target="slide6.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slide" Target="slide17.xml"/><Relationship Id="rId4" Type="http://schemas.openxmlformats.org/officeDocument/2006/relationships/image" Target="../media/image8.png"/><Relationship Id="rId9" Type="http://schemas.openxmlformats.org/officeDocument/2006/relationships/slide" Target="slide15.xml"/></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18" Type="http://schemas.openxmlformats.org/officeDocument/2006/relationships/image" Target="../media/image24.png"/><Relationship Id="rId3" Type="http://schemas.openxmlformats.org/officeDocument/2006/relationships/image" Target="../media/image9.png"/><Relationship Id="rId21" Type="http://schemas.openxmlformats.org/officeDocument/2006/relationships/image" Target="../media/image27.png"/><Relationship Id="rId7" Type="http://schemas.openxmlformats.org/officeDocument/2006/relationships/image" Target="../media/image13.png"/><Relationship Id="rId12" Type="http://schemas.openxmlformats.org/officeDocument/2006/relationships/image" Target="../media/image18.png"/><Relationship Id="rId17" Type="http://schemas.openxmlformats.org/officeDocument/2006/relationships/image" Target="../media/image23.png"/><Relationship Id="rId25" Type="http://schemas.openxmlformats.org/officeDocument/2006/relationships/image" Target="../media/image31.png"/><Relationship Id="rId2" Type="http://schemas.openxmlformats.org/officeDocument/2006/relationships/notesSlide" Target="../notesSlides/notesSlide3.xml"/><Relationship Id="rId16" Type="http://schemas.openxmlformats.org/officeDocument/2006/relationships/image" Target="../media/image22.png"/><Relationship Id="rId20" Type="http://schemas.openxmlformats.org/officeDocument/2006/relationships/image" Target="../media/image26.png"/><Relationship Id="rId1" Type="http://schemas.openxmlformats.org/officeDocument/2006/relationships/slideLayout" Target="../slideLayouts/slideLayout3.xml"/><Relationship Id="rId6" Type="http://schemas.openxmlformats.org/officeDocument/2006/relationships/image" Target="../media/image12.png"/><Relationship Id="rId11" Type="http://schemas.openxmlformats.org/officeDocument/2006/relationships/image" Target="../media/image17.png"/><Relationship Id="rId24" Type="http://schemas.openxmlformats.org/officeDocument/2006/relationships/image" Target="../media/image30.png"/><Relationship Id="rId5" Type="http://schemas.openxmlformats.org/officeDocument/2006/relationships/image" Target="../media/image11.png"/><Relationship Id="rId15" Type="http://schemas.openxmlformats.org/officeDocument/2006/relationships/image" Target="../media/image21.png"/><Relationship Id="rId23" Type="http://schemas.openxmlformats.org/officeDocument/2006/relationships/image" Target="../media/image29.png"/><Relationship Id="rId10" Type="http://schemas.openxmlformats.org/officeDocument/2006/relationships/image" Target="../media/image16.png"/><Relationship Id="rId19" Type="http://schemas.openxmlformats.org/officeDocument/2006/relationships/image" Target="../media/image25.png"/><Relationship Id="rId4" Type="http://schemas.openxmlformats.org/officeDocument/2006/relationships/image" Target="../media/image10.png"/><Relationship Id="rId9" Type="http://schemas.openxmlformats.org/officeDocument/2006/relationships/image" Target="../media/image15.png"/><Relationship Id="rId14" Type="http://schemas.openxmlformats.org/officeDocument/2006/relationships/image" Target="../media/image20.png"/><Relationship Id="rId22" Type="http://schemas.openxmlformats.org/officeDocument/2006/relationships/image" Target="../media/image28.png"/></Relationships>
</file>

<file path=ppt/slides/_rels/slide4.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5.xml.rels><?xml version="1.0" encoding="UTF-8" standalone="yes"?>
<Relationships xmlns="http://schemas.openxmlformats.org/package/2006/relationships"><Relationship Id="rId8" Type="http://schemas.openxmlformats.org/officeDocument/2006/relationships/image" Target="../media/image43.png"/><Relationship Id="rId13" Type="http://schemas.openxmlformats.org/officeDocument/2006/relationships/image" Target="../media/image48.png"/><Relationship Id="rId3" Type="http://schemas.openxmlformats.org/officeDocument/2006/relationships/image" Target="../media/image38.png"/><Relationship Id="rId7" Type="http://schemas.openxmlformats.org/officeDocument/2006/relationships/image" Target="../media/image42.png"/><Relationship Id="rId12" Type="http://schemas.openxmlformats.org/officeDocument/2006/relationships/image" Target="../media/image47.png"/><Relationship Id="rId2" Type="http://schemas.openxmlformats.org/officeDocument/2006/relationships/notesSlide" Target="../notesSlides/notesSlide5.xml"/><Relationship Id="rId16" Type="http://schemas.openxmlformats.org/officeDocument/2006/relationships/image" Target="../media/image51.png"/><Relationship Id="rId1" Type="http://schemas.openxmlformats.org/officeDocument/2006/relationships/slideLayout" Target="../slideLayouts/slideLayout3.xml"/><Relationship Id="rId6" Type="http://schemas.openxmlformats.org/officeDocument/2006/relationships/image" Target="../media/image41.png"/><Relationship Id="rId11" Type="http://schemas.openxmlformats.org/officeDocument/2006/relationships/image" Target="../media/image46.png"/><Relationship Id="rId5" Type="http://schemas.openxmlformats.org/officeDocument/2006/relationships/image" Target="../media/image40.png"/><Relationship Id="rId15" Type="http://schemas.openxmlformats.org/officeDocument/2006/relationships/image" Target="../media/image50.png"/><Relationship Id="rId10" Type="http://schemas.openxmlformats.org/officeDocument/2006/relationships/image" Target="../media/image45.png"/><Relationship Id="rId4" Type="http://schemas.openxmlformats.org/officeDocument/2006/relationships/image" Target="../media/image39.png"/><Relationship Id="rId9" Type="http://schemas.openxmlformats.org/officeDocument/2006/relationships/image" Target="../media/image44.png"/><Relationship Id="rId14" Type="http://schemas.openxmlformats.org/officeDocument/2006/relationships/image" Target="../media/image49.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81"/>
        <p:cNvGrpSpPr/>
        <p:nvPr/>
      </p:nvGrpSpPr>
      <p:grpSpPr>
        <a:xfrm>
          <a:off x="0" y="0"/>
          <a:ext cx="0" cy="0"/>
          <a:chOff x="0" y="0"/>
          <a:chExt cx="0" cy="0"/>
        </a:xfrm>
      </p:grpSpPr>
      <p:sp>
        <p:nvSpPr>
          <p:cNvPr id="682" name="Google Shape;682;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262626"/>
              </a:buClr>
              <a:buSzPts val="3600"/>
              <a:buNone/>
            </a:pPr>
            <a:r>
              <a:rPr lang="en-US"/>
              <a:t>Letter Sound 'zz'</a:t>
            </a:r>
            <a:endParaRPr/>
          </a:p>
        </p:txBody>
      </p:sp>
      <p:sp>
        <p:nvSpPr>
          <p:cNvPr id="683" name="Google Shape;683;p1"/>
          <p:cNvSpPr/>
          <p:nvPr/>
        </p:nvSpPr>
        <p:spPr>
          <a:xfrm>
            <a:off x="5177314"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4" name="Google Shape;684;p1"/>
          <p:cNvSpPr/>
          <p:nvPr/>
        </p:nvSpPr>
        <p:spPr>
          <a:xfrm>
            <a:off x="5544307"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5" name="Google Shape;685;p1"/>
          <p:cNvSpPr txBox="1">
            <a:spLocks noGrp="1"/>
          </p:cNvSpPr>
          <p:nvPr>
            <p:ph type="subTitle" idx="2"/>
          </p:nvPr>
        </p:nvSpPr>
        <p:spPr>
          <a:xfrm>
            <a:off x="884092" y="32969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8</a:t>
            </a:r>
            <a:endParaRPr/>
          </a:p>
        </p:txBody>
      </p:sp>
      <p:graphicFrame>
        <p:nvGraphicFramePr>
          <p:cNvPr id="686" name="Google Shape;686;p1"/>
          <p:cNvGraphicFramePr/>
          <p:nvPr/>
        </p:nvGraphicFramePr>
        <p:xfrm>
          <a:off x="4844200" y="1891197"/>
          <a:ext cx="3784950" cy="1678950"/>
        </p:xfrm>
        <a:graphic>
          <a:graphicData uri="http://schemas.openxmlformats.org/drawingml/2006/table">
            <a:tbl>
              <a:tblPr firstRow="1" bandRow="1">
                <a:noFill/>
                <a:tableStyleId>{67FC60B3-31F8-4450-BDA4-61D0E580D5B4}</a:tableStyleId>
              </a:tblPr>
              <a:tblGrid>
                <a:gridCol w="420550">
                  <a:extLst>
                    <a:ext uri="{9D8B030D-6E8A-4147-A177-3AD203B41FA5}">
                      <a16:colId xmlns:a16="http://schemas.microsoft.com/office/drawing/2014/main" val="20000"/>
                    </a:ext>
                  </a:extLst>
                </a:gridCol>
                <a:gridCol w="420550">
                  <a:extLst>
                    <a:ext uri="{9D8B030D-6E8A-4147-A177-3AD203B41FA5}">
                      <a16:colId xmlns:a16="http://schemas.microsoft.com/office/drawing/2014/main" val="20001"/>
                    </a:ext>
                  </a:extLst>
                </a:gridCol>
                <a:gridCol w="420550">
                  <a:extLst>
                    <a:ext uri="{9D8B030D-6E8A-4147-A177-3AD203B41FA5}">
                      <a16:colId xmlns:a16="http://schemas.microsoft.com/office/drawing/2014/main" val="20002"/>
                    </a:ext>
                  </a:extLst>
                </a:gridCol>
                <a:gridCol w="420550">
                  <a:extLst>
                    <a:ext uri="{9D8B030D-6E8A-4147-A177-3AD203B41FA5}">
                      <a16:colId xmlns:a16="http://schemas.microsoft.com/office/drawing/2014/main" val="20003"/>
                    </a:ext>
                  </a:extLst>
                </a:gridCol>
                <a:gridCol w="420550">
                  <a:extLst>
                    <a:ext uri="{9D8B030D-6E8A-4147-A177-3AD203B41FA5}">
                      <a16:colId xmlns:a16="http://schemas.microsoft.com/office/drawing/2014/main" val="20004"/>
                    </a:ext>
                  </a:extLst>
                </a:gridCol>
                <a:gridCol w="420550">
                  <a:extLst>
                    <a:ext uri="{9D8B030D-6E8A-4147-A177-3AD203B41FA5}">
                      <a16:colId xmlns:a16="http://schemas.microsoft.com/office/drawing/2014/main" val="20005"/>
                    </a:ext>
                  </a:extLst>
                </a:gridCol>
                <a:gridCol w="420550">
                  <a:extLst>
                    <a:ext uri="{9D8B030D-6E8A-4147-A177-3AD203B41FA5}">
                      <a16:colId xmlns:a16="http://schemas.microsoft.com/office/drawing/2014/main" val="20006"/>
                    </a:ext>
                  </a:extLst>
                </a:gridCol>
                <a:gridCol w="420550">
                  <a:extLst>
                    <a:ext uri="{9D8B030D-6E8A-4147-A177-3AD203B41FA5}">
                      <a16:colId xmlns:a16="http://schemas.microsoft.com/office/drawing/2014/main" val="20007"/>
                    </a:ext>
                  </a:extLst>
                </a:gridCol>
                <a:gridCol w="420550">
                  <a:extLst>
                    <a:ext uri="{9D8B030D-6E8A-4147-A177-3AD203B41FA5}">
                      <a16:colId xmlns:a16="http://schemas.microsoft.com/office/drawing/2014/main" val="20008"/>
                    </a:ext>
                  </a:extLst>
                </a:gridCol>
              </a:tblGrid>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j</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Mulish"/>
                          <a:ea typeface="Mulish"/>
                          <a:cs typeface="Mulish"/>
                          <a:sym typeface="Mulish"/>
                        </a:rPr>
                        <a:t>v</a:t>
                      </a:r>
                      <a:endParaRPr sz="1800" u="none" strike="noStrike" cap="none">
                        <a:latin typeface="Mulish"/>
                        <a:ea typeface="Mulish"/>
                        <a:cs typeface="Mulish"/>
                        <a:sym typeface="Mulish"/>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w</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x</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y</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z</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FFFFFF"/>
                          </a:solidFill>
                          <a:latin typeface="Jost"/>
                          <a:ea typeface="Jost"/>
                          <a:cs typeface="Jost"/>
                          <a:sym typeface="Jost"/>
                        </a:rPr>
                        <a:t>zz</a:t>
                      </a:r>
                      <a:endParaRPr sz="18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qu</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ch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sh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th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ng</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i</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igh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a:t>
                      </a:r>
                      <a:r>
                        <a:rPr lang="en-US" sz="1500" u="none" strike="noStrike" cap="none">
                          <a:solidFill>
                            <a:srgbClr val="D9D9D9"/>
                          </a:solidFill>
                          <a:latin typeface="Poppins"/>
                          <a:ea typeface="Poppins"/>
                          <a:cs typeface="Poppins"/>
                          <a:sym typeface="Poppins"/>
                        </a:rPr>
                        <a:t>a</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oi</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oo</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ow</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ir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a:t>
                      </a: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ure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687" name="Google Shape;687;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688" name="Google Shape;688;p1"/>
          <p:cNvPicPr preferRelativeResize="0"/>
          <p:nvPr/>
        </p:nvPicPr>
        <p:blipFill rotWithShape="1">
          <a:blip r:embed="rId3">
            <a:alphaModFix/>
          </a:blip>
          <a:srcRect l="39" r="49"/>
          <a:stretch/>
        </p:blipFill>
        <p:spPr>
          <a:xfrm rot="160860">
            <a:off x="3903141" y="4460160"/>
            <a:ext cx="2493518" cy="997851"/>
          </a:xfrm>
          <a:prstGeom prst="rect">
            <a:avLst/>
          </a:prstGeom>
          <a:noFill/>
          <a:ln>
            <a:noFill/>
          </a:ln>
          <a:effectLst>
            <a:outerShdw blurRad="71438" dist="38100" dir="5220000" algn="bl" rotWithShape="0">
              <a:srgbClr val="000000">
                <a:alpha val="20784"/>
              </a:srgbClr>
            </a:outerShdw>
          </a:effectLst>
        </p:spPr>
      </p:pic>
      <p:pic>
        <p:nvPicPr>
          <p:cNvPr id="689" name="Google Shape;689;p1"/>
          <p:cNvPicPr preferRelativeResize="0"/>
          <p:nvPr/>
        </p:nvPicPr>
        <p:blipFill rotWithShape="1">
          <a:blip r:embed="rId4">
            <a:alphaModFix/>
          </a:blip>
          <a:srcRect/>
          <a:stretch/>
        </p:blipFill>
        <p:spPr>
          <a:xfrm rot="-172072">
            <a:off x="6300356" y="4168364"/>
            <a:ext cx="1078930" cy="1497455"/>
          </a:xfrm>
          <a:prstGeom prst="rect">
            <a:avLst/>
          </a:prstGeom>
          <a:noFill/>
          <a:ln>
            <a:noFill/>
          </a:ln>
          <a:effectLst>
            <a:outerShdw blurRad="71438" dist="19050" dir="5220000" algn="bl" rotWithShape="0">
              <a:srgbClr val="000000">
                <a:alpha val="17647"/>
              </a:srgbClr>
            </a:outerShdw>
          </a:effectLst>
        </p:spPr>
      </p:pic>
      <p:pic>
        <p:nvPicPr>
          <p:cNvPr id="690" name="Google Shape;690;p1"/>
          <p:cNvPicPr preferRelativeResize="0"/>
          <p:nvPr/>
        </p:nvPicPr>
        <p:blipFill rotWithShape="1">
          <a:blip r:embed="rId5">
            <a:alphaModFix/>
          </a:blip>
          <a:srcRect l="79" r="69"/>
          <a:stretch/>
        </p:blipFill>
        <p:spPr>
          <a:xfrm rot="540305">
            <a:off x="7336183" y="3887252"/>
            <a:ext cx="1208040" cy="1709827"/>
          </a:xfrm>
          <a:prstGeom prst="rect">
            <a:avLst/>
          </a:prstGeom>
          <a:noFill/>
          <a:ln>
            <a:noFill/>
          </a:ln>
          <a:effectLst>
            <a:outerShdw blurRad="71438" dist="38100" dir="5220000" algn="bl" rotWithShape="0">
              <a:srgbClr val="000000">
                <a:alpha val="20000"/>
              </a:srgbClr>
            </a:outerShdw>
          </a:effectLst>
        </p:spPr>
      </p:pic>
      <p:cxnSp>
        <p:nvCxnSpPr>
          <p:cNvPr id="691" name="Google Shape;691;p1"/>
          <p:cNvCxnSpPr/>
          <p:nvPr/>
        </p:nvCxnSpPr>
        <p:spPr>
          <a:xfrm rot="10800000" flipH="1">
            <a:off x="7974450" y="2287200"/>
            <a:ext cx="35400" cy="24000"/>
          </a:xfrm>
          <a:prstGeom prst="straightConnector1">
            <a:avLst/>
          </a:prstGeom>
          <a:noFill/>
          <a:ln w="19050" cap="flat" cmpd="sng">
            <a:solidFill>
              <a:srgbClr val="D9D9D9"/>
            </a:solidFill>
            <a:prstDash val="solid"/>
            <a:round/>
            <a:headEnd type="none" w="sm" len="sm"/>
            <a:tailEnd type="none" w="sm" len="sm"/>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96"/>
        <p:cNvGrpSpPr/>
        <p:nvPr/>
      </p:nvGrpSpPr>
      <p:grpSpPr>
        <a:xfrm>
          <a:off x="0" y="0"/>
          <a:ext cx="0" cy="0"/>
          <a:chOff x="0" y="0"/>
          <a:chExt cx="0" cy="0"/>
        </a:xfrm>
      </p:grpSpPr>
      <p:sp>
        <p:nvSpPr>
          <p:cNvPr id="697" name="Google Shape;697;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60000"/>
              </a:lnSpc>
              <a:spcBef>
                <a:spcPts val="1000"/>
              </a:spcBef>
              <a:spcAft>
                <a:spcPts val="0"/>
              </a:spcAft>
              <a:buSzPts val="1600"/>
              <a:buChar char="•"/>
            </a:pPr>
            <a:r>
              <a:rPr lang="en-US"/>
              <a:t>Learn and practise consonant digraph </a:t>
            </a:r>
            <a:r>
              <a:rPr lang="en-US">
                <a:solidFill>
                  <a:srgbClr val="8DC63F"/>
                </a:solidFill>
              </a:rPr>
              <a:t>zz</a:t>
            </a:r>
            <a:r>
              <a:rPr lang="en-US"/>
              <a:t>.</a:t>
            </a:r>
            <a:endParaRPr/>
          </a:p>
        </p:txBody>
      </p:sp>
      <p:sp>
        <p:nvSpPr>
          <p:cNvPr id="698" name="Google Shape;698;g2bee4f4af4b_0_204"/>
          <p:cNvSpPr txBox="1">
            <a:spLocks noGrp="1"/>
          </p:cNvSpPr>
          <p:nvPr>
            <p:ph type="body" idx="2"/>
          </p:nvPr>
        </p:nvSpPr>
        <p:spPr>
          <a:xfrm>
            <a:off x="3298550" y="1897010"/>
            <a:ext cx="4850100" cy="10698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0"/>
              </a:spcBef>
              <a:spcAft>
                <a:spcPts val="0"/>
              </a:spcAft>
              <a:buSzPts val="1600"/>
              <a:buChar char="•"/>
            </a:pPr>
            <a:r>
              <a:rPr lang="en-US"/>
              <a:t>Review Phase 2 Common Exception Words </a:t>
            </a:r>
            <a:r>
              <a:rPr lang="en-US">
                <a:solidFill>
                  <a:srgbClr val="2356AF"/>
                </a:solidFill>
              </a:rPr>
              <a:t>as I is no go to into the put his has of pull full.</a:t>
            </a:r>
            <a:endParaRPr/>
          </a:p>
        </p:txBody>
      </p:sp>
      <p:sp>
        <p:nvSpPr>
          <p:cNvPr id="699" name="Google Shape;699;g2bee4f4af4b_0_204"/>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p>
            <a:pPr marL="0" lvl="0" indent="0" algn="l" rtl="0">
              <a:lnSpc>
                <a:spcPct val="80000"/>
              </a:lnSpc>
              <a:spcBef>
                <a:spcPts val="1000"/>
              </a:spcBef>
              <a:spcAft>
                <a:spcPts val="0"/>
              </a:spcAft>
              <a:buSzPts val="1600"/>
              <a:buNone/>
            </a:pPr>
            <a:endParaRPr/>
          </a:p>
        </p:txBody>
      </p:sp>
      <p:sp>
        <p:nvSpPr>
          <p:cNvPr id="700" name="Google Shape;700;g2bee4f4af4b_0_204"/>
          <p:cNvSpPr txBox="1"/>
          <p:nvPr/>
        </p:nvSpPr>
        <p:spPr>
          <a:xfrm>
            <a:off x="2506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a:solidFill>
                  <a:srgbClr val="AEABAB"/>
                </a:solidFill>
                <a:latin typeface="Poppins"/>
                <a:ea typeface="Poppins"/>
                <a:cs typeface="Poppins"/>
                <a:sym typeface="Poppins"/>
              </a:rPr>
              <a:t>JL686</a:t>
            </a:r>
            <a:endParaRPr sz="1000" b="0" i="0" u="none" strike="noStrike" cap="none">
              <a:solidFill>
                <a:srgbClr val="000000"/>
              </a:solidFill>
              <a:latin typeface="Poppins"/>
              <a:ea typeface="Poppins"/>
              <a:cs typeface="Poppins"/>
              <a:sym typeface="Poppins"/>
            </a:endParaRPr>
          </a:p>
        </p:txBody>
      </p:sp>
      <p:sp>
        <p:nvSpPr>
          <p:cNvPr id="701" name="Google Shape;701;g2bee4f4af4b_0_204"/>
          <p:cNvSpPr txBox="1"/>
          <p:nvPr/>
        </p:nvSpPr>
        <p:spPr>
          <a:xfrm>
            <a:off x="2298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702" name="Google Shape;702;g2bee4f4af4b_0_204"/>
          <p:cNvPicPr preferRelativeResize="0"/>
          <p:nvPr/>
        </p:nvPicPr>
        <p:blipFill rotWithShape="1">
          <a:blip r:embed="rId3">
            <a:alphaModFix/>
          </a:blip>
          <a:srcRect l="79" r="79"/>
          <a:stretch/>
        </p:blipFill>
        <p:spPr>
          <a:xfrm>
            <a:off x="2519626" y="4101860"/>
            <a:ext cx="786850" cy="1113689"/>
          </a:xfrm>
          <a:prstGeom prst="rect">
            <a:avLst/>
          </a:prstGeom>
          <a:noFill/>
          <a:ln>
            <a:noFill/>
          </a:ln>
          <a:effectLst>
            <a:outerShdw blurRad="71438" dist="19050" dir="5220000" algn="bl" rotWithShape="0">
              <a:srgbClr val="D8D8D8"/>
            </a:outerShdw>
          </a:effectLst>
        </p:spPr>
      </p:pic>
      <p:sp>
        <p:nvSpPr>
          <p:cNvPr id="703" name="Google Shape;703;g2bee4f4af4b_0_204"/>
          <p:cNvSpPr txBox="1"/>
          <p:nvPr/>
        </p:nvSpPr>
        <p:spPr>
          <a:xfrm>
            <a:off x="3786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a:solidFill>
                  <a:srgbClr val="AEABAB"/>
                </a:solidFill>
                <a:latin typeface="Poppins"/>
                <a:ea typeface="Poppins"/>
                <a:cs typeface="Poppins"/>
                <a:sym typeface="Poppins"/>
              </a:rPr>
              <a:t>JL689</a:t>
            </a:r>
            <a:endParaRPr sz="1000" b="0" i="0" u="none" strike="noStrike" cap="none">
              <a:solidFill>
                <a:srgbClr val="000000"/>
              </a:solidFill>
              <a:latin typeface="Poppins"/>
              <a:ea typeface="Poppins"/>
              <a:cs typeface="Poppins"/>
              <a:sym typeface="Poppins"/>
            </a:endParaRPr>
          </a:p>
        </p:txBody>
      </p:sp>
      <p:sp>
        <p:nvSpPr>
          <p:cNvPr id="704" name="Google Shape;704;g2bee4f4af4b_0_204"/>
          <p:cNvSpPr txBox="1"/>
          <p:nvPr/>
        </p:nvSpPr>
        <p:spPr>
          <a:xfrm>
            <a:off x="3579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05" name="Google Shape;705;g2bee4f4af4b_0_204"/>
          <p:cNvPicPr preferRelativeResize="0"/>
          <p:nvPr/>
        </p:nvPicPr>
        <p:blipFill rotWithShape="1">
          <a:blip r:embed="rId4">
            <a:alphaModFix/>
          </a:blip>
          <a:srcRect/>
          <a:stretch/>
        </p:blipFill>
        <p:spPr>
          <a:xfrm>
            <a:off x="3786506" y="4169988"/>
            <a:ext cx="813600" cy="977432"/>
          </a:xfrm>
          <a:prstGeom prst="rect">
            <a:avLst/>
          </a:prstGeom>
          <a:noFill/>
          <a:ln>
            <a:noFill/>
          </a:ln>
          <a:effectLst>
            <a:outerShdw blurRad="71438" dist="19050" dir="5220000" algn="bl" rotWithShape="0">
              <a:srgbClr val="D8D8D8"/>
            </a:outerShdw>
          </a:effectLst>
        </p:spPr>
      </p:pic>
      <p:sp>
        <p:nvSpPr>
          <p:cNvPr id="706" name="Google Shape;706;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a:solidFill>
                  <a:srgbClr val="AEABAB"/>
                </a:solidFill>
                <a:latin typeface="Poppins"/>
                <a:ea typeface="Poppins"/>
                <a:cs typeface="Poppins"/>
                <a:sym typeface="Poppins"/>
              </a:rPr>
              <a:t>JL691</a:t>
            </a:r>
            <a:endParaRPr sz="1000" b="0" i="0" u="none" strike="noStrike" cap="none">
              <a:solidFill>
                <a:srgbClr val="000000"/>
              </a:solidFill>
              <a:latin typeface="Poppins"/>
              <a:ea typeface="Poppins"/>
              <a:cs typeface="Poppins"/>
              <a:sym typeface="Poppins"/>
            </a:endParaRPr>
          </a:p>
        </p:txBody>
      </p:sp>
      <p:sp>
        <p:nvSpPr>
          <p:cNvPr id="707" name="Google Shape;707;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708" name="Google Shape;708;g2bee4f4af4b_0_204"/>
          <p:cNvPicPr preferRelativeResize="0"/>
          <p:nvPr/>
        </p:nvPicPr>
        <p:blipFill rotWithShape="1">
          <a:blip r:embed="rId5">
            <a:alphaModFix/>
          </a:blip>
          <a:srcRect l="39" r="49"/>
          <a:stretch/>
        </p:blipFill>
        <p:spPr>
          <a:xfrm>
            <a:off x="946800" y="4384154"/>
            <a:ext cx="1372150" cy="549100"/>
          </a:xfrm>
          <a:prstGeom prst="rect">
            <a:avLst/>
          </a:prstGeom>
          <a:noFill/>
          <a:ln>
            <a:noFill/>
          </a:ln>
          <a:effectLst>
            <a:outerShdw blurRad="71438" dist="19050" dir="5220000" algn="bl" rotWithShape="0">
              <a:srgbClr val="D8D8D8"/>
            </a:outerShdw>
          </a:effectLst>
        </p:spPr>
      </p:pic>
      <p:sp>
        <p:nvSpPr>
          <p:cNvPr id="709" name="Google Shape;709;g2bee4f4af4b_0_204"/>
          <p:cNvSpPr txBox="1"/>
          <p:nvPr/>
        </p:nvSpPr>
        <p:spPr>
          <a:xfrm>
            <a:off x="4974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a:solidFill>
                  <a:srgbClr val="AEABAB"/>
                </a:solidFill>
                <a:latin typeface="Poppins"/>
                <a:ea typeface="Poppins"/>
                <a:cs typeface="Poppins"/>
                <a:sym typeface="Poppins"/>
              </a:rPr>
              <a:t>JL692</a:t>
            </a:r>
            <a:endParaRPr sz="1000" b="0" i="0" u="none" strike="noStrike" cap="none">
              <a:solidFill>
                <a:srgbClr val="000000"/>
              </a:solidFill>
              <a:latin typeface="Poppins"/>
              <a:ea typeface="Poppins"/>
              <a:cs typeface="Poppins"/>
              <a:sym typeface="Poppins"/>
            </a:endParaRPr>
          </a:p>
        </p:txBody>
      </p:sp>
      <p:sp>
        <p:nvSpPr>
          <p:cNvPr id="710" name="Google Shape;710;g2bee4f4af4b_0_204"/>
          <p:cNvSpPr txBox="1"/>
          <p:nvPr/>
        </p:nvSpPr>
        <p:spPr>
          <a:xfrm>
            <a:off x="4859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711" name="Google Shape;711;g2bee4f4af4b_0_204"/>
          <p:cNvPicPr preferRelativeResize="0"/>
          <p:nvPr/>
        </p:nvPicPr>
        <p:blipFill rotWithShape="1">
          <a:blip r:embed="rId6">
            <a:alphaModFix/>
          </a:blip>
          <a:srcRect/>
          <a:stretch/>
        </p:blipFill>
        <p:spPr>
          <a:xfrm>
            <a:off x="5073599" y="4232253"/>
            <a:ext cx="614525" cy="852902"/>
          </a:xfrm>
          <a:prstGeom prst="rect">
            <a:avLst/>
          </a:prstGeom>
          <a:noFill/>
          <a:ln>
            <a:noFill/>
          </a:ln>
          <a:effectLst>
            <a:outerShdw blurRad="71438" dist="19050" dir="5220000" algn="bl" rotWithShape="0">
              <a:srgbClr val="D8D8D8"/>
            </a:outerShdw>
          </a:effectLst>
        </p:spPr>
      </p:pic>
      <p:sp>
        <p:nvSpPr>
          <p:cNvPr id="712" name="Google Shape;712;g2bee4f4af4b_0_204">
            <a:hlinkClick r:id="rId7" action="ppaction://hlinksldjump"/>
          </p:cNvPr>
          <p:cNvSpPr/>
          <p:nvPr/>
        </p:nvSpPr>
        <p:spPr>
          <a:xfrm>
            <a:off x="948525" y="4265558"/>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3" name="Google Shape;713;g2bee4f4af4b_0_204">
            <a:hlinkClick r:id="rId8" action="ppaction://hlinksldjump"/>
          </p:cNvPr>
          <p:cNvSpPr/>
          <p:nvPr/>
        </p:nvSpPr>
        <p:spPr>
          <a:xfrm>
            <a:off x="2422575" y="4127750"/>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4" name="Google Shape;714;g2bee4f4af4b_0_204">
            <a:hlinkClick r:id="rId9" action="ppaction://hlinksldjump"/>
          </p:cNvPr>
          <p:cNvSpPr/>
          <p:nvPr/>
        </p:nvSpPr>
        <p:spPr>
          <a:xfrm>
            <a:off x="3579200" y="4127750"/>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5" name="Google Shape;715;g2bee4f4af4b_0_204">
            <a:hlinkClick r:id="rId10" action="ppaction://hlinksldjump"/>
          </p:cNvPr>
          <p:cNvSpPr/>
          <p:nvPr/>
        </p:nvSpPr>
        <p:spPr>
          <a:xfrm>
            <a:off x="4859463" y="4127750"/>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20"/>
        <p:cNvGrpSpPr/>
        <p:nvPr/>
      </p:nvGrpSpPr>
      <p:grpSpPr>
        <a:xfrm>
          <a:off x="0" y="0"/>
          <a:ext cx="0" cy="0"/>
          <a:chOff x="0" y="0"/>
          <a:chExt cx="0" cy="0"/>
        </a:xfrm>
      </p:grpSpPr>
      <p:sp>
        <p:nvSpPr>
          <p:cNvPr id="721" name="Google Shape;721;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22" name="Google Shape;722;g26b641b03cd_0_165"/>
          <p:cNvGrpSpPr/>
          <p:nvPr/>
        </p:nvGrpSpPr>
        <p:grpSpPr>
          <a:xfrm>
            <a:off x="930400" y="2129444"/>
            <a:ext cx="7283200" cy="3724851"/>
            <a:chOff x="930400" y="2129444"/>
            <a:chExt cx="7283200" cy="3724851"/>
          </a:xfrm>
        </p:grpSpPr>
        <p:pic>
          <p:nvPicPr>
            <p:cNvPr id="723" name="Google Shape;723;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24" name="Google Shape;724;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25" name="Google Shape;725;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26" name="Google Shape;726;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27" name="Google Shape;727;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28" name="Google Shape;728;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29" name="Google Shape;729;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30" name="Google Shape;730;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31" name="Google Shape;731;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32" name="Google Shape;732;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33" name="Google Shape;733;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34" name="Google Shape;734;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35" name="Google Shape;735;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36" name="Google Shape;736;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37" name="Google Shape;737;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38" name="Google Shape;738;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39" name="Google Shape;739;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40" name="Google Shape;740;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41" name="Google Shape;741;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42" name="Google Shape;742;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43" name="Google Shape;743;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44" name="Google Shape;744;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45" name="Google Shape;745;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50"/>
        <p:cNvGrpSpPr/>
        <p:nvPr/>
      </p:nvGrpSpPr>
      <p:grpSpPr>
        <a:xfrm>
          <a:off x="0" y="0"/>
          <a:ext cx="0" cy="0"/>
          <a:chOff x="0" y="0"/>
          <a:chExt cx="0" cy="0"/>
        </a:xfrm>
      </p:grpSpPr>
      <p:sp>
        <p:nvSpPr>
          <p:cNvPr id="751" name="Google Shape;751;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52" name="Google Shape;752;g26b7edf6e71_0_26"/>
          <p:cNvPicPr preferRelativeResize="0"/>
          <p:nvPr/>
        </p:nvPicPr>
        <p:blipFill rotWithShape="1">
          <a:blip r:embed="rId3">
            <a:alphaModFix/>
          </a:blip>
          <a:srcRect l="79" r="79"/>
          <a:stretch/>
        </p:blipFill>
        <p:spPr>
          <a:xfrm>
            <a:off x="930400" y="2129450"/>
            <a:ext cx="1091958" cy="1545592"/>
          </a:xfrm>
          <a:prstGeom prst="rect">
            <a:avLst/>
          </a:prstGeom>
          <a:noFill/>
          <a:ln>
            <a:noFill/>
          </a:ln>
          <a:effectLst>
            <a:outerShdw blurRad="71438" dist="28575" dir="5400000" algn="bl" rotWithShape="0">
              <a:srgbClr val="000000">
                <a:alpha val="16078"/>
              </a:srgbClr>
            </a:outerShdw>
          </a:effectLst>
        </p:spPr>
      </p:pic>
      <p:pic>
        <p:nvPicPr>
          <p:cNvPr id="753" name="Google Shape;753;g26b7edf6e71_0_26"/>
          <p:cNvPicPr preferRelativeResize="0"/>
          <p:nvPr/>
        </p:nvPicPr>
        <p:blipFill rotWithShape="1">
          <a:blip r:embed="rId4">
            <a:alphaModFix/>
          </a:blip>
          <a:srcRect l="79" r="79"/>
          <a:stretch/>
        </p:blipFill>
        <p:spPr>
          <a:xfrm>
            <a:off x="4606250" y="2129450"/>
            <a:ext cx="1091958" cy="1545592"/>
          </a:xfrm>
          <a:prstGeom prst="rect">
            <a:avLst/>
          </a:prstGeom>
          <a:noFill/>
          <a:ln>
            <a:noFill/>
          </a:ln>
          <a:effectLst>
            <a:outerShdw blurRad="71438" dist="28575" dir="5400000" algn="bl" rotWithShape="0">
              <a:srgbClr val="000000">
                <a:alpha val="16078"/>
              </a:srgbClr>
            </a:outerShdw>
          </a:effectLst>
        </p:spPr>
      </p:pic>
      <p:pic>
        <p:nvPicPr>
          <p:cNvPr id="754" name="Google Shape;754;g26b7edf6e71_0_26"/>
          <p:cNvPicPr preferRelativeResize="0"/>
          <p:nvPr/>
        </p:nvPicPr>
        <p:blipFill rotWithShape="1">
          <a:blip r:embed="rId5">
            <a:alphaModFix/>
          </a:blip>
          <a:srcRect l="79" r="79"/>
          <a:stretch/>
        </p:blipFill>
        <p:spPr>
          <a:xfrm>
            <a:off x="2155683" y="2129450"/>
            <a:ext cx="1091958" cy="1545592"/>
          </a:xfrm>
          <a:prstGeom prst="rect">
            <a:avLst/>
          </a:prstGeom>
          <a:noFill/>
          <a:ln>
            <a:noFill/>
          </a:ln>
          <a:effectLst>
            <a:outerShdw blurRad="71438" dist="28575" dir="5400000" algn="bl" rotWithShape="0">
              <a:srgbClr val="000000">
                <a:alpha val="16078"/>
              </a:srgbClr>
            </a:outerShdw>
          </a:effectLst>
        </p:spPr>
      </p:pic>
      <p:pic>
        <p:nvPicPr>
          <p:cNvPr id="755" name="Google Shape;755;g26b7edf6e71_0_26"/>
          <p:cNvPicPr preferRelativeResize="0"/>
          <p:nvPr/>
        </p:nvPicPr>
        <p:blipFill rotWithShape="1">
          <a:blip r:embed="rId6">
            <a:alphaModFix/>
          </a:blip>
          <a:srcRect l="19" r="29"/>
          <a:stretch/>
        </p:blipFill>
        <p:spPr>
          <a:xfrm>
            <a:off x="3380967" y="2129450"/>
            <a:ext cx="1091958" cy="1545590"/>
          </a:xfrm>
          <a:prstGeom prst="rect">
            <a:avLst/>
          </a:prstGeom>
          <a:noFill/>
          <a:ln>
            <a:noFill/>
          </a:ln>
          <a:effectLst>
            <a:outerShdw blurRad="71438" dist="28575" dir="5400000" algn="bl" rotWithShape="0">
              <a:srgbClr val="000000">
                <a:alpha val="16078"/>
              </a:srgbClr>
            </a:outerShdw>
          </a:effectLst>
        </p:spPr>
      </p:pic>
      <p:pic>
        <p:nvPicPr>
          <p:cNvPr id="756" name="Google Shape;756;g26b7edf6e71_0_26"/>
          <p:cNvPicPr preferRelativeResize="0"/>
          <p:nvPr/>
        </p:nvPicPr>
        <p:blipFill rotWithShape="1">
          <a:blip r:embed="rId7">
            <a:alphaModFix/>
          </a:blip>
          <a:srcRect l="19" r="29"/>
          <a:stretch/>
        </p:blipFill>
        <p:spPr>
          <a:xfrm>
            <a:off x="5831532" y="2129450"/>
            <a:ext cx="1091958" cy="1545590"/>
          </a:xfrm>
          <a:prstGeom prst="rect">
            <a:avLst/>
          </a:prstGeom>
          <a:noFill/>
          <a:ln>
            <a:noFill/>
          </a:ln>
          <a:effectLst>
            <a:outerShdw blurRad="71438" dist="28575" dir="5400000" algn="bl" rotWithShape="0">
              <a:srgbClr val="000000">
                <a:alpha val="16078"/>
              </a:srgbClr>
            </a:outerShdw>
          </a:effectLst>
        </p:spPr>
      </p:pic>
      <p:pic>
        <p:nvPicPr>
          <p:cNvPr id="757" name="Google Shape;757;g26b7edf6e71_0_26"/>
          <p:cNvPicPr preferRelativeResize="0"/>
          <p:nvPr/>
        </p:nvPicPr>
        <p:blipFill rotWithShape="1">
          <a:blip r:embed="rId8">
            <a:alphaModFix/>
          </a:blip>
          <a:srcRect l="79" r="79"/>
          <a:stretch/>
        </p:blipFill>
        <p:spPr>
          <a:xfrm>
            <a:off x="7056816" y="2129450"/>
            <a:ext cx="1091958" cy="1545592"/>
          </a:xfrm>
          <a:prstGeom prst="rect">
            <a:avLst/>
          </a:prstGeom>
          <a:noFill/>
          <a:ln>
            <a:noFill/>
          </a:ln>
          <a:effectLst>
            <a:outerShdw blurRad="71438" dist="28575" dir="5400000" algn="bl" rotWithShape="0">
              <a:srgbClr val="000000">
                <a:alpha val="16078"/>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62"/>
        <p:cNvGrpSpPr/>
        <p:nvPr/>
      </p:nvGrpSpPr>
      <p:grpSpPr>
        <a:xfrm>
          <a:off x="0" y="0"/>
          <a:ext cx="0" cy="0"/>
          <a:chOff x="0" y="0"/>
          <a:chExt cx="0" cy="0"/>
        </a:xfrm>
      </p:grpSpPr>
      <p:sp>
        <p:nvSpPr>
          <p:cNvPr id="763" name="Google Shape;763;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endParaRPr/>
          </a:p>
        </p:txBody>
      </p:sp>
      <p:grpSp>
        <p:nvGrpSpPr>
          <p:cNvPr id="764" name="Google Shape;764;g26b7edf6e71_0_109"/>
          <p:cNvGrpSpPr/>
          <p:nvPr/>
        </p:nvGrpSpPr>
        <p:grpSpPr>
          <a:xfrm>
            <a:off x="867357" y="2129450"/>
            <a:ext cx="7282807" cy="2686611"/>
            <a:chOff x="867357" y="2129450"/>
            <a:chExt cx="7282807" cy="2686611"/>
          </a:xfrm>
        </p:grpSpPr>
        <p:pic>
          <p:nvPicPr>
            <p:cNvPr id="765" name="Google Shape;765;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766" name="Google Shape;766;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767" name="Google Shape;767;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768" name="Google Shape;768;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769" name="Google Shape;769;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770" name="Google Shape;770;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771" name="Google Shape;771;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772" name="Google Shape;772;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773" name="Google Shape;773;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774" name="Google Shape;774;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775" name="Google Shape;775;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776" name="Google Shape;776;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777" name="Google Shape;777;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778" name="Google Shape;778;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83"/>
        <p:cNvGrpSpPr/>
        <p:nvPr/>
      </p:nvGrpSpPr>
      <p:grpSpPr>
        <a:xfrm>
          <a:off x="0" y="0"/>
          <a:ext cx="0" cy="0"/>
          <a:chOff x="0" y="0"/>
          <a:chExt cx="0" cy="0"/>
        </a:xfrm>
      </p:grpSpPr>
      <p:sp>
        <p:nvSpPr>
          <p:cNvPr id="784" name="Google Shape;784;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785" name="Google Shape;785;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786" name="Google Shape;786;g2c186218c5a_0_17"/>
          <p:cNvPicPr preferRelativeResize="0"/>
          <p:nvPr/>
        </p:nvPicPr>
        <p:blipFill rotWithShape="1">
          <a:blip r:embed="rId3">
            <a:alphaModFix/>
          </a:blip>
          <a:srcRect/>
          <a:stretch/>
        </p:blipFill>
        <p:spPr>
          <a:xfrm>
            <a:off x="1123196" y="1835625"/>
            <a:ext cx="6897609" cy="2757875"/>
          </a:xfrm>
          <a:prstGeom prst="rect">
            <a:avLst/>
          </a:prstGeom>
          <a:noFill/>
          <a:ln>
            <a:noFill/>
          </a:ln>
          <a:effectLst>
            <a:outerShdw blurRad="71438" dist="19050" dir="5400000" algn="bl" rotWithShape="0">
              <a:srgbClr val="000000">
                <a:alpha val="20000"/>
              </a:srgbClr>
            </a:outerShdw>
          </a:effectLst>
        </p:spPr>
      </p:pic>
      <p:sp>
        <p:nvSpPr>
          <p:cNvPr id="787" name="Google Shape;787;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92"/>
        <p:cNvGrpSpPr/>
        <p:nvPr/>
      </p:nvGrpSpPr>
      <p:grpSpPr>
        <a:xfrm>
          <a:off x="0" y="0"/>
          <a:ext cx="0" cy="0"/>
          <a:chOff x="0" y="0"/>
          <a:chExt cx="0" cy="0"/>
        </a:xfrm>
      </p:grpSpPr>
      <p:sp>
        <p:nvSpPr>
          <p:cNvPr id="793" name="Google Shape;793;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794" name="Google Shape;794;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795" name="Google Shape;795;g26b641b03cd_0_185"/>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796" name="Google Shape;796;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01"/>
        <p:cNvGrpSpPr/>
        <p:nvPr/>
      </p:nvGrpSpPr>
      <p:grpSpPr>
        <a:xfrm>
          <a:off x="0" y="0"/>
          <a:ext cx="0" cy="0"/>
          <a:chOff x="0" y="0"/>
          <a:chExt cx="0" cy="0"/>
        </a:xfrm>
      </p:grpSpPr>
      <p:sp>
        <p:nvSpPr>
          <p:cNvPr id="802" name="Google Shape;802;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03" name="Google Shape;803;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804" name="Google Shape;804;g2c186218c5a_0_25"/>
          <p:cNvPicPr preferRelativeResize="0"/>
          <p:nvPr/>
        </p:nvPicPr>
        <p:blipFill rotWithShape="1">
          <a:blip r:embed="rId3">
            <a:alphaModFix/>
          </a:blip>
          <a:srcRect l="79" r="79"/>
          <a:stretch/>
        </p:blipFill>
        <p:spPr>
          <a:xfrm>
            <a:off x="3041337" y="996300"/>
            <a:ext cx="3061325" cy="4333176"/>
          </a:xfrm>
          <a:prstGeom prst="rect">
            <a:avLst/>
          </a:prstGeom>
          <a:noFill/>
          <a:ln>
            <a:noFill/>
          </a:ln>
          <a:effectLst>
            <a:outerShdw blurRad="142875" dist="19050" dir="5400000" algn="bl" rotWithShape="0">
              <a:srgbClr val="000000">
                <a:alpha val="28235"/>
              </a:srgbClr>
            </a:outerShdw>
          </a:effectLst>
        </p:spPr>
      </p:pic>
      <p:sp>
        <p:nvSpPr>
          <p:cNvPr id="805" name="Google Shape;805;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10"/>
        <p:cNvGrpSpPr/>
        <p:nvPr/>
      </p:nvGrpSpPr>
      <p:grpSpPr>
        <a:xfrm>
          <a:off x="0" y="0"/>
          <a:ext cx="0" cy="0"/>
          <a:chOff x="0" y="0"/>
          <a:chExt cx="0" cy="0"/>
        </a:xfrm>
      </p:grpSpPr>
      <p:sp>
        <p:nvSpPr>
          <p:cNvPr id="811" name="Google Shape;811;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12" name="Google Shape;812;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Lowercase Formation</a:t>
            </a:r>
            <a:endParaRPr/>
          </a:p>
        </p:txBody>
      </p:sp>
      <p:pic>
        <p:nvPicPr>
          <p:cNvPr id="813" name="Google Shape;813;g26b641b03cd_0_192"/>
          <p:cNvPicPr preferRelativeResize="0"/>
          <p:nvPr/>
        </p:nvPicPr>
        <p:blipFill rotWithShape="1">
          <a:blip r:embed="rId3">
            <a:alphaModFix/>
          </a:blip>
          <a:srcRect/>
          <a:stretch/>
        </p:blipFill>
        <p:spPr>
          <a:xfrm>
            <a:off x="3041337" y="996300"/>
            <a:ext cx="3061325" cy="4333176"/>
          </a:xfrm>
          <a:prstGeom prst="rect">
            <a:avLst/>
          </a:prstGeom>
          <a:noFill/>
          <a:ln>
            <a:noFill/>
          </a:ln>
          <a:effectLst>
            <a:outerShdw blurRad="142875" dist="19050" dir="5400000" algn="bl" rotWithShape="0">
              <a:srgbClr val="000000">
                <a:alpha val="28235"/>
              </a:srgbClr>
            </a:outerShdw>
          </a:effectLst>
        </p:spPr>
      </p:pic>
      <p:sp>
        <p:nvSpPr>
          <p:cNvPr id="814" name="Google Shape;814;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19"/>
        <p:cNvGrpSpPr/>
        <p:nvPr/>
      </p:nvGrpSpPr>
      <p:grpSpPr>
        <a:xfrm>
          <a:off x="0" y="0"/>
          <a:ext cx="0" cy="0"/>
          <a:chOff x="0" y="0"/>
          <a:chExt cx="0" cy="0"/>
        </a:xfrm>
      </p:grpSpPr>
      <p:sp>
        <p:nvSpPr>
          <p:cNvPr id="820" name="Google Shape;820;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endParaRPr/>
          </a:p>
        </p:txBody>
      </p:sp>
      <p:sp>
        <p:nvSpPr>
          <p:cNvPr id="821" name="Google Shape;821;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822" name="Google Shape;822;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27"/>
        <p:cNvGrpSpPr/>
        <p:nvPr/>
      </p:nvGrpSpPr>
      <p:grpSpPr>
        <a:xfrm>
          <a:off x="0" y="0"/>
          <a:ext cx="0" cy="0"/>
          <a:chOff x="0" y="0"/>
          <a:chExt cx="0" cy="0"/>
        </a:xfrm>
      </p:grpSpPr>
      <p:sp>
        <p:nvSpPr>
          <p:cNvPr id="828" name="Google Shape;828;g2c4fd7a3c22_2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29" name="Google Shape;829;g2c4fd7a3c22_2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30" name="Google Shape;830;g2c4fd7a3c22_2_0"/>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31" name="Google Shape;831;g2c4fd7a3c22_2_0"/>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32" name="Google Shape;832;g2c4fd7a3c22_2_0"/>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33" name="Google Shape;833;g2c4fd7a3c22_2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34" name="Google Shape;834;g2c4fd7a3c22_2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35" name="Google Shape;835;g2c4fd7a3c22_2_0"/>
          <p:cNvGrpSpPr/>
          <p:nvPr/>
        </p:nvGrpSpPr>
        <p:grpSpPr>
          <a:xfrm>
            <a:off x="304250" y="6984600"/>
            <a:ext cx="8330829" cy="808600"/>
            <a:chOff x="-152950" y="7365600"/>
            <a:chExt cx="8330829" cy="808600"/>
          </a:xfrm>
        </p:grpSpPr>
        <p:sp>
          <p:nvSpPr>
            <p:cNvPr id="836" name="Google Shape;836;g2c4fd7a3c22_2_0"/>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37" name="Google Shape;837;g2c4fd7a3c22_2_0"/>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38" name="Google Shape;838;g2c4fd7a3c22_2_0"/>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39" name="Google Shape;839;g2c4fd7a3c22_2_0"/>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40" name="Google Shape;840;g2c4fd7a3c22_2_0"/>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41" name="Google Shape;841;g2c4fd7a3c22_2_0"/>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42" name="Google Shape;842;g2c4fd7a3c22_2_0"/>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43" name="Google Shape;843;g2c4fd7a3c22_2_0"/>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44" name="Google Shape;844;g2c4fd7a3c22_2_0"/>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45" name="Google Shape;845;g2c4fd7a3c22_2_0"/>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46" name="Google Shape;846;g2c4fd7a3c22_2_0"/>
          <p:cNvSpPr/>
          <p:nvPr/>
        </p:nvSpPr>
        <p:spPr>
          <a:xfrm>
            <a:off x="294725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47" name="Google Shape;847;g2c4fd7a3c22_2_0"/>
          <p:cNvSpPr/>
          <p:nvPr/>
        </p:nvSpPr>
        <p:spPr>
          <a:xfrm>
            <a:off x="3960650"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848" name="Google Shape;848;g2c4fd7a3c22_2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49" name="Google Shape;849;g2c4fd7a3c22_2_0"/>
          <p:cNvSpPr txBox="1">
            <a:spLocks noGrp="1"/>
          </p:cNvSpPr>
          <p:nvPr>
            <p:ph type="subTitle" idx="4294967295"/>
          </p:nvPr>
        </p:nvSpPr>
        <p:spPr>
          <a:xfrm>
            <a:off x="4486150" y="1308025"/>
            <a:ext cx="22803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FD400"/>
                </a:solidFill>
                <a:latin typeface="Jost"/>
                <a:ea typeface="Jost"/>
                <a:cs typeface="Jost"/>
                <a:sym typeface="Jost"/>
              </a:rPr>
              <a:t>zz</a:t>
            </a:r>
            <a:endParaRPr sz="15000" b="0" i="0" u="none" strike="noStrike" cap="none">
              <a:solidFill>
                <a:srgbClr val="FFD400"/>
              </a:solidFill>
              <a:latin typeface="Jost"/>
              <a:ea typeface="Jost"/>
              <a:cs typeface="Jost"/>
              <a:sym typeface="Jost"/>
            </a:endParaRPr>
          </a:p>
        </p:txBody>
      </p:sp>
      <p:sp>
        <p:nvSpPr>
          <p:cNvPr id="850" name="Google Shape;850;g2c4fd7a3c22_2_0"/>
          <p:cNvSpPr txBox="1">
            <a:spLocks noGrp="1"/>
          </p:cNvSpPr>
          <p:nvPr>
            <p:ph type="subTitle" idx="4294967295"/>
          </p:nvPr>
        </p:nvSpPr>
        <p:spPr>
          <a:xfrm>
            <a:off x="237755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f</a:t>
            </a:r>
            <a:endParaRPr sz="15000" b="0" i="0" u="none" strike="noStrike" cap="none">
              <a:solidFill>
                <a:srgbClr val="2356AF"/>
              </a:solidFill>
              <a:latin typeface="Jost"/>
              <a:ea typeface="Jost"/>
              <a:cs typeface="Jost"/>
              <a:sym typeface="Jost"/>
            </a:endParaRPr>
          </a:p>
        </p:txBody>
      </p:sp>
      <p:sp>
        <p:nvSpPr>
          <p:cNvPr id="851" name="Google Shape;851;g2c4fd7a3c22_2_0"/>
          <p:cNvSpPr txBox="1">
            <a:spLocks noGrp="1"/>
          </p:cNvSpPr>
          <p:nvPr>
            <p:ph type="subTitle" idx="4294967295"/>
          </p:nvPr>
        </p:nvSpPr>
        <p:spPr>
          <a:xfrm>
            <a:off x="33909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u</a:t>
            </a:r>
            <a:endParaRPr sz="15000" b="0" i="0" u="none" strike="noStrike" cap="none">
              <a:solidFill>
                <a:srgbClr val="ED1C24"/>
              </a:solidFill>
              <a:latin typeface="Jost"/>
              <a:ea typeface="Jost"/>
              <a:cs typeface="Jost"/>
              <a:sym typeface="Jost"/>
            </a:endParaRPr>
          </a:p>
        </p:txBody>
      </p:sp>
      <p:sp>
        <p:nvSpPr>
          <p:cNvPr id="852" name="Google Shape;852;g2c4fd7a3c22_2_0"/>
          <p:cNvSpPr/>
          <p:nvPr/>
        </p:nvSpPr>
        <p:spPr>
          <a:xfrm>
            <a:off x="4709193" y="4011888"/>
            <a:ext cx="18342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57"/>
        <p:cNvGrpSpPr/>
        <p:nvPr/>
      </p:nvGrpSpPr>
      <p:grpSpPr>
        <a:xfrm>
          <a:off x="0" y="0"/>
          <a:ext cx="0" cy="0"/>
          <a:chOff x="0" y="0"/>
          <a:chExt cx="0" cy="0"/>
        </a:xfrm>
      </p:grpSpPr>
      <p:sp>
        <p:nvSpPr>
          <p:cNvPr id="858" name="Google Shape;858;g26c77845f63_0_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59" name="Google Shape;859;g26c77845f63_0_1"/>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60" name="Google Shape;860;g26c77845f63_0_1"/>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61" name="Google Shape;861;g26c77845f63_0_1"/>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62" name="Google Shape;862;g26c77845f63_0_1"/>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63" name="Google Shape;863;g26c77845f63_0_1"/>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64" name="Google Shape;864;g26c77845f63_0_1"/>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65" name="Google Shape;865;g26c77845f63_0_1"/>
          <p:cNvGrpSpPr/>
          <p:nvPr/>
        </p:nvGrpSpPr>
        <p:grpSpPr>
          <a:xfrm>
            <a:off x="304250" y="6984600"/>
            <a:ext cx="8330829" cy="808600"/>
            <a:chOff x="-152950" y="7365600"/>
            <a:chExt cx="8330829" cy="808600"/>
          </a:xfrm>
        </p:grpSpPr>
        <p:sp>
          <p:nvSpPr>
            <p:cNvPr id="866" name="Google Shape;866;g26c77845f63_0_1"/>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67" name="Google Shape;867;g26c77845f63_0_1"/>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68" name="Google Shape;868;g26c77845f63_0_1"/>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69" name="Google Shape;869;g26c77845f63_0_1"/>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70" name="Google Shape;870;g26c77845f63_0_1"/>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71" name="Google Shape;871;g26c77845f63_0_1"/>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72" name="Google Shape;872;g26c77845f63_0_1"/>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73" name="Google Shape;873;g26c77845f63_0_1"/>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74" name="Google Shape;874;g26c77845f63_0_1"/>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5" name="Google Shape;875;g26c77845f63_0_1"/>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6" name="Google Shape;876;g26c77845f63_0_1"/>
          <p:cNvSpPr/>
          <p:nvPr/>
        </p:nvSpPr>
        <p:spPr>
          <a:xfrm>
            <a:off x="294725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7" name="Google Shape;877;g26c77845f63_0_1"/>
          <p:cNvSpPr/>
          <p:nvPr/>
        </p:nvSpPr>
        <p:spPr>
          <a:xfrm>
            <a:off x="3960650"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878" name="Google Shape;878;g26c77845f63_0_1"/>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79" name="Google Shape;879;g26c77845f63_0_1"/>
          <p:cNvSpPr txBox="1">
            <a:spLocks noGrp="1"/>
          </p:cNvSpPr>
          <p:nvPr>
            <p:ph type="subTitle" idx="4294967295"/>
          </p:nvPr>
        </p:nvSpPr>
        <p:spPr>
          <a:xfrm>
            <a:off x="4486150" y="1308025"/>
            <a:ext cx="22803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FD400"/>
                </a:solidFill>
                <a:latin typeface="Jost"/>
                <a:ea typeface="Jost"/>
                <a:cs typeface="Jost"/>
                <a:sym typeface="Jost"/>
              </a:rPr>
              <a:t>zz</a:t>
            </a:r>
            <a:endParaRPr sz="15000" b="0" i="0" u="none" strike="noStrike" cap="none">
              <a:solidFill>
                <a:srgbClr val="FFD400"/>
              </a:solidFill>
              <a:latin typeface="Jost"/>
              <a:ea typeface="Jost"/>
              <a:cs typeface="Jost"/>
              <a:sym typeface="Jost"/>
            </a:endParaRPr>
          </a:p>
        </p:txBody>
      </p:sp>
      <p:sp>
        <p:nvSpPr>
          <p:cNvPr id="880" name="Google Shape;880;g26c77845f63_0_1"/>
          <p:cNvSpPr txBox="1">
            <a:spLocks noGrp="1"/>
          </p:cNvSpPr>
          <p:nvPr>
            <p:ph type="subTitle" idx="4294967295"/>
          </p:nvPr>
        </p:nvSpPr>
        <p:spPr>
          <a:xfrm>
            <a:off x="237755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b</a:t>
            </a:r>
            <a:endParaRPr sz="15000" b="0" i="0" u="none" strike="noStrike" cap="none">
              <a:solidFill>
                <a:srgbClr val="2356AF"/>
              </a:solidFill>
              <a:latin typeface="Jost"/>
              <a:ea typeface="Jost"/>
              <a:cs typeface="Jost"/>
              <a:sym typeface="Jost"/>
            </a:endParaRPr>
          </a:p>
        </p:txBody>
      </p:sp>
      <p:sp>
        <p:nvSpPr>
          <p:cNvPr id="881" name="Google Shape;881;g26c77845f63_0_1"/>
          <p:cNvSpPr txBox="1">
            <a:spLocks noGrp="1"/>
          </p:cNvSpPr>
          <p:nvPr>
            <p:ph type="subTitle" idx="4294967295"/>
          </p:nvPr>
        </p:nvSpPr>
        <p:spPr>
          <a:xfrm>
            <a:off x="33909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u</a:t>
            </a:r>
            <a:endParaRPr sz="15000" b="0" i="0" u="none" strike="noStrike" cap="none">
              <a:solidFill>
                <a:srgbClr val="ED1C24"/>
              </a:solidFill>
              <a:latin typeface="Jost"/>
              <a:ea typeface="Jost"/>
              <a:cs typeface="Jost"/>
              <a:sym typeface="Jost"/>
            </a:endParaRPr>
          </a:p>
        </p:txBody>
      </p:sp>
      <p:sp>
        <p:nvSpPr>
          <p:cNvPr id="882" name="Google Shape;882;g26c77845f63_0_1"/>
          <p:cNvSpPr/>
          <p:nvPr/>
        </p:nvSpPr>
        <p:spPr>
          <a:xfrm>
            <a:off x="4709193" y="4011888"/>
            <a:ext cx="18342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87"/>
        <p:cNvGrpSpPr/>
        <p:nvPr/>
      </p:nvGrpSpPr>
      <p:grpSpPr>
        <a:xfrm>
          <a:off x="0" y="0"/>
          <a:ext cx="0" cy="0"/>
          <a:chOff x="0" y="0"/>
          <a:chExt cx="0" cy="0"/>
        </a:xfrm>
      </p:grpSpPr>
      <p:sp>
        <p:nvSpPr>
          <p:cNvPr id="888" name="Google Shape;888;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endParaRPr/>
          </a:p>
        </p:txBody>
      </p:sp>
      <p:sp>
        <p:nvSpPr>
          <p:cNvPr id="889" name="Google Shape;889;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890" name="Google Shape;890;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95"/>
        <p:cNvGrpSpPr/>
        <p:nvPr/>
      </p:nvGrpSpPr>
      <p:grpSpPr>
        <a:xfrm>
          <a:off x="0" y="0"/>
          <a:ext cx="0" cy="0"/>
          <a:chOff x="0" y="0"/>
          <a:chExt cx="0" cy="0"/>
        </a:xfrm>
      </p:grpSpPr>
      <p:sp>
        <p:nvSpPr>
          <p:cNvPr id="896" name="Google Shape;896;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897" name="Google Shape;897;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898" name="Google Shape;898;g26b641b03cd_0_204"/>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899" name="Google Shape;899;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04"/>
        <p:cNvGrpSpPr/>
        <p:nvPr/>
      </p:nvGrpSpPr>
      <p:grpSpPr>
        <a:xfrm>
          <a:off x="0" y="0"/>
          <a:ext cx="0" cy="0"/>
          <a:chOff x="0" y="0"/>
          <a:chExt cx="0" cy="0"/>
        </a:xfrm>
      </p:grpSpPr>
      <p:sp>
        <p:nvSpPr>
          <p:cNvPr id="905" name="Google Shape;905;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906" name="Google Shape;906;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07" name="Google Shape;907;g2c186218c5a_0_48"/>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908" name="Google Shape;908;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13"/>
        <p:cNvGrpSpPr/>
        <p:nvPr/>
      </p:nvGrpSpPr>
      <p:grpSpPr>
        <a:xfrm>
          <a:off x="0" y="0"/>
          <a:ext cx="0" cy="0"/>
          <a:chOff x="0" y="0"/>
          <a:chExt cx="0" cy="0"/>
        </a:xfrm>
      </p:grpSpPr>
      <p:sp>
        <p:nvSpPr>
          <p:cNvPr id="914" name="Google Shape;914;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915" name="Google Shape;915;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16" name="Google Shape;916;g26b641b03cd_0_213"/>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17" name="Google Shape;917;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22"/>
        <p:cNvGrpSpPr/>
        <p:nvPr/>
      </p:nvGrpSpPr>
      <p:grpSpPr>
        <a:xfrm>
          <a:off x="0" y="0"/>
          <a:ext cx="0" cy="0"/>
          <a:chOff x="0" y="0"/>
          <a:chExt cx="0" cy="0"/>
        </a:xfrm>
      </p:grpSpPr>
      <p:sp>
        <p:nvSpPr>
          <p:cNvPr id="923" name="Google Shape;923;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924" name="Google Shape;924;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25" name="Google Shape;925;g2c186218c5a_0_149"/>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26" name="Google Shape;926;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31"/>
        <p:cNvGrpSpPr/>
        <p:nvPr/>
      </p:nvGrpSpPr>
      <p:grpSpPr>
        <a:xfrm>
          <a:off x="0" y="0"/>
          <a:ext cx="0" cy="0"/>
          <a:chOff x="0" y="0"/>
          <a:chExt cx="0" cy="0"/>
        </a:xfrm>
      </p:grpSpPr>
      <p:sp>
        <p:nvSpPr>
          <p:cNvPr id="932" name="Google Shape;932;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933" name="Google Shape;933;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934" name="Google Shape;934;g1f3daf8a844_0_64"/>
          <p:cNvGrpSpPr/>
          <p:nvPr/>
        </p:nvGrpSpPr>
        <p:grpSpPr>
          <a:xfrm>
            <a:off x="3024000" y="209875"/>
            <a:ext cx="3096000" cy="454800"/>
            <a:chOff x="3024000" y="209875"/>
            <a:chExt cx="3096000" cy="454800"/>
          </a:xfrm>
        </p:grpSpPr>
        <p:sp>
          <p:nvSpPr>
            <p:cNvPr id="935" name="Google Shape;935;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6" name="Google Shape;936;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937" name="Google Shape;937;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938" name="Google Shape;938;g1f3daf8a844_0_64"/>
          <p:cNvCxnSpPr/>
          <p:nvPr/>
        </p:nvCxnSpPr>
        <p:spPr>
          <a:xfrm>
            <a:off x="1181100" y="42446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39" name="Google Shape;939;g1f3daf8a844_0_64"/>
          <p:cNvCxnSpPr/>
          <p:nvPr/>
        </p:nvCxnSpPr>
        <p:spPr>
          <a:xfrm>
            <a:off x="1181100" y="394078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40" name="Google Shape;940;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941" name="Google Shape;941;g1f3daf8a844_0_64"/>
          <p:cNvCxnSpPr/>
          <p:nvPr/>
        </p:nvCxnSpPr>
        <p:spPr>
          <a:xfrm>
            <a:off x="1181100" y="5111514"/>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942" name="Google Shape;942;g1f3daf8a844_0_64"/>
          <p:cNvSpPr txBox="1"/>
          <p:nvPr/>
        </p:nvSpPr>
        <p:spPr>
          <a:xfrm>
            <a:off x="2570100" y="1382541"/>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7500" b="0" i="0" u="none" strike="noStrike" cap="none">
                <a:solidFill>
                  <a:srgbClr val="ED1C24"/>
                </a:solidFill>
                <a:latin typeface="Poppins"/>
                <a:ea typeface="Poppins"/>
                <a:cs typeface="Poppins"/>
                <a:sym typeface="Poppins"/>
              </a:rPr>
              <a:t>a</a:t>
            </a:r>
            <a:endParaRPr sz="8000" b="0" i="0" u="none" strike="noStrike" cap="none">
              <a:solidFill>
                <a:srgbClr val="2356AF"/>
              </a:solidFill>
              <a:latin typeface="Jost"/>
              <a:ea typeface="Jost"/>
              <a:cs typeface="Jost"/>
              <a:sym typeface="Jost"/>
            </a:endParaRPr>
          </a:p>
        </p:txBody>
      </p:sp>
      <p:sp>
        <p:nvSpPr>
          <p:cNvPr id="943" name="Google Shape;943;g1f3daf8a844_0_64"/>
          <p:cNvSpPr txBox="1"/>
          <p:nvPr/>
        </p:nvSpPr>
        <p:spPr>
          <a:xfrm>
            <a:off x="11811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ED1C24"/>
                </a:solidFill>
                <a:latin typeface="Jost"/>
                <a:ea typeface="Jost"/>
                <a:cs typeface="Jost"/>
                <a:sym typeface="Jost"/>
              </a:rPr>
              <a:t>u</a:t>
            </a:r>
            <a:endParaRPr sz="8000" b="0" i="0" u="none" strike="noStrike" cap="none">
              <a:solidFill>
                <a:srgbClr val="ED1C24"/>
              </a:solidFill>
              <a:latin typeface="Jost"/>
              <a:ea typeface="Jost"/>
              <a:cs typeface="Jost"/>
              <a:sym typeface="Jost"/>
            </a:endParaRPr>
          </a:p>
        </p:txBody>
      </p:sp>
      <p:sp>
        <p:nvSpPr>
          <p:cNvPr id="944" name="Google Shape;944;g1f3daf8a844_0_64"/>
          <p:cNvSpPr txBox="1"/>
          <p:nvPr/>
        </p:nvSpPr>
        <p:spPr>
          <a:xfrm>
            <a:off x="39591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b</a:t>
            </a:r>
            <a:endParaRPr sz="8000" b="0" i="0" u="none" strike="noStrike" cap="none">
              <a:solidFill>
                <a:srgbClr val="2356AF"/>
              </a:solidFill>
              <a:latin typeface="Jost"/>
              <a:ea typeface="Jost"/>
              <a:cs typeface="Jost"/>
              <a:sym typeface="Jost"/>
            </a:endParaRPr>
          </a:p>
        </p:txBody>
      </p:sp>
      <p:sp>
        <p:nvSpPr>
          <p:cNvPr id="945" name="Google Shape;945;g1f3daf8a844_0_64"/>
          <p:cNvSpPr txBox="1"/>
          <p:nvPr/>
        </p:nvSpPr>
        <p:spPr>
          <a:xfrm>
            <a:off x="53481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j</a:t>
            </a:r>
            <a:endParaRPr sz="8000" b="0" i="0" u="none" strike="noStrike" cap="none">
              <a:solidFill>
                <a:srgbClr val="2356AF"/>
              </a:solidFill>
              <a:latin typeface="Jost"/>
              <a:ea typeface="Jost"/>
              <a:cs typeface="Jost"/>
              <a:sym typeface="Jost"/>
            </a:endParaRPr>
          </a:p>
        </p:txBody>
      </p:sp>
      <p:sp>
        <p:nvSpPr>
          <p:cNvPr id="946" name="Google Shape;946;g1f3daf8a844_0_64"/>
          <p:cNvSpPr txBox="1"/>
          <p:nvPr/>
        </p:nvSpPr>
        <p:spPr>
          <a:xfrm>
            <a:off x="67371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FFD400"/>
                </a:solidFill>
                <a:latin typeface="Jost"/>
                <a:ea typeface="Jost"/>
                <a:cs typeface="Jost"/>
                <a:sym typeface="Jost"/>
              </a:rPr>
              <a:t>zz</a:t>
            </a:r>
            <a:endParaRPr sz="8000" b="0" i="0" u="none" strike="noStrike" cap="none">
              <a:solidFill>
                <a:srgbClr val="FFD400"/>
              </a:solidFill>
              <a:latin typeface="Jost"/>
              <a:ea typeface="Jost"/>
              <a:cs typeface="Jost"/>
              <a:sym typeface="Jost"/>
            </a:endParaRPr>
          </a:p>
        </p:txBody>
      </p:sp>
      <p:cxnSp>
        <p:nvCxnSpPr>
          <p:cNvPr id="947" name="Google Shape;947;g1f3daf8a844_0_64"/>
          <p:cNvCxnSpPr/>
          <p:nvPr/>
        </p:nvCxnSpPr>
        <p:spPr>
          <a:xfrm>
            <a:off x="1181100" y="31913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52"/>
        <p:cNvGrpSpPr/>
        <p:nvPr/>
      </p:nvGrpSpPr>
      <p:grpSpPr>
        <a:xfrm>
          <a:off x="0" y="0"/>
          <a:ext cx="0" cy="0"/>
          <a:chOff x="0" y="0"/>
          <a:chExt cx="0" cy="0"/>
        </a:xfrm>
      </p:grpSpPr>
      <p:sp>
        <p:nvSpPr>
          <p:cNvPr id="953" name="Google Shape;953;g26c77845f63_0_4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954" name="Google Shape;954;g26c77845f63_0_4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955" name="Google Shape;955;g26c77845f63_0_42"/>
          <p:cNvGrpSpPr/>
          <p:nvPr/>
        </p:nvGrpSpPr>
        <p:grpSpPr>
          <a:xfrm>
            <a:off x="3024000" y="209875"/>
            <a:ext cx="3096000" cy="454800"/>
            <a:chOff x="3024000" y="209875"/>
            <a:chExt cx="3096000" cy="454800"/>
          </a:xfrm>
        </p:grpSpPr>
        <p:sp>
          <p:nvSpPr>
            <p:cNvPr id="956" name="Google Shape;956;g26c77845f63_0_42"/>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7" name="Google Shape;957;g26c77845f63_0_42"/>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958" name="Google Shape;958;g26c77845f63_0_42"/>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959" name="Google Shape;959;g26c77845f63_0_42"/>
          <p:cNvCxnSpPr/>
          <p:nvPr/>
        </p:nvCxnSpPr>
        <p:spPr>
          <a:xfrm>
            <a:off x="1181100" y="34618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960" name="Google Shape;960;g26c77845f63_0_42"/>
          <p:cNvCxnSpPr/>
          <p:nvPr/>
        </p:nvCxnSpPr>
        <p:spPr>
          <a:xfrm>
            <a:off x="1181100" y="42446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61" name="Google Shape;961;g26c77845f63_0_42"/>
          <p:cNvCxnSpPr/>
          <p:nvPr/>
        </p:nvCxnSpPr>
        <p:spPr>
          <a:xfrm>
            <a:off x="1181100" y="394078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62" name="Google Shape;962;g26c77845f63_0_42"/>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963" name="Google Shape;963;g26c77845f63_0_42"/>
          <p:cNvCxnSpPr/>
          <p:nvPr/>
        </p:nvCxnSpPr>
        <p:spPr>
          <a:xfrm>
            <a:off x="1181100" y="5111514"/>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964" name="Google Shape;964;g26c77845f63_0_42"/>
          <p:cNvSpPr txBox="1"/>
          <p:nvPr/>
        </p:nvSpPr>
        <p:spPr>
          <a:xfrm>
            <a:off x="1193375" y="30447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buzz j</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zz</a:t>
            </a:r>
            <a:endParaRPr sz="1800" b="0" i="0" u="none" strike="noStrike" cap="none">
              <a:solidFill>
                <a:srgbClr val="B7B7B7"/>
              </a:solidFill>
              <a:latin typeface="Jost"/>
              <a:ea typeface="Jost"/>
              <a:cs typeface="Jost"/>
              <a:sym typeface="Jost"/>
            </a:endParaRPr>
          </a:p>
        </p:txBody>
      </p:sp>
      <p:sp>
        <p:nvSpPr>
          <p:cNvPr id="965" name="Google Shape;965;g26c77845f63_0_42"/>
          <p:cNvSpPr txBox="1"/>
          <p:nvPr/>
        </p:nvSpPr>
        <p:spPr>
          <a:xfrm>
            <a:off x="2570100" y="1382541"/>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7500" b="0" i="0" u="none" strike="noStrike" cap="none">
                <a:solidFill>
                  <a:srgbClr val="ED1C24"/>
                </a:solidFill>
                <a:latin typeface="Poppins"/>
                <a:ea typeface="Poppins"/>
                <a:cs typeface="Poppins"/>
                <a:sym typeface="Poppins"/>
              </a:rPr>
              <a:t>a</a:t>
            </a:r>
            <a:endParaRPr sz="8000" b="0" i="0" u="none" strike="noStrike" cap="none">
              <a:solidFill>
                <a:srgbClr val="2356AF"/>
              </a:solidFill>
              <a:latin typeface="Jost"/>
              <a:ea typeface="Jost"/>
              <a:cs typeface="Jost"/>
              <a:sym typeface="Jost"/>
            </a:endParaRPr>
          </a:p>
        </p:txBody>
      </p:sp>
      <p:sp>
        <p:nvSpPr>
          <p:cNvPr id="966" name="Google Shape;966;g26c77845f63_0_42"/>
          <p:cNvSpPr txBox="1"/>
          <p:nvPr/>
        </p:nvSpPr>
        <p:spPr>
          <a:xfrm>
            <a:off x="11811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ED1C24"/>
                </a:solidFill>
                <a:latin typeface="Jost"/>
                <a:ea typeface="Jost"/>
                <a:cs typeface="Jost"/>
                <a:sym typeface="Jost"/>
              </a:rPr>
              <a:t>u</a:t>
            </a:r>
            <a:endParaRPr sz="8000" b="0" i="0" u="none" strike="noStrike" cap="none">
              <a:solidFill>
                <a:srgbClr val="ED1C24"/>
              </a:solidFill>
              <a:latin typeface="Jost"/>
              <a:ea typeface="Jost"/>
              <a:cs typeface="Jost"/>
              <a:sym typeface="Jost"/>
            </a:endParaRPr>
          </a:p>
        </p:txBody>
      </p:sp>
      <p:sp>
        <p:nvSpPr>
          <p:cNvPr id="967" name="Google Shape;967;g26c77845f63_0_42"/>
          <p:cNvSpPr txBox="1"/>
          <p:nvPr/>
        </p:nvSpPr>
        <p:spPr>
          <a:xfrm>
            <a:off x="39591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b</a:t>
            </a:r>
            <a:endParaRPr sz="8000" b="0" i="0" u="none" strike="noStrike" cap="none">
              <a:solidFill>
                <a:srgbClr val="2356AF"/>
              </a:solidFill>
              <a:latin typeface="Jost"/>
              <a:ea typeface="Jost"/>
              <a:cs typeface="Jost"/>
              <a:sym typeface="Jost"/>
            </a:endParaRPr>
          </a:p>
        </p:txBody>
      </p:sp>
      <p:sp>
        <p:nvSpPr>
          <p:cNvPr id="968" name="Google Shape;968;g26c77845f63_0_42"/>
          <p:cNvSpPr txBox="1"/>
          <p:nvPr/>
        </p:nvSpPr>
        <p:spPr>
          <a:xfrm>
            <a:off x="53481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j</a:t>
            </a:r>
            <a:endParaRPr sz="8000" b="0" i="0" u="none" strike="noStrike" cap="none">
              <a:solidFill>
                <a:srgbClr val="2356AF"/>
              </a:solidFill>
              <a:latin typeface="Jost"/>
              <a:ea typeface="Jost"/>
              <a:cs typeface="Jost"/>
              <a:sym typeface="Jost"/>
            </a:endParaRPr>
          </a:p>
        </p:txBody>
      </p:sp>
      <p:cxnSp>
        <p:nvCxnSpPr>
          <p:cNvPr id="969" name="Google Shape;969;g26c77845f63_0_42"/>
          <p:cNvCxnSpPr/>
          <p:nvPr/>
        </p:nvCxnSpPr>
        <p:spPr>
          <a:xfrm>
            <a:off x="1181100" y="29208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970" name="Google Shape;970;g26c77845f63_0_42"/>
          <p:cNvSpPr txBox="1"/>
          <p:nvPr/>
        </p:nvSpPr>
        <p:spPr>
          <a:xfrm>
            <a:off x="67371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FFD400"/>
                </a:solidFill>
                <a:latin typeface="Jost"/>
                <a:ea typeface="Jost"/>
                <a:cs typeface="Jost"/>
                <a:sym typeface="Jost"/>
              </a:rPr>
              <a:t>zz</a:t>
            </a:r>
            <a:endParaRPr sz="8000" b="0" i="0" u="none" strike="noStrike" cap="none">
              <a:solidFill>
                <a:srgbClr val="FFD400"/>
              </a:solidFill>
              <a:latin typeface="Jost"/>
              <a:ea typeface="Jost"/>
              <a:cs typeface="Jost"/>
              <a:sym typeface="Jost"/>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75"/>
        <p:cNvGrpSpPr/>
        <p:nvPr/>
      </p:nvGrpSpPr>
      <p:grpSpPr>
        <a:xfrm>
          <a:off x="0" y="0"/>
          <a:ext cx="0" cy="0"/>
          <a:chOff x="0" y="0"/>
          <a:chExt cx="0" cy="0"/>
        </a:xfrm>
      </p:grpSpPr>
      <p:pic>
        <p:nvPicPr>
          <p:cNvPr id="976" name="Google Shape;976;g2c186218c5a_0_118"/>
          <p:cNvPicPr preferRelativeResize="0"/>
          <p:nvPr/>
        </p:nvPicPr>
        <p:blipFill rotWithShape="1">
          <a:blip r:embed="rId3">
            <a:alphaModFix/>
          </a:blip>
          <a:srcRect l="10449" t="22406" r="10442" b="27387"/>
          <a:stretch/>
        </p:blipFill>
        <p:spPr>
          <a:xfrm rot="-460470" flipH="1">
            <a:off x="550151" y="2875700"/>
            <a:ext cx="1784374" cy="1600425"/>
          </a:xfrm>
          <a:prstGeom prst="rect">
            <a:avLst/>
          </a:prstGeom>
          <a:noFill/>
          <a:ln>
            <a:noFill/>
          </a:ln>
        </p:spPr>
      </p:pic>
      <p:sp>
        <p:nvSpPr>
          <p:cNvPr id="977" name="Google Shape;977;g2c186218c5a_0_118"/>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p>
            <a:pPr marL="457200" lvl="0" indent="-330200" algn="l" rtl="0">
              <a:lnSpc>
                <a:spcPct val="115000"/>
              </a:lnSpc>
              <a:spcBef>
                <a:spcPts val="1000"/>
              </a:spcBef>
              <a:spcAft>
                <a:spcPts val="0"/>
              </a:spcAft>
              <a:buSzPts val="1600"/>
              <a:buChar char="•"/>
            </a:pPr>
            <a:r>
              <a:rPr lang="en-US"/>
              <a:t>Draw ‘</a:t>
            </a:r>
            <a:r>
              <a:rPr lang="en-US">
                <a:solidFill>
                  <a:srgbClr val="8DC63F"/>
                </a:solidFill>
              </a:rPr>
              <a:t>z</a:t>
            </a:r>
            <a:r>
              <a:rPr lang="en-US"/>
              <a:t>’ in a variety of sizes and media.</a:t>
            </a:r>
            <a:endParaRPr/>
          </a:p>
          <a:p>
            <a:pPr marL="457200" lvl="0" indent="-330200" algn="l" rtl="0">
              <a:lnSpc>
                <a:spcPct val="115000"/>
              </a:lnSpc>
              <a:spcBef>
                <a:spcPts val="0"/>
              </a:spcBef>
              <a:spcAft>
                <a:spcPts val="0"/>
              </a:spcAft>
              <a:buSzPts val="1600"/>
              <a:buChar char="•"/>
            </a:pPr>
            <a:r>
              <a:rPr lang="en-US"/>
              <a:t>Make grapheme with playdough.</a:t>
            </a:r>
            <a:endParaRPr/>
          </a:p>
          <a:p>
            <a:pPr marL="457200" lvl="0" indent="-330200" algn="l" rtl="0">
              <a:lnSpc>
                <a:spcPct val="115000"/>
              </a:lnSpc>
              <a:spcBef>
                <a:spcPts val="0"/>
              </a:spcBef>
              <a:spcAft>
                <a:spcPts val="0"/>
              </a:spcAft>
              <a:buSzPts val="1600"/>
              <a:buChar char="•"/>
            </a:pPr>
            <a:r>
              <a:rPr lang="en-US"/>
              <a:t>Explore words in environment for decoding.</a:t>
            </a:r>
            <a:endParaRPr/>
          </a:p>
          <a:p>
            <a:pPr marL="457200" lvl="0" indent="-330200" algn="l" rtl="0">
              <a:lnSpc>
                <a:spcPct val="115000"/>
              </a:lnSpc>
              <a:spcBef>
                <a:spcPts val="0"/>
              </a:spcBef>
              <a:spcAft>
                <a:spcPts val="0"/>
              </a:spcAft>
              <a:buSzPts val="1600"/>
              <a:buChar char="•"/>
            </a:pPr>
            <a:r>
              <a:rPr lang="en-US"/>
              <a:t>Use letters for building words and encoding.</a:t>
            </a:r>
            <a:endParaRPr/>
          </a:p>
          <a:p>
            <a:pPr marL="457200" lvl="0" indent="-330200" algn="l" rtl="0">
              <a:lnSpc>
                <a:spcPct val="115000"/>
              </a:lnSpc>
              <a:spcBef>
                <a:spcPts val="0"/>
              </a:spcBef>
              <a:spcAft>
                <a:spcPts val="0"/>
              </a:spcAft>
              <a:buSzPts val="1600"/>
              <a:buChar char="•"/>
            </a:pPr>
            <a:r>
              <a:rPr lang="en-US"/>
              <a:t>Using pipe cleaners make a ‘</a:t>
            </a:r>
            <a:r>
              <a:rPr lang="en-US">
                <a:solidFill>
                  <a:srgbClr val="8DC63F"/>
                </a:solidFill>
              </a:rPr>
              <a:t>z</a:t>
            </a:r>
            <a:r>
              <a:rPr lang="en-US"/>
              <a:t>’ shape.</a:t>
            </a:r>
            <a:endParaRPr/>
          </a:p>
          <a:p>
            <a:pPr marL="457200" lvl="0" indent="-330200" algn="l" rtl="0">
              <a:lnSpc>
                <a:spcPct val="115000"/>
              </a:lnSpc>
              <a:spcBef>
                <a:spcPts val="0"/>
              </a:spcBef>
              <a:spcAft>
                <a:spcPts val="0"/>
              </a:spcAft>
              <a:buSzPts val="1600"/>
              <a:buChar char="•"/>
            </a:pPr>
            <a:r>
              <a:rPr lang="en-US"/>
              <a:t>Draw or paint a bee and make a speech bubble to go with it.</a:t>
            </a:r>
            <a:endParaRPr/>
          </a:p>
        </p:txBody>
      </p:sp>
      <p:sp>
        <p:nvSpPr>
          <p:cNvPr id="978" name="Google Shape;978;g2c186218c5a_0_118"/>
          <p:cNvSpPr txBox="1"/>
          <p:nvPr/>
        </p:nvSpPr>
        <p:spPr>
          <a:xfrm rot="361944">
            <a:off x="1862112" y="1447406"/>
            <a:ext cx="2115313" cy="1809189"/>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0"/>
              <a:buFont typeface="Arial"/>
              <a:buNone/>
            </a:pPr>
            <a:r>
              <a:rPr lang="en-US" sz="10000" b="0" i="0" u="none" strike="noStrike" cap="none">
                <a:solidFill>
                  <a:srgbClr val="FFD400"/>
                </a:solidFill>
                <a:latin typeface="Finger Paint"/>
                <a:ea typeface="Finger Paint"/>
                <a:cs typeface="Finger Paint"/>
                <a:sym typeface="Finger Paint"/>
              </a:rPr>
              <a:t>zz</a:t>
            </a:r>
            <a:endParaRPr sz="10000" b="0" i="0" u="none" strike="noStrike" cap="none">
              <a:solidFill>
                <a:srgbClr val="FFD400"/>
              </a:solidFill>
              <a:latin typeface="Finger Paint"/>
              <a:ea typeface="Finger Paint"/>
              <a:cs typeface="Finger Paint"/>
              <a:sym typeface="Finger Pain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345</Words>
  <Application>Microsoft Office PowerPoint</Application>
  <PresentationFormat>On-screen Show (4:3)</PresentationFormat>
  <Paragraphs>137</Paragraphs>
  <Slides>20</Slides>
  <Notes>20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20</vt:i4>
      </vt:variant>
    </vt:vector>
  </HeadingPairs>
  <TitlesOfParts>
    <vt:vector size="30" baseType="lpstr">
      <vt:lpstr>Arial</vt:lpstr>
      <vt:lpstr>Poppins SemiBold</vt:lpstr>
      <vt:lpstr>Finger Paint</vt:lpstr>
      <vt:lpstr>Calibri</vt:lpstr>
      <vt:lpstr>Nunito Black</vt:lpstr>
      <vt:lpstr>Poppins Medium</vt:lpstr>
      <vt:lpstr>Poppins</vt:lpstr>
      <vt:lpstr>Jost</vt:lpstr>
      <vt:lpstr>Mulish</vt:lpstr>
      <vt:lpstr>Office Theme</vt:lpstr>
      <vt:lpstr>PowerPoint Presentation</vt:lpstr>
      <vt:lpstr>PowerPoint Presentation</vt:lpstr>
      <vt:lpstr>Recall all GPCs learned so far using flashcards.</vt:lpstr>
      <vt:lpstr>Recall all GPCs learned so far using flashcards.</vt:lpstr>
      <vt:lpstr>Review Phase 2 Common Exception Words  as I is no go to into the put his has of pull full.</vt:lpstr>
      <vt:lpstr>Hear Phonemes</vt:lpstr>
      <vt:lpstr>Hear Phonemes</vt:lpstr>
      <vt:lpstr>Teach Grapheme Caption</vt:lpstr>
      <vt:lpstr>Teach Lowercase Formation</vt:lpstr>
      <vt:lpstr>Explain Decoding</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Building Words</vt:lpstr>
      <vt:lpstr>Practise Building Words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2026-04-29T01:05:49Z</dcterms:modified>
</cp:coreProperties>
</file>