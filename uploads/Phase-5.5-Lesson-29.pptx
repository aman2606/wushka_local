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b94f6elqBXqm2o8UoxQY23JQN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681024E-7A50-4599-A212-2500CCCBA5AE}">
  <a:tblStyle styleId="{B681024E-7A50-4599-A212-2500CCCBA5A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da67962063_0_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da67962063_0_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da67962063_0_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da67962063_0_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da67962063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da67962063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3" name="Google Shape;105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8" name="Google Shape;109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9" name="Google Shape;109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2da67962063_0_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0" name="Google Shape;1130;g2da67962063_0_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1" name="Google Shape;1131;g2da67962063_0_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6" y="1600125"/>
            <a:ext cx="6172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/y-oo/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6 -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29</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2.xml"/><Relationship Id="rId4" Type="http://schemas.openxmlformats.org/officeDocument/2006/relationships/image" Target="../media/image7.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6.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29.png"/><Relationship Id="rId10" Type="http://schemas.openxmlformats.org/officeDocument/2006/relationships/image" Target="../media/image17.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7.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3" Type="http://schemas.openxmlformats.org/officeDocument/2006/relationships/image" Target="../media/image112.png"/><Relationship Id="rId7" Type="http://schemas.openxmlformats.org/officeDocument/2006/relationships/image" Target="../media/image116.png"/><Relationship Id="rId12" Type="http://schemas.openxmlformats.org/officeDocument/2006/relationships/image" Target="../media/image121.png"/><Relationship Id="rId2" Type="http://schemas.openxmlformats.org/officeDocument/2006/relationships/notesSlide" Target="../notesSlides/notesSlide7.xml"/><Relationship Id="rId16" Type="http://schemas.openxmlformats.org/officeDocument/2006/relationships/image" Target="../media/image125.png"/><Relationship Id="rId1" Type="http://schemas.openxmlformats.org/officeDocument/2006/relationships/slideLayout" Target="../slideLayouts/slideLayout3.xml"/><Relationship Id="rId6" Type="http://schemas.openxmlformats.org/officeDocument/2006/relationships/image" Target="../media/image115.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8.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18" Type="http://schemas.openxmlformats.org/officeDocument/2006/relationships/image" Target="../media/image141.png"/><Relationship Id="rId26" Type="http://schemas.openxmlformats.org/officeDocument/2006/relationships/image" Target="../media/image149.png"/><Relationship Id="rId3" Type="http://schemas.openxmlformats.org/officeDocument/2006/relationships/image" Target="../media/image126.png"/><Relationship Id="rId21" Type="http://schemas.openxmlformats.org/officeDocument/2006/relationships/image" Target="../media/image144.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140.png"/><Relationship Id="rId25" Type="http://schemas.openxmlformats.org/officeDocument/2006/relationships/image" Target="../media/image148.png"/><Relationship Id="rId2" Type="http://schemas.openxmlformats.org/officeDocument/2006/relationships/notesSlide" Target="../notesSlides/notesSlide8.xml"/><Relationship Id="rId16" Type="http://schemas.openxmlformats.org/officeDocument/2006/relationships/image" Target="../media/image139.png"/><Relationship Id="rId20" Type="http://schemas.openxmlformats.org/officeDocument/2006/relationships/image" Target="../media/image143.png"/><Relationship Id="rId29" Type="http://schemas.openxmlformats.org/officeDocument/2006/relationships/image" Target="../media/image152.png"/><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24" Type="http://schemas.openxmlformats.org/officeDocument/2006/relationships/image" Target="../media/image147.png"/><Relationship Id="rId5" Type="http://schemas.openxmlformats.org/officeDocument/2006/relationships/image" Target="../media/image128.png"/><Relationship Id="rId15" Type="http://schemas.openxmlformats.org/officeDocument/2006/relationships/image" Target="../media/image138.png"/><Relationship Id="rId23" Type="http://schemas.openxmlformats.org/officeDocument/2006/relationships/image" Target="../media/image146.png"/><Relationship Id="rId28" Type="http://schemas.openxmlformats.org/officeDocument/2006/relationships/image" Target="../media/image151.png"/><Relationship Id="rId10" Type="http://schemas.openxmlformats.org/officeDocument/2006/relationships/image" Target="../media/image133.png"/><Relationship Id="rId19" Type="http://schemas.openxmlformats.org/officeDocument/2006/relationships/image" Target="../media/image142.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 Id="rId22" Type="http://schemas.openxmlformats.org/officeDocument/2006/relationships/image" Target="../media/image145.png"/><Relationship Id="rId27" Type="http://schemas.openxmlformats.org/officeDocument/2006/relationships/image" Target="../media/image150.png"/><Relationship Id="rId30" Type="http://schemas.openxmlformats.org/officeDocument/2006/relationships/image" Target="../media/image153.png"/></Relationships>
</file>

<file path=ppt/slides/_rels/slide9.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4.pn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16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7.png"/><Relationship Id="rId11" Type="http://schemas.openxmlformats.org/officeDocument/2006/relationships/image" Target="../media/image162.png"/><Relationship Id="rId5" Type="http://schemas.openxmlformats.org/officeDocument/2006/relationships/image" Target="../media/image156.png"/><Relationship Id="rId15" Type="http://schemas.openxmlformats.org/officeDocument/2006/relationships/image" Target="../media/image166.pn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png"/><Relationship Id="rId14" Type="http://schemas.openxmlformats.org/officeDocument/2006/relationships/image" Target="../media/image165.png"/></Relationships>
</file>

<file path=ppt/slides/_rels/slide10.xml.rels><?xml version="1.0" encoding="UTF-8" standalone="yes"?>
<Relationships xmlns="http://schemas.openxmlformats.org/package/2006/relationships"><Relationship Id="rId8" Type="http://schemas.openxmlformats.org/officeDocument/2006/relationships/image" Target="../media/image172.png"/><Relationship Id="rId13" Type="http://schemas.openxmlformats.org/officeDocument/2006/relationships/image" Target="../media/image177.png"/><Relationship Id="rId3" Type="http://schemas.openxmlformats.org/officeDocument/2006/relationships/image" Target="../media/image167.png"/><Relationship Id="rId7" Type="http://schemas.openxmlformats.org/officeDocument/2006/relationships/image" Target="../media/image171.png"/><Relationship Id="rId12" Type="http://schemas.openxmlformats.org/officeDocument/2006/relationships/image" Target="../media/image176.png"/><Relationship Id="rId2" Type="http://schemas.openxmlformats.org/officeDocument/2006/relationships/notesSlide" Target="../notesSlides/notesSlide10.xml"/><Relationship Id="rId16" Type="http://schemas.openxmlformats.org/officeDocument/2006/relationships/image" Target="../media/image180.png"/><Relationship Id="rId1" Type="http://schemas.openxmlformats.org/officeDocument/2006/relationships/slideLayout" Target="../slideLayouts/slideLayout3.xml"/><Relationship Id="rId6" Type="http://schemas.openxmlformats.org/officeDocument/2006/relationships/image" Target="../media/image170.png"/><Relationship Id="rId11" Type="http://schemas.openxmlformats.org/officeDocument/2006/relationships/image" Target="../media/image175.png"/><Relationship Id="rId5" Type="http://schemas.openxmlformats.org/officeDocument/2006/relationships/image" Target="../media/image169.png"/><Relationship Id="rId15" Type="http://schemas.openxmlformats.org/officeDocument/2006/relationships/image" Target="../media/image179.png"/><Relationship Id="rId10" Type="http://schemas.openxmlformats.org/officeDocument/2006/relationships/image" Target="../media/image174.png"/><Relationship Id="rId4" Type="http://schemas.openxmlformats.org/officeDocument/2006/relationships/image" Target="../media/image168.png"/><Relationship Id="rId9" Type="http://schemas.openxmlformats.org/officeDocument/2006/relationships/image" Target="../media/image173.png"/><Relationship Id="rId14" Type="http://schemas.openxmlformats.org/officeDocument/2006/relationships/image" Target="../media/image178.png"/></Relationships>
</file>

<file path=ppt/slides/_rels/slide11.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91.png"/><Relationship Id="rId18" Type="http://schemas.openxmlformats.org/officeDocument/2006/relationships/image" Target="../media/image196.png"/><Relationship Id="rId3" Type="http://schemas.openxmlformats.org/officeDocument/2006/relationships/image" Target="../media/image181.png"/><Relationship Id="rId7" Type="http://schemas.openxmlformats.org/officeDocument/2006/relationships/image" Target="../media/image185.png"/><Relationship Id="rId12" Type="http://schemas.openxmlformats.org/officeDocument/2006/relationships/image" Target="../media/image190.png"/><Relationship Id="rId17" Type="http://schemas.openxmlformats.org/officeDocument/2006/relationships/image" Target="../media/image195.png"/><Relationship Id="rId2" Type="http://schemas.openxmlformats.org/officeDocument/2006/relationships/notesSlide" Target="../notesSlides/notesSlide11.xml"/><Relationship Id="rId16" Type="http://schemas.openxmlformats.org/officeDocument/2006/relationships/image" Target="../media/image194.png"/><Relationship Id="rId1" Type="http://schemas.openxmlformats.org/officeDocument/2006/relationships/slideLayout" Target="../slideLayouts/slideLayout3.xml"/><Relationship Id="rId6" Type="http://schemas.openxmlformats.org/officeDocument/2006/relationships/image" Target="../media/image184.png"/><Relationship Id="rId11" Type="http://schemas.openxmlformats.org/officeDocument/2006/relationships/image" Target="../media/image189.png"/><Relationship Id="rId5" Type="http://schemas.openxmlformats.org/officeDocument/2006/relationships/image" Target="../media/image183.png"/><Relationship Id="rId15" Type="http://schemas.openxmlformats.org/officeDocument/2006/relationships/image" Target="../media/image193.png"/><Relationship Id="rId10" Type="http://schemas.openxmlformats.org/officeDocument/2006/relationships/image" Target="../media/image188.png"/><Relationship Id="rId4" Type="http://schemas.openxmlformats.org/officeDocument/2006/relationships/image" Target="../media/image182.png"/><Relationship Id="rId9" Type="http://schemas.openxmlformats.org/officeDocument/2006/relationships/image" Target="../media/image187.png"/><Relationship Id="rId14" Type="http://schemas.openxmlformats.org/officeDocument/2006/relationships/image" Target="../media/image19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2800"/>
              <a:t>Sound Family /y-oo/; </a:t>
            </a:r>
            <a:br>
              <a:rPr lang="en-US" sz="2800"/>
            </a:br>
            <a:r>
              <a:rPr lang="en-US" sz="2800"/>
              <a:t>u</a:t>
            </a:r>
            <a:endParaRPr sz="28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29</a:t>
            </a:r>
            <a:endParaRPr/>
          </a:p>
        </p:txBody>
      </p:sp>
      <p:pic>
        <p:nvPicPr>
          <p:cNvPr id="653" name="Google Shape;653;p1"/>
          <p:cNvPicPr preferRelativeResize="0"/>
          <p:nvPr/>
        </p:nvPicPr>
        <p:blipFill rotWithShape="1">
          <a:blip r:embed="rId3">
            <a:alphaModFix/>
          </a:blip>
          <a:srcRect t="59" b="59"/>
          <a:stretch/>
        </p:blipFill>
        <p:spPr>
          <a:xfrm rot="540306">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{B681024E-7A50-4599-A212-2500CCCBA5AE}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/y-oo/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/y-oo/</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r>
              <a:rPr lang="en-US"/>
              <a:t>.</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283949" y="5256525"/>
            <a:ext cx="1521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45784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890901" y="357663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146558" y="367191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409510" y="38174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430316"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930400" y="2053250"/>
            <a:ext cx="650175" cy="920300"/>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4">
            <a:alphaModFix/>
          </a:blip>
          <a:srcRect l="79" r="79"/>
          <a:stretch/>
        </p:blipFill>
        <p:spPr>
          <a:xfrm>
            <a:off x="3119078" y="2053250"/>
            <a:ext cx="650175" cy="920300"/>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5">
            <a:alphaModFix/>
          </a:blip>
          <a:srcRect l="19" r="29"/>
          <a:stretch/>
        </p:blipFill>
        <p:spPr>
          <a:xfrm>
            <a:off x="1659959" y="2053250"/>
            <a:ext cx="650175" cy="920300"/>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6">
            <a:alphaModFix/>
          </a:blip>
          <a:srcRect l="19" r="29"/>
          <a:stretch/>
        </p:blipFill>
        <p:spPr>
          <a:xfrm>
            <a:off x="2389520" y="2053250"/>
            <a:ext cx="650175" cy="920300"/>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7">
            <a:alphaModFix/>
          </a:blip>
          <a:srcRect l="19" r="29"/>
          <a:stretch/>
        </p:blipFill>
        <p:spPr>
          <a:xfrm>
            <a:off x="3848637" y="2053250"/>
            <a:ext cx="650175" cy="920300"/>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8">
            <a:alphaModFix/>
          </a:blip>
          <a:srcRect l="79" r="79"/>
          <a:stretch/>
        </p:blipFill>
        <p:spPr>
          <a:xfrm>
            <a:off x="6037316" y="2053250"/>
            <a:ext cx="650175" cy="920300"/>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9">
            <a:alphaModFix/>
          </a:blip>
          <a:srcRect l="79" r="79"/>
          <a:stretch/>
        </p:blipFill>
        <p:spPr>
          <a:xfrm>
            <a:off x="4578198" y="2053250"/>
            <a:ext cx="650175" cy="920300"/>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0">
            <a:alphaModFix/>
          </a:blip>
          <a:srcRect l="79" r="79"/>
          <a:stretch/>
        </p:blipFill>
        <p:spPr>
          <a:xfrm>
            <a:off x="5307757" y="2053250"/>
            <a:ext cx="650175" cy="920300"/>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1">
            <a:alphaModFix/>
          </a:blip>
          <a:srcRect l="19" r="29"/>
          <a:stretch/>
        </p:blipFill>
        <p:spPr>
          <a:xfrm>
            <a:off x="6766872" y="2053250"/>
            <a:ext cx="650175" cy="920300"/>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2">
            <a:alphaModFix/>
          </a:blip>
          <a:srcRect/>
          <a:stretch/>
        </p:blipFill>
        <p:spPr>
          <a:xfrm>
            <a:off x="7496424" y="2053250"/>
            <a:ext cx="650176" cy="920300"/>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5" name="Google Shape;815;g26b7edf6e71_0_109"/>
          <p:cNvGrpSpPr/>
          <p:nvPr/>
        </p:nvGrpSpPr>
        <p:grpSpPr>
          <a:xfrm>
            <a:off x="865957" y="2135925"/>
            <a:ext cx="7282807" cy="2686611"/>
            <a:chOff x="867357" y="2129450"/>
            <a:chExt cx="7282807" cy="2686611"/>
          </a:xfrm>
        </p:grpSpPr>
        <p:pic>
          <p:nvPicPr>
            <p:cNvPr id="816" name="Google Shape;81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6" name="Google Shape;836;g2c298d33e0c_0_6"/>
          <p:cNvGrpSpPr/>
          <p:nvPr/>
        </p:nvGrpSpPr>
        <p:grpSpPr>
          <a:xfrm>
            <a:off x="866900" y="2133161"/>
            <a:ext cx="7281864" cy="2684601"/>
            <a:chOff x="868300" y="2129450"/>
            <a:chExt cx="7281864" cy="2684601"/>
          </a:xfrm>
        </p:grpSpPr>
        <p:pic>
          <p:nvPicPr>
            <p:cNvPr id="837" name="Google Shape;83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1" name="Google Shape;84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1" name="Google Shape;871;g2c298da1f27_0_455"/>
          <p:cNvGrpSpPr/>
          <p:nvPr/>
        </p:nvGrpSpPr>
        <p:grpSpPr>
          <a:xfrm>
            <a:off x="868300" y="2129450"/>
            <a:ext cx="7281864" cy="2684601"/>
            <a:chOff x="868300" y="2053250"/>
            <a:chExt cx="7281864" cy="2684601"/>
          </a:xfrm>
        </p:grpSpPr>
        <p:pic>
          <p:nvPicPr>
            <p:cNvPr id="872" name="Google Shape;87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91" name="Google Shape;891;g2c298da1f27_1_0"/>
          <p:cNvGrpSpPr/>
          <p:nvPr/>
        </p:nvGrpSpPr>
        <p:grpSpPr>
          <a:xfrm>
            <a:off x="868300" y="2129450"/>
            <a:ext cx="7281864" cy="2688001"/>
            <a:chOff x="868300" y="2129450"/>
            <a:chExt cx="7281864" cy="2688001"/>
          </a:xfrm>
        </p:grpSpPr>
        <p:pic>
          <p:nvPicPr>
            <p:cNvPr id="892" name="Google Shape;892;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dbdd193bb_0_343"/>
          <p:cNvSpPr txBox="1">
            <a:spLocks noGrp="1"/>
          </p:cNvSpPr>
          <p:nvPr>
            <p:ph type="title"/>
          </p:nvPr>
        </p:nvSpPr>
        <p:spPr>
          <a:xfrm>
            <a:off x="99542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a:t>
            </a:r>
            <a:r>
              <a:rPr lang="en-US" sz="2200"/>
              <a:t>.</a:t>
            </a:r>
            <a:endParaRPr sz="2200"/>
          </a:p>
        </p:txBody>
      </p:sp>
      <p:pic>
        <p:nvPicPr>
          <p:cNvPr id="912" name="Google Shape;912;g2cdbdd193bb_0_343"/>
          <p:cNvPicPr preferRelativeResize="0"/>
          <p:nvPr/>
        </p:nvPicPr>
        <p:blipFill rotWithShape="1">
          <a:blip r:embed="rId3">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7650"/>
              </a:srgbClr>
            </a:outerShdw>
          </a:effectLst>
        </p:spPr>
      </p:pic>
      <p:pic>
        <p:nvPicPr>
          <p:cNvPr id="913" name="Google Shape;913;g2cdbdd193bb_0_343"/>
          <p:cNvPicPr preferRelativeResize="0"/>
          <p:nvPr/>
        </p:nvPicPr>
        <p:blipFill rotWithShape="1">
          <a:blip r:embed="rId4">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7650"/>
              </a:srgbClr>
            </a:outerShdw>
          </a:effectLst>
        </p:spPr>
      </p:pic>
      <p:pic>
        <p:nvPicPr>
          <p:cNvPr id="914" name="Google Shape;914;g2cdbdd193bb_0_343"/>
          <p:cNvPicPr preferRelativeResize="0"/>
          <p:nvPr/>
        </p:nvPicPr>
        <p:blipFill rotWithShape="1">
          <a:blip r:embed="rId5">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5" name="Google Shape;915;g2cdbdd193bb_0_343"/>
          <p:cNvPicPr preferRelativeResize="0"/>
          <p:nvPr/>
        </p:nvPicPr>
        <p:blipFill rotWithShape="1">
          <a:blip r:embed="rId6">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7">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8">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9">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10">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11">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12">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3">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4">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5">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6">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7">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8">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4" name="Google Shape;93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5" name="Google Shape;935;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36" name="Google Shape;93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7" name="Google Shape;93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D1C24"/>
                </a:solidFill>
                <a:latin typeface="Jost"/>
                <a:ea typeface="Jost"/>
                <a:cs typeface="Jost"/>
                <a:sym typeface="Jost"/>
              </a:rPr>
              <a:t>u</a:t>
            </a:r>
            <a:r>
              <a:rPr lang="en-US" sz="5800" b="0" i="0" u="none" strike="noStrike" cap="none">
                <a:solidFill>
                  <a:srgbClr val="2356AF"/>
                </a:solidFill>
                <a:latin typeface="Jost"/>
                <a:ea typeface="Jost"/>
                <a:cs typeface="Jost"/>
                <a:sym typeface="Jost"/>
              </a:rPr>
              <a:t>nder</a:t>
            </a:r>
            <a:endParaRPr sz="5800" b="0" i="0" u="none" strike="noStrike" cap="none">
              <a:solidFill>
                <a:srgbClr val="2356AF"/>
              </a:solidFill>
              <a:latin typeface="Jost"/>
              <a:ea typeface="Jost"/>
              <a:cs typeface="Jost"/>
              <a:sym typeface="Jost"/>
            </a:endParaRPr>
          </a:p>
        </p:txBody>
      </p:sp>
      <p:sp>
        <p:nvSpPr>
          <p:cNvPr id="938" name="Google Shape;93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c</a:t>
            </a:r>
            <a:r>
              <a:rPr lang="en-US" sz="5800" b="0" i="0" u="none" strike="noStrike" cap="none">
                <a:solidFill>
                  <a:srgbClr val="ED1C24"/>
                </a:solidFill>
                <a:latin typeface="Jost"/>
                <a:ea typeface="Jost"/>
                <a:cs typeface="Jost"/>
                <a:sym typeface="Jost"/>
              </a:rPr>
              <a:t>u</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39" name="Google Shape;93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ED1C24"/>
                </a:solidFill>
                <a:latin typeface="Jost"/>
                <a:ea typeface="Jost"/>
                <a:cs typeface="Jost"/>
                <a:sym typeface="Jost"/>
              </a:rPr>
              <a:t>u</a:t>
            </a:r>
            <a:r>
              <a:rPr lang="en-US" sz="5800" b="0" i="0" u="none" strike="noStrike" cap="none">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
        <p:nvSpPr>
          <p:cNvPr id="940" name="Google Shape;94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18</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da67962063_0_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7" name="Google Shape;947;g2da67962063_0_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48" name="Google Shape;948;g2da67962063_0_15"/>
          <p:cNvPicPr preferRelativeResize="0"/>
          <p:nvPr/>
        </p:nvPicPr>
        <p:blipFill rotWithShape="1">
          <a:blip r:embed="rId3">
            <a:alphaModFix/>
          </a:blip>
          <a:srcRect t="59" b="49"/>
          <a:stretch/>
        </p:blipFill>
        <p:spPr>
          <a:xfrm>
            <a:off x="1360488" y="996300"/>
            <a:ext cx="2818849" cy="3989962"/>
          </a:xfrm>
          <a:prstGeom prst="rect">
            <a:avLst/>
          </a:prstGeom>
          <a:noFill/>
          <a:ln>
            <a:noFill/>
          </a:ln>
          <a:effectLst>
            <a:outerShdw blurRad="142875" dist="19050" dir="5400000" algn="bl" rotWithShape="0">
              <a:srgbClr val="000000">
                <a:alpha val="27058"/>
              </a:srgbClr>
            </a:outerShdw>
          </a:effectLst>
        </p:spPr>
      </p:pic>
      <p:sp>
        <p:nvSpPr>
          <p:cNvPr id="949" name="Google Shape;949;g2da67962063_0_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0" name="Google Shape;950;g2da67962063_0_1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815137"/>
                </a:solidFill>
                <a:latin typeface="Jost"/>
                <a:ea typeface="Jost"/>
                <a:cs typeface="Jost"/>
                <a:sym typeface="Jost"/>
              </a:rPr>
              <a:t>u</a:t>
            </a:r>
            <a:r>
              <a:rPr lang="en-US" sz="5800" b="0" i="0" u="none" strike="noStrike" cap="none">
                <a:solidFill>
                  <a:srgbClr val="2356AF"/>
                </a:solidFill>
                <a:latin typeface="Jost"/>
                <a:ea typeface="Jost"/>
                <a:cs typeface="Jost"/>
                <a:sym typeface="Jost"/>
              </a:rPr>
              <a:t>nicorn</a:t>
            </a:r>
            <a:endParaRPr sz="5800" b="0" i="0" u="none" strike="noStrike" cap="none">
              <a:solidFill>
                <a:srgbClr val="2356AF"/>
              </a:solidFill>
              <a:latin typeface="Jost"/>
              <a:ea typeface="Jost"/>
              <a:cs typeface="Jost"/>
              <a:sym typeface="Jost"/>
            </a:endParaRPr>
          </a:p>
        </p:txBody>
      </p:sp>
      <p:sp>
        <p:nvSpPr>
          <p:cNvPr id="951" name="Google Shape;951;g2da67962063_0_1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815137"/>
                </a:solidFill>
                <a:latin typeface="Jost"/>
                <a:ea typeface="Jost"/>
                <a:cs typeface="Jost"/>
                <a:sym typeface="Jost"/>
              </a:rPr>
              <a:t>u</a:t>
            </a:r>
            <a:r>
              <a:rPr lang="en-US" sz="5800" b="0" i="0" u="none" strike="noStrike" cap="none">
                <a:solidFill>
                  <a:srgbClr val="2356AF"/>
                </a:solidFill>
                <a:latin typeface="Jost"/>
                <a:ea typeface="Jost"/>
                <a:cs typeface="Jost"/>
                <a:sym typeface="Jost"/>
              </a:rPr>
              <a:t>nit</a:t>
            </a:r>
            <a:endParaRPr sz="5800" b="0" i="0" u="none" strike="noStrike" cap="none">
              <a:solidFill>
                <a:srgbClr val="2356AF"/>
              </a:solidFill>
              <a:latin typeface="Jost"/>
              <a:ea typeface="Jost"/>
              <a:cs typeface="Jost"/>
              <a:sym typeface="Jost"/>
            </a:endParaRPr>
          </a:p>
        </p:txBody>
      </p:sp>
      <p:sp>
        <p:nvSpPr>
          <p:cNvPr id="952" name="Google Shape;952;g2da67962063_0_1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815137"/>
                </a:solidFill>
                <a:latin typeface="Jost"/>
                <a:ea typeface="Jost"/>
                <a:cs typeface="Jost"/>
                <a:sym typeface="Jost"/>
              </a:rPr>
              <a:t>u</a:t>
            </a:r>
            <a:r>
              <a:rPr lang="en-US" sz="5800" b="0" i="0" u="none" strike="noStrike" cap="none">
                <a:solidFill>
                  <a:srgbClr val="2356AF"/>
                </a:solidFill>
                <a:latin typeface="Jost"/>
                <a:ea typeface="Jost"/>
                <a:cs typeface="Jost"/>
                <a:sym typeface="Jost"/>
              </a:rPr>
              <a:t>gle</a:t>
            </a:r>
            <a:endParaRPr sz="5800" b="0" i="0" u="none" strike="noStrike" cap="none">
              <a:solidFill>
                <a:srgbClr val="2356AF"/>
              </a:solidFill>
              <a:latin typeface="Jost"/>
              <a:ea typeface="Jost"/>
              <a:cs typeface="Jost"/>
              <a:sym typeface="Jost"/>
            </a:endParaRPr>
          </a:p>
        </p:txBody>
      </p:sp>
      <p:sp>
        <p:nvSpPr>
          <p:cNvPr id="953" name="Google Shape;953;g2da67962063_0_1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29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0" name="Google Shape;96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7" name="Google Shape;96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8" name="Google Shape;968;g2c4fb7f6616_1_0"/>
          <p:cNvSpPr/>
          <p:nvPr/>
        </p:nvSpPr>
        <p:spPr>
          <a:xfrm>
            <a:off x="277499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c4fb7f6616_1_0"/>
          <p:cNvSpPr/>
          <p:nvPr/>
        </p:nvSpPr>
        <p:spPr>
          <a:xfrm>
            <a:off x="3940168"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0" name="Google Shape;970;g2c4fb7f6616_1_0"/>
          <p:cNvSpPr/>
          <p:nvPr/>
        </p:nvSpPr>
        <p:spPr>
          <a:xfrm>
            <a:off x="482609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1" name="Google Shape;97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2" name="Google Shape;972;g2c4fb7f6616_1_0"/>
          <p:cNvSpPr txBox="1">
            <a:spLocks noGrp="1"/>
          </p:cNvSpPr>
          <p:nvPr>
            <p:ph type="subTitle" idx="4294967295"/>
          </p:nvPr>
        </p:nvSpPr>
        <p:spPr>
          <a:xfrm>
            <a:off x="425644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73" name="Google Shape;973;g2c4fb7f6616_1_0"/>
          <p:cNvSpPr txBox="1">
            <a:spLocks noGrp="1"/>
          </p:cNvSpPr>
          <p:nvPr>
            <p:ph type="subTitle" idx="4294967295"/>
          </p:nvPr>
        </p:nvSpPr>
        <p:spPr>
          <a:xfrm>
            <a:off x="213636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74" name="Google Shape;974;g2c4fb7f6616_1_0"/>
          <p:cNvSpPr txBox="1">
            <a:spLocks noGrp="1"/>
          </p:cNvSpPr>
          <p:nvPr>
            <p:ph type="subTitle" idx="4294967295"/>
          </p:nvPr>
        </p:nvSpPr>
        <p:spPr>
          <a:xfrm>
            <a:off x="337049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u</a:t>
            </a:r>
            <a:endParaRPr sz="15000" b="0" i="0" u="none" strike="noStrike" cap="none">
              <a:solidFill>
                <a:srgbClr val="815137"/>
              </a:solidFill>
              <a:latin typeface="Jost"/>
              <a:ea typeface="Jost"/>
              <a:cs typeface="Jost"/>
              <a:sym typeface="Jost"/>
            </a:endParaRPr>
          </a:p>
        </p:txBody>
      </p:sp>
      <p:sp>
        <p:nvSpPr>
          <p:cNvPr id="975" name="Google Shape;975;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3" name="Google Shape;983;g2c4fb7f6616_1_0"/>
          <p:cNvGrpSpPr/>
          <p:nvPr/>
        </p:nvGrpSpPr>
        <p:grpSpPr>
          <a:xfrm>
            <a:off x="-550" y="6984600"/>
            <a:ext cx="8596479" cy="808600"/>
            <a:chOff x="-550" y="6984600"/>
            <a:chExt cx="8596479" cy="808600"/>
          </a:xfrm>
        </p:grpSpPr>
        <p:sp>
          <p:nvSpPr>
            <p:cNvPr id="984" name="Google Shape;98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5" name="Google Shape;98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6" name="Google Shape;98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7" name="Google Shape;98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8" name="Google Shape;98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9" name="Google Shape;989;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3" name="Google Shape;993;g2c4fb7f6616_1_0"/>
          <p:cNvSpPr/>
          <p:nvPr/>
        </p:nvSpPr>
        <p:spPr>
          <a:xfrm>
            <a:off x="552633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c4fb7f6616_1_0"/>
          <p:cNvSpPr txBox="1">
            <a:spLocks noGrp="1"/>
          </p:cNvSpPr>
          <p:nvPr>
            <p:ph type="subTitle" idx="4294967295"/>
          </p:nvPr>
        </p:nvSpPr>
        <p:spPr>
          <a:xfrm>
            <a:off x="495668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95" name="Google Shape;995;g2c4fb7f6616_1_0"/>
          <p:cNvSpPr/>
          <p:nvPr/>
        </p:nvSpPr>
        <p:spPr>
          <a:xfrm>
            <a:off x="620758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4fb7f6616_1_0"/>
          <p:cNvSpPr txBox="1">
            <a:spLocks noGrp="1"/>
          </p:cNvSpPr>
          <p:nvPr>
            <p:ph type="subTitle" idx="4294967295"/>
          </p:nvPr>
        </p:nvSpPr>
        <p:spPr>
          <a:xfrm>
            <a:off x="5797731" y="1308025"/>
            <a:ext cx="1209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97" name="Google Shape;997;g2c4fb7f6616_1_0"/>
          <p:cNvSpPr/>
          <p:nvPr/>
        </p:nvSpPr>
        <p:spPr>
          <a:xfrm>
            <a:off x="453944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da67962063_0_3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4" name="Google Shape;1004;g2da67962063_0_3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5" name="Google Shape;1005;g2da67962063_0_37"/>
          <p:cNvSpPr/>
          <p:nvPr/>
        </p:nvSpPr>
        <p:spPr>
          <a:xfrm>
            <a:off x="284978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da67962063_0_37"/>
          <p:cNvSpPr/>
          <p:nvPr/>
        </p:nvSpPr>
        <p:spPr>
          <a:xfrm>
            <a:off x="3686461"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7" name="Google Shape;1007;g2da67962063_0_37"/>
          <p:cNvSpPr/>
          <p:nvPr/>
        </p:nvSpPr>
        <p:spPr>
          <a:xfrm>
            <a:off x="46959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8" name="Google Shape;1008;g2da67962063_0_3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9" name="Google Shape;1009;g2da67962063_0_37"/>
          <p:cNvSpPr txBox="1">
            <a:spLocks noGrp="1"/>
          </p:cNvSpPr>
          <p:nvPr>
            <p:ph type="subTitle" idx="4294967295"/>
          </p:nvPr>
        </p:nvSpPr>
        <p:spPr>
          <a:xfrm>
            <a:off x="41263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10" name="Google Shape;1010;g2da67962063_0_37"/>
          <p:cNvSpPr txBox="1">
            <a:spLocks noGrp="1"/>
          </p:cNvSpPr>
          <p:nvPr>
            <p:ph type="subTitle" idx="4294967295"/>
          </p:nvPr>
        </p:nvSpPr>
        <p:spPr>
          <a:xfrm>
            <a:off x="221116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11" name="Google Shape;1011;g2da67962063_0_37"/>
          <p:cNvSpPr txBox="1">
            <a:spLocks noGrp="1"/>
          </p:cNvSpPr>
          <p:nvPr>
            <p:ph type="subTitle" idx="4294967295"/>
          </p:nvPr>
        </p:nvSpPr>
        <p:spPr>
          <a:xfrm>
            <a:off x="311678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u</a:t>
            </a:r>
            <a:endParaRPr sz="15000" b="0" i="0" u="none" strike="noStrike" cap="none">
              <a:solidFill>
                <a:srgbClr val="815137"/>
              </a:solidFill>
              <a:latin typeface="Jost"/>
              <a:ea typeface="Jost"/>
              <a:cs typeface="Jost"/>
              <a:sym typeface="Jost"/>
            </a:endParaRPr>
          </a:p>
        </p:txBody>
      </p:sp>
      <p:sp>
        <p:nvSpPr>
          <p:cNvPr id="1012" name="Google Shape;1012;g2da67962063_0_3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da67962063_0_3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da67962063_0_3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da67962063_0_3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da67962063_0_3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da67962063_0_3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da67962063_0_3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da67962063_0_3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0" name="Google Shape;1020;g2da67962063_0_37"/>
          <p:cNvGrpSpPr/>
          <p:nvPr/>
        </p:nvGrpSpPr>
        <p:grpSpPr>
          <a:xfrm>
            <a:off x="-550" y="6984600"/>
            <a:ext cx="8596479" cy="808600"/>
            <a:chOff x="-550" y="6984600"/>
            <a:chExt cx="8596479" cy="808600"/>
          </a:xfrm>
        </p:grpSpPr>
        <p:sp>
          <p:nvSpPr>
            <p:cNvPr id="1021" name="Google Shape;1021;g2da67962063_0_3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2" name="Google Shape;1022;g2da67962063_0_3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3" name="Google Shape;1023;g2da67962063_0_3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4" name="Google Shape;1024;g2da67962063_0_3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5" name="Google Shape;1025;g2da67962063_0_3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6" name="Google Shape;1026;g2da67962063_0_3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7" name="Google Shape;1027;g2da67962063_0_3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8" name="Google Shape;1028;g2da67962063_0_3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9" name="Google Shape;1029;g2da67962063_0_3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0" name="Google Shape;1030;g2da67962063_0_37"/>
          <p:cNvSpPr/>
          <p:nvPr/>
        </p:nvSpPr>
        <p:spPr>
          <a:xfrm>
            <a:off x="542783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da67962063_0_37"/>
          <p:cNvSpPr txBox="1">
            <a:spLocks noGrp="1"/>
          </p:cNvSpPr>
          <p:nvPr>
            <p:ph type="subTitle" idx="4294967295"/>
          </p:nvPr>
        </p:nvSpPr>
        <p:spPr>
          <a:xfrm>
            <a:off x="5113039"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1032" name="Google Shape;1032;g2da67962063_0_37"/>
          <p:cNvSpPr/>
          <p:nvPr/>
        </p:nvSpPr>
        <p:spPr>
          <a:xfrm>
            <a:off x="613278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da67962063_0_37"/>
          <p:cNvSpPr txBox="1">
            <a:spLocks noGrp="1"/>
          </p:cNvSpPr>
          <p:nvPr>
            <p:ph type="subTitle" idx="4294967295"/>
          </p:nvPr>
        </p:nvSpPr>
        <p:spPr>
          <a:xfrm>
            <a:off x="5722935" y="1308025"/>
            <a:ext cx="1209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1034" name="Google Shape;1034;g2da67962063_0_37"/>
          <p:cNvSpPr/>
          <p:nvPr/>
        </p:nvSpPr>
        <p:spPr>
          <a:xfrm>
            <a:off x="431197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1" name="Google Shape;104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8" name="Google Shape;104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9" name="Google Shape;1049;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0" name="Google Shape;105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7" name="Google Shape;105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8" name="Google Shape;1058;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9" name="Google Shape;105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6" name="Google Shape;106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7" name="Google Shape;106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8" name="Google Shape;106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5" name="Google Shape;107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6" name="Google Shape;107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7" name="Google Shape;107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26b641b03cd_0_301"/>
          <p:cNvSpPr txBox="1">
            <a:spLocks noGrp="1"/>
          </p:cNvSpPr>
          <p:nvPr>
            <p:ph type="title"/>
          </p:nvPr>
        </p:nvSpPr>
        <p:spPr>
          <a:xfrm>
            <a:off x="782375" y="5568500"/>
            <a:ext cx="7579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84" name="Google Shape;108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5" name="Google Shape;108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6" name="Google Shape;1086;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3" name="Google Shape;109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94" name="Google Shape;1094;g26b641b03cd_0_308"/>
          <p:cNvSpPr txBox="1">
            <a:spLocks noGrp="1"/>
          </p:cNvSpPr>
          <p:nvPr>
            <p:ph type="title"/>
          </p:nvPr>
        </p:nvSpPr>
        <p:spPr>
          <a:xfrm>
            <a:off x="807750" y="5568500"/>
            <a:ext cx="7528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95" name="Google Shape;1095;g26b641b03cd_0_30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2" name="Google Shape;110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3" name="Google Shape;1103;g1f3daf8a844_0_64"/>
          <p:cNvGrpSpPr/>
          <p:nvPr/>
        </p:nvGrpSpPr>
        <p:grpSpPr>
          <a:xfrm>
            <a:off x="3024000" y="209875"/>
            <a:ext cx="3096000" cy="454800"/>
            <a:chOff x="3024000" y="209875"/>
            <a:chExt cx="3096000" cy="454800"/>
          </a:xfrm>
        </p:grpSpPr>
        <p:sp>
          <p:nvSpPr>
            <p:cNvPr id="1104" name="Google Shape;110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5" name="Google Shape;110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06" name="Google Shape;110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07" name="Google Shape;110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8" name="Google Shape;110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9" name="Google Shape;110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0" name="Google Shape;111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1" name="Google Shape;1111;g1f3daf8a844_0_64"/>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12" name="Google Shape;1112;g1f3daf8a844_0_6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3" name="Google Shape;111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4" name="Google Shape;1114;g1f3daf8a844_0_6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15" name="Google Shape;111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16" name="Google Shape;1116;g1f3daf8a844_0_64"/>
          <p:cNvSpPr txBox="1"/>
          <p:nvPr/>
        </p:nvSpPr>
        <p:spPr>
          <a:xfrm>
            <a:off x="365149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17" name="Google Shape;1117;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2356AF"/>
              </a:solidFill>
              <a:latin typeface="Jost"/>
              <a:ea typeface="Jost"/>
              <a:cs typeface="Jost"/>
              <a:sym typeface="Jost"/>
            </a:endParaRPr>
          </a:p>
        </p:txBody>
      </p:sp>
      <p:sp>
        <p:nvSpPr>
          <p:cNvPr id="1118" name="Google Shape;1118;g1f3daf8a844_0_64"/>
          <p:cNvSpPr txBox="1"/>
          <p:nvPr/>
        </p:nvSpPr>
        <p:spPr>
          <a:xfrm>
            <a:off x="200456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19" name="Google Shape;1119;g1f3daf8a844_0_64"/>
          <p:cNvSpPr txBox="1"/>
          <p:nvPr/>
        </p:nvSpPr>
        <p:spPr>
          <a:xfrm>
            <a:off x="282803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0" name="Google Shape;1120;g1f3daf8a844_0_6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1" name="Google Shape;1121;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22" name="Google Shape;1122;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23" name="Google Shape;1123;g1f3daf8a844_0_6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4" name="Google Shape;1124;g1f3daf8a844_0_64"/>
          <p:cNvSpPr txBox="1"/>
          <p:nvPr/>
        </p:nvSpPr>
        <p:spPr>
          <a:xfrm>
            <a:off x="4474960" y="218482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25" name="Google Shape;1125;g1f3daf8a844_0_64"/>
          <p:cNvSpPr txBox="1"/>
          <p:nvPr/>
        </p:nvSpPr>
        <p:spPr>
          <a:xfrm>
            <a:off x="52984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26" name="Google Shape;1126;g1f3daf8a844_0_64"/>
          <p:cNvSpPr txBox="1"/>
          <p:nvPr/>
        </p:nvSpPr>
        <p:spPr>
          <a:xfrm>
            <a:off x="612189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27" name="Google Shape;1127;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g2da67962063_0_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4" name="Google Shape;1134;g2da67962063_0_7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5" name="Google Shape;1135;g2da67962063_0_79"/>
          <p:cNvGrpSpPr/>
          <p:nvPr/>
        </p:nvGrpSpPr>
        <p:grpSpPr>
          <a:xfrm>
            <a:off x="3024000" y="209875"/>
            <a:ext cx="3096000" cy="454800"/>
            <a:chOff x="3024000" y="209875"/>
            <a:chExt cx="3096000" cy="454800"/>
          </a:xfrm>
        </p:grpSpPr>
        <p:sp>
          <p:nvSpPr>
            <p:cNvPr id="1136" name="Google Shape;1136;g2da67962063_0_7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7" name="Google Shape;1137;g2da67962063_0_7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8" name="Google Shape;1138;g2da67962063_0_7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9" name="Google Shape;1139;g2da67962063_0_7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0" name="Google Shape;1140;g2da67962063_0_7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1" name="Google Shape;1141;g2da67962063_0_7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2da67962063_0_7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3" name="Google Shape;1143;g2da67962063_0_7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4" name="Google Shape;1144;g2da67962063_0_79"/>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music pupil unit hum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unicorn cupid</a:t>
            </a:r>
            <a:endParaRPr sz="1800" b="0" i="0" u="none" strike="noStrike" cap="none">
              <a:solidFill>
                <a:srgbClr val="B7B7B7"/>
              </a:solidFill>
              <a:latin typeface="Jost"/>
              <a:ea typeface="Jost"/>
              <a:cs typeface="Jost"/>
              <a:sym typeface="Jost"/>
            </a:endParaRPr>
          </a:p>
        </p:txBody>
      </p:sp>
      <p:sp>
        <p:nvSpPr>
          <p:cNvPr id="1145" name="Google Shape;1145;g2da67962063_0_79"/>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46" name="Google Shape;1146;g2da67962063_0_79"/>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47" name="Google Shape;1147;g2da67962063_0_7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8" name="Google Shape;1148;g2da67962063_0_79"/>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149" name="Google Shape;1149;g2da67962063_0_7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0" name="Google Shape;1150;g2da67962063_0_7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1" name="Google Shape;1151;g2da67962063_0_79"/>
          <p:cNvSpPr txBox="1"/>
          <p:nvPr/>
        </p:nvSpPr>
        <p:spPr>
          <a:xfrm>
            <a:off x="365149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52" name="Google Shape;1152;g2da67962063_0_79"/>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2356AF"/>
              </a:solidFill>
              <a:latin typeface="Jost"/>
              <a:ea typeface="Jost"/>
              <a:cs typeface="Jost"/>
              <a:sym typeface="Jost"/>
            </a:endParaRPr>
          </a:p>
        </p:txBody>
      </p:sp>
      <p:sp>
        <p:nvSpPr>
          <p:cNvPr id="1153" name="Google Shape;1153;g2da67962063_0_79"/>
          <p:cNvSpPr txBox="1"/>
          <p:nvPr/>
        </p:nvSpPr>
        <p:spPr>
          <a:xfrm>
            <a:off x="200456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4" name="Google Shape;1154;g2da67962063_0_79"/>
          <p:cNvSpPr txBox="1"/>
          <p:nvPr/>
        </p:nvSpPr>
        <p:spPr>
          <a:xfrm>
            <a:off x="282803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5" name="Google Shape;1155;g2da67962063_0_79"/>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56" name="Google Shape;1156;g2da67962063_0_79"/>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7" name="Google Shape;1157;g2da67962063_0_7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58" name="Google Shape;1158;g2da67962063_0_79"/>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59" name="Google Shape;1159;g2da67962063_0_79"/>
          <p:cNvSpPr txBox="1"/>
          <p:nvPr/>
        </p:nvSpPr>
        <p:spPr>
          <a:xfrm>
            <a:off x="4474960" y="2184826"/>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60" name="Google Shape;1160;g2da67962063_0_79"/>
          <p:cNvSpPr txBox="1"/>
          <p:nvPr/>
        </p:nvSpPr>
        <p:spPr>
          <a:xfrm>
            <a:off x="52984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61" name="Google Shape;1161;g2da67962063_0_79"/>
          <p:cNvSpPr txBox="1"/>
          <p:nvPr/>
        </p:nvSpPr>
        <p:spPr>
          <a:xfrm>
            <a:off x="612189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514</Words>
  <Application>Microsoft Office PowerPoint</Application>
  <PresentationFormat>On-screen Show (4:3)</PresentationFormat>
  <Paragraphs>176</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Jost</vt:lpstr>
      <vt:lpstr>Poppins</vt:lpstr>
      <vt:lpstr>Nunito Black</vt:lpstr>
      <vt:lpstr>Poppins SemiBold</vt:lpstr>
      <vt:lpstr>Calibri</vt:lpstr>
      <vt:lpstr>Arial</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2026-05-25T05:40:29Z</dcterms:modified>
</cp:coreProperties>
</file>