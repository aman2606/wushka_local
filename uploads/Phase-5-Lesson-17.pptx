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6858000" type="screen4x3"/>
  <p:notesSz cx="6858000" cy="9144000"/>
  <p:embeddedFontLst>
    <p:embeddedFont>
      <p:font typeface="Jost" panose="020B0604020202020204" charset="0"/>
      <p:regular r:id="rId27"/>
      <p:bold r:id="rId28"/>
      <p:italic r:id="rId29"/>
      <p:boldItalic r:id="rId30"/>
    </p:embeddedFont>
    <p:embeddedFont>
      <p:font typeface="Nunito Black" pitchFamily="2" charset="0"/>
      <p:bold r:id="rId31"/>
      <p:boldItalic r:id="rId32"/>
    </p:embeddedFont>
    <p:embeddedFont>
      <p:font typeface="Poppins" panose="00000500000000000000" pitchFamily="2" charset="0"/>
      <p:regular r:id="rId33"/>
      <p:bold r:id="rId34"/>
      <p:italic r:id="rId35"/>
      <p:boldItalic r:id="rId36"/>
    </p:embeddedFont>
    <p:embeddedFont>
      <p:font typeface="Poppins Medium" panose="00000600000000000000" pitchFamily="2" charset="0"/>
      <p:regular r:id="rId37"/>
      <p:bold r:id="rId38"/>
      <p:italic r:id="rId39"/>
      <p:boldItalic r:id="rId40"/>
    </p:embeddedFont>
    <p:embeddedFont>
      <p:font typeface="Poppins SemiBold" panose="00000700000000000000" pitchFamily="2"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1" roundtripDataSignature="AMtx7mhaPUSWrYEM6CrRcq3aA3iExASNb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C3A4990-14FC-4EB9-8391-CE336E232ECB}">
  <a:tblStyle styleId="{EC3A4990-14FC-4EB9-8391-CE336E232ECB}"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font" Target="fonts/font16.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3.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4" Type="http://schemas.openxmlformats.org/officeDocument/2006/relationships/font" Target="fonts/font18.fntdata"/><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font" Target="fonts/font17.fntdata"/><Relationship Id="rId8" Type="http://schemas.openxmlformats.org/officeDocument/2006/relationships/slide" Target="slides/slide7.xml"/><Relationship Id="rId51"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 Id="rId20" Type="http://schemas.openxmlformats.org/officeDocument/2006/relationships/slide" Target="slides/slide19.xml"/><Relationship Id="rId41" Type="http://schemas.openxmlformats.org/officeDocument/2006/relationships/font" Target="fonts/font15.fntdata"/><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5" name="Google Shape;665;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3"/>
        <p:cNvGrpSpPr/>
        <p:nvPr/>
      </p:nvGrpSpPr>
      <p:grpSpPr>
        <a:xfrm>
          <a:off x="0" y="0"/>
          <a:ext cx="0" cy="0"/>
          <a:chOff x="0" y="0"/>
          <a:chExt cx="0" cy="0"/>
        </a:xfrm>
      </p:grpSpPr>
      <p:sp>
        <p:nvSpPr>
          <p:cNvPr id="674" name="Google Shape;674;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5" name="Google Shape;675;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6" name="Google Shape;676;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6"/>
        <p:cNvGrpSpPr/>
        <p:nvPr/>
      </p:nvGrpSpPr>
      <p:grpSpPr>
        <a:xfrm>
          <a:off x="0" y="0"/>
          <a:ext cx="0" cy="0"/>
          <a:chOff x="0" y="0"/>
          <a:chExt cx="0" cy="0"/>
        </a:xfrm>
      </p:grpSpPr>
      <p:sp>
        <p:nvSpPr>
          <p:cNvPr id="697" name="Google Shape;697;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8" name="Google Shape;698;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9" name="Google Shape;699;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6"/>
        <p:cNvGrpSpPr/>
        <p:nvPr/>
      </p:nvGrpSpPr>
      <p:grpSpPr>
        <a:xfrm>
          <a:off x="0" y="0"/>
          <a:ext cx="0" cy="0"/>
          <a:chOff x="0" y="0"/>
          <a:chExt cx="0" cy="0"/>
        </a:xfrm>
      </p:grpSpPr>
      <p:sp>
        <p:nvSpPr>
          <p:cNvPr id="727" name="Google Shape;727;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8" name="Google Shape;728;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9" name="Google Shape;729;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2"/>
        <p:cNvGrpSpPr/>
        <p:nvPr/>
      </p:nvGrpSpPr>
      <p:grpSpPr>
        <a:xfrm>
          <a:off x="0" y="0"/>
          <a:ext cx="0" cy="0"/>
          <a:chOff x="0" y="0"/>
          <a:chExt cx="0" cy="0"/>
        </a:xfrm>
      </p:grpSpPr>
      <p:sp>
        <p:nvSpPr>
          <p:cNvPr id="763" name="Google Shape;763;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4" name="Google Shape;764;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5" name="Google Shape;765;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1"/>
        <p:cNvGrpSpPr/>
        <p:nvPr/>
      </p:nvGrpSpPr>
      <p:grpSpPr>
        <a:xfrm>
          <a:off x="0" y="0"/>
          <a:ext cx="0" cy="0"/>
          <a:chOff x="0" y="0"/>
          <a:chExt cx="0" cy="0"/>
        </a:xfrm>
      </p:grpSpPr>
      <p:sp>
        <p:nvSpPr>
          <p:cNvPr id="782" name="Google Shape;782;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3" name="Google Shape;783;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4" name="Google Shape;784;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2"/>
        <p:cNvGrpSpPr/>
        <p:nvPr/>
      </p:nvGrpSpPr>
      <p:grpSpPr>
        <a:xfrm>
          <a:off x="0" y="0"/>
          <a:ext cx="0" cy="0"/>
          <a:chOff x="0" y="0"/>
          <a:chExt cx="0" cy="0"/>
        </a:xfrm>
      </p:grpSpPr>
      <p:sp>
        <p:nvSpPr>
          <p:cNvPr id="803" name="Google Shape;803;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4" name="Google Shape;804;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5" name="Google Shape;805;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7"/>
        <p:cNvGrpSpPr/>
        <p:nvPr/>
      </p:nvGrpSpPr>
      <p:grpSpPr>
        <a:xfrm>
          <a:off x="0" y="0"/>
          <a:ext cx="0" cy="0"/>
          <a:chOff x="0" y="0"/>
          <a:chExt cx="0" cy="0"/>
        </a:xfrm>
      </p:grpSpPr>
      <p:sp>
        <p:nvSpPr>
          <p:cNvPr id="838" name="Google Shape;838;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9" name="Google Shape;839;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0" name="Google Shape;840;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7"/>
        <p:cNvGrpSpPr/>
        <p:nvPr/>
      </p:nvGrpSpPr>
      <p:grpSpPr>
        <a:xfrm>
          <a:off x="0" y="0"/>
          <a:ext cx="0" cy="0"/>
          <a:chOff x="0" y="0"/>
          <a:chExt cx="0" cy="0"/>
        </a:xfrm>
      </p:grpSpPr>
      <p:sp>
        <p:nvSpPr>
          <p:cNvPr id="858" name="Google Shape;858;g2cfe85b4ebd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9" name="Google Shape;859;g2cfe85b4ebd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0" name="Google Shape;860;g2cfe85b4ebd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2"/>
        <p:cNvGrpSpPr/>
        <p:nvPr/>
      </p:nvGrpSpPr>
      <p:grpSpPr>
        <a:xfrm>
          <a:off x="0" y="0"/>
          <a:ext cx="0" cy="0"/>
          <a:chOff x="0" y="0"/>
          <a:chExt cx="0" cy="0"/>
        </a:xfrm>
      </p:grpSpPr>
      <p:sp>
        <p:nvSpPr>
          <p:cNvPr id="873" name="Google Shape;873;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4" name="Google Shape;874;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5" name="Google Shape;875;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3" name="Google Shape;883;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4" name="Google Shape;884;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0"/>
        <p:cNvGrpSpPr/>
        <p:nvPr/>
      </p:nvGrpSpPr>
      <p:grpSpPr>
        <a:xfrm>
          <a:off x="0" y="0"/>
          <a:ext cx="0" cy="0"/>
          <a:chOff x="0" y="0"/>
          <a:chExt cx="0" cy="0"/>
        </a:xfrm>
      </p:grpSpPr>
      <p:sp>
        <p:nvSpPr>
          <p:cNvPr id="891" name="Google Shape;891;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2" name="Google Shape;892;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3" name="Google Shape;893;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p:cNvGrpSpPr/>
        <p:nvPr/>
      </p:nvGrpSpPr>
      <p:grpSpPr>
        <a:xfrm>
          <a:off x="0" y="0"/>
          <a:ext cx="0" cy="0"/>
          <a:chOff x="0" y="0"/>
          <a:chExt cx="0" cy="0"/>
        </a:xfrm>
      </p:grpSpPr>
      <p:sp>
        <p:nvSpPr>
          <p:cNvPr id="900" name="Google Shape;900;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1" name="Google Shape;901;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2" name="Google Shape;902;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8"/>
        <p:cNvGrpSpPr/>
        <p:nvPr/>
      </p:nvGrpSpPr>
      <p:grpSpPr>
        <a:xfrm>
          <a:off x="0" y="0"/>
          <a:ext cx="0" cy="0"/>
          <a:chOff x="0" y="0"/>
          <a:chExt cx="0" cy="0"/>
        </a:xfrm>
      </p:grpSpPr>
      <p:sp>
        <p:nvSpPr>
          <p:cNvPr id="909" name="Google Shape;909;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0" name="Google Shape;910;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1" name="Google Shape;911;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5"/>
        <p:cNvGrpSpPr/>
        <p:nvPr/>
      </p:nvGrpSpPr>
      <p:grpSpPr>
        <a:xfrm>
          <a:off x="0" y="0"/>
          <a:ext cx="0" cy="0"/>
          <a:chOff x="0" y="0"/>
          <a:chExt cx="0" cy="0"/>
        </a:xfrm>
      </p:grpSpPr>
      <p:sp>
        <p:nvSpPr>
          <p:cNvPr id="916" name="Google Shape;916;g2cf32f192b4_0_148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7" name="Google Shape;917;g2cf32f192b4_0_148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8" name="Google Shape;918;g2cf32f192b4_0_148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6"/>
        <p:cNvGrpSpPr/>
        <p:nvPr/>
      </p:nvGrpSpPr>
      <p:grpSpPr>
        <a:xfrm>
          <a:off x="0" y="0"/>
          <a:ext cx="0" cy="0"/>
          <a:chOff x="0" y="0"/>
          <a:chExt cx="0" cy="0"/>
        </a:xfrm>
      </p:grpSpPr>
      <p:sp>
        <p:nvSpPr>
          <p:cNvPr id="947" name="Google Shape;947;g2cf32f192b4_0_74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8" name="Google Shape;948;g2cf32f192b4_0_74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9" name="Google Shape;949;g2cf32f192b4_0_74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5"/>
        <p:cNvGrpSpPr/>
        <p:nvPr/>
      </p:nvGrpSpPr>
      <p:grpSpPr>
        <a:xfrm>
          <a:off x="0" y="0"/>
          <a:ext cx="0" cy="0"/>
          <a:chOff x="0" y="0"/>
          <a:chExt cx="0" cy="0"/>
        </a:xfrm>
      </p:grpSpPr>
      <p:sp>
        <p:nvSpPr>
          <p:cNvPr id="976" name="Google Shape;976;g2cf32f192b4_0_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7" name="Google Shape;977;g2cf32f192b4_0_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8" name="Google Shape;978;g2cf32f192b4_0_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9"/>
        <p:cNvGrpSpPr/>
        <p:nvPr/>
      </p:nvGrpSpPr>
      <p:grpSpPr>
        <a:xfrm>
          <a:off x="0" y="0"/>
          <a:ext cx="0" cy="0"/>
          <a:chOff x="0" y="0"/>
          <a:chExt cx="0" cy="0"/>
        </a:xfrm>
      </p:grpSpPr>
      <p:sp>
        <p:nvSpPr>
          <p:cNvPr id="1010" name="Google Shape;1010;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1" name="Google Shape;1011;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2" name="Google Shape;1012;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6"/>
        <p:cNvGrpSpPr/>
        <p:nvPr/>
      </p:nvGrpSpPr>
      <p:grpSpPr>
        <a:xfrm>
          <a:off x="0" y="0"/>
          <a:ext cx="0" cy="0"/>
          <a:chOff x="0" y="0"/>
          <a:chExt cx="0" cy="0"/>
        </a:xfrm>
      </p:grpSpPr>
      <p:sp>
        <p:nvSpPr>
          <p:cNvPr id="1017" name="Google Shape;1017;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8" name="Google Shape;1018;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9" name="Google Shape;1019;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5"/>
        <p:cNvGrpSpPr/>
        <p:nvPr/>
      </p:nvGrpSpPr>
      <p:grpSpPr>
        <a:xfrm>
          <a:off x="0" y="0"/>
          <a:ext cx="0" cy="0"/>
          <a:chOff x="0" y="0"/>
          <a:chExt cx="0" cy="0"/>
        </a:xfrm>
      </p:grpSpPr>
      <p:sp>
        <p:nvSpPr>
          <p:cNvPr id="1026" name="Google Shape;1026;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7" name="Google Shape;1027;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8" name="Google Shape;1028;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4"/>
        <p:cNvGrpSpPr/>
        <p:nvPr/>
      </p:nvGrpSpPr>
      <p:grpSpPr>
        <a:xfrm>
          <a:off x="0" y="0"/>
          <a:ext cx="0" cy="0"/>
          <a:chOff x="0" y="0"/>
          <a:chExt cx="0" cy="0"/>
        </a:xfrm>
      </p:grpSpPr>
      <p:sp>
        <p:nvSpPr>
          <p:cNvPr id="1035" name="Google Shape;1035;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6" name="Google Shape;1036;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7" name="Google Shape;1037;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3"/>
        <p:cNvGrpSpPr/>
        <p:nvPr/>
      </p:nvGrpSpPr>
      <p:grpSpPr>
        <a:xfrm>
          <a:off x="0" y="0"/>
          <a:ext cx="0" cy="0"/>
          <a:chOff x="0" y="0"/>
          <a:chExt cx="0" cy="0"/>
        </a:xfrm>
      </p:grpSpPr>
      <p:sp>
        <p:nvSpPr>
          <p:cNvPr id="1044" name="Google Shape;1044;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5" name="Google Shape;1045;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6" name="Google Shape;1046;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2"/>
        <p:cNvGrpSpPr/>
        <p:nvPr/>
      </p:nvGrpSpPr>
      <p:grpSpPr>
        <a:xfrm>
          <a:off x="0" y="0"/>
          <a:ext cx="0" cy="0"/>
          <a:chOff x="0" y="0"/>
          <a:chExt cx="0" cy="0"/>
        </a:xfrm>
      </p:grpSpPr>
      <p:sp>
        <p:nvSpPr>
          <p:cNvPr id="1053" name="Google Shape;1053;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4" name="Google Shape;1054;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5" name="Google Shape;1055;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9"/>
        <p:cNvGrpSpPr/>
        <p:nvPr/>
      </p:nvGrpSpPr>
      <p:grpSpPr>
        <a:xfrm>
          <a:off x="0" y="0"/>
          <a:ext cx="0" cy="0"/>
          <a:chOff x="0" y="0"/>
          <a:chExt cx="0" cy="0"/>
        </a:xfrm>
      </p:grpSpPr>
      <p:sp>
        <p:nvSpPr>
          <p:cNvPr id="1080" name="Google Shape;1080;g2cf32f192b4_0_22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1" name="Google Shape;1081;g2cf32f192b4_0_22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2" name="Google Shape;1082;g2cf32f192b4_0_22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b="1">
                <a:solidFill>
                  <a:srgbClr val="92278F"/>
                </a:solidFill>
                <a:latin typeface="Poppins SemiBold"/>
                <a:ea typeface="Poppins SemiBold"/>
                <a:cs typeface="Poppins SemiBold"/>
                <a:sym typeface="Poppins SemiBold"/>
              </a:rPr>
              <a:t>Phase 5</a:t>
            </a:r>
            <a:endParaRPr sz="6000" b="1" i="0" u="none" strike="noStrike" cap="none">
              <a:solidFill>
                <a:srgbClr val="92278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457084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4</a:t>
              </a:r>
              <a:endParaRPr sz="1300" b="1"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FFFFFF"/>
                  </a:solidFill>
                  <a:latin typeface="Poppins SemiBold"/>
                  <a:ea typeface="Poppins SemiBold"/>
                  <a:cs typeface="Poppins SemiBold"/>
                  <a:sym typeface="Poppins SemiBold"/>
                </a:rPr>
                <a:t>Phase 5</a:t>
              </a:r>
              <a:endParaRPr sz="1300" b="1"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5.5</a:t>
              </a:r>
              <a:endParaRPr sz="1300" b="1"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6</a:t>
              </a:r>
              <a:endParaRPr sz="1300" b="1"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7" name="Google Shape;37;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3</a:t>
              </a:r>
              <a:endParaRPr sz="1300" b="1"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2</a:t>
              </a:r>
              <a:endParaRPr sz="1300" b="1"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4902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9901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Objective</a:t>
            </a:r>
            <a:endParaRPr sz="3200" b="0" i="0" u="none" strike="noStrike" cap="none">
              <a:solidFill>
                <a:srgbClr val="92278F"/>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2" name="Google Shape;52;p15"/>
          <p:cNvGrpSpPr/>
          <p:nvPr/>
        </p:nvGrpSpPr>
        <p:grpSpPr>
          <a:xfrm>
            <a:off x="8199150" y="5983875"/>
            <a:ext cx="586800" cy="571500"/>
            <a:chOff x="7894350" y="6212475"/>
            <a:chExt cx="586800" cy="571500"/>
          </a:xfrm>
        </p:grpSpPr>
        <p:sp>
          <p:nvSpPr>
            <p:cNvPr id="53" name="Google Shape;53;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 name="Google Shape;55;p1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 name="Google Shape;56;p15"/>
          <p:cNvSpPr txBox="1"/>
          <p:nvPr/>
        </p:nvSpPr>
        <p:spPr>
          <a:xfrm>
            <a:off x="856314" y="21625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Review</a:t>
            </a:r>
            <a:endParaRPr sz="3200" b="0" i="0" u="none" strike="noStrike" cap="none">
              <a:solidFill>
                <a:srgbClr val="92278F"/>
              </a:solidFill>
              <a:latin typeface="Poppins Medium"/>
              <a:ea typeface="Poppins Medium"/>
              <a:cs typeface="Poppins Medium"/>
              <a:sym typeface="Poppins Medium"/>
            </a:endParaRPr>
          </a:p>
        </p:txBody>
      </p:sp>
      <p:cxnSp>
        <p:nvCxnSpPr>
          <p:cNvPr id="57" name="Google Shape;57;p15"/>
          <p:cNvCxnSpPr/>
          <p:nvPr/>
        </p:nvCxnSpPr>
        <p:spPr>
          <a:xfrm>
            <a:off x="865586" y="33069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8" name="Google Shape;58;p15"/>
          <p:cNvCxnSpPr/>
          <p:nvPr/>
        </p:nvCxnSpPr>
        <p:spPr>
          <a:xfrm>
            <a:off x="865586" y="17092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457084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4</a:t>
              </a:r>
              <a:endParaRPr sz="1300" b="1"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FFFFFF"/>
                  </a:solidFill>
                  <a:latin typeface="Poppins SemiBold"/>
                  <a:ea typeface="Poppins SemiBold"/>
                  <a:cs typeface="Poppins SemiBold"/>
                  <a:sym typeface="Poppins SemiBold"/>
                </a:rPr>
                <a:t>Phase 5</a:t>
              </a:r>
              <a:endParaRPr sz="1300" b="1"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5.5</a:t>
              </a:r>
              <a:endParaRPr sz="1300" b="1"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6</a:t>
              </a:r>
              <a:endParaRPr sz="1300" b="1" i="0" u="none" strike="noStrike" cap="none">
                <a:solidFill>
                  <a:srgbClr val="9FC5E8"/>
                </a:solidFill>
                <a:latin typeface="Poppins SemiBold"/>
                <a:ea typeface="Poppins SemiBold"/>
                <a:cs typeface="Poppins SemiBold"/>
                <a:sym typeface="Poppins SemiBold"/>
              </a:endParaRPr>
            </a:p>
          </p:txBody>
        </p:sp>
        <p:sp>
          <p:nvSpPr>
            <p:cNvPr id="69" name="Google Shape;69;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1" name="Google Shape;71;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3</a:t>
              </a:r>
              <a:endParaRPr sz="1300" b="1"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2</a:t>
              </a:r>
              <a:endParaRPr sz="1300" b="1"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77" name="Google Shape;77;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8" name="Google Shape;78;g26b641b03cd_1_92"/>
          <p:cNvGrpSpPr/>
          <p:nvPr/>
        </p:nvGrpSpPr>
        <p:grpSpPr>
          <a:xfrm>
            <a:off x="357775" y="5983875"/>
            <a:ext cx="586800" cy="571500"/>
            <a:chOff x="662575" y="6212475"/>
            <a:chExt cx="586800" cy="571500"/>
          </a:xfrm>
        </p:grpSpPr>
        <p:sp>
          <p:nvSpPr>
            <p:cNvPr id="79" name="Google Shape;79;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0" name="Google Shape;80;g26b641b03cd_1_9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2" name="Google Shape;82;g26b641b03cd_1_92"/>
          <p:cNvGrpSpPr/>
          <p:nvPr/>
        </p:nvGrpSpPr>
        <p:grpSpPr>
          <a:xfrm>
            <a:off x="8199150" y="5983875"/>
            <a:ext cx="586800" cy="571500"/>
            <a:chOff x="7894350" y="6212475"/>
            <a:chExt cx="586800" cy="571500"/>
          </a:xfrm>
        </p:grpSpPr>
        <p:sp>
          <p:nvSpPr>
            <p:cNvPr id="83" name="Google Shape;83;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 name="Google Shape;84;g26b641b03cd_1_9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86" name="Google Shape;86;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457084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4</a:t>
              </a:r>
              <a:endParaRPr sz="1300" b="1"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FFFFFF"/>
                  </a:solidFill>
                  <a:latin typeface="Poppins SemiBold"/>
                  <a:ea typeface="Poppins SemiBold"/>
                  <a:cs typeface="Poppins SemiBold"/>
                  <a:sym typeface="Poppins SemiBold"/>
                </a:rPr>
                <a:t>Phase 5</a:t>
              </a:r>
              <a:endParaRPr sz="1300" b="1"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5.5</a:t>
              </a:r>
              <a:endParaRPr sz="1300" b="1" i="0" u="none" strike="noStrike" cap="none">
                <a:solidFill>
                  <a:srgbClr val="9FC5E8"/>
                </a:solidFill>
                <a:latin typeface="Poppins SemiBold"/>
                <a:ea typeface="Poppins SemiBold"/>
                <a:cs typeface="Poppins SemiBold"/>
                <a:sym typeface="Poppins SemiBold"/>
              </a:endParaRPr>
            </a:p>
          </p:txBody>
        </p:sp>
        <p:sp>
          <p:nvSpPr>
            <p:cNvPr id="95" name="Google Shape;95;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 name="Google Shape;96;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6</a:t>
              </a:r>
              <a:endParaRPr sz="1300" b="1" i="0" u="none" strike="noStrike" cap="none">
                <a:solidFill>
                  <a:srgbClr val="9FC5E8"/>
                </a:solidFill>
                <a:latin typeface="Poppins SemiBold"/>
                <a:ea typeface="Poppins SemiBold"/>
                <a:cs typeface="Poppins SemiBold"/>
                <a:sym typeface="Poppins SemiBold"/>
              </a:endParaRPr>
            </a:p>
          </p:txBody>
        </p:sp>
        <p:sp>
          <p:nvSpPr>
            <p:cNvPr id="97" name="Google Shape;97;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 name="Google Shape;98;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99" name="Google Shape;99;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3</a:t>
              </a:r>
              <a:endParaRPr sz="1300" b="1"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2</a:t>
              </a:r>
              <a:endParaRPr sz="1300" b="1"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Digraph 'ew' (/y-oo/)</a:t>
            </a:r>
            <a:endParaRPr sz="1800" b="1"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92278F"/>
                </a:solidFill>
                <a:latin typeface="Poppins Medium"/>
                <a:ea typeface="Poppins Medium"/>
                <a:cs typeface="Poppins Medium"/>
                <a:sym typeface="Poppins Medium"/>
              </a:rPr>
              <a:t>Week 4 - Tuesday</a:t>
            </a:r>
            <a:endParaRPr sz="1800" b="0" i="0" u="none" strike="noStrike" cap="none">
              <a:solidFill>
                <a:srgbClr val="92278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92278F"/>
                </a:solidFill>
                <a:latin typeface="Poppins Medium"/>
                <a:ea typeface="Poppins Medium"/>
                <a:cs typeface="Poppins Medium"/>
                <a:sym typeface="Poppins Medium"/>
              </a:rPr>
              <a:t>Lesson 17</a:t>
            </a:r>
            <a:endParaRPr sz="1800" b="0" i="0" u="none" strike="noStrike" cap="none">
              <a:solidFill>
                <a:srgbClr val="92278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5 - Vowel Sounds</a:t>
            </a:r>
            <a:endParaRPr sz="1800" b="1"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92278F"/>
              </a:buClr>
              <a:buSzPts val="3200"/>
              <a:buFont typeface="Poppins Medium"/>
              <a:buNone/>
              <a:defRPr sz="3200">
                <a:solidFill>
                  <a:srgbClr val="92278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59"/>
        <p:cNvGrpSpPr/>
        <p:nvPr/>
      </p:nvGrpSpPr>
      <p:grpSpPr>
        <a:xfrm>
          <a:off x="0" y="0"/>
          <a:ext cx="0" cy="0"/>
          <a:chOff x="0" y="0"/>
          <a:chExt cx="0" cy="0"/>
        </a:xfrm>
      </p:grpSpPr>
      <p:sp>
        <p:nvSpPr>
          <p:cNvPr id="160" name="Google Shape;160;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1" name="Google Shape;161;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End of Session</a:t>
            </a:r>
            <a:endParaRPr sz="3200" b="0" i="0" u="none" strike="noStrike" cap="none">
              <a:solidFill>
                <a:srgbClr val="92278F"/>
              </a:solidFill>
              <a:latin typeface="Poppins Medium"/>
              <a:ea typeface="Poppins Medium"/>
              <a:cs typeface="Poppins Medium"/>
              <a:sym typeface="Poppins Medium"/>
            </a:endParaRPr>
          </a:p>
        </p:txBody>
      </p:sp>
      <p:cxnSp>
        <p:nvCxnSpPr>
          <p:cNvPr id="162" name="Google Shape;162;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3" name="Google Shape;163;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 name="Google Shape;164;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6" name="Google Shape;166;g26b641b03cd_0_260"/>
          <p:cNvGrpSpPr/>
          <p:nvPr/>
        </p:nvGrpSpPr>
        <p:grpSpPr>
          <a:xfrm>
            <a:off x="8199150" y="5983875"/>
            <a:ext cx="586800" cy="571500"/>
            <a:chOff x="7894350" y="6212475"/>
            <a:chExt cx="586800" cy="571500"/>
          </a:xfrm>
        </p:grpSpPr>
        <p:sp>
          <p:nvSpPr>
            <p:cNvPr id="167" name="Google Shape;16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8" name="Google Shape;168;g26b641b03cd_0_26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0" name="Google Shape;170;g26b641b03cd_0_260"/>
          <p:cNvGrpSpPr/>
          <p:nvPr/>
        </p:nvGrpSpPr>
        <p:grpSpPr>
          <a:xfrm>
            <a:off x="-36800" y="-52000"/>
            <a:ext cx="9236100" cy="543600"/>
            <a:chOff x="-36800" y="-52000"/>
            <a:chExt cx="9236100" cy="543600"/>
          </a:xfrm>
        </p:grpSpPr>
        <p:sp>
          <p:nvSpPr>
            <p:cNvPr id="171" name="Google Shape;171;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2" name="Google Shape;172;g26b641b03cd_0_260"/>
            <p:cNvGrpSpPr/>
            <p:nvPr/>
          </p:nvGrpSpPr>
          <p:grpSpPr>
            <a:xfrm>
              <a:off x="4570840" y="88100"/>
              <a:ext cx="1337400" cy="403500"/>
              <a:chOff x="565600" y="88250"/>
              <a:chExt cx="1337400" cy="403500"/>
            </a:xfrm>
          </p:grpSpPr>
          <p:sp>
            <p:nvSpPr>
              <p:cNvPr id="173" name="Google Shape;173;g26b641b03cd_0_260"/>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4" name="Google Shape;174;g26b641b03cd_0_260"/>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5" name="Google Shape;175;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4</a:t>
              </a:r>
              <a:endParaRPr sz="1300" b="1" i="0" u="none" strike="noStrike" cap="none">
                <a:solidFill>
                  <a:srgbClr val="FFFFFF"/>
                </a:solidFill>
                <a:latin typeface="Poppins SemiBold"/>
                <a:ea typeface="Poppins SemiBold"/>
                <a:cs typeface="Poppins SemiBold"/>
                <a:sym typeface="Poppins SemiBold"/>
              </a:endParaRPr>
            </a:p>
          </p:txBody>
        </p:sp>
        <p:sp>
          <p:nvSpPr>
            <p:cNvPr id="176" name="Google Shape;176;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FFFFFF"/>
                  </a:solidFill>
                  <a:latin typeface="Poppins SemiBold"/>
                  <a:ea typeface="Poppins SemiBold"/>
                  <a:cs typeface="Poppins SemiBold"/>
                  <a:sym typeface="Poppins SemiBold"/>
                </a:rPr>
                <a:t>Phase 5</a:t>
              </a:r>
              <a:endParaRPr sz="1300" b="1" i="0" u="none" strike="noStrike" cap="none">
                <a:solidFill>
                  <a:srgbClr val="FFFFFF"/>
                </a:solidFill>
                <a:latin typeface="Poppins SemiBold"/>
                <a:ea typeface="Poppins SemiBold"/>
                <a:cs typeface="Poppins SemiBold"/>
                <a:sym typeface="Poppins SemiBold"/>
              </a:endParaRPr>
            </a:p>
          </p:txBody>
        </p:sp>
        <p:sp>
          <p:nvSpPr>
            <p:cNvPr id="177" name="Google Shape;177;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5.5</a:t>
              </a:r>
              <a:endParaRPr sz="1300" b="1" i="0" u="none" strike="noStrike" cap="none">
                <a:solidFill>
                  <a:srgbClr val="9FC5E8"/>
                </a:solidFill>
                <a:latin typeface="Poppins SemiBold"/>
                <a:ea typeface="Poppins SemiBold"/>
                <a:cs typeface="Poppins SemiBold"/>
                <a:sym typeface="Poppins SemiBold"/>
              </a:endParaRPr>
            </a:p>
          </p:txBody>
        </p:sp>
        <p:sp>
          <p:nvSpPr>
            <p:cNvPr id="178" name="Google Shape;178;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9" name="Google Shape;179;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6</a:t>
              </a:r>
              <a:endParaRPr sz="1300" b="1" i="0" u="none" strike="noStrike" cap="none">
                <a:solidFill>
                  <a:srgbClr val="9FC5E8"/>
                </a:solidFill>
                <a:latin typeface="Poppins SemiBold"/>
                <a:ea typeface="Poppins SemiBold"/>
                <a:cs typeface="Poppins SemiBold"/>
                <a:sym typeface="Poppins SemiBold"/>
              </a:endParaRPr>
            </a:p>
          </p:txBody>
        </p:sp>
        <p:sp>
          <p:nvSpPr>
            <p:cNvPr id="180" name="Google Shape;180;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2" name="Google Shape;182;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3</a:t>
              </a:r>
              <a:endParaRPr sz="1300" b="1" i="0" u="none" strike="noStrike" cap="none">
                <a:solidFill>
                  <a:srgbClr val="9FC5E8"/>
                </a:solidFill>
                <a:latin typeface="Poppins SemiBold"/>
                <a:ea typeface="Poppins SemiBold"/>
                <a:cs typeface="Poppins SemiBold"/>
                <a:sym typeface="Poppins SemiBold"/>
              </a:endParaRPr>
            </a:p>
          </p:txBody>
        </p:sp>
        <p:sp>
          <p:nvSpPr>
            <p:cNvPr id="183" name="Google Shape;183;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4" name="Google Shape;184;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 name="Google Shape;185;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2</a:t>
              </a:r>
              <a:endParaRPr sz="1300" b="1"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6"/>
        <p:cNvGrpSpPr/>
        <p:nvPr/>
      </p:nvGrpSpPr>
      <p:grpSpPr>
        <a:xfrm>
          <a:off x="0" y="0"/>
          <a:ext cx="0" cy="0"/>
          <a:chOff x="0" y="0"/>
          <a:chExt cx="0" cy="0"/>
        </a:xfrm>
      </p:grpSpPr>
      <p:sp>
        <p:nvSpPr>
          <p:cNvPr id="187" name="Google Shape;187;g2c235dd0dad_1_87"/>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8" name="Google Shape;188;g2c235dd0dad_1_87"/>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89" name="Google Shape;189;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0" name="Google Shape;190;g2c235dd0dad_1_87"/>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1" name="Google Shape;191;g2c235dd0dad_1_87"/>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2" name="Google Shape;192;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3" name="Google Shape;193;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5 - Vowel Sounds</a:t>
            </a:r>
            <a:endParaRPr sz="1800" b="1" i="0" u="none" strike="noStrike" cap="none">
              <a:solidFill>
                <a:srgbClr val="FFFFFF"/>
              </a:solidFill>
              <a:latin typeface="Poppins SemiBold"/>
              <a:ea typeface="Poppins SemiBold"/>
              <a:cs typeface="Poppins SemiBold"/>
              <a:sym typeface="Poppins SemiBold"/>
            </a:endParaRPr>
          </a:p>
        </p:txBody>
      </p:sp>
      <p:sp>
        <p:nvSpPr>
          <p:cNvPr id="194" name="Google Shape;194;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5" name="Google Shape;195;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6" name="Google Shape;196;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7" name="Google Shape;197;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8" name="Google Shape;198;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9" name="Google Shape;199;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92278F"/>
                </a:solidFill>
                <a:latin typeface="Poppins Medium"/>
                <a:ea typeface="Poppins Medium"/>
                <a:cs typeface="Poppins Medium"/>
                <a:sym typeface="Poppins Medium"/>
              </a:rPr>
              <a:t>Practise</a:t>
            </a:r>
            <a:r>
              <a:rPr lang="en-US" sz="3000" b="0" i="0" u="none" strike="noStrike" cap="none">
                <a:solidFill>
                  <a:srgbClr val="92278F"/>
                </a:solidFill>
                <a:latin typeface="Poppins Medium"/>
                <a:ea typeface="Poppins Medium"/>
                <a:cs typeface="Poppins Medium"/>
                <a:sym typeface="Poppins Medium"/>
              </a:rPr>
              <a:t> Building Words</a:t>
            </a:r>
            <a:endParaRPr sz="3000" b="0" i="0" u="none" strike="noStrike" cap="none">
              <a:solidFill>
                <a:srgbClr val="92278F"/>
              </a:solidFill>
              <a:latin typeface="Poppins Medium"/>
              <a:ea typeface="Poppins Medium"/>
              <a:cs typeface="Poppins Medium"/>
              <a:sym typeface="Poppins Medium"/>
            </a:endParaRPr>
          </a:p>
        </p:txBody>
      </p:sp>
      <p:sp>
        <p:nvSpPr>
          <p:cNvPr id="200" name="Google Shape;200;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1" name="Google Shape;201;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2" name="Google Shape;202;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3" name="Google Shape;203;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4" name="Google Shape;204;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5" name="Google Shape;205;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6" name="Google Shape;206;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7" name="Google Shape;207;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8" name="Google Shape;208;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09" name="Google Shape;209;g2c235dd0dad_1_87"/>
          <p:cNvGrpSpPr/>
          <p:nvPr/>
        </p:nvGrpSpPr>
        <p:grpSpPr>
          <a:xfrm>
            <a:off x="662575" y="6212475"/>
            <a:ext cx="586800" cy="571500"/>
            <a:chOff x="662575" y="6212475"/>
            <a:chExt cx="586800" cy="571500"/>
          </a:xfrm>
        </p:grpSpPr>
        <p:sp>
          <p:nvSpPr>
            <p:cNvPr id="210" name="Google Shape;210;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1" name="Google Shape;211;g2c235dd0dad_1_87">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3" name="Google Shape;213;g2c235dd0dad_1_87"/>
          <p:cNvGrpSpPr/>
          <p:nvPr/>
        </p:nvGrpSpPr>
        <p:grpSpPr>
          <a:xfrm>
            <a:off x="7894350" y="6212475"/>
            <a:ext cx="586800" cy="571500"/>
            <a:chOff x="7894350" y="6212475"/>
            <a:chExt cx="586800" cy="571500"/>
          </a:xfrm>
        </p:grpSpPr>
        <p:sp>
          <p:nvSpPr>
            <p:cNvPr id="214" name="Google Shape;214;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5" name="Google Shape;215;g2c235dd0dad_1_87">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7"/>
        <p:cNvGrpSpPr/>
        <p:nvPr/>
      </p:nvGrpSpPr>
      <p:grpSpPr>
        <a:xfrm>
          <a:off x="0" y="0"/>
          <a:ext cx="0" cy="0"/>
          <a:chOff x="0" y="0"/>
          <a:chExt cx="0" cy="0"/>
        </a:xfrm>
      </p:grpSpPr>
      <p:sp>
        <p:nvSpPr>
          <p:cNvPr id="218" name="Google Shape;218;g1f3daf8a844_0_32"/>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9" name="Google Shape;219;g1f3daf8a844_0_32"/>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20" name="Google Shape;220;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1" name="Google Shape;221;g1f3daf8a844_0_32"/>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1f3daf8a844_0_32"/>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4" name="Google Shape;224;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5 - Vowel Sounds</a:t>
            </a:r>
            <a:endParaRPr sz="1800" b="1" i="0" u="none" strike="noStrike" cap="none">
              <a:solidFill>
                <a:srgbClr val="FFFFFF"/>
              </a:solidFill>
              <a:latin typeface="Poppins SemiBold"/>
              <a:ea typeface="Poppins SemiBold"/>
              <a:cs typeface="Poppins SemiBold"/>
              <a:sym typeface="Poppins SemiBold"/>
            </a:endParaRPr>
          </a:p>
        </p:txBody>
      </p:sp>
      <p:sp>
        <p:nvSpPr>
          <p:cNvPr id="225" name="Google Shape;225;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26" name="Google Shape;226;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7" name="Google Shape;227;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8" name="Google Shape;228;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9" name="Google Shape;229;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92278F"/>
                </a:solidFill>
                <a:latin typeface="Poppins Medium"/>
                <a:ea typeface="Poppins Medium"/>
                <a:cs typeface="Poppins Medium"/>
                <a:sym typeface="Poppins Medium"/>
              </a:rPr>
              <a:t>Practise</a:t>
            </a:r>
            <a:r>
              <a:rPr lang="en-US" sz="3000" b="0" i="0" u="none" strike="noStrike" cap="none">
                <a:solidFill>
                  <a:srgbClr val="92278F"/>
                </a:solidFill>
                <a:latin typeface="Poppins Medium"/>
                <a:ea typeface="Poppins Medium"/>
                <a:cs typeface="Poppins Medium"/>
                <a:sym typeface="Poppins Medium"/>
              </a:rPr>
              <a:t> Building Words</a:t>
            </a:r>
            <a:endParaRPr sz="3000" b="0" i="0" u="none" strike="noStrike" cap="none">
              <a:solidFill>
                <a:srgbClr val="92278F"/>
              </a:solidFill>
              <a:latin typeface="Poppins Medium"/>
              <a:ea typeface="Poppins Medium"/>
              <a:cs typeface="Poppins Medium"/>
              <a:sym typeface="Poppins Medium"/>
            </a:endParaRPr>
          </a:p>
        </p:txBody>
      </p:sp>
      <p:cxnSp>
        <p:nvCxnSpPr>
          <p:cNvPr id="230" name="Google Shape;230;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1" name="Google Shape;231;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2" name="Google Shape;232;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3" name="Google Shape;233;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4" name="Google Shape;234;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6" name="Google Shape;236;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7" name="Google Shape;237;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8" name="Google Shape;238;g1f3daf8a844_0_32"/>
          <p:cNvGrpSpPr/>
          <p:nvPr/>
        </p:nvGrpSpPr>
        <p:grpSpPr>
          <a:xfrm>
            <a:off x="662575" y="6212475"/>
            <a:ext cx="586800" cy="571500"/>
            <a:chOff x="662575" y="6212475"/>
            <a:chExt cx="586800" cy="571500"/>
          </a:xfrm>
        </p:grpSpPr>
        <p:sp>
          <p:nvSpPr>
            <p:cNvPr id="239" name="Google Shape;239;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1f3daf8a844_0_3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2" name="Google Shape;242;g1f3daf8a844_0_32"/>
          <p:cNvGrpSpPr/>
          <p:nvPr/>
        </p:nvGrpSpPr>
        <p:grpSpPr>
          <a:xfrm>
            <a:off x="7894350" y="6212475"/>
            <a:ext cx="586800" cy="571500"/>
            <a:chOff x="7894350" y="6212475"/>
            <a:chExt cx="586800" cy="571500"/>
          </a:xfrm>
        </p:grpSpPr>
        <p:sp>
          <p:nvSpPr>
            <p:cNvPr id="243" name="Google Shape;243;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1f3daf8a844_0_3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6"/>
        <p:cNvGrpSpPr/>
        <p:nvPr/>
      </p:nvGrpSpPr>
      <p:grpSpPr>
        <a:xfrm>
          <a:off x="0" y="0"/>
          <a:ext cx="0" cy="0"/>
          <a:chOff x="0" y="0"/>
          <a:chExt cx="0" cy="0"/>
        </a:xfrm>
      </p:grpSpPr>
      <p:sp>
        <p:nvSpPr>
          <p:cNvPr id="247" name="Google Shape;247;g2c157a2fb06_0_5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8" name="Google Shape;248;g2c157a2fb06_0_5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49" name="Google Shape;249;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0" name="Google Shape;250;g2c157a2fb06_0_5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1" name="Google Shape;251;g2c157a2fb06_0_5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3" name="Google Shape;253;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5 - Vowel Sounds</a:t>
            </a:r>
            <a:endParaRPr sz="1800" b="1" i="0" u="none" strike="noStrike" cap="none">
              <a:solidFill>
                <a:srgbClr val="FFFFFF"/>
              </a:solidFill>
              <a:latin typeface="Poppins SemiBold"/>
              <a:ea typeface="Poppins SemiBold"/>
              <a:cs typeface="Poppins SemiBold"/>
              <a:sym typeface="Poppins SemiBold"/>
            </a:endParaRPr>
          </a:p>
        </p:txBody>
      </p:sp>
      <p:sp>
        <p:nvSpPr>
          <p:cNvPr id="254" name="Google Shape;254;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55" name="Google Shape;255;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Quickwrite</a:t>
            </a:r>
            <a:endParaRPr sz="3000" b="0" i="0" u="none" strike="noStrike" cap="none">
              <a:solidFill>
                <a:srgbClr val="92278F"/>
              </a:solidFill>
              <a:latin typeface="Poppins Medium"/>
              <a:ea typeface="Poppins Medium"/>
              <a:cs typeface="Poppins Medium"/>
              <a:sym typeface="Poppins Medium"/>
            </a:endParaRPr>
          </a:p>
        </p:txBody>
      </p:sp>
      <p:sp>
        <p:nvSpPr>
          <p:cNvPr id="256" name="Google Shape;256;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7" name="Google Shape;257;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8" name="Google Shape;258;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9" name="Google Shape;259;g2c157a2fb06_0_53"/>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0" name="Google Shape;260;g2c157a2fb06_0_53"/>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1" name="Google Shape;261;g2c157a2fb06_0_53"/>
          <p:cNvSpPr txBox="1">
            <a:spLocks noGrp="1"/>
          </p:cNvSpPr>
          <p:nvPr>
            <p:ph type="subTitle" idx="6"/>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2" name="Google Shape;262;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3" name="Google Shape;263;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4" name="Google Shape;264;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5" name="Google Shape;265;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6" name="Google Shape;266;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67" name="Google Shape;267;g2c157a2fb06_0_53"/>
          <p:cNvGrpSpPr/>
          <p:nvPr/>
        </p:nvGrpSpPr>
        <p:grpSpPr>
          <a:xfrm>
            <a:off x="1403031" y="6958923"/>
            <a:ext cx="6774848" cy="1291477"/>
            <a:chOff x="717231" y="7263723"/>
            <a:chExt cx="6774848" cy="1291477"/>
          </a:xfrm>
        </p:grpSpPr>
        <p:sp>
          <p:nvSpPr>
            <p:cNvPr id="268" name="Google Shape;268;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69" name="Google Shape;269;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0" name="Google Shape;270;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1" name="Google Shape;271;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2" name="Google Shape;272;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73" name="Google Shape;273;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74" name="Google Shape;274;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75" name="Google Shape;275;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76" name="Google Shape;276;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8" name="Google Shape;278;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79" name="Google Shape;279;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0" name="Google Shape;280;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1" name="Google Shape;281;g2c157a2fb06_0_53"/>
          <p:cNvGrpSpPr/>
          <p:nvPr/>
        </p:nvGrpSpPr>
        <p:grpSpPr>
          <a:xfrm>
            <a:off x="662575" y="6212475"/>
            <a:ext cx="586800" cy="571500"/>
            <a:chOff x="662575" y="6212475"/>
            <a:chExt cx="586800" cy="571500"/>
          </a:xfrm>
        </p:grpSpPr>
        <p:sp>
          <p:nvSpPr>
            <p:cNvPr id="282" name="Google Shape;282;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3" name="Google Shape;283;g2c157a2fb06_0_5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5" name="Google Shape;285;g2c157a2fb06_0_53"/>
          <p:cNvGrpSpPr/>
          <p:nvPr/>
        </p:nvGrpSpPr>
        <p:grpSpPr>
          <a:xfrm>
            <a:off x="7894350" y="6212475"/>
            <a:ext cx="586800" cy="571500"/>
            <a:chOff x="7894350" y="6212475"/>
            <a:chExt cx="586800" cy="571500"/>
          </a:xfrm>
        </p:grpSpPr>
        <p:sp>
          <p:nvSpPr>
            <p:cNvPr id="286" name="Google Shape;286;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7" name="Google Shape;287;g2c157a2fb06_0_5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5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89" name="Google Shape;289;g2c157a2fb06_0_53"/>
          <p:cNvSpPr txBox="1">
            <a:spLocks noGrp="1"/>
          </p:cNvSpPr>
          <p:nvPr>
            <p:ph type="subTitle" idx="7"/>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0"/>
        <p:cNvGrpSpPr/>
        <p:nvPr/>
      </p:nvGrpSpPr>
      <p:grpSpPr>
        <a:xfrm>
          <a:off x="0" y="0"/>
          <a:ext cx="0" cy="0"/>
          <a:chOff x="0" y="0"/>
          <a:chExt cx="0" cy="0"/>
        </a:xfrm>
      </p:grpSpPr>
      <p:sp>
        <p:nvSpPr>
          <p:cNvPr id="291" name="Google Shape;291;g2c157a2fb06_0_158"/>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2" name="Google Shape;292;g2c157a2fb06_0_158"/>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3" name="Google Shape;293;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4" name="Google Shape;294;g2c157a2fb06_0_158"/>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158"/>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7" name="Google Shape;297;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5 - Vowel Sounds</a:t>
            </a:r>
            <a:endParaRPr sz="1800" b="1" i="0" u="none" strike="noStrike" cap="none">
              <a:solidFill>
                <a:srgbClr val="FFFFFF"/>
              </a:solidFill>
              <a:latin typeface="Poppins SemiBold"/>
              <a:ea typeface="Poppins SemiBold"/>
              <a:cs typeface="Poppins SemiBold"/>
              <a:sym typeface="Poppins SemiBold"/>
            </a:endParaRPr>
          </a:p>
        </p:txBody>
      </p:sp>
      <p:pic>
        <p:nvPicPr>
          <p:cNvPr id="298" name="Google Shape;298;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99" name="Google Shape;299;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0" name="Google Shape;300;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1" name="Google Shape;301;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2" name="Google Shape;302;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3" name="Google Shape;303;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Full Circle</a:t>
            </a:r>
            <a:endParaRPr sz="3000" b="0" i="0" u="none" strike="noStrike" cap="none">
              <a:solidFill>
                <a:srgbClr val="92278F"/>
              </a:solidFill>
              <a:latin typeface="Poppins Medium"/>
              <a:ea typeface="Poppins Medium"/>
              <a:cs typeface="Poppins Medium"/>
              <a:sym typeface="Poppins Medium"/>
            </a:endParaRPr>
          </a:p>
        </p:txBody>
      </p:sp>
      <p:sp>
        <p:nvSpPr>
          <p:cNvPr id="304" name="Google Shape;304;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5" name="Google Shape;305;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6" name="Google Shape;306;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09" name="Google Shape;309;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0" name="Google Shape;310;g2c157a2fb06_0_158"/>
          <p:cNvGrpSpPr/>
          <p:nvPr/>
        </p:nvGrpSpPr>
        <p:grpSpPr>
          <a:xfrm>
            <a:off x="662575" y="6212475"/>
            <a:ext cx="586800" cy="571500"/>
            <a:chOff x="662575" y="6212475"/>
            <a:chExt cx="586800" cy="571500"/>
          </a:xfrm>
        </p:grpSpPr>
        <p:sp>
          <p:nvSpPr>
            <p:cNvPr id="311" name="Google Shape;311;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158">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4" name="Google Shape;314;g2c157a2fb06_0_158"/>
          <p:cNvGrpSpPr/>
          <p:nvPr/>
        </p:nvGrpSpPr>
        <p:grpSpPr>
          <a:xfrm>
            <a:off x="7894350" y="6212475"/>
            <a:ext cx="586800" cy="571500"/>
            <a:chOff x="7894350" y="6212475"/>
            <a:chExt cx="586800" cy="571500"/>
          </a:xfrm>
        </p:grpSpPr>
        <p:sp>
          <p:nvSpPr>
            <p:cNvPr id="315" name="Google Shape;315;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6" name="Google Shape;316;g2c157a2fb06_0_158">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158">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18"/>
        <p:cNvGrpSpPr/>
        <p:nvPr/>
      </p:nvGrpSpPr>
      <p:grpSpPr>
        <a:xfrm>
          <a:off x="0" y="0"/>
          <a:ext cx="0" cy="0"/>
          <a:chOff x="0" y="0"/>
          <a:chExt cx="0" cy="0"/>
        </a:xfrm>
      </p:grpSpPr>
      <p:sp>
        <p:nvSpPr>
          <p:cNvPr id="319" name="Google Shape;319;g2c157a2fb06_0_26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1" name="Google Shape;321;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26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5" name="Google Shape;325;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5 - Vowel Sounds</a:t>
            </a:r>
            <a:endParaRPr sz="1800" b="1" i="0" u="none" strike="noStrike" cap="none">
              <a:solidFill>
                <a:srgbClr val="FFFFFF"/>
              </a:solidFill>
              <a:latin typeface="Poppins SemiBold"/>
              <a:ea typeface="Poppins SemiBold"/>
              <a:cs typeface="Poppins SemiBold"/>
              <a:sym typeface="Poppins SemiBold"/>
            </a:endParaRPr>
          </a:p>
        </p:txBody>
      </p:sp>
      <p:sp>
        <p:nvSpPr>
          <p:cNvPr id="326" name="Google Shape;326;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27" name="Google Shape;327;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8" name="Google Shape;328;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9" name="Google Shape;329;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0" name="Google Shape;330;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Picture Match</a:t>
            </a:r>
            <a:endParaRPr sz="3000" b="0" i="0" u="none" strike="noStrike" cap="none">
              <a:solidFill>
                <a:srgbClr val="92278F"/>
              </a:solidFill>
              <a:latin typeface="Poppins Medium"/>
              <a:ea typeface="Poppins Medium"/>
              <a:cs typeface="Poppins Medium"/>
              <a:sym typeface="Poppins Medium"/>
            </a:endParaRPr>
          </a:p>
        </p:txBody>
      </p:sp>
      <p:sp>
        <p:nvSpPr>
          <p:cNvPr id="331" name="Google Shape;331;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2" name="Google Shape;332;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3" name="Google Shape;333;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4" name="Google Shape;334;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263"/>
          <p:cNvSpPr>
            <a:spLocks noGrp="1"/>
          </p:cNvSpPr>
          <p:nvPr>
            <p:ph type="pic" idx="8"/>
          </p:nvPr>
        </p:nvSpPr>
        <p:spPr>
          <a:xfrm>
            <a:off x="5086375" y="4412425"/>
            <a:ext cx="2668800" cy="1291500"/>
          </a:xfrm>
          <a:prstGeom prst="rect">
            <a:avLst/>
          </a:prstGeom>
          <a:noFill/>
          <a:ln>
            <a:noFill/>
          </a:ln>
        </p:spPr>
      </p:sp>
      <p:sp>
        <p:nvSpPr>
          <p:cNvPr id="336" name="Google Shape;336;g2c157a2fb06_0_263"/>
          <p:cNvSpPr>
            <a:spLocks noGrp="1"/>
          </p:cNvSpPr>
          <p:nvPr>
            <p:ph type="pic" idx="9"/>
          </p:nvPr>
        </p:nvSpPr>
        <p:spPr>
          <a:xfrm>
            <a:off x="5086375" y="797675"/>
            <a:ext cx="2668800" cy="1291500"/>
          </a:xfrm>
          <a:prstGeom prst="rect">
            <a:avLst/>
          </a:prstGeom>
          <a:noFill/>
          <a:ln>
            <a:noFill/>
          </a:ln>
        </p:spPr>
      </p:sp>
      <p:sp>
        <p:nvSpPr>
          <p:cNvPr id="337" name="Google Shape;337;g2c157a2fb06_0_263"/>
          <p:cNvSpPr>
            <a:spLocks noGrp="1"/>
          </p:cNvSpPr>
          <p:nvPr>
            <p:ph type="pic" idx="13"/>
          </p:nvPr>
        </p:nvSpPr>
        <p:spPr>
          <a:xfrm>
            <a:off x="5086375" y="2002592"/>
            <a:ext cx="2668800" cy="1291500"/>
          </a:xfrm>
          <a:prstGeom prst="rect">
            <a:avLst/>
          </a:prstGeom>
          <a:noFill/>
          <a:ln>
            <a:noFill/>
          </a:ln>
        </p:spPr>
      </p:sp>
      <p:sp>
        <p:nvSpPr>
          <p:cNvPr id="338" name="Google Shape;338;g2c157a2fb06_0_263"/>
          <p:cNvSpPr>
            <a:spLocks noGrp="1"/>
          </p:cNvSpPr>
          <p:nvPr>
            <p:ph type="pic" idx="14"/>
          </p:nvPr>
        </p:nvSpPr>
        <p:spPr>
          <a:xfrm>
            <a:off x="5086375" y="3207508"/>
            <a:ext cx="2668800" cy="1291500"/>
          </a:xfrm>
          <a:prstGeom prst="rect">
            <a:avLst/>
          </a:prstGeom>
          <a:noFill/>
          <a:ln>
            <a:noFill/>
          </a:ln>
        </p:spPr>
      </p:sp>
      <p:sp>
        <p:nvSpPr>
          <p:cNvPr id="339" name="Google Shape;339;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0" name="Google Shape;340;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1" name="Google Shape;341;g2c157a2fb06_0_263"/>
          <p:cNvGrpSpPr/>
          <p:nvPr/>
        </p:nvGrpSpPr>
        <p:grpSpPr>
          <a:xfrm>
            <a:off x="662575" y="6212475"/>
            <a:ext cx="586800" cy="571500"/>
            <a:chOff x="662575" y="6212475"/>
            <a:chExt cx="586800" cy="571500"/>
          </a:xfrm>
        </p:grpSpPr>
        <p:sp>
          <p:nvSpPr>
            <p:cNvPr id="342" name="Google Shape;342;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26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26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5" name="Google Shape;345;g2c157a2fb06_0_263"/>
          <p:cNvGrpSpPr/>
          <p:nvPr/>
        </p:nvGrpSpPr>
        <p:grpSpPr>
          <a:xfrm>
            <a:off x="7894350" y="6212475"/>
            <a:ext cx="586800" cy="571500"/>
            <a:chOff x="7894350" y="6212475"/>
            <a:chExt cx="586800" cy="571500"/>
          </a:xfrm>
        </p:grpSpPr>
        <p:sp>
          <p:nvSpPr>
            <p:cNvPr id="346" name="Google Shape;346;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26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26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49"/>
        <p:cNvGrpSpPr/>
        <p:nvPr/>
      </p:nvGrpSpPr>
      <p:grpSpPr>
        <a:xfrm>
          <a:off x="0" y="0"/>
          <a:ext cx="0" cy="0"/>
          <a:chOff x="0" y="0"/>
          <a:chExt cx="0" cy="0"/>
        </a:xfrm>
      </p:grpSpPr>
      <p:sp>
        <p:nvSpPr>
          <p:cNvPr id="350" name="Google Shape;350;g2c157a2fb06_0_467"/>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467"/>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2" name="Google Shape;352;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3" name="Google Shape;353;g2c157a2fb06_0_467"/>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6" name="Google Shape;356;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5 - Vowel Sounds</a:t>
            </a:r>
            <a:endParaRPr sz="1800" b="1" i="0" u="none" strike="noStrike" cap="none">
              <a:solidFill>
                <a:srgbClr val="FFFFFF"/>
              </a:solidFill>
              <a:latin typeface="Poppins SemiBold"/>
              <a:ea typeface="Poppins SemiBold"/>
              <a:cs typeface="Poppins SemiBold"/>
              <a:sym typeface="Poppins SemiBold"/>
            </a:endParaRPr>
          </a:p>
        </p:txBody>
      </p:sp>
      <p:cxnSp>
        <p:nvCxnSpPr>
          <p:cNvPr id="357" name="Google Shape;357;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58" name="Google Shape;358;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59" name="Google Shape;359;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0" name="Google Shape;360;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1" name="Google Shape;361;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2" name="Google Shape;362;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3" name="Google Shape;363;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Write a Caption</a:t>
            </a:r>
            <a:endParaRPr sz="3000" b="0" i="0" u="none" strike="noStrike" cap="none">
              <a:solidFill>
                <a:srgbClr val="92278F"/>
              </a:solidFill>
              <a:latin typeface="Poppins Medium"/>
              <a:ea typeface="Poppins Medium"/>
              <a:cs typeface="Poppins Medium"/>
              <a:sym typeface="Poppins Medium"/>
            </a:endParaRPr>
          </a:p>
        </p:txBody>
      </p:sp>
      <p:sp>
        <p:nvSpPr>
          <p:cNvPr id="365" name="Google Shape;365;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6" name="Google Shape;366;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7" name="Google Shape;367;g2c157a2fb06_0_467"/>
          <p:cNvGrpSpPr/>
          <p:nvPr/>
        </p:nvGrpSpPr>
        <p:grpSpPr>
          <a:xfrm>
            <a:off x="662575" y="6212475"/>
            <a:ext cx="586800" cy="571500"/>
            <a:chOff x="662575" y="6212475"/>
            <a:chExt cx="586800" cy="571500"/>
          </a:xfrm>
        </p:grpSpPr>
        <p:sp>
          <p:nvSpPr>
            <p:cNvPr id="368" name="Google Shape;368;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467">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467">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1" name="Google Shape;371;g2c157a2fb06_0_467"/>
          <p:cNvGrpSpPr/>
          <p:nvPr/>
        </p:nvGrpSpPr>
        <p:grpSpPr>
          <a:xfrm>
            <a:off x="7894350" y="6212475"/>
            <a:ext cx="586800" cy="571500"/>
            <a:chOff x="7894350" y="6212475"/>
            <a:chExt cx="586800" cy="571500"/>
          </a:xfrm>
        </p:grpSpPr>
        <p:sp>
          <p:nvSpPr>
            <p:cNvPr id="372" name="Google Shape;372;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467">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467">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75"/>
        <p:cNvGrpSpPr/>
        <p:nvPr/>
      </p:nvGrpSpPr>
      <p:grpSpPr>
        <a:xfrm>
          <a:off x="0" y="0"/>
          <a:ext cx="0" cy="0"/>
          <a:chOff x="0" y="0"/>
          <a:chExt cx="0" cy="0"/>
        </a:xfrm>
      </p:grpSpPr>
      <p:sp>
        <p:nvSpPr>
          <p:cNvPr id="376" name="Google Shape;376;g2c157a2fb06_0_629"/>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629"/>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8" name="Google Shape;378;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9" name="Google Shape;379;g2c157a2fb06_0_629"/>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2" name="Google Shape;382;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5 - Vowel Sounds</a:t>
            </a:r>
            <a:endParaRPr sz="1800" b="1" i="0" u="none" strike="noStrike" cap="none">
              <a:solidFill>
                <a:srgbClr val="FFFFFF"/>
              </a:solidFill>
              <a:latin typeface="Poppins SemiBold"/>
              <a:ea typeface="Poppins SemiBold"/>
              <a:cs typeface="Poppins SemiBold"/>
              <a:sym typeface="Poppins SemiBold"/>
            </a:endParaRPr>
          </a:p>
        </p:txBody>
      </p:sp>
      <p:cxnSp>
        <p:nvCxnSpPr>
          <p:cNvPr id="383" name="Google Shape;383;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4" name="Google Shape;384;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85" name="Google Shape;38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6" name="Google Shape;38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7" name="Google Shape;38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8" name="Google Shape;38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89" name="Google Shape;38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Read a Caption</a:t>
            </a:r>
            <a:endParaRPr sz="3000" b="0" i="0" u="none" strike="noStrike" cap="none">
              <a:solidFill>
                <a:srgbClr val="92278F"/>
              </a:solidFill>
              <a:latin typeface="Poppins Medium"/>
              <a:ea typeface="Poppins Medium"/>
              <a:cs typeface="Poppins Medium"/>
              <a:sym typeface="Poppins Medium"/>
            </a:endParaRPr>
          </a:p>
        </p:txBody>
      </p:sp>
      <p:sp>
        <p:nvSpPr>
          <p:cNvPr id="390" name="Google Shape;39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1" name="Google Shape;39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2" name="Google Shape;39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3" name="Google Shape;393;g2c157a2fb06_0_629"/>
          <p:cNvGrpSpPr/>
          <p:nvPr/>
        </p:nvGrpSpPr>
        <p:grpSpPr>
          <a:xfrm>
            <a:off x="662575" y="6212475"/>
            <a:ext cx="586800" cy="571500"/>
            <a:chOff x="662575" y="6212475"/>
            <a:chExt cx="586800" cy="571500"/>
          </a:xfrm>
        </p:grpSpPr>
        <p:sp>
          <p:nvSpPr>
            <p:cNvPr id="394" name="Google Shape;39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5" name="Google Shape;395;g2c157a2fb06_0_629">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629">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7" name="Google Shape;397;g2c157a2fb06_0_629"/>
          <p:cNvGrpSpPr/>
          <p:nvPr/>
        </p:nvGrpSpPr>
        <p:grpSpPr>
          <a:xfrm>
            <a:off x="7894350" y="6212475"/>
            <a:ext cx="586800" cy="571500"/>
            <a:chOff x="7894350" y="6212475"/>
            <a:chExt cx="586800" cy="571500"/>
          </a:xfrm>
        </p:grpSpPr>
        <p:sp>
          <p:nvSpPr>
            <p:cNvPr id="398" name="Google Shape;39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629">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629">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01"/>
        <p:cNvGrpSpPr/>
        <p:nvPr/>
      </p:nvGrpSpPr>
      <p:grpSpPr>
        <a:xfrm>
          <a:off x="0" y="0"/>
          <a:ext cx="0" cy="0"/>
          <a:chOff x="0" y="0"/>
          <a:chExt cx="0" cy="0"/>
        </a:xfrm>
      </p:grpSpPr>
      <p:sp>
        <p:nvSpPr>
          <p:cNvPr id="402" name="Google Shape;402;g2c157a2fb06_0_798"/>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3" name="Google Shape;403;g2c157a2fb06_0_798"/>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4" name="Google Shape;404;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5" name="Google Shape;405;g2c157a2fb06_0_798"/>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798"/>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8" name="Google Shape;408;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5 - Vowel Sounds</a:t>
            </a:r>
            <a:endParaRPr sz="1800" b="1" i="0" u="none" strike="noStrike" cap="none">
              <a:solidFill>
                <a:srgbClr val="FFFFFF"/>
              </a:solidFill>
              <a:latin typeface="Poppins SemiBold"/>
              <a:ea typeface="Poppins SemiBold"/>
              <a:cs typeface="Poppins SemiBold"/>
              <a:sym typeface="Poppins SemiBold"/>
            </a:endParaRPr>
          </a:p>
        </p:txBody>
      </p:sp>
      <p:cxnSp>
        <p:nvCxnSpPr>
          <p:cNvPr id="409" name="Google Shape;409;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0" name="Google Shape;410;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1" name="Google Shape;411;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2" name="Google Shape;412;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3" name="Google Shape;413;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14" name="Google Shape;414;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5" name="Google Shape;415;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6" name="Google Shape;416;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7" name="Google Shape;417;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Write a Sentence</a:t>
            </a:r>
            <a:endParaRPr sz="3000" b="0" i="0" u="none" strike="noStrike" cap="none">
              <a:solidFill>
                <a:srgbClr val="92278F"/>
              </a:solidFill>
              <a:latin typeface="Poppins Medium"/>
              <a:ea typeface="Poppins Medium"/>
              <a:cs typeface="Poppins Medium"/>
              <a:sym typeface="Poppins Medium"/>
            </a:endParaRPr>
          </a:p>
        </p:txBody>
      </p:sp>
      <p:sp>
        <p:nvSpPr>
          <p:cNvPr id="418" name="Google Shape;418;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19" name="Google Shape;419;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0" name="Google Shape;420;g2c157a2fb06_0_798"/>
          <p:cNvGrpSpPr/>
          <p:nvPr/>
        </p:nvGrpSpPr>
        <p:grpSpPr>
          <a:xfrm>
            <a:off x="662575" y="6212475"/>
            <a:ext cx="586800" cy="571500"/>
            <a:chOff x="662575" y="6212475"/>
            <a:chExt cx="586800" cy="571500"/>
          </a:xfrm>
        </p:grpSpPr>
        <p:sp>
          <p:nvSpPr>
            <p:cNvPr id="421" name="Google Shape;421;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2" name="Google Shape;422;g2c157a2fb06_0_798">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4" name="Google Shape;424;g2c157a2fb06_0_798"/>
          <p:cNvGrpSpPr/>
          <p:nvPr/>
        </p:nvGrpSpPr>
        <p:grpSpPr>
          <a:xfrm>
            <a:off x="7894350" y="6212475"/>
            <a:ext cx="586800" cy="571500"/>
            <a:chOff x="7894350" y="6212475"/>
            <a:chExt cx="586800" cy="571500"/>
          </a:xfrm>
        </p:grpSpPr>
        <p:sp>
          <p:nvSpPr>
            <p:cNvPr id="425" name="Google Shape;425;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798">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28"/>
        <p:cNvGrpSpPr/>
        <p:nvPr/>
      </p:nvGrpSpPr>
      <p:grpSpPr>
        <a:xfrm>
          <a:off x="0" y="0"/>
          <a:ext cx="0" cy="0"/>
          <a:chOff x="0" y="0"/>
          <a:chExt cx="0" cy="0"/>
        </a:xfrm>
      </p:grpSpPr>
      <p:sp>
        <p:nvSpPr>
          <p:cNvPr id="429" name="Google Shape;429;g2c157a2fb06_0_825"/>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0" name="Google Shape;430;g2c157a2fb06_0_825"/>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1" name="Google Shape;431;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2" name="Google Shape;432;g2c157a2fb06_0_825"/>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825"/>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5" name="Google Shape;435;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5 - Vowel Sounds</a:t>
            </a:r>
            <a:endParaRPr sz="1800" b="1" i="0" u="none" strike="noStrike" cap="none">
              <a:solidFill>
                <a:srgbClr val="FFFFFF"/>
              </a:solidFill>
              <a:latin typeface="Poppins SemiBold"/>
              <a:ea typeface="Poppins SemiBold"/>
              <a:cs typeface="Poppins SemiBold"/>
              <a:sym typeface="Poppins SemiBold"/>
            </a:endParaRPr>
          </a:p>
        </p:txBody>
      </p:sp>
      <p:sp>
        <p:nvSpPr>
          <p:cNvPr id="436" name="Google Shape;436;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cxnSp>
        <p:nvCxnSpPr>
          <p:cNvPr id="437" name="Google Shape;437;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38" name="Google Shape;438;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39" name="Google Shape;439;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0" name="Google Shape;440;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1" name="Google Shape;441;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2" name="Google Shape;442;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43" name="Google Shape;443;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4" name="Google Shape;444;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5" name="Google Shape;445;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Read a Sentence</a:t>
            </a:r>
            <a:endParaRPr sz="3000" b="0" i="0" u="none" strike="noStrike" cap="none">
              <a:solidFill>
                <a:srgbClr val="92278F"/>
              </a:solidFill>
              <a:latin typeface="Poppins Medium"/>
              <a:ea typeface="Poppins Medium"/>
              <a:cs typeface="Poppins Medium"/>
              <a:sym typeface="Poppins Medium"/>
            </a:endParaRPr>
          </a:p>
        </p:txBody>
      </p:sp>
      <p:sp>
        <p:nvSpPr>
          <p:cNvPr id="446" name="Google Shape;446;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7" name="Google Shape;447;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48" name="Google Shape;448;g2c157a2fb06_0_825"/>
          <p:cNvGrpSpPr/>
          <p:nvPr/>
        </p:nvGrpSpPr>
        <p:grpSpPr>
          <a:xfrm>
            <a:off x="662575" y="6212475"/>
            <a:ext cx="586800" cy="571500"/>
            <a:chOff x="662575" y="6212475"/>
            <a:chExt cx="586800" cy="571500"/>
          </a:xfrm>
        </p:grpSpPr>
        <p:sp>
          <p:nvSpPr>
            <p:cNvPr id="449" name="Google Shape;449;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82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2" name="Google Shape;452;g2c157a2fb06_0_825"/>
          <p:cNvGrpSpPr/>
          <p:nvPr/>
        </p:nvGrpSpPr>
        <p:grpSpPr>
          <a:xfrm>
            <a:off x="7894350" y="6212475"/>
            <a:ext cx="586800" cy="571500"/>
            <a:chOff x="7894350" y="6212475"/>
            <a:chExt cx="586800" cy="571500"/>
          </a:xfrm>
        </p:grpSpPr>
        <p:sp>
          <p:nvSpPr>
            <p:cNvPr id="453" name="Google Shape;453;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82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56"/>
        <p:cNvGrpSpPr/>
        <p:nvPr/>
      </p:nvGrpSpPr>
      <p:grpSpPr>
        <a:xfrm>
          <a:off x="0" y="0"/>
          <a:ext cx="0" cy="0"/>
          <a:chOff x="0" y="0"/>
          <a:chExt cx="0" cy="0"/>
        </a:xfrm>
      </p:grpSpPr>
      <p:sp>
        <p:nvSpPr>
          <p:cNvPr id="457" name="Google Shape;457;g2c157a2fb06_0_700"/>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9" name="Google Shape;459;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0" name="Google Shape;460;g2c157a2fb06_0_700"/>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00"/>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3" name="Google Shape;463;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5 - Vowel Sounds</a:t>
            </a:r>
            <a:endParaRPr sz="1800" b="1" i="0" u="none" strike="noStrike" cap="none">
              <a:solidFill>
                <a:srgbClr val="FFFFFF"/>
              </a:solidFill>
              <a:latin typeface="Poppins SemiBold"/>
              <a:ea typeface="Poppins SemiBold"/>
              <a:cs typeface="Poppins SemiBold"/>
              <a:sym typeface="Poppins SemiBold"/>
            </a:endParaRPr>
          </a:p>
        </p:txBody>
      </p:sp>
      <p:sp>
        <p:nvSpPr>
          <p:cNvPr id="464" name="Google Shape;464;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8" name="Google Shape;468;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9" name="Google Shape;469;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70" name="Google Shape;470;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Hands Up, Pair Up</a:t>
            </a:r>
            <a:endParaRPr sz="3000" b="0" i="0" u="none" strike="noStrike" cap="none">
              <a:solidFill>
                <a:srgbClr val="92278F"/>
              </a:solidFill>
              <a:latin typeface="Poppins Medium"/>
              <a:ea typeface="Poppins Medium"/>
              <a:cs typeface="Poppins Medium"/>
              <a:sym typeface="Poppins Medium"/>
            </a:endParaRPr>
          </a:p>
        </p:txBody>
      </p:sp>
      <p:sp>
        <p:nvSpPr>
          <p:cNvPr id="471" name="Google Shape;471;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2" name="Google Shape;472;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3" name="Google Shape;473;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4" name="Google Shape;474;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5" name="Google Shape;475;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7" name="Google Shape;477;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9" name="Google Shape;479;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0" name="Google Shape;480;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1" name="Google Shape;481;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3" name="Google Shape;483;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4" name="Google Shape;484;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6" name="Google Shape;486;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7" name="Google Shape;487;g2c157a2fb06_0_700"/>
          <p:cNvGrpSpPr/>
          <p:nvPr/>
        </p:nvGrpSpPr>
        <p:grpSpPr>
          <a:xfrm>
            <a:off x="662575" y="6212475"/>
            <a:ext cx="586800" cy="571500"/>
            <a:chOff x="662575" y="6212475"/>
            <a:chExt cx="586800" cy="571500"/>
          </a:xfrm>
        </p:grpSpPr>
        <p:sp>
          <p:nvSpPr>
            <p:cNvPr id="488" name="Google Shape;488;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1" name="Google Shape;491;g2c157a2fb06_0_700"/>
          <p:cNvGrpSpPr/>
          <p:nvPr/>
        </p:nvGrpSpPr>
        <p:grpSpPr>
          <a:xfrm>
            <a:off x="7894350" y="6212475"/>
            <a:ext cx="586800" cy="571500"/>
            <a:chOff x="7894350" y="6212475"/>
            <a:chExt cx="586800" cy="571500"/>
          </a:xfrm>
        </p:grpSpPr>
        <p:sp>
          <p:nvSpPr>
            <p:cNvPr id="492" name="Google Shape;492;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95"/>
        <p:cNvGrpSpPr/>
        <p:nvPr/>
      </p:nvGrpSpPr>
      <p:grpSpPr>
        <a:xfrm>
          <a:off x="0" y="0"/>
          <a:ext cx="0" cy="0"/>
          <a:chOff x="0" y="0"/>
          <a:chExt cx="0" cy="0"/>
        </a:xfrm>
      </p:grpSpPr>
      <p:sp>
        <p:nvSpPr>
          <p:cNvPr id="496" name="Google Shape;496;g2c157a2fb06_0_932"/>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932"/>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98" name="Google Shape;498;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9" name="Google Shape;499;g2c157a2fb06_0_932"/>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932"/>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2" name="Google Shape;502;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5 - Vowel Sounds</a:t>
            </a:r>
            <a:endParaRPr sz="1800" b="1" i="0" u="none" strike="noStrike" cap="none">
              <a:solidFill>
                <a:srgbClr val="FFFFFF"/>
              </a:solidFill>
              <a:latin typeface="Poppins SemiBold"/>
              <a:ea typeface="Poppins SemiBold"/>
              <a:cs typeface="Poppins SemiBold"/>
              <a:sym typeface="Poppins SemiBold"/>
            </a:endParaRPr>
          </a:p>
        </p:txBody>
      </p:sp>
      <p:sp>
        <p:nvSpPr>
          <p:cNvPr id="503" name="Google Shape;503;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4" name="Google Shape;504;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5" name="Google Shape;505;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Bingo</a:t>
            </a:r>
            <a:endParaRPr sz="3000" b="0" i="0" u="none" strike="noStrike" cap="none">
              <a:solidFill>
                <a:srgbClr val="92278F"/>
              </a:solidFill>
              <a:latin typeface="Poppins Medium"/>
              <a:ea typeface="Poppins Medium"/>
              <a:cs typeface="Poppins Medium"/>
              <a:sym typeface="Poppins Medium"/>
            </a:endParaRPr>
          </a:p>
        </p:txBody>
      </p:sp>
      <p:cxnSp>
        <p:nvCxnSpPr>
          <p:cNvPr id="506" name="Google Shape;506;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7" name="Google Shape;507;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508" name="Google Shape;508;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cxnSp>
        <p:nvCxnSpPr>
          <p:cNvPr id="509" name="Google Shape;509;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0" name="Google Shape;510;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1" name="Google Shape;511;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2" name="Google Shape;512;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3" name="Google Shape;513;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4" name="Google Shape;514;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15" name="Google Shape;515;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6" name="Google Shape;516;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17" name="Google Shape;517;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8" name="Google Shape;518;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9" name="Google Shape;519;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0" name="Google Shape;520;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1" name="Google Shape;521;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2" name="Google Shape;522;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3" name="Google Shape;523;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4" name="Google Shape;524;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5" name="Google Shape;525;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26" name="Google Shape;526;g2c157a2fb06_0_932"/>
          <p:cNvGrpSpPr/>
          <p:nvPr/>
        </p:nvGrpSpPr>
        <p:grpSpPr>
          <a:xfrm>
            <a:off x="662575" y="6212475"/>
            <a:ext cx="586800" cy="571500"/>
            <a:chOff x="662575" y="6212475"/>
            <a:chExt cx="586800" cy="571500"/>
          </a:xfrm>
        </p:grpSpPr>
        <p:sp>
          <p:nvSpPr>
            <p:cNvPr id="527" name="Google Shape;527;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93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0" name="Google Shape;530;g2c157a2fb06_0_932"/>
          <p:cNvGrpSpPr/>
          <p:nvPr/>
        </p:nvGrpSpPr>
        <p:grpSpPr>
          <a:xfrm>
            <a:off x="7894350" y="6212475"/>
            <a:ext cx="586800" cy="571500"/>
            <a:chOff x="7894350" y="6212475"/>
            <a:chExt cx="586800" cy="571500"/>
          </a:xfrm>
        </p:grpSpPr>
        <p:sp>
          <p:nvSpPr>
            <p:cNvPr id="531" name="Google Shape;531;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93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93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34"/>
        <p:cNvGrpSpPr/>
        <p:nvPr/>
      </p:nvGrpSpPr>
      <p:grpSpPr>
        <a:xfrm>
          <a:off x="0" y="0"/>
          <a:ext cx="0" cy="0"/>
          <a:chOff x="0" y="0"/>
          <a:chExt cx="0" cy="0"/>
        </a:xfrm>
      </p:grpSpPr>
      <p:sp>
        <p:nvSpPr>
          <p:cNvPr id="535" name="Google Shape;535;g2c157a2fb06_0_1045"/>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6" name="Google Shape;536;g2c157a2fb06_0_1045"/>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7" name="Google Shape;537;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8" name="Google Shape;538;g2c157a2fb06_0_1045"/>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1" name="Google Shape;54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5 - Vowel Sounds</a:t>
            </a:r>
            <a:endParaRPr sz="1800" b="1" i="0" u="none" strike="noStrike" cap="none">
              <a:solidFill>
                <a:srgbClr val="FFFFFF"/>
              </a:solidFill>
              <a:latin typeface="Poppins SemiBold"/>
              <a:ea typeface="Poppins SemiBold"/>
              <a:cs typeface="Poppins SemiBold"/>
              <a:sym typeface="Poppins SemiBold"/>
            </a:endParaRPr>
          </a:p>
        </p:txBody>
      </p:sp>
      <p:cxnSp>
        <p:nvCxnSpPr>
          <p:cNvPr id="542" name="Google Shape;542;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43" name="Google Shape;543;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44" name="Google Shape;544;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6" name="Google Shape;546;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7" name="Google Shape;547;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8" name="Google Shape;548;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9" name="Google Shape;549;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0" name="Google Shape;550;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1" name="Google Shape;551;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6" name="Google Shape;556;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7" name="Google Shape;557;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Lucky Dip</a:t>
            </a:r>
            <a:endParaRPr sz="3000" b="0" i="0" u="none" strike="noStrike" cap="none">
              <a:solidFill>
                <a:srgbClr val="92278F"/>
              </a:solidFill>
              <a:latin typeface="Poppins Medium"/>
              <a:ea typeface="Poppins Medium"/>
              <a:cs typeface="Poppins Medium"/>
              <a:sym typeface="Poppins Medium"/>
            </a:endParaRPr>
          </a:p>
        </p:txBody>
      </p:sp>
      <p:sp>
        <p:nvSpPr>
          <p:cNvPr id="558" name="Google Shape;558;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60" name="Google Shape;560;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1" name="Google Shape;561;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62" name="Google Shape;562;g2c157a2fb06_0_1045"/>
          <p:cNvGrpSpPr/>
          <p:nvPr/>
        </p:nvGrpSpPr>
        <p:grpSpPr>
          <a:xfrm>
            <a:off x="662575" y="6212475"/>
            <a:ext cx="586800" cy="571500"/>
            <a:chOff x="662575" y="6212475"/>
            <a:chExt cx="586800" cy="571500"/>
          </a:xfrm>
        </p:grpSpPr>
        <p:sp>
          <p:nvSpPr>
            <p:cNvPr id="563" name="Google Shape;563;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04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6" name="Google Shape;566;g2c157a2fb06_0_1045"/>
          <p:cNvGrpSpPr/>
          <p:nvPr/>
        </p:nvGrpSpPr>
        <p:grpSpPr>
          <a:xfrm>
            <a:off x="7894350" y="6212475"/>
            <a:ext cx="586800" cy="571500"/>
            <a:chOff x="7894350" y="6212475"/>
            <a:chExt cx="586800" cy="571500"/>
          </a:xfrm>
        </p:grpSpPr>
        <p:sp>
          <p:nvSpPr>
            <p:cNvPr id="567" name="Google Shape;567;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04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70"/>
        <p:cNvGrpSpPr/>
        <p:nvPr/>
      </p:nvGrpSpPr>
      <p:grpSpPr>
        <a:xfrm>
          <a:off x="0" y="0"/>
          <a:ext cx="0" cy="0"/>
          <a:chOff x="0" y="0"/>
          <a:chExt cx="0" cy="0"/>
        </a:xfrm>
      </p:grpSpPr>
      <p:sp>
        <p:nvSpPr>
          <p:cNvPr id="571" name="Google Shape;571;g2c157a2fb06_0_1110"/>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2" name="Google Shape;572;g2c157a2fb06_0_1110"/>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3" name="Google Shape;573;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4" name="Google Shape;574;g2c157a2fb06_0_1110"/>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7" name="Google Shape;577;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5 - Vowel Sounds</a:t>
            </a:r>
            <a:endParaRPr sz="1800" b="1" i="0" u="none" strike="noStrike" cap="none">
              <a:solidFill>
                <a:srgbClr val="FFFFFF"/>
              </a:solidFill>
              <a:latin typeface="Poppins SemiBold"/>
              <a:ea typeface="Poppins SemiBold"/>
              <a:cs typeface="Poppins SemiBold"/>
              <a:sym typeface="Poppins SemiBold"/>
            </a:endParaRPr>
          </a:p>
        </p:txBody>
      </p:sp>
      <p:sp>
        <p:nvSpPr>
          <p:cNvPr id="578" name="Google Shape;578;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9" name="Google Shape;579;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0" name="Google Shape;580;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1" name="Google Shape;581;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82" name="Google Shape;582;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Countdown</a:t>
            </a:r>
            <a:endParaRPr sz="3000" b="0" i="0" u="none" strike="noStrike" cap="none">
              <a:solidFill>
                <a:srgbClr val="92278F"/>
              </a:solidFill>
              <a:latin typeface="Poppins Medium"/>
              <a:ea typeface="Poppins Medium"/>
              <a:cs typeface="Poppins Medium"/>
              <a:sym typeface="Poppins Medium"/>
            </a:endParaRPr>
          </a:p>
        </p:txBody>
      </p:sp>
      <p:sp>
        <p:nvSpPr>
          <p:cNvPr id="583" name="Google Shape;583;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4" name="Google Shape;584;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5" name="Google Shape;585;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6" name="Google Shape;586;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87" name="Google Shape;587;g2c157a2fb06_0_1110"/>
          <p:cNvGrpSpPr/>
          <p:nvPr/>
        </p:nvGrpSpPr>
        <p:grpSpPr>
          <a:xfrm>
            <a:off x="5806200" y="1807463"/>
            <a:ext cx="756300" cy="146700"/>
            <a:chOff x="5806200" y="1807463"/>
            <a:chExt cx="756300" cy="146700"/>
          </a:xfrm>
        </p:grpSpPr>
        <p:sp>
          <p:nvSpPr>
            <p:cNvPr id="588" name="Google Shape;588;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1" name="Google Shape;591;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2" name="Google Shape;592;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93" name="Google Shape;593;g2c157a2fb06_0_1110"/>
          <p:cNvGrpSpPr/>
          <p:nvPr/>
        </p:nvGrpSpPr>
        <p:grpSpPr>
          <a:xfrm>
            <a:off x="5806200" y="2842438"/>
            <a:ext cx="756300" cy="146700"/>
            <a:chOff x="5806200" y="1807463"/>
            <a:chExt cx="756300" cy="146700"/>
          </a:xfrm>
        </p:grpSpPr>
        <p:sp>
          <p:nvSpPr>
            <p:cNvPr id="594" name="Google Shape;594;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7" name="Google Shape;597;g2c157a2fb06_0_1110"/>
          <p:cNvGrpSpPr/>
          <p:nvPr/>
        </p:nvGrpSpPr>
        <p:grpSpPr>
          <a:xfrm>
            <a:off x="5806200" y="3877413"/>
            <a:ext cx="756300" cy="146700"/>
            <a:chOff x="5806200" y="1807463"/>
            <a:chExt cx="756300" cy="146700"/>
          </a:xfrm>
        </p:grpSpPr>
        <p:sp>
          <p:nvSpPr>
            <p:cNvPr id="598" name="Google Shape;598;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1" name="Google Shape;601;g2c157a2fb06_0_1110"/>
          <p:cNvGrpSpPr/>
          <p:nvPr/>
        </p:nvGrpSpPr>
        <p:grpSpPr>
          <a:xfrm>
            <a:off x="662575" y="6212475"/>
            <a:ext cx="586800" cy="571500"/>
            <a:chOff x="662575" y="6212475"/>
            <a:chExt cx="586800" cy="571500"/>
          </a:xfrm>
        </p:grpSpPr>
        <p:sp>
          <p:nvSpPr>
            <p:cNvPr id="602" name="Google Shape;602;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5" name="Google Shape;605;g2c157a2fb06_0_1110"/>
          <p:cNvGrpSpPr/>
          <p:nvPr/>
        </p:nvGrpSpPr>
        <p:grpSpPr>
          <a:xfrm>
            <a:off x="7894350" y="6212475"/>
            <a:ext cx="586800" cy="571500"/>
            <a:chOff x="7894350" y="6212475"/>
            <a:chExt cx="586800" cy="571500"/>
          </a:xfrm>
        </p:grpSpPr>
        <p:sp>
          <p:nvSpPr>
            <p:cNvPr id="606" name="Google Shape;606;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11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8" name="Google Shape;608;g2c157a2fb06_0_111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09"/>
        <p:cNvGrpSpPr/>
        <p:nvPr/>
      </p:nvGrpSpPr>
      <p:grpSpPr>
        <a:xfrm>
          <a:off x="0" y="0"/>
          <a:ext cx="0" cy="0"/>
          <a:chOff x="0" y="0"/>
          <a:chExt cx="0" cy="0"/>
        </a:xfrm>
      </p:grpSpPr>
      <p:sp>
        <p:nvSpPr>
          <p:cNvPr id="610" name="Google Shape;610;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1" name="Google Shape;611;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14" name="Google Shape;614;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17" name="Google Shape;617;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18" name="Google Shape;618;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19" name="Google Shape;619;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20" name="Google Shape;620;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21" name="Google Shape;621;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22" name="Google Shape;622;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23" name="Google Shape;623;p30"/>
          <p:cNvGrpSpPr/>
          <p:nvPr/>
        </p:nvGrpSpPr>
        <p:grpSpPr>
          <a:xfrm>
            <a:off x="6022940" y="5341706"/>
            <a:ext cx="594501" cy="305904"/>
            <a:chOff x="5672081" y="1914352"/>
            <a:chExt cx="792668" cy="305904"/>
          </a:xfrm>
        </p:grpSpPr>
        <p:sp>
          <p:nvSpPr>
            <p:cNvPr id="624" name="Google Shape;624;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26" name="Google Shape;626;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27" name="Google Shape;627;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9" name="Google Shape;629;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2" name="Google Shape;632;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3" name="Google Shape;633;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4" name="Google Shape;634;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35" name="Google Shape;635;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36" name="Google Shape;636;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7" name="Google Shape;637;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8" name="Google Shape;638;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9" name="Google Shape;639;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1" name="Google Shape;641;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2" name="Google Shape;642;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44" name="Google Shape;644;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45" name="Google Shape;645;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46" name="Google Shape;646;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47" name="Google Shape;647;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48" name="Google Shape;648;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49" name="Google Shape;649;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50" name="Google Shape;650;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1" name="Google Shape;651;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2" name="Google Shape;652;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53" name="Google Shape;653;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54" name="Google Shape;654;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55"/>
        <p:cNvGrpSpPr/>
        <p:nvPr/>
      </p:nvGrpSpPr>
      <p:grpSpPr>
        <a:xfrm>
          <a:off x="0" y="0"/>
          <a:ext cx="0" cy="0"/>
          <a:chOff x="0" y="0"/>
          <a:chExt cx="0" cy="0"/>
        </a:xfrm>
      </p:grpSpPr>
      <p:sp>
        <p:nvSpPr>
          <p:cNvPr id="656" name="Google Shape;656;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57" name="Google Shape;657;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58" name="Google Shape;658;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59"/>
        <p:cNvGrpSpPr/>
        <p:nvPr/>
      </p:nvGrpSpPr>
      <p:grpSpPr>
        <a:xfrm>
          <a:off x="0" y="0"/>
          <a:ext cx="0" cy="0"/>
          <a:chOff x="0" y="0"/>
          <a:chExt cx="0" cy="0"/>
        </a:xfrm>
      </p:grpSpPr>
      <p:sp>
        <p:nvSpPr>
          <p:cNvPr id="660" name="Google Shape;660;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61" name="Google Shape;661;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62" name="Google Shape;662;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2.xml"/><Relationship Id="rId3" Type="http://schemas.openxmlformats.org/officeDocument/2006/relationships/image" Target="../media/image7.png"/><Relationship Id="rId7" Type="http://schemas.openxmlformats.org/officeDocument/2006/relationships/slide" Target="slide10.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slide" Target="slide20.xml"/><Relationship Id="rId4" Type="http://schemas.openxmlformats.org/officeDocument/2006/relationships/image" Target="../media/image8.png"/><Relationship Id="rId9" Type="http://schemas.openxmlformats.org/officeDocument/2006/relationships/slide" Target="slide22.xml"/></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9.png"/><Relationship Id="rId21"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30.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26" Type="http://schemas.openxmlformats.org/officeDocument/2006/relationships/image" Target="../media/image55.png"/><Relationship Id="rId3" Type="http://schemas.openxmlformats.org/officeDocument/2006/relationships/image" Target="../media/image32.png"/><Relationship Id="rId21" Type="http://schemas.openxmlformats.org/officeDocument/2006/relationships/image" Target="../media/image50.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5" Type="http://schemas.openxmlformats.org/officeDocument/2006/relationships/image" Target="../media/image54.png"/><Relationship Id="rId2" Type="http://schemas.openxmlformats.org/officeDocument/2006/relationships/notesSlide" Target="../notesSlides/notesSlide4.xml"/><Relationship Id="rId16" Type="http://schemas.openxmlformats.org/officeDocument/2006/relationships/image" Target="../media/image45.png"/><Relationship Id="rId20" Type="http://schemas.openxmlformats.org/officeDocument/2006/relationships/image" Target="../media/image49.png"/><Relationship Id="rId29" Type="http://schemas.openxmlformats.org/officeDocument/2006/relationships/image" Target="../media/image58.png"/><Relationship Id="rId1" Type="http://schemas.openxmlformats.org/officeDocument/2006/relationships/slideLayout" Target="../slideLayouts/slideLayout3.xml"/><Relationship Id="rId6" Type="http://schemas.openxmlformats.org/officeDocument/2006/relationships/image" Target="../media/image35.png"/><Relationship Id="rId11" Type="http://schemas.openxmlformats.org/officeDocument/2006/relationships/image" Target="../media/image40.png"/><Relationship Id="rId24" Type="http://schemas.openxmlformats.org/officeDocument/2006/relationships/image" Target="../media/image53.png"/><Relationship Id="rId5" Type="http://schemas.openxmlformats.org/officeDocument/2006/relationships/image" Target="../media/image34.png"/><Relationship Id="rId15" Type="http://schemas.openxmlformats.org/officeDocument/2006/relationships/image" Target="../media/image44.png"/><Relationship Id="rId23" Type="http://schemas.openxmlformats.org/officeDocument/2006/relationships/image" Target="../media/image52.png"/><Relationship Id="rId28" Type="http://schemas.openxmlformats.org/officeDocument/2006/relationships/image" Target="../media/image57.png"/><Relationship Id="rId10" Type="http://schemas.openxmlformats.org/officeDocument/2006/relationships/image" Target="../media/image39.png"/><Relationship Id="rId19" Type="http://schemas.openxmlformats.org/officeDocument/2006/relationships/image" Target="../media/image48.png"/><Relationship Id="rId31" Type="http://schemas.openxmlformats.org/officeDocument/2006/relationships/image" Target="../media/image60.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1.png"/><Relationship Id="rId27" Type="http://schemas.openxmlformats.org/officeDocument/2006/relationships/image" Target="../media/image56.png"/><Relationship Id="rId30" Type="http://schemas.openxmlformats.org/officeDocument/2006/relationships/image" Target="../media/image59.png"/></Relationships>
</file>

<file path=ppt/slides/_rels/slide5.xml.rels><?xml version="1.0" encoding="UTF-8" standalone="yes"?>
<Relationships xmlns="http://schemas.openxmlformats.org/package/2006/relationships"><Relationship Id="rId8" Type="http://schemas.openxmlformats.org/officeDocument/2006/relationships/image" Target="../media/image66.png"/><Relationship Id="rId13" Type="http://schemas.openxmlformats.org/officeDocument/2006/relationships/image" Target="../media/image71.png"/><Relationship Id="rId3" Type="http://schemas.openxmlformats.org/officeDocument/2006/relationships/image" Target="../media/image61.png"/><Relationship Id="rId7" Type="http://schemas.openxmlformats.org/officeDocument/2006/relationships/image" Target="../media/image65.png"/><Relationship Id="rId12" Type="http://schemas.openxmlformats.org/officeDocument/2006/relationships/image" Target="../media/image70.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64.png"/><Relationship Id="rId11" Type="http://schemas.openxmlformats.org/officeDocument/2006/relationships/image" Target="../media/image69.png"/><Relationship Id="rId5" Type="http://schemas.openxmlformats.org/officeDocument/2006/relationships/image" Target="../media/image63.png"/><Relationship Id="rId15" Type="http://schemas.openxmlformats.org/officeDocument/2006/relationships/image" Target="../media/image73.png"/><Relationship Id="rId10" Type="http://schemas.openxmlformats.org/officeDocument/2006/relationships/image" Target="../media/image68.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s>
</file>

<file path=ppt/slides/_rels/slide6.xml.rels><?xml version="1.0" encoding="UTF-8" standalone="yes"?>
<Relationships xmlns="http://schemas.openxmlformats.org/package/2006/relationships"><Relationship Id="rId8" Type="http://schemas.openxmlformats.org/officeDocument/2006/relationships/image" Target="../media/image79.png"/><Relationship Id="rId13" Type="http://schemas.openxmlformats.org/officeDocument/2006/relationships/image" Target="../media/image84.png"/><Relationship Id="rId3" Type="http://schemas.openxmlformats.org/officeDocument/2006/relationships/image" Target="../media/image74.png"/><Relationship Id="rId7" Type="http://schemas.openxmlformats.org/officeDocument/2006/relationships/image" Target="../media/image78.png"/><Relationship Id="rId12" Type="http://schemas.openxmlformats.org/officeDocument/2006/relationships/image" Target="../media/image83.png"/><Relationship Id="rId2" Type="http://schemas.openxmlformats.org/officeDocument/2006/relationships/notesSlide" Target="../notesSlides/notesSlide6.xml"/><Relationship Id="rId16" Type="http://schemas.openxmlformats.org/officeDocument/2006/relationships/image" Target="../media/image87.png"/><Relationship Id="rId1" Type="http://schemas.openxmlformats.org/officeDocument/2006/relationships/slideLayout" Target="../slideLayouts/slideLayout3.xml"/><Relationship Id="rId6" Type="http://schemas.openxmlformats.org/officeDocument/2006/relationships/image" Target="../media/image77.png"/><Relationship Id="rId11" Type="http://schemas.openxmlformats.org/officeDocument/2006/relationships/image" Target="../media/image82.png"/><Relationship Id="rId5" Type="http://schemas.openxmlformats.org/officeDocument/2006/relationships/image" Target="../media/image76.png"/><Relationship Id="rId15" Type="http://schemas.openxmlformats.org/officeDocument/2006/relationships/image" Target="../media/image86.png"/><Relationship Id="rId10" Type="http://schemas.openxmlformats.org/officeDocument/2006/relationships/image" Target="../media/image81.png"/><Relationship Id="rId4" Type="http://schemas.openxmlformats.org/officeDocument/2006/relationships/image" Target="../media/image75.png"/><Relationship Id="rId9" Type="http://schemas.openxmlformats.org/officeDocument/2006/relationships/image" Target="../media/image80.png"/><Relationship Id="rId14" Type="http://schemas.openxmlformats.org/officeDocument/2006/relationships/image" Target="../media/image85.png"/></Relationships>
</file>

<file path=ppt/slides/_rels/slide7.xml.rels><?xml version="1.0" encoding="UTF-8" standalone="yes"?>
<Relationships xmlns="http://schemas.openxmlformats.org/package/2006/relationships"><Relationship Id="rId8" Type="http://schemas.openxmlformats.org/officeDocument/2006/relationships/image" Target="../media/image93.png"/><Relationship Id="rId13" Type="http://schemas.openxmlformats.org/officeDocument/2006/relationships/image" Target="../media/image98.png"/><Relationship Id="rId18" Type="http://schemas.openxmlformats.org/officeDocument/2006/relationships/image" Target="../media/image103.png"/><Relationship Id="rId26" Type="http://schemas.openxmlformats.org/officeDocument/2006/relationships/image" Target="../media/image111.png"/><Relationship Id="rId3" Type="http://schemas.openxmlformats.org/officeDocument/2006/relationships/image" Target="../media/image88.png"/><Relationship Id="rId21" Type="http://schemas.openxmlformats.org/officeDocument/2006/relationships/image" Target="../media/image106.png"/><Relationship Id="rId7" Type="http://schemas.openxmlformats.org/officeDocument/2006/relationships/image" Target="../media/image92.png"/><Relationship Id="rId12" Type="http://schemas.openxmlformats.org/officeDocument/2006/relationships/image" Target="../media/image97.png"/><Relationship Id="rId17" Type="http://schemas.openxmlformats.org/officeDocument/2006/relationships/image" Target="../media/image102.png"/><Relationship Id="rId25" Type="http://schemas.openxmlformats.org/officeDocument/2006/relationships/image" Target="../media/image110.png"/><Relationship Id="rId2" Type="http://schemas.openxmlformats.org/officeDocument/2006/relationships/notesSlide" Target="../notesSlides/notesSlide7.xml"/><Relationship Id="rId16" Type="http://schemas.openxmlformats.org/officeDocument/2006/relationships/image" Target="../media/image101.png"/><Relationship Id="rId20" Type="http://schemas.openxmlformats.org/officeDocument/2006/relationships/image" Target="../media/image105.png"/><Relationship Id="rId29" Type="http://schemas.openxmlformats.org/officeDocument/2006/relationships/image" Target="../media/image114.png"/><Relationship Id="rId1" Type="http://schemas.openxmlformats.org/officeDocument/2006/relationships/slideLayout" Target="../slideLayouts/slideLayout3.xml"/><Relationship Id="rId6" Type="http://schemas.openxmlformats.org/officeDocument/2006/relationships/image" Target="../media/image91.png"/><Relationship Id="rId11" Type="http://schemas.openxmlformats.org/officeDocument/2006/relationships/image" Target="../media/image96.png"/><Relationship Id="rId24" Type="http://schemas.openxmlformats.org/officeDocument/2006/relationships/image" Target="../media/image109.png"/><Relationship Id="rId5" Type="http://schemas.openxmlformats.org/officeDocument/2006/relationships/image" Target="../media/image90.png"/><Relationship Id="rId15" Type="http://schemas.openxmlformats.org/officeDocument/2006/relationships/image" Target="../media/image100.png"/><Relationship Id="rId23" Type="http://schemas.openxmlformats.org/officeDocument/2006/relationships/image" Target="../media/image108.png"/><Relationship Id="rId28" Type="http://schemas.openxmlformats.org/officeDocument/2006/relationships/image" Target="../media/image113.png"/><Relationship Id="rId10" Type="http://schemas.openxmlformats.org/officeDocument/2006/relationships/image" Target="../media/image95.png"/><Relationship Id="rId19" Type="http://schemas.openxmlformats.org/officeDocument/2006/relationships/image" Target="../media/image104.png"/><Relationship Id="rId4" Type="http://schemas.openxmlformats.org/officeDocument/2006/relationships/image" Target="../media/image89.png"/><Relationship Id="rId9" Type="http://schemas.openxmlformats.org/officeDocument/2006/relationships/image" Target="../media/image94.png"/><Relationship Id="rId14" Type="http://schemas.openxmlformats.org/officeDocument/2006/relationships/image" Target="../media/image99.png"/><Relationship Id="rId22" Type="http://schemas.openxmlformats.org/officeDocument/2006/relationships/image" Target="../media/image107.png"/><Relationship Id="rId27" Type="http://schemas.openxmlformats.org/officeDocument/2006/relationships/image" Target="../media/image112.png"/><Relationship Id="rId30" Type="http://schemas.openxmlformats.org/officeDocument/2006/relationships/image" Target="../media/image115.png"/></Relationships>
</file>

<file path=ppt/slides/_rels/slide8.xml.rels><?xml version="1.0" encoding="UTF-8" standalone="yes"?>
<Relationships xmlns="http://schemas.openxmlformats.org/package/2006/relationships"><Relationship Id="rId8" Type="http://schemas.openxmlformats.org/officeDocument/2006/relationships/image" Target="../media/image121.png"/><Relationship Id="rId13" Type="http://schemas.openxmlformats.org/officeDocument/2006/relationships/image" Target="../media/image126.png"/><Relationship Id="rId3" Type="http://schemas.openxmlformats.org/officeDocument/2006/relationships/image" Target="../media/image116.png"/><Relationship Id="rId7" Type="http://schemas.openxmlformats.org/officeDocument/2006/relationships/image" Target="../media/image120.png"/><Relationship Id="rId12" Type="http://schemas.openxmlformats.org/officeDocument/2006/relationships/image" Target="../media/image125.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19.png"/><Relationship Id="rId11" Type="http://schemas.openxmlformats.org/officeDocument/2006/relationships/image" Target="../media/image124.png"/><Relationship Id="rId5" Type="http://schemas.openxmlformats.org/officeDocument/2006/relationships/image" Target="../media/image118.png"/><Relationship Id="rId15" Type="http://schemas.openxmlformats.org/officeDocument/2006/relationships/image" Target="../media/image128.png"/><Relationship Id="rId10" Type="http://schemas.openxmlformats.org/officeDocument/2006/relationships/image" Target="../media/image123.png"/><Relationship Id="rId4" Type="http://schemas.openxmlformats.org/officeDocument/2006/relationships/image" Target="../media/image117.png"/><Relationship Id="rId9" Type="http://schemas.openxmlformats.org/officeDocument/2006/relationships/image" Target="../media/image122.png"/><Relationship Id="rId14" Type="http://schemas.openxmlformats.org/officeDocument/2006/relationships/image" Target="../media/image127.png"/></Relationships>
</file>

<file path=ppt/slides/_rels/slide9.xml.rels><?xml version="1.0" encoding="UTF-8" standalone="yes"?>
<Relationships xmlns="http://schemas.openxmlformats.org/package/2006/relationships"><Relationship Id="rId8" Type="http://schemas.openxmlformats.org/officeDocument/2006/relationships/image" Target="../media/image134.png"/><Relationship Id="rId3" Type="http://schemas.openxmlformats.org/officeDocument/2006/relationships/image" Target="../media/image129.png"/><Relationship Id="rId7" Type="http://schemas.openxmlformats.org/officeDocument/2006/relationships/image" Target="../media/image133.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32.png"/><Relationship Id="rId11" Type="http://schemas.openxmlformats.org/officeDocument/2006/relationships/image" Target="../media/image137.png"/><Relationship Id="rId5" Type="http://schemas.openxmlformats.org/officeDocument/2006/relationships/image" Target="../media/image131.png"/><Relationship Id="rId10" Type="http://schemas.openxmlformats.org/officeDocument/2006/relationships/image" Target="../media/image136.png"/><Relationship Id="rId4" Type="http://schemas.openxmlformats.org/officeDocument/2006/relationships/image" Target="../media/image130.png"/><Relationship Id="rId9" Type="http://schemas.openxmlformats.org/officeDocument/2006/relationships/image" Target="../media/image135.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p1"/>
          <p:cNvSpPr txBox="1">
            <a:spLocks noGrp="1"/>
          </p:cNvSpPr>
          <p:nvPr>
            <p:ph type="subTitle" idx="1"/>
          </p:nvPr>
        </p:nvSpPr>
        <p:spPr>
          <a:xfrm>
            <a:off x="884092" y="2688923"/>
            <a:ext cx="38826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sz="3000"/>
              <a:t>Digraph 'ew' (/y-oo/)</a:t>
            </a:r>
            <a:endParaRPr sz="3000"/>
          </a:p>
        </p:txBody>
      </p:sp>
      <p:sp>
        <p:nvSpPr>
          <p:cNvPr id="668" name="Google Shape;668;p1"/>
          <p:cNvSpPr txBox="1">
            <a:spLocks noGrp="1"/>
          </p:cNvSpPr>
          <p:nvPr>
            <p:ph type="subTitle" idx="2"/>
          </p:nvPr>
        </p:nvSpPr>
        <p:spPr>
          <a:xfrm>
            <a:off x="884092" y="3726368"/>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17</a:t>
            </a:r>
            <a:endParaRPr/>
          </a:p>
        </p:txBody>
      </p:sp>
      <p:graphicFrame>
        <p:nvGraphicFramePr>
          <p:cNvPr id="669" name="Google Shape;669;p1"/>
          <p:cNvGraphicFramePr/>
          <p:nvPr/>
        </p:nvGraphicFramePr>
        <p:xfrm>
          <a:off x="4844200" y="1891197"/>
          <a:ext cx="3785000" cy="1678950"/>
        </p:xfrm>
        <a:graphic>
          <a:graphicData uri="http://schemas.openxmlformats.org/drawingml/2006/table">
            <a:tbl>
              <a:tblPr firstRow="1" bandRow="1">
                <a:noFill/>
                <a:tableStyleId>{EC3A4990-14FC-4EB9-8391-CE336E232ECB}</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a:txBody>
                    <a:bodyPr/>
                    <a:lstStyle/>
                    <a:p>
                      <a:pPr marL="0" marR="0" lvl="0" indent="0" algn="ctr" rtl="0">
                        <a:lnSpc>
                          <a:spcPct val="100000"/>
                        </a:lnSpc>
                        <a:spcBef>
                          <a:spcPts val="0"/>
                        </a:spcBef>
                        <a:spcAft>
                          <a:spcPts val="0"/>
                        </a:spcAft>
                        <a:buClr>
                          <a:schemeClr val="dk1"/>
                        </a:buClr>
                        <a:buSzPts val="18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ou</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ie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e</a:t>
                      </a:r>
                      <a:r>
                        <a:rPr lang="en-US" sz="1500" u="none" strike="noStrike" cap="none">
                          <a:solidFill>
                            <a:schemeClr val="dk1"/>
                          </a:solidFill>
                          <a:latin typeface="Poppins"/>
                          <a:ea typeface="Poppins"/>
                          <a:cs typeface="Poppins"/>
                          <a:sym typeface="Poppins"/>
                        </a:rPr>
                        <a:t>a</a:t>
                      </a:r>
                      <a:endParaRPr sz="17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ir</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ue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w</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wh</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ph</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lt1"/>
                          </a:solidFill>
                          <a:latin typeface="Jost"/>
                          <a:ea typeface="Jost"/>
                          <a:cs typeface="Jost"/>
                          <a:sym typeface="Jost"/>
                        </a:rPr>
                        <a:t>ew</a:t>
                      </a:r>
                      <a:endParaRPr sz="1800" u="none" strike="noStrike" cap="none">
                        <a:solidFill>
                          <a:schemeClr val="lt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chemeClr val="dk1"/>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u</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ey</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i-e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670" name="Google Shape;670;p1"/>
          <p:cNvPicPr preferRelativeResize="0"/>
          <p:nvPr/>
        </p:nvPicPr>
        <p:blipFill rotWithShape="1">
          <a:blip r:embed="rId3">
            <a:alphaModFix/>
          </a:blip>
          <a:srcRect t="99" b="109"/>
          <a:stretch/>
        </p:blipFill>
        <p:spPr>
          <a:xfrm rot="186068">
            <a:off x="4009466" y="4465909"/>
            <a:ext cx="2493520" cy="997851"/>
          </a:xfrm>
          <a:prstGeom prst="rect">
            <a:avLst/>
          </a:prstGeom>
          <a:noFill/>
          <a:ln>
            <a:noFill/>
          </a:ln>
          <a:effectLst>
            <a:outerShdw blurRad="71438" dist="38100" dir="5220000" algn="bl" rotWithShape="0">
              <a:srgbClr val="000000">
                <a:alpha val="20784"/>
              </a:srgbClr>
            </a:outerShdw>
          </a:effectLst>
        </p:spPr>
      </p:pic>
      <p:pic>
        <p:nvPicPr>
          <p:cNvPr id="671" name="Google Shape;671;p1"/>
          <p:cNvPicPr preferRelativeResize="0"/>
          <p:nvPr/>
        </p:nvPicPr>
        <p:blipFill rotWithShape="1">
          <a:blip r:embed="rId4">
            <a:alphaModFix/>
          </a:blip>
          <a:srcRect/>
          <a:stretch/>
        </p:blipFill>
        <p:spPr>
          <a:xfrm rot="-172072">
            <a:off x="6300356" y="4168364"/>
            <a:ext cx="1078930" cy="1497455"/>
          </a:xfrm>
          <a:prstGeom prst="rect">
            <a:avLst/>
          </a:prstGeom>
          <a:noFill/>
          <a:ln>
            <a:noFill/>
          </a:ln>
          <a:effectLst>
            <a:outerShdw blurRad="71438" dist="19050" dir="5220000" algn="bl" rotWithShape="0">
              <a:srgbClr val="000000">
                <a:alpha val="17647"/>
              </a:srgbClr>
            </a:outerShdw>
          </a:effectLst>
        </p:spPr>
      </p:pic>
      <p:pic>
        <p:nvPicPr>
          <p:cNvPr id="672" name="Google Shape;672;p1"/>
          <p:cNvPicPr preferRelativeResize="0"/>
          <p:nvPr/>
        </p:nvPicPr>
        <p:blipFill rotWithShape="1">
          <a:blip r:embed="rId5">
            <a:alphaModFix/>
          </a:blip>
          <a:srcRect l="19" r="19"/>
          <a:stretch/>
        </p:blipFill>
        <p:spPr>
          <a:xfrm rot="540305">
            <a:off x="7336183" y="3887252"/>
            <a:ext cx="1208040" cy="1709828"/>
          </a:xfrm>
          <a:prstGeom prst="rect">
            <a:avLst/>
          </a:prstGeom>
          <a:noFill/>
          <a:ln>
            <a:noFill/>
          </a:ln>
          <a:effectLst>
            <a:outerShdw blurRad="71438" dist="38100" dir="5220000" algn="bl" rotWithShape="0">
              <a:srgbClr val="000000">
                <a:alpha val="2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678" name="Google Shape;678;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digraph </a:t>
            </a:r>
            <a:r>
              <a:rPr lang="en-US">
                <a:solidFill>
                  <a:srgbClr val="8DC63F"/>
                </a:solidFill>
              </a:rPr>
              <a:t>ew</a:t>
            </a:r>
            <a:r>
              <a:rPr lang="en-US"/>
              <a:t> (</a:t>
            </a:r>
            <a:r>
              <a:rPr lang="en-US">
                <a:solidFill>
                  <a:srgbClr val="8DC63F"/>
                </a:solidFill>
              </a:rPr>
              <a:t>/y-oo/</a:t>
            </a:r>
            <a:r>
              <a:rPr lang="en-US"/>
              <a:t>).</a:t>
            </a:r>
            <a:endParaRPr/>
          </a:p>
        </p:txBody>
      </p:sp>
      <p:sp>
        <p:nvSpPr>
          <p:cNvPr id="679" name="Google Shape;679;g2bee4f4af4b_0_204"/>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Recall Phase 3 Common Exception Words </a:t>
            </a:r>
            <a:r>
              <a:rPr lang="en-US">
                <a:solidFill>
                  <a:srgbClr val="2356AF"/>
                </a:solidFill>
              </a:rPr>
              <a:t>push they me we be he she my by looked you are there here were all sure</a:t>
            </a:r>
            <a:r>
              <a:rPr lang="en-US"/>
              <a:t>.</a:t>
            </a:r>
            <a:endParaRPr/>
          </a:p>
        </p:txBody>
      </p:sp>
      <p:sp>
        <p:nvSpPr>
          <p:cNvPr id="680" name="Google Shape;680;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81" name="Google Shape;681;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82" name="Google Shape;682;g2bee4f4af4b_0_204"/>
          <p:cNvPicPr preferRelativeResize="0"/>
          <p:nvPr/>
        </p:nvPicPr>
        <p:blipFill rotWithShape="1">
          <a:blip r:embed="rId3">
            <a:alphaModFix/>
          </a:blip>
          <a:srcRect l="19" r="19"/>
          <a:stretch/>
        </p:blipFill>
        <p:spPr>
          <a:xfrm>
            <a:off x="2519626" y="4101860"/>
            <a:ext cx="786850" cy="1113688"/>
          </a:xfrm>
          <a:prstGeom prst="rect">
            <a:avLst/>
          </a:prstGeom>
          <a:noFill/>
          <a:ln>
            <a:noFill/>
          </a:ln>
          <a:effectLst>
            <a:outerShdw blurRad="71438" dist="19050" dir="5220000" algn="bl" rotWithShape="0">
              <a:srgbClr val="D8D8D8"/>
            </a:outerShdw>
          </a:effectLst>
        </p:spPr>
      </p:pic>
      <p:sp>
        <p:nvSpPr>
          <p:cNvPr id="683" name="Google Shape;683;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84" name="Google Shape;684;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85" name="Google Shape;685;g2bee4f4af4b_0_204"/>
          <p:cNvPicPr preferRelativeResize="0"/>
          <p:nvPr/>
        </p:nvPicPr>
        <p:blipFill rotWithShape="1">
          <a:blip r:embed="rId4">
            <a:alphaModFix/>
          </a:blip>
          <a:srcRect/>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686" name="Google Shape;686;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JN691</a:t>
            </a:r>
            <a:endParaRPr sz="1000" b="0" i="0" u="none" strike="noStrike" cap="none" dirty="0">
              <a:solidFill>
                <a:srgbClr val="000000"/>
              </a:solidFill>
              <a:latin typeface="Poppins"/>
              <a:ea typeface="Poppins"/>
              <a:cs typeface="Poppins"/>
              <a:sym typeface="Poppins"/>
            </a:endParaRPr>
          </a:p>
        </p:txBody>
      </p:sp>
      <p:sp>
        <p:nvSpPr>
          <p:cNvPr id="687" name="Google Shape;687;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688" name="Google Shape;688;g2bee4f4af4b_0_204"/>
          <p:cNvPicPr preferRelativeResize="0"/>
          <p:nvPr/>
        </p:nvPicPr>
        <p:blipFill rotWithShape="1">
          <a:blip r:embed="rId5">
            <a:alphaModFix/>
          </a:blip>
          <a:srcRect t="99" b="109"/>
          <a:stretch/>
        </p:blipFill>
        <p:spPr>
          <a:xfrm>
            <a:off x="946800" y="4384154"/>
            <a:ext cx="1372151" cy="549101"/>
          </a:xfrm>
          <a:prstGeom prst="rect">
            <a:avLst/>
          </a:prstGeom>
          <a:noFill/>
          <a:ln>
            <a:noFill/>
          </a:ln>
          <a:effectLst>
            <a:outerShdw blurRad="71438" dist="19050" dir="5220000" algn="bl" rotWithShape="0">
              <a:srgbClr val="D8D8D8"/>
            </a:outerShdw>
          </a:effectLst>
        </p:spPr>
      </p:pic>
      <p:sp>
        <p:nvSpPr>
          <p:cNvPr id="689" name="Google Shape;689;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690" name="Google Shape;690;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691" name="Google Shape;691;g2bee4f4af4b_0_204"/>
          <p:cNvPicPr preferRelativeResize="0"/>
          <p:nvPr/>
        </p:nvPicPr>
        <p:blipFill rotWithShape="1">
          <a:blip r:embed="rId6">
            <a:alphaModFix/>
          </a:blip>
          <a:srcRect/>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692" name="Google Shape;692;g2bee4f4af4b_0_204">
            <a:hlinkClick r:id="rId7" action="ppaction://hlinksldjump"/>
          </p:cNvPr>
          <p:cNvSpPr/>
          <p:nvPr/>
        </p:nvSpPr>
        <p:spPr>
          <a:xfrm>
            <a:off x="991850" y="3895603"/>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3" name="Google Shape;693;g2bee4f4af4b_0_204">
            <a:hlinkClick r:id="rId8" action="ppaction://hlinksldjump"/>
          </p:cNvPr>
          <p:cNvSpPr/>
          <p:nvPr/>
        </p:nvSpPr>
        <p:spPr>
          <a:xfrm>
            <a:off x="2444487" y="3799630"/>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4" name="Google Shape;694;g2bee4f4af4b_0_204">
            <a:hlinkClick r:id="rId9" action="ppaction://hlinksldjump"/>
          </p:cNvPr>
          <p:cNvSpPr/>
          <p:nvPr/>
        </p:nvSpPr>
        <p:spPr>
          <a:xfrm>
            <a:off x="4911516" y="3799630"/>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5" name="Google Shape;695;g2bee4f4af4b_0_204">
            <a:hlinkClick r:id="rId10" action="ppaction://hlinksldjump"/>
          </p:cNvPr>
          <p:cNvSpPr/>
          <p:nvPr/>
        </p:nvSpPr>
        <p:spPr>
          <a:xfrm>
            <a:off x="3555385" y="3751217"/>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0"/>
        <p:cNvGrpSpPr/>
        <p:nvPr/>
      </p:nvGrpSpPr>
      <p:grpSpPr>
        <a:xfrm>
          <a:off x="0" y="0"/>
          <a:ext cx="0" cy="0"/>
          <a:chOff x="0" y="0"/>
          <a:chExt cx="0" cy="0"/>
        </a:xfrm>
      </p:grpSpPr>
      <p:sp>
        <p:nvSpPr>
          <p:cNvPr id="701" name="Google Shape;701;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02" name="Google Shape;702;g26b641b03cd_0_165"/>
          <p:cNvGrpSpPr/>
          <p:nvPr/>
        </p:nvGrpSpPr>
        <p:grpSpPr>
          <a:xfrm>
            <a:off x="930400" y="2053244"/>
            <a:ext cx="7283200" cy="3724851"/>
            <a:chOff x="930400" y="2129444"/>
            <a:chExt cx="7283200" cy="3724851"/>
          </a:xfrm>
        </p:grpSpPr>
        <p:pic>
          <p:nvPicPr>
            <p:cNvPr id="703" name="Google Shape;703;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04" name="Google Shape;704;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05" name="Google Shape;705;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06" name="Google Shape;706;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07" name="Google Shape;707;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08" name="Google Shape;708;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09" name="Google Shape;709;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10" name="Google Shape;710;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11" name="Google Shape;711;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12" name="Google Shape;712;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13" name="Google Shape;713;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14" name="Google Shape;714;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15" name="Google Shape;715;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16" name="Google Shape;716;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17" name="Google Shape;717;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18" name="Google Shape;718;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19" name="Google Shape;719;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20" name="Google Shape;720;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21" name="Google Shape;721;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22" name="Google Shape;722;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23" name="Google Shape;723;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24" name="Google Shape;724;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25" name="Google Shape;725;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0"/>
        <p:cNvGrpSpPr/>
        <p:nvPr/>
      </p:nvGrpSpPr>
      <p:grpSpPr>
        <a:xfrm>
          <a:off x="0" y="0"/>
          <a:ext cx="0" cy="0"/>
          <a:chOff x="0" y="0"/>
          <a:chExt cx="0" cy="0"/>
        </a:xfrm>
      </p:grpSpPr>
      <p:sp>
        <p:nvSpPr>
          <p:cNvPr id="731" name="Google Shape;731;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32" name="Google Shape;732;g26b7edf6e71_0_26"/>
          <p:cNvGrpSpPr/>
          <p:nvPr/>
        </p:nvGrpSpPr>
        <p:grpSpPr>
          <a:xfrm>
            <a:off x="930400" y="2053250"/>
            <a:ext cx="7283201" cy="2971674"/>
            <a:chOff x="930400" y="2129450"/>
            <a:chExt cx="7283201" cy="2971674"/>
          </a:xfrm>
        </p:grpSpPr>
        <p:pic>
          <p:nvPicPr>
            <p:cNvPr id="733" name="Google Shape;733;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34" name="Google Shape;734;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35" name="Google Shape;735;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36" name="Google Shape;736;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37" name="Google Shape;737;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38" name="Google Shape;738;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39" name="Google Shape;739;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40" name="Google Shape;740;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41" name="Google Shape;741;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42" name="Google Shape;742;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43" name="Google Shape;743;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44" name="Google Shape;744;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45" name="Google Shape;745;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46" name="Google Shape;746;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47" name="Google Shape;747;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48" name="Google Shape;748;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49" name="Google Shape;749;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0" name="Google Shape;750;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1" name="Google Shape;751;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52" name="Google Shape;752;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53" name="Google Shape;753;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54" name="Google Shape;754;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55" name="Google Shape;755;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56" name="Google Shape;756;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7" name="Google Shape;757;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58" name="Google Shape;758;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59" name="Google Shape;759;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60" name="Google Shape;760;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61" name="Google Shape;761;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66"/>
        <p:cNvGrpSpPr/>
        <p:nvPr/>
      </p:nvGrpSpPr>
      <p:grpSpPr>
        <a:xfrm>
          <a:off x="0" y="0"/>
          <a:ext cx="0" cy="0"/>
          <a:chOff x="0" y="0"/>
          <a:chExt cx="0" cy="0"/>
        </a:xfrm>
      </p:grpSpPr>
      <p:sp>
        <p:nvSpPr>
          <p:cNvPr id="767" name="Google Shape;767;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68" name="Google Shape;768;g2c298da1f27_0_417"/>
          <p:cNvPicPr preferRelativeResize="0"/>
          <p:nvPr/>
        </p:nvPicPr>
        <p:blipFill rotWithShape="1">
          <a:blip r:embed="rId3">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4"/>
              </a:srgbClr>
            </a:outerShdw>
          </a:effectLst>
        </p:spPr>
      </p:pic>
      <p:pic>
        <p:nvPicPr>
          <p:cNvPr id="769" name="Google Shape;769;g2c298da1f27_0_417"/>
          <p:cNvPicPr preferRelativeResize="0"/>
          <p:nvPr/>
        </p:nvPicPr>
        <p:blipFill rotWithShape="1">
          <a:blip r:embed="rId4">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70" name="Google Shape;770;g2c298da1f27_0_417"/>
          <p:cNvPicPr preferRelativeResize="0"/>
          <p:nvPr/>
        </p:nvPicPr>
        <p:blipFill rotWithShape="1">
          <a:blip r:embed="rId5">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1" name="Google Shape;771;g2c298da1f27_0_417"/>
          <p:cNvPicPr preferRelativeResize="0"/>
          <p:nvPr/>
        </p:nvPicPr>
        <p:blipFill rotWithShape="1">
          <a:blip r:embed="rId6">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72" name="Google Shape;772;g2c298da1f27_0_417"/>
          <p:cNvPicPr preferRelativeResize="0"/>
          <p:nvPr/>
        </p:nvPicPr>
        <p:blipFill rotWithShape="1">
          <a:blip r:embed="rId7">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73" name="Google Shape;773;g2c298da1f27_0_417"/>
          <p:cNvPicPr preferRelativeResize="0"/>
          <p:nvPr/>
        </p:nvPicPr>
        <p:blipFill rotWithShape="1">
          <a:blip r:embed="rId8">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74" name="Google Shape;774;g2c298da1f27_0_417"/>
          <p:cNvPicPr preferRelativeResize="0"/>
          <p:nvPr/>
        </p:nvPicPr>
        <p:blipFill rotWithShape="1">
          <a:blip r:embed="rId9">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75" name="Google Shape;775;g2c298da1f27_0_417"/>
          <p:cNvPicPr preferRelativeResize="0"/>
          <p:nvPr/>
        </p:nvPicPr>
        <p:blipFill rotWithShape="1">
          <a:blip r:embed="rId10">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76" name="Google Shape;776;g2c298da1f27_0_417"/>
          <p:cNvPicPr preferRelativeResize="0"/>
          <p:nvPr/>
        </p:nvPicPr>
        <p:blipFill rotWithShape="1">
          <a:blip r:embed="rId11">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77" name="Google Shape;777;g2c298da1f27_0_417"/>
          <p:cNvPicPr preferRelativeResize="0"/>
          <p:nvPr/>
        </p:nvPicPr>
        <p:blipFill rotWithShape="1">
          <a:blip r:embed="rId12">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78" name="Google Shape;778;g2c298da1f27_0_417"/>
          <p:cNvPicPr preferRelativeResize="0"/>
          <p:nvPr/>
        </p:nvPicPr>
        <p:blipFill rotWithShape="1">
          <a:blip r:embed="rId13">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79" name="Google Shape;779;g2c298da1f27_0_417"/>
          <p:cNvPicPr preferRelativeResize="0"/>
          <p:nvPr/>
        </p:nvPicPr>
        <p:blipFill rotWithShape="1">
          <a:blip r:embed="rId14">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80" name="Google Shape;780;g2c298da1f27_0_417"/>
          <p:cNvPicPr preferRelativeResize="0"/>
          <p:nvPr/>
        </p:nvPicPr>
        <p:blipFill rotWithShape="1">
          <a:blip r:embed="rId1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5"/>
        <p:cNvGrpSpPr/>
        <p:nvPr/>
      </p:nvGrpSpPr>
      <p:grpSpPr>
        <a:xfrm>
          <a:off x="0" y="0"/>
          <a:ext cx="0" cy="0"/>
          <a:chOff x="0" y="0"/>
          <a:chExt cx="0" cy="0"/>
        </a:xfrm>
      </p:grpSpPr>
      <p:sp>
        <p:nvSpPr>
          <p:cNvPr id="786" name="Google Shape;786;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787" name="Google Shape;787;g26b7edf6e71_0_109"/>
          <p:cNvGrpSpPr/>
          <p:nvPr/>
        </p:nvGrpSpPr>
        <p:grpSpPr>
          <a:xfrm>
            <a:off x="865957" y="2135925"/>
            <a:ext cx="7282807" cy="2686611"/>
            <a:chOff x="867357" y="2129450"/>
            <a:chExt cx="7282807" cy="2686611"/>
          </a:xfrm>
        </p:grpSpPr>
        <p:pic>
          <p:nvPicPr>
            <p:cNvPr id="788" name="Google Shape;788;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789" name="Google Shape;789;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790" name="Google Shape;790;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791" name="Google Shape;791;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792" name="Google Shape;792;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793" name="Google Shape;793;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794" name="Google Shape;794;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795" name="Google Shape;795;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796" name="Google Shape;796;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797" name="Google Shape;797;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798" name="Google Shape;798;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799" name="Google Shape;799;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00" name="Google Shape;800;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01" name="Google Shape;801;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06"/>
        <p:cNvGrpSpPr/>
        <p:nvPr/>
      </p:nvGrpSpPr>
      <p:grpSpPr>
        <a:xfrm>
          <a:off x="0" y="0"/>
          <a:ext cx="0" cy="0"/>
          <a:chOff x="0" y="0"/>
          <a:chExt cx="0" cy="0"/>
        </a:xfrm>
      </p:grpSpPr>
      <p:sp>
        <p:nvSpPr>
          <p:cNvPr id="807" name="Google Shape;807;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08" name="Google Shape;808;g2c298d33e0c_0_6"/>
          <p:cNvGrpSpPr/>
          <p:nvPr/>
        </p:nvGrpSpPr>
        <p:grpSpPr>
          <a:xfrm>
            <a:off x="866900" y="2079100"/>
            <a:ext cx="7281864" cy="2684601"/>
            <a:chOff x="868300" y="2129450"/>
            <a:chExt cx="7281864" cy="2684601"/>
          </a:xfrm>
        </p:grpSpPr>
        <p:pic>
          <p:nvPicPr>
            <p:cNvPr id="809" name="Google Shape;809;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10" name="Google Shape;810;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11" name="Google Shape;811;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12" name="Google Shape;812;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13" name="Google Shape;813;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14" name="Google Shape;814;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5" name="Google Shape;815;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6" name="Google Shape;816;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17" name="Google Shape;817;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18" name="Google Shape;818;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19" name="Google Shape;819;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0" name="Google Shape;820;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1" name="Google Shape;821;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22" name="Google Shape;822;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3" name="Google Shape;823;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24" name="Google Shape;824;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25" name="Google Shape;825;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26" name="Google Shape;826;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27" name="Google Shape;827;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28" name="Google Shape;828;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29" name="Google Shape;829;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30" name="Google Shape;830;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31" name="Google Shape;831;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32" name="Google Shape;832;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33" name="Google Shape;833;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34" name="Google Shape;834;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35" name="Google Shape;835;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36" name="Google Shape;836;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41"/>
        <p:cNvGrpSpPr/>
        <p:nvPr/>
      </p:nvGrpSpPr>
      <p:grpSpPr>
        <a:xfrm>
          <a:off x="0" y="0"/>
          <a:ext cx="0" cy="0"/>
          <a:chOff x="0" y="0"/>
          <a:chExt cx="0" cy="0"/>
        </a:xfrm>
      </p:grpSpPr>
      <p:sp>
        <p:nvSpPr>
          <p:cNvPr id="842" name="Google Shape;842;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43" name="Google Shape;843;g2c298da1f27_0_455"/>
          <p:cNvGrpSpPr/>
          <p:nvPr/>
        </p:nvGrpSpPr>
        <p:grpSpPr>
          <a:xfrm>
            <a:off x="868300" y="2129450"/>
            <a:ext cx="7281864" cy="2684601"/>
            <a:chOff x="868300" y="2053250"/>
            <a:chExt cx="7281864" cy="2684601"/>
          </a:xfrm>
        </p:grpSpPr>
        <p:pic>
          <p:nvPicPr>
            <p:cNvPr id="844" name="Google Shape;844;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45" name="Google Shape;845;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46" name="Google Shape;846;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47" name="Google Shape;847;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48" name="Google Shape;848;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49" name="Google Shape;849;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50" name="Google Shape;850;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51" name="Google Shape;851;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52" name="Google Shape;852;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53" name="Google Shape;853;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54" name="Google Shape;854;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55" name="Google Shape;855;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56" name="Google Shape;856;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1"/>
        <p:cNvGrpSpPr/>
        <p:nvPr/>
      </p:nvGrpSpPr>
      <p:grpSpPr>
        <a:xfrm>
          <a:off x="0" y="0"/>
          <a:ext cx="0" cy="0"/>
          <a:chOff x="0" y="0"/>
          <a:chExt cx="0" cy="0"/>
        </a:xfrm>
      </p:grpSpPr>
      <p:sp>
        <p:nvSpPr>
          <p:cNvPr id="862" name="Google Shape;862;g2cfe85b4ebd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a:t>
            </a:r>
            <a:r>
              <a:rPr lang="en-US"/>
              <a:t>.</a:t>
            </a:r>
            <a:endParaRPr/>
          </a:p>
        </p:txBody>
      </p:sp>
      <p:pic>
        <p:nvPicPr>
          <p:cNvPr id="863" name="Google Shape;863;g2cfe85b4ebd_0_0"/>
          <p:cNvPicPr preferRelativeResize="0"/>
          <p:nvPr/>
        </p:nvPicPr>
        <p:blipFill rotWithShape="1">
          <a:blip r:embed="rId3">
            <a:alphaModFix/>
          </a:blip>
          <a:srcRect l="69" r="69"/>
          <a:stretch/>
        </p:blipFill>
        <p:spPr>
          <a:xfrm>
            <a:off x="6591795" y="2130398"/>
            <a:ext cx="1733327" cy="1241018"/>
          </a:xfrm>
          <a:prstGeom prst="rect">
            <a:avLst/>
          </a:prstGeom>
          <a:noFill/>
          <a:ln>
            <a:noFill/>
          </a:ln>
          <a:effectLst>
            <a:outerShdw blurRad="71438" dist="19050" dir="5400000" algn="bl" rotWithShape="0">
              <a:srgbClr val="000000">
                <a:alpha val="17650"/>
              </a:srgbClr>
            </a:outerShdw>
          </a:effectLst>
        </p:spPr>
      </p:pic>
      <p:pic>
        <p:nvPicPr>
          <p:cNvPr id="864" name="Google Shape;864;g2cfe85b4ebd_0_0"/>
          <p:cNvPicPr preferRelativeResize="0"/>
          <p:nvPr/>
        </p:nvPicPr>
        <p:blipFill rotWithShape="1">
          <a:blip r:embed="rId4">
            <a:alphaModFix/>
          </a:blip>
          <a:srcRect l="149" r="159"/>
          <a:stretch/>
        </p:blipFill>
        <p:spPr>
          <a:xfrm>
            <a:off x="4667493" y="2130398"/>
            <a:ext cx="1733327" cy="1241019"/>
          </a:xfrm>
          <a:prstGeom prst="rect">
            <a:avLst/>
          </a:prstGeom>
          <a:noFill/>
          <a:ln>
            <a:noFill/>
          </a:ln>
          <a:effectLst>
            <a:outerShdw blurRad="71438" dist="19050" dir="5400000" algn="bl" rotWithShape="0">
              <a:srgbClr val="000000">
                <a:alpha val="17650"/>
              </a:srgbClr>
            </a:outerShdw>
          </a:effectLst>
        </p:spPr>
      </p:pic>
      <p:pic>
        <p:nvPicPr>
          <p:cNvPr id="865" name="Google Shape;865;g2cfe85b4ebd_0_0"/>
          <p:cNvPicPr preferRelativeResize="0"/>
          <p:nvPr/>
        </p:nvPicPr>
        <p:blipFill rotWithShape="1">
          <a:blip r:embed="rId5">
            <a:alphaModFix/>
          </a:blip>
          <a:srcRect l="49" r="59"/>
          <a:stretch/>
        </p:blipFill>
        <p:spPr>
          <a:xfrm>
            <a:off x="818879" y="2129344"/>
            <a:ext cx="1732561" cy="1237971"/>
          </a:xfrm>
          <a:prstGeom prst="rect">
            <a:avLst/>
          </a:prstGeom>
          <a:noFill/>
          <a:ln>
            <a:noFill/>
          </a:ln>
          <a:effectLst>
            <a:outerShdw blurRad="71438" dist="19050" dir="5400000" algn="bl" rotWithShape="0">
              <a:srgbClr val="000000">
                <a:alpha val="17650"/>
              </a:srgbClr>
            </a:outerShdw>
          </a:effectLst>
        </p:spPr>
      </p:pic>
      <p:pic>
        <p:nvPicPr>
          <p:cNvPr id="866" name="Google Shape;866;g2cfe85b4ebd_0_0"/>
          <p:cNvPicPr preferRelativeResize="0"/>
          <p:nvPr/>
        </p:nvPicPr>
        <p:blipFill rotWithShape="1">
          <a:blip r:embed="rId6">
            <a:alphaModFix/>
          </a:blip>
          <a:srcRect l="238" r="238"/>
          <a:stretch/>
        </p:blipFill>
        <p:spPr>
          <a:xfrm>
            <a:off x="2742802" y="2129344"/>
            <a:ext cx="1733327" cy="1243120"/>
          </a:xfrm>
          <a:prstGeom prst="rect">
            <a:avLst/>
          </a:prstGeom>
          <a:noFill/>
          <a:ln>
            <a:noFill/>
          </a:ln>
          <a:effectLst>
            <a:outerShdw blurRad="71438" dist="19050" dir="5400000" algn="bl" rotWithShape="0">
              <a:srgbClr val="000000">
                <a:alpha val="17650"/>
              </a:srgbClr>
            </a:outerShdw>
          </a:effectLst>
        </p:spPr>
      </p:pic>
      <p:pic>
        <p:nvPicPr>
          <p:cNvPr id="867" name="Google Shape;867;g2cfe85b4ebd_0_0"/>
          <p:cNvPicPr preferRelativeResize="0"/>
          <p:nvPr/>
        </p:nvPicPr>
        <p:blipFill rotWithShape="1">
          <a:blip r:embed="rId7">
            <a:alphaModFix/>
          </a:blip>
          <a:srcRect l="149" r="159"/>
          <a:stretch/>
        </p:blipFill>
        <p:spPr>
          <a:xfrm>
            <a:off x="6591795" y="3501998"/>
            <a:ext cx="1733327" cy="1241019"/>
          </a:xfrm>
          <a:prstGeom prst="rect">
            <a:avLst/>
          </a:prstGeom>
          <a:noFill/>
          <a:ln>
            <a:noFill/>
          </a:ln>
          <a:effectLst>
            <a:outerShdw blurRad="71438" dist="19050" dir="5400000" algn="bl" rotWithShape="0">
              <a:srgbClr val="000000">
                <a:alpha val="17650"/>
              </a:srgbClr>
            </a:outerShdw>
          </a:effectLst>
        </p:spPr>
      </p:pic>
      <p:pic>
        <p:nvPicPr>
          <p:cNvPr id="868" name="Google Shape;868;g2cfe85b4ebd_0_0"/>
          <p:cNvPicPr preferRelativeResize="0"/>
          <p:nvPr/>
        </p:nvPicPr>
        <p:blipFill rotWithShape="1">
          <a:blip r:embed="rId8">
            <a:alphaModFix/>
          </a:blip>
          <a:srcRect l="149" r="159"/>
          <a:stretch/>
        </p:blipFill>
        <p:spPr>
          <a:xfrm>
            <a:off x="4667493" y="3501998"/>
            <a:ext cx="1733327" cy="1241019"/>
          </a:xfrm>
          <a:prstGeom prst="rect">
            <a:avLst/>
          </a:prstGeom>
          <a:noFill/>
          <a:ln>
            <a:noFill/>
          </a:ln>
          <a:effectLst>
            <a:outerShdw blurRad="71438" dist="19050" dir="5400000" algn="bl" rotWithShape="0">
              <a:srgbClr val="000000">
                <a:alpha val="17650"/>
              </a:srgbClr>
            </a:outerShdw>
          </a:effectLst>
        </p:spPr>
      </p:pic>
      <p:pic>
        <p:nvPicPr>
          <p:cNvPr id="869" name="Google Shape;869;g2cfe85b4ebd_0_0"/>
          <p:cNvPicPr preferRelativeResize="0"/>
          <p:nvPr/>
        </p:nvPicPr>
        <p:blipFill rotWithShape="1">
          <a:blip r:embed="rId9">
            <a:alphaModFix/>
          </a:blip>
          <a:srcRect t="29" b="29"/>
          <a:stretch/>
        </p:blipFill>
        <p:spPr>
          <a:xfrm>
            <a:off x="818879" y="3500944"/>
            <a:ext cx="1732561" cy="1237971"/>
          </a:xfrm>
          <a:prstGeom prst="rect">
            <a:avLst/>
          </a:prstGeom>
          <a:noFill/>
          <a:ln>
            <a:noFill/>
          </a:ln>
          <a:effectLst>
            <a:outerShdw blurRad="71438" dist="19050" dir="5400000" algn="bl" rotWithShape="0">
              <a:srgbClr val="000000">
                <a:alpha val="17650"/>
              </a:srgbClr>
            </a:outerShdw>
          </a:effectLst>
        </p:spPr>
      </p:pic>
      <p:pic>
        <p:nvPicPr>
          <p:cNvPr id="870" name="Google Shape;870;g2cfe85b4ebd_0_0"/>
          <p:cNvPicPr preferRelativeResize="0"/>
          <p:nvPr/>
        </p:nvPicPr>
        <p:blipFill rotWithShape="1">
          <a:blip r:embed="rId10">
            <a:alphaModFix/>
          </a:blip>
          <a:srcRect l="238" r="238"/>
          <a:stretch/>
        </p:blipFill>
        <p:spPr>
          <a:xfrm>
            <a:off x="2742802" y="3500944"/>
            <a:ext cx="1733327" cy="1243120"/>
          </a:xfrm>
          <a:prstGeom prst="rect">
            <a:avLst/>
          </a:prstGeom>
          <a:noFill/>
          <a:ln>
            <a:noFill/>
          </a:ln>
          <a:effectLst>
            <a:outerShdw blurRad="71438" dist="19050" dir="5400000" algn="bl" rotWithShape="0">
              <a:srgbClr val="000000">
                <a:alpha val="17650"/>
              </a:srgbClr>
            </a:outerShdw>
          </a:effectLst>
        </p:spPr>
      </p:pic>
      <p:pic>
        <p:nvPicPr>
          <p:cNvPr id="871" name="Google Shape;871;g2cfe85b4ebd_0_0"/>
          <p:cNvPicPr preferRelativeResize="0"/>
          <p:nvPr/>
        </p:nvPicPr>
        <p:blipFill rotWithShape="1">
          <a:blip r:embed="rId11">
            <a:alphaModFix/>
          </a:blip>
          <a:srcRect l="69" r="69"/>
          <a:stretch/>
        </p:blipFill>
        <p:spPr>
          <a:xfrm>
            <a:off x="3705337" y="4873598"/>
            <a:ext cx="1733327" cy="1241018"/>
          </a:xfrm>
          <a:prstGeom prst="rect">
            <a:avLst/>
          </a:prstGeom>
          <a:noFill/>
          <a:ln>
            <a:noFill/>
          </a:ln>
          <a:effectLst>
            <a:outerShdw blurRad="71438" dist="19050" dir="5400000" algn="bl" rotWithShape="0">
              <a:srgbClr val="000000">
                <a:alpha val="1765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76"/>
        <p:cNvGrpSpPr/>
        <p:nvPr/>
      </p:nvGrpSpPr>
      <p:grpSpPr>
        <a:xfrm>
          <a:off x="0" y="0"/>
          <a:ext cx="0" cy="0"/>
          <a:chOff x="0" y="0"/>
          <a:chExt cx="0" cy="0"/>
        </a:xfrm>
      </p:grpSpPr>
      <p:sp>
        <p:nvSpPr>
          <p:cNvPr id="877" name="Google Shape;877;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878" name="Google Shape;878;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79" name="Google Shape;879;g2c186218c5a_0_17"/>
          <p:cNvPicPr preferRelativeResize="0"/>
          <p:nvPr/>
        </p:nvPicPr>
        <p:blipFill rotWithShape="1">
          <a:blip r:embed="rId3">
            <a:alphaModFix/>
          </a:blip>
          <a:srcRect t="149" b="14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880" name="Google Shape;880;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85"/>
        <p:cNvGrpSpPr/>
        <p:nvPr/>
      </p:nvGrpSpPr>
      <p:grpSpPr>
        <a:xfrm>
          <a:off x="0" y="0"/>
          <a:ext cx="0" cy="0"/>
          <a:chOff x="0" y="0"/>
          <a:chExt cx="0" cy="0"/>
        </a:xfrm>
      </p:grpSpPr>
      <p:sp>
        <p:nvSpPr>
          <p:cNvPr id="886" name="Google Shape;886;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887" name="Google Shape;887;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88" name="Google Shape;888;g26b641b03cd_0_185"/>
          <p:cNvPicPr preferRelativeResize="0"/>
          <p:nvPr/>
        </p:nvPicPr>
        <p:blipFill rotWithShape="1">
          <a:blip r:embed="rId3">
            <a:alphaModFix/>
          </a:blip>
          <a:srcRect t="149" b="14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889" name="Google Shape;889;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94"/>
        <p:cNvGrpSpPr/>
        <p:nvPr/>
      </p:nvGrpSpPr>
      <p:grpSpPr>
        <a:xfrm>
          <a:off x="0" y="0"/>
          <a:ext cx="0" cy="0"/>
          <a:chOff x="0" y="0"/>
          <a:chExt cx="0" cy="0"/>
        </a:xfrm>
      </p:grpSpPr>
      <p:sp>
        <p:nvSpPr>
          <p:cNvPr id="895" name="Google Shape;895;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896" name="Google Shape;896;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897" name="Google Shape;897;g2c186218c5a_0_25"/>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7450"/>
              </a:srgbClr>
            </a:outerShdw>
          </a:effectLst>
        </p:spPr>
      </p:pic>
      <p:sp>
        <p:nvSpPr>
          <p:cNvPr id="898" name="Google Shape;898;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03"/>
        <p:cNvGrpSpPr/>
        <p:nvPr/>
      </p:nvGrpSpPr>
      <p:grpSpPr>
        <a:xfrm>
          <a:off x="0" y="0"/>
          <a:ext cx="0" cy="0"/>
          <a:chOff x="0" y="0"/>
          <a:chExt cx="0" cy="0"/>
        </a:xfrm>
      </p:grpSpPr>
      <p:sp>
        <p:nvSpPr>
          <p:cNvPr id="904" name="Google Shape;904;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05" name="Google Shape;905;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Lowercase Formation</a:t>
            </a:r>
            <a:endParaRPr/>
          </a:p>
        </p:txBody>
      </p:sp>
      <p:pic>
        <p:nvPicPr>
          <p:cNvPr id="906" name="Google Shape;906;g26b641b03cd_0_192"/>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7450"/>
              </a:srgbClr>
            </a:outerShdw>
          </a:effectLst>
        </p:spPr>
      </p:pic>
      <p:sp>
        <p:nvSpPr>
          <p:cNvPr id="907" name="Google Shape;907;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12"/>
        <p:cNvGrpSpPr/>
        <p:nvPr/>
      </p:nvGrpSpPr>
      <p:grpSpPr>
        <a:xfrm>
          <a:off x="0" y="0"/>
          <a:ext cx="0" cy="0"/>
          <a:chOff x="0" y="0"/>
          <a:chExt cx="0" cy="0"/>
        </a:xfrm>
      </p:grpSpPr>
      <p:sp>
        <p:nvSpPr>
          <p:cNvPr id="913" name="Google Shape;913;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14" name="Google Shape;914;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19"/>
        <p:cNvGrpSpPr/>
        <p:nvPr/>
      </p:nvGrpSpPr>
      <p:grpSpPr>
        <a:xfrm>
          <a:off x="0" y="0"/>
          <a:ext cx="0" cy="0"/>
          <a:chOff x="0" y="0"/>
          <a:chExt cx="0" cy="0"/>
        </a:xfrm>
      </p:grpSpPr>
      <p:sp>
        <p:nvSpPr>
          <p:cNvPr id="920" name="Google Shape;920;g2cf32f192b4_0_148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21" name="Google Shape;921;g2cf32f192b4_0_148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22" name="Google Shape;922;g2cf32f192b4_0_148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3" name="Google Shape;923;g2cf32f192b4_0_148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4" name="Google Shape;924;g2cf32f192b4_0_148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5" name="Google Shape;925;g2cf32f192b4_0_148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6" name="Google Shape;926;g2cf32f192b4_0_148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7" name="Google Shape;927;g2cf32f192b4_0_148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28" name="Google Shape;928;g2cf32f192b4_0_148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29" name="Google Shape;929;g2cf32f192b4_0_148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30" name="Google Shape;930;g2cf32f192b4_0_148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31" name="Google Shape;931;g2cf32f192b4_0_148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32" name="Google Shape;932;g2cf32f192b4_0_1480"/>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33" name="Google Shape;933;g2cf32f192b4_0_148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34" name="Google Shape;934;g2cf32f192b4_0_148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35" name="Google Shape;935;g2cf32f192b4_0_148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6" name="Google Shape;936;g2cf32f192b4_0_1480"/>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7" name="Google Shape;937;g2cf32f192b4_0_1480"/>
          <p:cNvSpPr/>
          <p:nvPr/>
        </p:nvSpPr>
        <p:spPr>
          <a:xfrm>
            <a:off x="266322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8" name="Google Shape;938;g2cf32f192b4_0_1480"/>
          <p:cNvSpPr/>
          <p:nvPr/>
        </p:nvSpPr>
        <p:spPr>
          <a:xfrm>
            <a:off x="367662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356AF"/>
              </a:solidFill>
              <a:latin typeface="Poppins"/>
              <a:ea typeface="Poppins"/>
              <a:cs typeface="Poppins"/>
              <a:sym typeface="Poppins"/>
            </a:endParaRPr>
          </a:p>
        </p:txBody>
      </p:sp>
      <p:cxnSp>
        <p:nvCxnSpPr>
          <p:cNvPr id="939" name="Google Shape;939;g2cf32f192b4_0_148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40" name="Google Shape;940;g2cf32f192b4_0_1480"/>
          <p:cNvSpPr txBox="1">
            <a:spLocks noGrp="1"/>
          </p:cNvSpPr>
          <p:nvPr>
            <p:ph type="subTitle" idx="4294967295"/>
          </p:nvPr>
        </p:nvSpPr>
        <p:spPr>
          <a:xfrm>
            <a:off x="4272775" y="1308025"/>
            <a:ext cx="25491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00904C"/>
                </a:solidFill>
                <a:latin typeface="Jost"/>
                <a:ea typeface="Jost"/>
                <a:cs typeface="Jost"/>
                <a:sym typeface="Jost"/>
              </a:rPr>
              <a:t>ew</a:t>
            </a:r>
            <a:endParaRPr sz="15000" b="0" i="0" u="none" strike="noStrike" cap="none">
              <a:solidFill>
                <a:srgbClr val="00904C"/>
              </a:solidFill>
              <a:latin typeface="Jost"/>
              <a:ea typeface="Jost"/>
              <a:cs typeface="Jost"/>
              <a:sym typeface="Jost"/>
            </a:endParaRPr>
          </a:p>
        </p:txBody>
      </p:sp>
      <p:sp>
        <p:nvSpPr>
          <p:cNvPr id="941" name="Google Shape;941;g2cf32f192b4_0_1480"/>
          <p:cNvSpPr txBox="1">
            <a:spLocks noGrp="1"/>
          </p:cNvSpPr>
          <p:nvPr>
            <p:ph type="subTitle" idx="4294967295"/>
          </p:nvPr>
        </p:nvSpPr>
        <p:spPr>
          <a:xfrm>
            <a:off x="20935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s</a:t>
            </a:r>
            <a:endParaRPr sz="15000" b="0" i="0" u="none" strike="noStrike" cap="none">
              <a:solidFill>
                <a:srgbClr val="2356AF"/>
              </a:solidFill>
              <a:latin typeface="Jost"/>
              <a:ea typeface="Jost"/>
              <a:cs typeface="Jost"/>
              <a:sym typeface="Jost"/>
            </a:endParaRPr>
          </a:p>
        </p:txBody>
      </p:sp>
      <p:sp>
        <p:nvSpPr>
          <p:cNvPr id="942" name="Google Shape;942;g2cf32f192b4_0_1480"/>
          <p:cNvSpPr txBox="1">
            <a:spLocks noGrp="1"/>
          </p:cNvSpPr>
          <p:nvPr>
            <p:ph type="subTitle" idx="4294967295"/>
          </p:nvPr>
        </p:nvSpPr>
        <p:spPr>
          <a:xfrm>
            <a:off x="310695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943" name="Google Shape;943;g2cf32f192b4_0_148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4" name="Google Shape;944;g2cf32f192b4_0_148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45" name="Google Shape;945;g2cf32f192b4_0_1480"/>
          <p:cNvSpPr/>
          <p:nvPr/>
        </p:nvSpPr>
        <p:spPr>
          <a:xfrm>
            <a:off x="4660525" y="4011900"/>
            <a:ext cx="17736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50"/>
        <p:cNvGrpSpPr/>
        <p:nvPr/>
      </p:nvGrpSpPr>
      <p:grpSpPr>
        <a:xfrm>
          <a:off x="0" y="0"/>
          <a:ext cx="0" cy="0"/>
          <a:chOff x="0" y="0"/>
          <a:chExt cx="0" cy="0"/>
        </a:xfrm>
      </p:grpSpPr>
      <p:sp>
        <p:nvSpPr>
          <p:cNvPr id="951" name="Google Shape;951;g2cf32f192b4_0_74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52" name="Google Shape;952;g2cf32f192b4_0_74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53" name="Google Shape;953;g2cf32f192b4_0_746"/>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4" name="Google Shape;954;g2cf32f192b4_0_746"/>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5" name="Google Shape;955;g2cf32f192b4_0_746"/>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6" name="Google Shape;956;g2cf32f192b4_0_746"/>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7" name="Google Shape;957;g2cf32f192b4_0_746"/>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8" name="Google Shape;958;g2cf32f192b4_0_746"/>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59" name="Google Shape;959;g2cf32f192b4_0_746"/>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60" name="Google Shape;960;g2cf32f192b4_0_746"/>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61" name="Google Shape;961;g2cf32f192b4_0_746"/>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62" name="Google Shape;962;g2cf32f192b4_0_746"/>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63" name="Google Shape;963;g2cf32f192b4_0_746"/>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64" name="Google Shape;964;g2cf32f192b4_0_746"/>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65" name="Google Shape;965;g2cf32f192b4_0_746"/>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66" name="Google Shape;966;g2cf32f192b4_0_746"/>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7" name="Google Shape;967;g2cf32f192b4_0_746"/>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8" name="Google Shape;968;g2cf32f192b4_0_746"/>
          <p:cNvSpPr/>
          <p:nvPr/>
        </p:nvSpPr>
        <p:spPr>
          <a:xfrm>
            <a:off x="3360413"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356AF"/>
              </a:solidFill>
              <a:latin typeface="Poppins"/>
              <a:ea typeface="Poppins"/>
              <a:cs typeface="Poppins"/>
              <a:sym typeface="Poppins"/>
            </a:endParaRPr>
          </a:p>
        </p:txBody>
      </p:sp>
      <p:cxnSp>
        <p:nvCxnSpPr>
          <p:cNvPr id="969" name="Google Shape;969;g2cf32f192b4_0_746"/>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70" name="Google Shape;970;g2cf32f192b4_0_746"/>
          <p:cNvSpPr txBox="1">
            <a:spLocks noGrp="1"/>
          </p:cNvSpPr>
          <p:nvPr>
            <p:ph type="subTitle" idx="4294967295"/>
          </p:nvPr>
        </p:nvSpPr>
        <p:spPr>
          <a:xfrm>
            <a:off x="3804163" y="1308025"/>
            <a:ext cx="25491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00904C"/>
                </a:solidFill>
                <a:latin typeface="Jost"/>
                <a:ea typeface="Jost"/>
                <a:cs typeface="Jost"/>
                <a:sym typeface="Jost"/>
              </a:rPr>
              <a:t>ew</a:t>
            </a:r>
            <a:endParaRPr sz="15000" b="0" i="0" u="none" strike="noStrike" cap="none">
              <a:solidFill>
                <a:srgbClr val="00904C"/>
              </a:solidFill>
              <a:latin typeface="Jost"/>
              <a:ea typeface="Jost"/>
              <a:cs typeface="Jost"/>
              <a:sym typeface="Jost"/>
            </a:endParaRPr>
          </a:p>
        </p:txBody>
      </p:sp>
      <p:sp>
        <p:nvSpPr>
          <p:cNvPr id="971" name="Google Shape;971;g2cf32f192b4_0_746"/>
          <p:cNvSpPr txBox="1">
            <a:spLocks noGrp="1"/>
          </p:cNvSpPr>
          <p:nvPr>
            <p:ph type="subTitle" idx="4294967295"/>
          </p:nvPr>
        </p:nvSpPr>
        <p:spPr>
          <a:xfrm>
            <a:off x="279073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f</a:t>
            </a:r>
            <a:endParaRPr sz="15000" b="0" i="0" u="none" strike="noStrike" cap="none">
              <a:solidFill>
                <a:srgbClr val="2356AF"/>
              </a:solidFill>
              <a:latin typeface="Jost"/>
              <a:ea typeface="Jost"/>
              <a:cs typeface="Jost"/>
              <a:sym typeface="Jost"/>
            </a:endParaRPr>
          </a:p>
        </p:txBody>
      </p:sp>
      <p:sp>
        <p:nvSpPr>
          <p:cNvPr id="972" name="Google Shape;972;g2cf32f192b4_0_746"/>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3" name="Google Shape;973;g2cf32f192b4_0_746"/>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74" name="Google Shape;974;g2cf32f192b4_0_746"/>
          <p:cNvSpPr/>
          <p:nvPr/>
        </p:nvSpPr>
        <p:spPr>
          <a:xfrm>
            <a:off x="4191913" y="4011900"/>
            <a:ext cx="17736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79"/>
        <p:cNvGrpSpPr/>
        <p:nvPr/>
      </p:nvGrpSpPr>
      <p:grpSpPr>
        <a:xfrm>
          <a:off x="0" y="0"/>
          <a:ext cx="0" cy="0"/>
          <a:chOff x="0" y="0"/>
          <a:chExt cx="0" cy="0"/>
        </a:xfrm>
      </p:grpSpPr>
      <p:sp>
        <p:nvSpPr>
          <p:cNvPr id="980" name="Google Shape;980;g2cf32f192b4_0_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81" name="Google Shape;981;g2cf32f192b4_0_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82" name="Google Shape;982;g2cf32f192b4_0_8"/>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3" name="Google Shape;983;g2cf32f192b4_0_8"/>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4" name="Google Shape;984;g2cf32f192b4_0_8"/>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5" name="Google Shape;985;g2cf32f192b4_0_8"/>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6" name="Google Shape;986;g2cf32f192b4_0_8"/>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7" name="Google Shape;987;g2cf32f192b4_0_8"/>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88" name="Google Shape;988;g2cf32f192b4_0_8"/>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89" name="Google Shape;989;g2cf32f192b4_0_8"/>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90" name="Google Shape;990;g2cf32f192b4_0_8"/>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91" name="Google Shape;991;g2cf32f192b4_0_8"/>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92" name="Google Shape;992;g2cf32f192b4_0_8"/>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93" name="Google Shape;993;g2cf32f192b4_0_8"/>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94" name="Google Shape;994;g2cf32f192b4_0_8"/>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95" name="Google Shape;995;g2cf32f192b4_0_8"/>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6" name="Google Shape;996;g2cf32f192b4_0_8"/>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7" name="Google Shape;997;g2cf32f192b4_0_8"/>
          <p:cNvSpPr/>
          <p:nvPr/>
        </p:nvSpPr>
        <p:spPr>
          <a:xfrm>
            <a:off x="2779069" y="3951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8" name="Google Shape;998;g2cf32f192b4_0_8"/>
          <p:cNvSpPr/>
          <p:nvPr/>
        </p:nvSpPr>
        <p:spPr>
          <a:xfrm>
            <a:off x="1811269"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99" name="Google Shape;999;g2cf32f192b4_0_8"/>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00" name="Google Shape;1000;g2cf32f192b4_0_8"/>
          <p:cNvSpPr txBox="1">
            <a:spLocks noGrp="1"/>
          </p:cNvSpPr>
          <p:nvPr>
            <p:ph type="subTitle" idx="4294967295"/>
          </p:nvPr>
        </p:nvSpPr>
        <p:spPr>
          <a:xfrm>
            <a:off x="1241619"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1001" name="Google Shape;1001;g2cf32f192b4_0_8"/>
          <p:cNvSpPr txBox="1">
            <a:spLocks noGrp="1"/>
          </p:cNvSpPr>
          <p:nvPr>
            <p:ph type="subTitle" idx="4294967295"/>
          </p:nvPr>
        </p:nvSpPr>
        <p:spPr>
          <a:xfrm>
            <a:off x="3210294" y="1308025"/>
            <a:ext cx="26391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ph</a:t>
            </a:r>
            <a:endParaRPr sz="15000" b="0" i="0" u="none" strike="noStrike" cap="none">
              <a:solidFill>
                <a:srgbClr val="FFD400"/>
              </a:solidFill>
              <a:latin typeface="Jost"/>
              <a:ea typeface="Jost"/>
              <a:cs typeface="Jost"/>
              <a:sym typeface="Jost"/>
            </a:endParaRPr>
          </a:p>
        </p:txBody>
      </p:sp>
      <p:sp>
        <p:nvSpPr>
          <p:cNvPr id="1002" name="Google Shape;1002;g2cf32f192b4_0_8"/>
          <p:cNvSpPr txBox="1">
            <a:spLocks noGrp="1"/>
          </p:cNvSpPr>
          <p:nvPr>
            <p:ph type="subTitle" idx="4294967295"/>
          </p:nvPr>
        </p:nvSpPr>
        <p:spPr>
          <a:xfrm>
            <a:off x="2209394"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e</a:t>
            </a:r>
            <a:endParaRPr sz="15000" b="0" i="0" u="none" strike="noStrike" cap="none">
              <a:solidFill>
                <a:srgbClr val="ED1C24"/>
              </a:solidFill>
              <a:latin typeface="Jost"/>
              <a:ea typeface="Jost"/>
              <a:cs typeface="Jost"/>
              <a:sym typeface="Jost"/>
            </a:endParaRPr>
          </a:p>
        </p:txBody>
      </p:sp>
      <p:sp>
        <p:nvSpPr>
          <p:cNvPr id="1003" name="Google Shape;1003;g2cf32f192b4_0_8"/>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4" name="Google Shape;1004;g2cf32f192b4_0_8"/>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1005" name="Google Shape;1005;g2cf32f192b4_0_8"/>
          <p:cNvSpPr/>
          <p:nvPr/>
        </p:nvSpPr>
        <p:spPr>
          <a:xfrm>
            <a:off x="3654294" y="4056363"/>
            <a:ext cx="17511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6" name="Google Shape;1006;g2cf32f192b4_0_8"/>
          <p:cNvSpPr txBox="1">
            <a:spLocks noGrp="1"/>
          </p:cNvSpPr>
          <p:nvPr>
            <p:ph type="subTitle" idx="4294967295"/>
          </p:nvPr>
        </p:nvSpPr>
        <p:spPr>
          <a:xfrm>
            <a:off x="5353281" y="1308025"/>
            <a:ext cx="25491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00904C"/>
                </a:solidFill>
                <a:latin typeface="Jost"/>
                <a:ea typeface="Jost"/>
                <a:cs typeface="Jost"/>
                <a:sym typeface="Jost"/>
              </a:rPr>
              <a:t>ew</a:t>
            </a:r>
            <a:endParaRPr sz="15000" b="0" i="0" u="none" strike="noStrike" cap="none">
              <a:solidFill>
                <a:srgbClr val="00904C"/>
              </a:solidFill>
              <a:latin typeface="Jost"/>
              <a:ea typeface="Jost"/>
              <a:cs typeface="Jost"/>
              <a:sym typeface="Jost"/>
            </a:endParaRPr>
          </a:p>
        </p:txBody>
      </p:sp>
      <p:sp>
        <p:nvSpPr>
          <p:cNvPr id="1007" name="Google Shape;1007;g2cf32f192b4_0_8"/>
          <p:cNvSpPr/>
          <p:nvPr/>
        </p:nvSpPr>
        <p:spPr>
          <a:xfrm>
            <a:off x="5741031" y="4056363"/>
            <a:ext cx="17736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8" name="Google Shape;1008;g2cf32f192b4_0_8"/>
          <p:cNvSpPr/>
          <p:nvPr/>
        </p:nvSpPr>
        <p:spPr>
          <a:xfrm>
            <a:off x="5510813" y="391478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13"/>
        <p:cNvGrpSpPr/>
        <p:nvPr/>
      </p:nvGrpSpPr>
      <p:grpSpPr>
        <a:xfrm>
          <a:off x="0" y="0"/>
          <a:ext cx="0" cy="0"/>
          <a:chOff x="0" y="0"/>
          <a:chExt cx="0" cy="0"/>
        </a:xfrm>
      </p:grpSpPr>
      <p:sp>
        <p:nvSpPr>
          <p:cNvPr id="1014" name="Google Shape;1014;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15" name="Google Shape;1015;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20"/>
        <p:cNvGrpSpPr/>
        <p:nvPr/>
      </p:nvGrpSpPr>
      <p:grpSpPr>
        <a:xfrm>
          <a:off x="0" y="0"/>
          <a:ext cx="0" cy="0"/>
          <a:chOff x="0" y="0"/>
          <a:chExt cx="0" cy="0"/>
        </a:xfrm>
      </p:grpSpPr>
      <p:sp>
        <p:nvSpPr>
          <p:cNvPr id="1021" name="Google Shape;1021;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22" name="Google Shape;1022;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23" name="Google Shape;1023;g26b641b03cd_0_204"/>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24" name="Google Shape;1024;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29"/>
        <p:cNvGrpSpPr/>
        <p:nvPr/>
      </p:nvGrpSpPr>
      <p:grpSpPr>
        <a:xfrm>
          <a:off x="0" y="0"/>
          <a:ext cx="0" cy="0"/>
          <a:chOff x="0" y="0"/>
          <a:chExt cx="0" cy="0"/>
        </a:xfrm>
      </p:grpSpPr>
      <p:sp>
        <p:nvSpPr>
          <p:cNvPr id="1030" name="Google Shape;1030;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31" name="Google Shape;1031;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32" name="Google Shape;1032;g2c186218c5a_0_48"/>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33" name="Google Shape;1033;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38"/>
        <p:cNvGrpSpPr/>
        <p:nvPr/>
      </p:nvGrpSpPr>
      <p:grpSpPr>
        <a:xfrm>
          <a:off x="0" y="0"/>
          <a:ext cx="0" cy="0"/>
          <a:chOff x="0" y="0"/>
          <a:chExt cx="0" cy="0"/>
        </a:xfrm>
      </p:grpSpPr>
      <p:sp>
        <p:nvSpPr>
          <p:cNvPr id="1039" name="Google Shape;1039;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40" name="Google Shape;1040;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41" name="Google Shape;1041;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42" name="Google Shape;1042;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47"/>
        <p:cNvGrpSpPr/>
        <p:nvPr/>
      </p:nvGrpSpPr>
      <p:grpSpPr>
        <a:xfrm>
          <a:off x="0" y="0"/>
          <a:ext cx="0" cy="0"/>
          <a:chOff x="0" y="0"/>
          <a:chExt cx="0" cy="0"/>
        </a:xfrm>
      </p:grpSpPr>
      <p:sp>
        <p:nvSpPr>
          <p:cNvPr id="1048" name="Google Shape;1048;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49" name="Google Shape;1049;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50" name="Google Shape;1050;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51" name="Google Shape;1051;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56"/>
        <p:cNvGrpSpPr/>
        <p:nvPr/>
      </p:nvGrpSpPr>
      <p:grpSpPr>
        <a:xfrm>
          <a:off x="0" y="0"/>
          <a:ext cx="0" cy="0"/>
          <a:chOff x="0" y="0"/>
          <a:chExt cx="0" cy="0"/>
        </a:xfrm>
      </p:grpSpPr>
      <p:sp>
        <p:nvSpPr>
          <p:cNvPr id="1057" name="Google Shape;1057;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58" name="Google Shape;1058;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59" name="Google Shape;1059;g1f3daf8a844_0_64"/>
          <p:cNvGrpSpPr/>
          <p:nvPr/>
        </p:nvGrpSpPr>
        <p:grpSpPr>
          <a:xfrm>
            <a:off x="3024000" y="209875"/>
            <a:ext cx="3096000" cy="454800"/>
            <a:chOff x="3024000" y="209875"/>
            <a:chExt cx="3096000" cy="454800"/>
          </a:xfrm>
        </p:grpSpPr>
        <p:sp>
          <p:nvSpPr>
            <p:cNvPr id="1060" name="Google Shape;1060;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1" name="Google Shape;1061;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62" name="Google Shape;1062;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63" name="Google Shape;1063;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64" name="Google Shape;1064;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65" name="Google Shape;1065;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66" name="Google Shape;1066;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67" name="Google Shape;1067;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068" name="Google Shape;1068;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69" name="Google Shape;1069;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070" name="Google Shape;1070;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71" name="Google Shape;1071;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v</a:t>
            </a:r>
            <a:endParaRPr sz="5500" b="0" i="0" u="none" strike="noStrike" cap="none">
              <a:solidFill>
                <a:srgbClr val="2356AF"/>
              </a:solidFill>
              <a:latin typeface="Jost"/>
              <a:ea typeface="Jost"/>
              <a:cs typeface="Jost"/>
              <a:sym typeface="Jost"/>
            </a:endParaRPr>
          </a:p>
        </p:txBody>
      </p:sp>
      <p:sp>
        <p:nvSpPr>
          <p:cNvPr id="1072" name="Google Shape;1072;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073" name="Google Shape;1073;g1f3daf8a844_0_64"/>
          <p:cNvSpPr txBox="1"/>
          <p:nvPr/>
        </p:nvSpPr>
        <p:spPr>
          <a:xfrm>
            <a:off x="2910348"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074" name="Google Shape;1074;g1f3daf8a844_0_64"/>
          <p:cNvSpPr txBox="1"/>
          <p:nvPr/>
        </p:nvSpPr>
        <p:spPr>
          <a:xfrm>
            <a:off x="63689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ew</a:t>
            </a:r>
            <a:endParaRPr sz="5500" b="0" i="0" u="none" strike="noStrike" cap="none">
              <a:solidFill>
                <a:srgbClr val="00904C"/>
              </a:solidFill>
              <a:latin typeface="Jost"/>
              <a:ea typeface="Jost"/>
              <a:cs typeface="Jost"/>
              <a:sym typeface="Jost"/>
            </a:endParaRPr>
          </a:p>
        </p:txBody>
      </p:sp>
      <p:sp>
        <p:nvSpPr>
          <p:cNvPr id="1075" name="Google Shape;1075;g1f3daf8a844_0_64"/>
          <p:cNvSpPr txBox="1"/>
          <p:nvPr/>
        </p:nvSpPr>
        <p:spPr>
          <a:xfrm>
            <a:off x="175749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076" name="Google Shape;1076;g1f3daf8a844_0_64"/>
          <p:cNvSpPr txBox="1"/>
          <p:nvPr/>
        </p:nvSpPr>
        <p:spPr>
          <a:xfrm>
            <a:off x="40632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ph</a:t>
            </a:r>
            <a:endParaRPr sz="5500" b="0" i="0" u="none" strike="noStrike" cap="none">
              <a:solidFill>
                <a:srgbClr val="FFD400"/>
              </a:solidFill>
              <a:latin typeface="Jost"/>
              <a:ea typeface="Jost"/>
              <a:cs typeface="Jost"/>
              <a:sym typeface="Jost"/>
            </a:endParaRPr>
          </a:p>
        </p:txBody>
      </p:sp>
      <p:sp>
        <p:nvSpPr>
          <p:cNvPr id="1077" name="Google Shape;1077;g1f3daf8a844_0_64"/>
          <p:cNvSpPr txBox="1"/>
          <p:nvPr/>
        </p:nvSpPr>
        <p:spPr>
          <a:xfrm>
            <a:off x="52160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er</a:t>
            </a:r>
            <a:endParaRPr sz="5500" b="0" i="0" u="none" strike="noStrike" cap="none">
              <a:solidFill>
                <a:srgbClr val="993FA2"/>
              </a:solidFill>
              <a:latin typeface="Jost"/>
              <a:ea typeface="Jost"/>
              <a:cs typeface="Jost"/>
              <a:sym typeface="Jost"/>
            </a:endParaRPr>
          </a:p>
        </p:txBody>
      </p:sp>
      <p:cxnSp>
        <p:nvCxnSpPr>
          <p:cNvPr id="1078" name="Google Shape;1078;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83"/>
        <p:cNvGrpSpPr/>
        <p:nvPr/>
      </p:nvGrpSpPr>
      <p:grpSpPr>
        <a:xfrm>
          <a:off x="0" y="0"/>
          <a:ext cx="0" cy="0"/>
          <a:chOff x="0" y="0"/>
          <a:chExt cx="0" cy="0"/>
        </a:xfrm>
      </p:grpSpPr>
      <p:sp>
        <p:nvSpPr>
          <p:cNvPr id="1084" name="Google Shape;1084;g2cf32f192b4_0_22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85" name="Google Shape;1085;g2cf32f192b4_0_22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86" name="Google Shape;1086;g2cf32f192b4_0_2217"/>
          <p:cNvGrpSpPr/>
          <p:nvPr/>
        </p:nvGrpSpPr>
        <p:grpSpPr>
          <a:xfrm>
            <a:off x="3024000" y="209875"/>
            <a:ext cx="3096000" cy="454800"/>
            <a:chOff x="3024000" y="209875"/>
            <a:chExt cx="3096000" cy="454800"/>
          </a:xfrm>
        </p:grpSpPr>
        <p:sp>
          <p:nvSpPr>
            <p:cNvPr id="1087" name="Google Shape;1087;g2cf32f192b4_0_2217"/>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8" name="Google Shape;1088;g2cf32f192b4_0_2217"/>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89" name="Google Shape;1089;g2cf32f192b4_0_2217"/>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90" name="Google Shape;1090;g2cf32f192b4_0_2217"/>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091" name="Google Shape;1091;g2cf32f192b4_0_2217"/>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92" name="Google Shape;1092;g2cf32f192b4_0_2217"/>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93" name="Google Shape;1093;g2cf32f192b4_0_2217"/>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94" name="Google Shape;1094;g2cf32f192b4_0_2217"/>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95" name="Google Shape;1095;g2cf32f192b4_0_2217"/>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few pew interview nephew</a:t>
            </a:r>
            <a:endParaRPr sz="1800" b="0" i="0" u="none" strike="noStrike" cap="none">
              <a:solidFill>
                <a:srgbClr val="B7B7B7"/>
              </a:solidFill>
              <a:latin typeface="Jost"/>
              <a:ea typeface="Jost"/>
              <a:cs typeface="Jost"/>
              <a:sym typeface="Jost"/>
            </a:endParaRPr>
          </a:p>
        </p:txBody>
      </p:sp>
      <p:sp>
        <p:nvSpPr>
          <p:cNvPr id="1096" name="Google Shape;1096;g2cf32f192b4_0_2217"/>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097" name="Google Shape;1097;g2cf32f192b4_0_2217"/>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98" name="Google Shape;1098;g2cf32f192b4_0_2217"/>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099" name="Google Shape;1099;g2cf32f192b4_0_2217"/>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00" name="Google Shape;1100;g2cf32f192b4_0_2217"/>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v</a:t>
            </a:r>
            <a:endParaRPr sz="5500" b="0" i="0" u="none" strike="noStrike" cap="none">
              <a:solidFill>
                <a:srgbClr val="2356AF"/>
              </a:solidFill>
              <a:latin typeface="Jost"/>
              <a:ea typeface="Jost"/>
              <a:cs typeface="Jost"/>
              <a:sym typeface="Jost"/>
            </a:endParaRPr>
          </a:p>
        </p:txBody>
      </p:sp>
      <p:cxnSp>
        <p:nvCxnSpPr>
          <p:cNvPr id="1101" name="Google Shape;1101;g2cf32f192b4_0_2217"/>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02" name="Google Shape;1102;g2cf32f192b4_0_2217"/>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03" name="Google Shape;1103;g2cf32f192b4_0_2217"/>
          <p:cNvSpPr txBox="1"/>
          <p:nvPr/>
        </p:nvSpPr>
        <p:spPr>
          <a:xfrm>
            <a:off x="2910348"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04" name="Google Shape;1104;g2cf32f192b4_0_2217"/>
          <p:cNvSpPr txBox="1"/>
          <p:nvPr/>
        </p:nvSpPr>
        <p:spPr>
          <a:xfrm>
            <a:off x="63689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ew</a:t>
            </a:r>
            <a:endParaRPr sz="5500" b="0" i="0" u="none" strike="noStrike" cap="none">
              <a:solidFill>
                <a:srgbClr val="00904C"/>
              </a:solidFill>
              <a:latin typeface="Jost"/>
              <a:ea typeface="Jost"/>
              <a:cs typeface="Jost"/>
              <a:sym typeface="Jost"/>
            </a:endParaRPr>
          </a:p>
        </p:txBody>
      </p:sp>
      <p:sp>
        <p:nvSpPr>
          <p:cNvPr id="1105" name="Google Shape;1105;g2cf32f192b4_0_2217"/>
          <p:cNvSpPr txBox="1"/>
          <p:nvPr/>
        </p:nvSpPr>
        <p:spPr>
          <a:xfrm>
            <a:off x="175749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06" name="Google Shape;1106;g2cf32f192b4_0_2217"/>
          <p:cNvSpPr txBox="1"/>
          <p:nvPr/>
        </p:nvSpPr>
        <p:spPr>
          <a:xfrm>
            <a:off x="40632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ph</a:t>
            </a:r>
            <a:endParaRPr sz="5500" b="0" i="0" u="none" strike="noStrike" cap="none">
              <a:solidFill>
                <a:srgbClr val="FFD400"/>
              </a:solidFill>
              <a:latin typeface="Jost"/>
              <a:ea typeface="Jost"/>
              <a:cs typeface="Jost"/>
              <a:sym typeface="Jost"/>
            </a:endParaRPr>
          </a:p>
        </p:txBody>
      </p:sp>
      <p:sp>
        <p:nvSpPr>
          <p:cNvPr id="1107" name="Google Shape;1107;g2cf32f192b4_0_2217"/>
          <p:cNvSpPr txBox="1"/>
          <p:nvPr/>
        </p:nvSpPr>
        <p:spPr>
          <a:xfrm>
            <a:off x="52160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er</a:t>
            </a:r>
            <a:endParaRPr sz="5500" b="0" i="0" u="none" strike="noStrike" cap="none">
              <a:solidFill>
                <a:srgbClr val="993FA2"/>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405</Words>
  <Application>Microsoft Office PowerPoint</Application>
  <PresentationFormat>On-screen Show (4:3)</PresentationFormat>
  <Paragraphs>159</Paragraphs>
  <Slides>24</Slides>
  <Notes>24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Poppins</vt:lpstr>
      <vt:lpstr>Poppins SemiBold</vt:lpstr>
      <vt:lpstr>Calibri</vt:lpstr>
      <vt:lpstr>Nunito Black</vt:lpstr>
      <vt:lpstr>Jost</vt:lpstr>
      <vt:lpstr>Arial</vt:lpstr>
      <vt:lpstr>Poppins Medium</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vt:lpstr>
      <vt:lpstr>Hear Phonemes</vt:lpstr>
      <vt:lpstr>Hear Phonemes</vt:lpstr>
      <vt:lpstr>Teach Grapheme Caption</vt:lpstr>
      <vt:lpstr>Teach Lowercase Formation</vt:lpstr>
      <vt:lpstr>Explain Decoding</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2026-05-20T06:20:33Z</dcterms:modified>
</cp:coreProperties>
</file>