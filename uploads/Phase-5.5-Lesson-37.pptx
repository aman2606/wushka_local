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6858000" type="screen4x3"/>
  <p:notesSz cx="6858000" cy="9144000"/>
  <p:embeddedFontLst>
    <p:embeddedFont>
      <p:font typeface="Jost" panose="020B0604020202020204" charset="0"/>
      <p:regular r:id="rId28"/>
      <p:bold r:id="rId29"/>
      <p:italic r:id="rId30"/>
      <p:boldItalic r:id="rId31"/>
    </p:embeddedFont>
    <p:embeddedFont>
      <p:font typeface="Nunito Black" pitchFamily="2" charset="0"/>
      <p:bold r:id="rId32"/>
      <p:boldItalic r:id="rId33"/>
    </p:embeddedFont>
    <p:embeddedFont>
      <p:font typeface="Poppins" panose="00000500000000000000" pitchFamily="2" charset="0"/>
      <p:regular r:id="rId34"/>
      <p:bold r:id="rId35"/>
      <p:italic r:id="rId36"/>
      <p:boldItalic r:id="rId37"/>
    </p:embeddedFont>
    <p:embeddedFont>
      <p:font typeface="Poppins Medium" panose="00000600000000000000" pitchFamily="2" charset="0"/>
      <p:regular r:id="rId38"/>
      <p:bold r:id="rId39"/>
      <p:italic r:id="rId40"/>
      <p:boldItalic r:id="rId41"/>
    </p:embeddedFont>
    <p:embeddedFont>
      <p:font typeface="Poppins SemiBold" panose="00000700000000000000" pitchFamily="2"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j2YyJliRovbQO9yN1YdaHbTsjC9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4BA135D-A6E5-49BF-8FFF-5D58FA8015D4}">
  <a:tblStyle styleId="{E4BA135D-A6E5-49BF-8FFF-5D58FA8015D4}"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228" autoAdjust="0"/>
    <p:restoredTop sz="94660"/>
  </p:normalViewPr>
  <p:slideViewPr>
    <p:cSldViewPr snapToGrid="0">
      <p:cViewPr varScale="1">
        <p:scale>
          <a:sx n="59" d="100"/>
          <a:sy n="59" d="100"/>
        </p:scale>
        <p:origin x="1092" y="2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56"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font" Target="fonts/font14.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7" name="Google Shape;67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8" name="Google Shape;67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7" name="Google Shape;707;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3" name="Google Shape;743;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4" name="Google Shape;744;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1" name="Google Shape;791;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2" name="Google Shape;792;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3" name="Google Shape;813;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4" name="Google Shape;814;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4" name="Google Shape;834;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5" name="Google Shape;835;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9" name="Google Shape;869;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0" name="Google Shape;870;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9" name="Google Shape;889;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0" name="Google Shape;890;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g2cdbdd193bb_0_3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1" name="Google Shape;911;g2cdbdd193bb_0_3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2" name="Google Shape;912;g2cdbdd193bb_0_3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5" name="Google Shape;935;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6" name="Google Shape;936;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g273786504b5_0_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8" name="Google Shape;948;g273786504b5_0_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9" name="Google Shape;949;g273786504b5_0_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1" name="Google Shape;961;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2" name="Google Shape;962;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6"/>
        <p:cNvGrpSpPr/>
        <p:nvPr/>
      </p:nvGrpSpPr>
      <p:grpSpPr>
        <a:xfrm>
          <a:off x="0" y="0"/>
          <a:ext cx="0" cy="0"/>
          <a:chOff x="0" y="0"/>
          <a:chExt cx="0" cy="0"/>
        </a:xfrm>
      </p:grpSpPr>
      <p:sp>
        <p:nvSpPr>
          <p:cNvPr id="967" name="Google Shape;967;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8" name="Google Shape;968;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9" name="Google Shape;969;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5"/>
        <p:cNvGrpSpPr/>
        <p:nvPr/>
      </p:nvGrpSpPr>
      <p:grpSpPr>
        <a:xfrm>
          <a:off x="0" y="0"/>
          <a:ext cx="0" cy="0"/>
          <a:chOff x="0" y="0"/>
          <a:chExt cx="0" cy="0"/>
        </a:xfrm>
      </p:grpSpPr>
      <p:sp>
        <p:nvSpPr>
          <p:cNvPr id="1006" name="Google Shape;1006;g273786504b5_0_3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7" name="Google Shape;1007;g273786504b5_0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8" name="Google Shape;1008;g273786504b5_0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p:cNvGrpSpPr/>
        <p:nvPr/>
      </p:nvGrpSpPr>
      <p:grpSpPr>
        <a:xfrm>
          <a:off x="0" y="0"/>
          <a:ext cx="0" cy="0"/>
          <a:chOff x="0" y="0"/>
          <a:chExt cx="0" cy="0"/>
        </a:xfrm>
      </p:grpSpPr>
      <p:sp>
        <p:nvSpPr>
          <p:cNvPr id="1041" name="Google Shape;1041;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2" name="Google Shape;1042;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3" name="Google Shape;1043;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7"/>
        <p:cNvGrpSpPr/>
        <p:nvPr/>
      </p:nvGrpSpPr>
      <p:grpSpPr>
        <a:xfrm>
          <a:off x="0" y="0"/>
          <a:ext cx="0" cy="0"/>
          <a:chOff x="0" y="0"/>
          <a:chExt cx="0" cy="0"/>
        </a:xfrm>
      </p:grpSpPr>
      <p:sp>
        <p:nvSpPr>
          <p:cNvPr id="1048" name="Google Shape;1048;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9" name="Google Shape;1049;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0" name="Google Shape;1050;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6"/>
        <p:cNvGrpSpPr/>
        <p:nvPr/>
      </p:nvGrpSpPr>
      <p:grpSpPr>
        <a:xfrm>
          <a:off x="0" y="0"/>
          <a:ext cx="0" cy="0"/>
          <a:chOff x="0" y="0"/>
          <a:chExt cx="0" cy="0"/>
        </a:xfrm>
      </p:grpSpPr>
      <p:sp>
        <p:nvSpPr>
          <p:cNvPr id="1057" name="Google Shape;1057;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8" name="Google Shape;1058;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9" name="Google Shape;1059;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5"/>
        <p:cNvGrpSpPr/>
        <p:nvPr/>
      </p:nvGrpSpPr>
      <p:grpSpPr>
        <a:xfrm>
          <a:off x="0" y="0"/>
          <a:ext cx="0" cy="0"/>
          <a:chOff x="0" y="0"/>
          <a:chExt cx="0" cy="0"/>
        </a:xfrm>
      </p:grpSpPr>
      <p:sp>
        <p:nvSpPr>
          <p:cNvPr id="1066" name="Google Shape;1066;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7" name="Google Shape;1067;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8" name="Google Shape;1068;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4"/>
        <p:cNvGrpSpPr/>
        <p:nvPr/>
      </p:nvGrpSpPr>
      <p:grpSpPr>
        <a:xfrm>
          <a:off x="0" y="0"/>
          <a:ext cx="0" cy="0"/>
          <a:chOff x="0" y="0"/>
          <a:chExt cx="0" cy="0"/>
        </a:xfrm>
      </p:grpSpPr>
      <p:sp>
        <p:nvSpPr>
          <p:cNvPr id="1075" name="Google Shape;1075;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6" name="Google Shape;1076;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7" name="Google Shape;1077;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3"/>
        <p:cNvGrpSpPr/>
        <p:nvPr/>
      </p:nvGrpSpPr>
      <p:grpSpPr>
        <a:xfrm>
          <a:off x="0" y="0"/>
          <a:ext cx="0" cy="0"/>
          <a:chOff x="0" y="0"/>
          <a:chExt cx="0" cy="0"/>
        </a:xfrm>
      </p:grpSpPr>
      <p:sp>
        <p:nvSpPr>
          <p:cNvPr id="1084" name="Google Shape;1084;g273786504b5_0_8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5" name="Google Shape;1085;g273786504b5_0_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6" name="Google Shape;1086;g273786504b5_0_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2"/>
        <p:cNvGrpSpPr/>
        <p:nvPr/>
      </p:nvGrpSpPr>
      <p:grpSpPr>
        <a:xfrm>
          <a:off x="0" y="0"/>
          <a:ext cx="0" cy="0"/>
          <a:chOff x="0" y="0"/>
          <a:chExt cx="0" cy="0"/>
        </a:xfrm>
      </p:grpSpPr>
      <p:sp>
        <p:nvSpPr>
          <p:cNvPr id="1093" name="Google Shape;1093;g273786504b5_0_9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4" name="Google Shape;1094;g273786504b5_0_9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5" name="Google Shape;1095;g273786504b5_0_9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1"/>
        <p:cNvGrpSpPr/>
        <p:nvPr/>
      </p:nvGrpSpPr>
      <p:grpSpPr>
        <a:xfrm>
          <a:off x="0" y="0"/>
          <a:ext cx="0" cy="0"/>
          <a:chOff x="0" y="0"/>
          <a:chExt cx="0" cy="0"/>
        </a:xfrm>
      </p:grpSpPr>
      <p:sp>
        <p:nvSpPr>
          <p:cNvPr id="1102" name="Google Shape;1102;g2d1eea302f1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3" name="Google Shape;1103;g2d1eea302f1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4" name="Google Shape;1104;g2d1eea302f1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4"/>
        <p:cNvGrpSpPr/>
        <p:nvPr/>
      </p:nvGrpSpPr>
      <p:grpSpPr>
        <a:xfrm>
          <a:off x="0" y="0"/>
          <a:ext cx="0" cy="0"/>
          <a:chOff x="0" y="0"/>
          <a:chExt cx="0" cy="0"/>
        </a:xfrm>
      </p:grpSpPr>
      <p:sp>
        <p:nvSpPr>
          <p:cNvPr id="1135" name="Google Shape;1135;g273786504b5_0_10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6" name="Google Shape;1136;g273786504b5_0_10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7" name="Google Shape;1137;g273786504b5_0_10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8576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/k/ - ch</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8.2 - Tuesday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37</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20.xml"/><Relationship Id="rId3" Type="http://schemas.openxmlformats.org/officeDocument/2006/relationships/image" Target="../media/image5.png"/><Relationship Id="rId7" Type="http://schemas.openxmlformats.org/officeDocument/2006/relationships/slide" Target="slide19.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9.png"/><Relationship Id="rId21" Type="http://schemas.openxmlformats.org/officeDocument/2006/relationships/image" Target="../media/image26.png"/><Relationship Id="rId7" Type="http://schemas.openxmlformats.org/officeDocument/2006/relationships/image" Target="../media/image13.png"/><Relationship Id="rId12" Type="http://schemas.openxmlformats.org/officeDocument/2006/relationships/image" Target="../media/image6.png"/><Relationship Id="rId17" Type="http://schemas.openxmlformats.org/officeDocument/2006/relationships/image" Target="../media/image22.png"/><Relationship Id="rId25" Type="http://schemas.openxmlformats.org/officeDocument/2006/relationships/image" Target="../media/image30.png"/><Relationship Id="rId2" Type="http://schemas.openxmlformats.org/officeDocument/2006/relationships/notesSlide" Target="../notesSlides/notesSlide3.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29.png"/><Relationship Id="rId5" Type="http://schemas.openxmlformats.org/officeDocument/2006/relationships/image" Target="../media/image11.png"/><Relationship Id="rId15" Type="http://schemas.openxmlformats.org/officeDocument/2006/relationships/image" Target="../media/image20.png"/><Relationship Id="rId23" Type="http://schemas.openxmlformats.org/officeDocument/2006/relationships/image" Target="../media/image28.png"/><Relationship Id="rId10" Type="http://schemas.openxmlformats.org/officeDocument/2006/relationships/image" Target="../media/image16.png"/><Relationship Id="rId19" Type="http://schemas.openxmlformats.org/officeDocument/2006/relationships/image" Target="../media/image24.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19.png"/><Relationship Id="rId22" Type="http://schemas.openxmlformats.org/officeDocument/2006/relationships/image" Target="../media/image27.png"/></Relationships>
</file>

<file path=ppt/slides/_rels/slide4.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18" Type="http://schemas.openxmlformats.org/officeDocument/2006/relationships/image" Target="../media/image46.png"/><Relationship Id="rId26" Type="http://schemas.openxmlformats.org/officeDocument/2006/relationships/image" Target="../media/image54.png"/><Relationship Id="rId3" Type="http://schemas.openxmlformats.org/officeDocument/2006/relationships/image" Target="../media/image31.png"/><Relationship Id="rId21" Type="http://schemas.openxmlformats.org/officeDocument/2006/relationships/image" Target="../media/image49.png"/><Relationship Id="rId7" Type="http://schemas.openxmlformats.org/officeDocument/2006/relationships/image" Target="../media/image35.png"/><Relationship Id="rId12" Type="http://schemas.openxmlformats.org/officeDocument/2006/relationships/image" Target="../media/image40.png"/><Relationship Id="rId17" Type="http://schemas.openxmlformats.org/officeDocument/2006/relationships/image" Target="../media/image45.png"/><Relationship Id="rId25" Type="http://schemas.openxmlformats.org/officeDocument/2006/relationships/image" Target="../media/image53.png"/><Relationship Id="rId2" Type="http://schemas.openxmlformats.org/officeDocument/2006/relationships/notesSlide" Target="../notesSlides/notesSlide4.xml"/><Relationship Id="rId16" Type="http://schemas.openxmlformats.org/officeDocument/2006/relationships/image" Target="../media/image44.png"/><Relationship Id="rId20" Type="http://schemas.openxmlformats.org/officeDocument/2006/relationships/image" Target="../media/image48.png"/><Relationship Id="rId29" Type="http://schemas.openxmlformats.org/officeDocument/2006/relationships/image" Target="../media/image57.png"/><Relationship Id="rId1" Type="http://schemas.openxmlformats.org/officeDocument/2006/relationships/slideLayout" Target="../slideLayouts/slideLayout3.xml"/><Relationship Id="rId6" Type="http://schemas.openxmlformats.org/officeDocument/2006/relationships/image" Target="../media/image34.png"/><Relationship Id="rId11" Type="http://schemas.openxmlformats.org/officeDocument/2006/relationships/image" Target="../media/image39.png"/><Relationship Id="rId24" Type="http://schemas.openxmlformats.org/officeDocument/2006/relationships/image" Target="../media/image52.png"/><Relationship Id="rId5" Type="http://schemas.openxmlformats.org/officeDocument/2006/relationships/image" Target="../media/image33.png"/><Relationship Id="rId15" Type="http://schemas.openxmlformats.org/officeDocument/2006/relationships/image" Target="../media/image43.png"/><Relationship Id="rId23" Type="http://schemas.openxmlformats.org/officeDocument/2006/relationships/image" Target="../media/image51.png"/><Relationship Id="rId28" Type="http://schemas.openxmlformats.org/officeDocument/2006/relationships/image" Target="../media/image56.png"/><Relationship Id="rId10" Type="http://schemas.openxmlformats.org/officeDocument/2006/relationships/image" Target="../media/image38.png"/><Relationship Id="rId19" Type="http://schemas.openxmlformats.org/officeDocument/2006/relationships/image" Target="../media/image47.png"/><Relationship Id="rId31" Type="http://schemas.openxmlformats.org/officeDocument/2006/relationships/image" Target="../media/image59.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 Id="rId22" Type="http://schemas.openxmlformats.org/officeDocument/2006/relationships/image" Target="../media/image50.png"/><Relationship Id="rId27" Type="http://schemas.openxmlformats.org/officeDocument/2006/relationships/image" Target="../media/image55.png"/><Relationship Id="rId30" Type="http://schemas.openxmlformats.org/officeDocument/2006/relationships/image" Target="../media/image58.png"/></Relationships>
</file>

<file path=ppt/slides/_rels/slide5.xml.rels><?xml version="1.0" encoding="UTF-8" standalone="yes"?>
<Relationships xmlns="http://schemas.openxmlformats.org/package/2006/relationships"><Relationship Id="rId13" Type="http://schemas.openxmlformats.org/officeDocument/2006/relationships/image" Target="../media/image70.png"/><Relationship Id="rId18" Type="http://schemas.openxmlformats.org/officeDocument/2006/relationships/image" Target="../media/image75.png"/><Relationship Id="rId26" Type="http://schemas.openxmlformats.org/officeDocument/2006/relationships/image" Target="../media/image83.png"/><Relationship Id="rId39" Type="http://schemas.openxmlformats.org/officeDocument/2006/relationships/image" Target="../media/image96.png"/><Relationship Id="rId21" Type="http://schemas.openxmlformats.org/officeDocument/2006/relationships/image" Target="../media/image78.png"/><Relationship Id="rId34" Type="http://schemas.openxmlformats.org/officeDocument/2006/relationships/image" Target="../media/image91.png"/><Relationship Id="rId42" Type="http://schemas.openxmlformats.org/officeDocument/2006/relationships/image" Target="../media/image99.png"/><Relationship Id="rId7" Type="http://schemas.openxmlformats.org/officeDocument/2006/relationships/image" Target="../media/image64.png"/><Relationship Id="rId2" Type="http://schemas.openxmlformats.org/officeDocument/2006/relationships/notesSlide" Target="../notesSlides/notesSlide5.xml"/><Relationship Id="rId16" Type="http://schemas.openxmlformats.org/officeDocument/2006/relationships/image" Target="../media/image73.png"/><Relationship Id="rId20" Type="http://schemas.openxmlformats.org/officeDocument/2006/relationships/image" Target="../media/image77.png"/><Relationship Id="rId29" Type="http://schemas.openxmlformats.org/officeDocument/2006/relationships/image" Target="../media/image86.png"/><Relationship Id="rId41" Type="http://schemas.openxmlformats.org/officeDocument/2006/relationships/image" Target="../media/image98.png"/><Relationship Id="rId1" Type="http://schemas.openxmlformats.org/officeDocument/2006/relationships/slideLayout" Target="../slideLayouts/slideLayout3.xml"/><Relationship Id="rId6" Type="http://schemas.openxmlformats.org/officeDocument/2006/relationships/image" Target="../media/image63.png"/><Relationship Id="rId11" Type="http://schemas.openxmlformats.org/officeDocument/2006/relationships/image" Target="../media/image68.png"/><Relationship Id="rId24" Type="http://schemas.openxmlformats.org/officeDocument/2006/relationships/image" Target="../media/image81.png"/><Relationship Id="rId32" Type="http://schemas.openxmlformats.org/officeDocument/2006/relationships/image" Target="../media/image89.png"/><Relationship Id="rId37" Type="http://schemas.openxmlformats.org/officeDocument/2006/relationships/image" Target="../media/image94.png"/><Relationship Id="rId40" Type="http://schemas.openxmlformats.org/officeDocument/2006/relationships/image" Target="../media/image97.png"/><Relationship Id="rId5" Type="http://schemas.openxmlformats.org/officeDocument/2006/relationships/image" Target="../media/image62.png"/><Relationship Id="rId15" Type="http://schemas.openxmlformats.org/officeDocument/2006/relationships/image" Target="../media/image72.png"/><Relationship Id="rId23" Type="http://schemas.openxmlformats.org/officeDocument/2006/relationships/image" Target="../media/image80.png"/><Relationship Id="rId28" Type="http://schemas.openxmlformats.org/officeDocument/2006/relationships/image" Target="../media/image85.png"/><Relationship Id="rId36" Type="http://schemas.openxmlformats.org/officeDocument/2006/relationships/image" Target="../media/image93.png"/><Relationship Id="rId10" Type="http://schemas.openxmlformats.org/officeDocument/2006/relationships/image" Target="../media/image67.png"/><Relationship Id="rId19" Type="http://schemas.openxmlformats.org/officeDocument/2006/relationships/image" Target="../media/image76.png"/><Relationship Id="rId31" Type="http://schemas.openxmlformats.org/officeDocument/2006/relationships/image" Target="../media/image88.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 Id="rId22" Type="http://schemas.openxmlformats.org/officeDocument/2006/relationships/image" Target="../media/image79.png"/><Relationship Id="rId27" Type="http://schemas.openxmlformats.org/officeDocument/2006/relationships/image" Target="../media/image84.png"/><Relationship Id="rId30" Type="http://schemas.openxmlformats.org/officeDocument/2006/relationships/image" Target="../media/image87.png"/><Relationship Id="rId35" Type="http://schemas.openxmlformats.org/officeDocument/2006/relationships/image" Target="../media/image92.png"/><Relationship Id="rId43" Type="http://schemas.openxmlformats.org/officeDocument/2006/relationships/image" Target="../media/image100.png"/><Relationship Id="rId8" Type="http://schemas.openxmlformats.org/officeDocument/2006/relationships/image" Target="../media/image65.png"/><Relationship Id="rId3" Type="http://schemas.openxmlformats.org/officeDocument/2006/relationships/image" Target="../media/image60.png"/><Relationship Id="rId12" Type="http://schemas.openxmlformats.org/officeDocument/2006/relationships/image" Target="../media/image69.png"/><Relationship Id="rId17" Type="http://schemas.openxmlformats.org/officeDocument/2006/relationships/image" Target="../media/image74.png"/><Relationship Id="rId25" Type="http://schemas.openxmlformats.org/officeDocument/2006/relationships/image" Target="../media/image82.png"/><Relationship Id="rId33" Type="http://schemas.openxmlformats.org/officeDocument/2006/relationships/image" Target="../media/image90.png"/><Relationship Id="rId38" Type="http://schemas.openxmlformats.org/officeDocument/2006/relationships/image" Target="../media/image95.png"/></Relationships>
</file>

<file path=ppt/slides/_rels/slide6.xml.rels><?xml version="1.0" encoding="UTF-8" standalone="yes"?>
<Relationships xmlns="http://schemas.openxmlformats.org/package/2006/relationships"><Relationship Id="rId8" Type="http://schemas.openxmlformats.org/officeDocument/2006/relationships/image" Target="../media/image106.png"/><Relationship Id="rId13" Type="http://schemas.openxmlformats.org/officeDocument/2006/relationships/image" Target="../media/image111.png"/><Relationship Id="rId18" Type="http://schemas.openxmlformats.org/officeDocument/2006/relationships/image" Target="../media/image116.png"/><Relationship Id="rId3" Type="http://schemas.openxmlformats.org/officeDocument/2006/relationships/image" Target="../media/image101.png"/><Relationship Id="rId7" Type="http://schemas.openxmlformats.org/officeDocument/2006/relationships/image" Target="../media/image105.png"/><Relationship Id="rId12" Type="http://schemas.openxmlformats.org/officeDocument/2006/relationships/image" Target="../media/image110.png"/><Relationship Id="rId17" Type="http://schemas.openxmlformats.org/officeDocument/2006/relationships/image" Target="../media/image115.png"/><Relationship Id="rId2" Type="http://schemas.openxmlformats.org/officeDocument/2006/relationships/notesSlide" Target="../notesSlides/notesSlide6.xml"/><Relationship Id="rId16" Type="http://schemas.openxmlformats.org/officeDocument/2006/relationships/image" Target="../media/image114.png"/><Relationship Id="rId1" Type="http://schemas.openxmlformats.org/officeDocument/2006/relationships/slideLayout" Target="../slideLayouts/slideLayout3.xml"/><Relationship Id="rId6" Type="http://schemas.openxmlformats.org/officeDocument/2006/relationships/image" Target="../media/image104.png"/><Relationship Id="rId11" Type="http://schemas.openxmlformats.org/officeDocument/2006/relationships/image" Target="../media/image109.png"/><Relationship Id="rId5" Type="http://schemas.openxmlformats.org/officeDocument/2006/relationships/image" Target="../media/image103.png"/><Relationship Id="rId15" Type="http://schemas.openxmlformats.org/officeDocument/2006/relationships/image" Target="../media/image113.png"/><Relationship Id="rId10" Type="http://schemas.openxmlformats.org/officeDocument/2006/relationships/image" Target="../media/image108.png"/><Relationship Id="rId4" Type="http://schemas.openxmlformats.org/officeDocument/2006/relationships/image" Target="../media/image102.png"/><Relationship Id="rId9" Type="http://schemas.openxmlformats.org/officeDocument/2006/relationships/image" Target="../media/image107.png"/><Relationship Id="rId14" Type="http://schemas.openxmlformats.org/officeDocument/2006/relationships/image" Target="../media/image112.png"/></Relationships>
</file>

<file path=ppt/slides/_rels/slide7.xml.rels><?xml version="1.0" encoding="UTF-8" standalone="yes"?>
<Relationships xmlns="http://schemas.openxmlformats.org/package/2006/relationships"><Relationship Id="rId8" Type="http://schemas.openxmlformats.org/officeDocument/2006/relationships/image" Target="../media/image122.png"/><Relationship Id="rId13" Type="http://schemas.openxmlformats.org/officeDocument/2006/relationships/image" Target="../media/image127.png"/><Relationship Id="rId3" Type="http://schemas.openxmlformats.org/officeDocument/2006/relationships/image" Target="../media/image117.png"/><Relationship Id="rId7" Type="http://schemas.openxmlformats.org/officeDocument/2006/relationships/image" Target="../media/image121.png"/><Relationship Id="rId12" Type="http://schemas.openxmlformats.org/officeDocument/2006/relationships/image" Target="../media/image126.png"/><Relationship Id="rId2" Type="http://schemas.openxmlformats.org/officeDocument/2006/relationships/notesSlide" Target="../notesSlides/notesSlide7.xml"/><Relationship Id="rId16" Type="http://schemas.openxmlformats.org/officeDocument/2006/relationships/image" Target="../media/image130.png"/><Relationship Id="rId1" Type="http://schemas.openxmlformats.org/officeDocument/2006/relationships/slideLayout" Target="../slideLayouts/slideLayout3.xml"/><Relationship Id="rId6" Type="http://schemas.openxmlformats.org/officeDocument/2006/relationships/image" Target="../media/image120.png"/><Relationship Id="rId11" Type="http://schemas.openxmlformats.org/officeDocument/2006/relationships/image" Target="../media/image125.png"/><Relationship Id="rId5" Type="http://schemas.openxmlformats.org/officeDocument/2006/relationships/image" Target="../media/image119.png"/><Relationship Id="rId15" Type="http://schemas.openxmlformats.org/officeDocument/2006/relationships/image" Target="../media/image129.png"/><Relationship Id="rId10" Type="http://schemas.openxmlformats.org/officeDocument/2006/relationships/image" Target="../media/image124.png"/><Relationship Id="rId4" Type="http://schemas.openxmlformats.org/officeDocument/2006/relationships/image" Target="../media/image118.png"/><Relationship Id="rId9" Type="http://schemas.openxmlformats.org/officeDocument/2006/relationships/image" Target="../media/image123.png"/><Relationship Id="rId14" Type="http://schemas.openxmlformats.org/officeDocument/2006/relationships/image" Target="../media/image128.png"/></Relationships>
</file>

<file path=ppt/slides/_rels/slide8.xml.rels><?xml version="1.0" encoding="UTF-8" standalone="yes"?>
<Relationships xmlns="http://schemas.openxmlformats.org/package/2006/relationships"><Relationship Id="rId8" Type="http://schemas.openxmlformats.org/officeDocument/2006/relationships/image" Target="../media/image136.png"/><Relationship Id="rId13" Type="http://schemas.openxmlformats.org/officeDocument/2006/relationships/image" Target="../media/image141.png"/><Relationship Id="rId18" Type="http://schemas.openxmlformats.org/officeDocument/2006/relationships/image" Target="../media/image146.png"/><Relationship Id="rId26" Type="http://schemas.openxmlformats.org/officeDocument/2006/relationships/image" Target="../media/image154.png"/><Relationship Id="rId3" Type="http://schemas.openxmlformats.org/officeDocument/2006/relationships/image" Target="../media/image131.png"/><Relationship Id="rId21" Type="http://schemas.openxmlformats.org/officeDocument/2006/relationships/image" Target="../media/image149.png"/><Relationship Id="rId7" Type="http://schemas.openxmlformats.org/officeDocument/2006/relationships/image" Target="../media/image135.png"/><Relationship Id="rId12" Type="http://schemas.openxmlformats.org/officeDocument/2006/relationships/image" Target="../media/image140.png"/><Relationship Id="rId17" Type="http://schemas.openxmlformats.org/officeDocument/2006/relationships/image" Target="../media/image145.png"/><Relationship Id="rId25" Type="http://schemas.openxmlformats.org/officeDocument/2006/relationships/image" Target="../media/image153.png"/><Relationship Id="rId2" Type="http://schemas.openxmlformats.org/officeDocument/2006/relationships/notesSlide" Target="../notesSlides/notesSlide8.xml"/><Relationship Id="rId16" Type="http://schemas.openxmlformats.org/officeDocument/2006/relationships/image" Target="../media/image144.png"/><Relationship Id="rId20" Type="http://schemas.openxmlformats.org/officeDocument/2006/relationships/image" Target="../media/image148.png"/><Relationship Id="rId29" Type="http://schemas.openxmlformats.org/officeDocument/2006/relationships/image" Target="../media/image157.png"/><Relationship Id="rId1" Type="http://schemas.openxmlformats.org/officeDocument/2006/relationships/slideLayout" Target="../slideLayouts/slideLayout3.xml"/><Relationship Id="rId6" Type="http://schemas.openxmlformats.org/officeDocument/2006/relationships/image" Target="../media/image134.png"/><Relationship Id="rId11" Type="http://schemas.openxmlformats.org/officeDocument/2006/relationships/image" Target="../media/image139.png"/><Relationship Id="rId24" Type="http://schemas.openxmlformats.org/officeDocument/2006/relationships/image" Target="../media/image152.png"/><Relationship Id="rId5" Type="http://schemas.openxmlformats.org/officeDocument/2006/relationships/image" Target="../media/image133.png"/><Relationship Id="rId15" Type="http://schemas.openxmlformats.org/officeDocument/2006/relationships/image" Target="../media/image143.png"/><Relationship Id="rId23" Type="http://schemas.openxmlformats.org/officeDocument/2006/relationships/image" Target="../media/image151.png"/><Relationship Id="rId28" Type="http://schemas.openxmlformats.org/officeDocument/2006/relationships/image" Target="../media/image156.png"/><Relationship Id="rId10" Type="http://schemas.openxmlformats.org/officeDocument/2006/relationships/image" Target="../media/image138.png"/><Relationship Id="rId19" Type="http://schemas.openxmlformats.org/officeDocument/2006/relationships/image" Target="../media/image147.png"/><Relationship Id="rId4" Type="http://schemas.openxmlformats.org/officeDocument/2006/relationships/image" Target="../media/image132.png"/><Relationship Id="rId9" Type="http://schemas.openxmlformats.org/officeDocument/2006/relationships/image" Target="../media/image137.png"/><Relationship Id="rId14" Type="http://schemas.openxmlformats.org/officeDocument/2006/relationships/image" Target="../media/image142.png"/><Relationship Id="rId22" Type="http://schemas.openxmlformats.org/officeDocument/2006/relationships/image" Target="../media/image150.png"/><Relationship Id="rId27" Type="http://schemas.openxmlformats.org/officeDocument/2006/relationships/image" Target="../media/image155.png"/><Relationship Id="rId30" Type="http://schemas.openxmlformats.org/officeDocument/2006/relationships/image" Target="../media/image158.png"/></Relationships>
</file>

<file path=ppt/slides/_rels/slide9.xml.rels><?xml version="1.0" encoding="UTF-8" standalone="yes"?>
<Relationships xmlns="http://schemas.openxmlformats.org/package/2006/relationships"><Relationship Id="rId8" Type="http://schemas.openxmlformats.org/officeDocument/2006/relationships/image" Target="../media/image164.png"/><Relationship Id="rId13" Type="http://schemas.openxmlformats.org/officeDocument/2006/relationships/image" Target="../media/image169.png"/><Relationship Id="rId3" Type="http://schemas.openxmlformats.org/officeDocument/2006/relationships/image" Target="../media/image159.png"/><Relationship Id="rId7" Type="http://schemas.openxmlformats.org/officeDocument/2006/relationships/image" Target="../media/image163.png"/><Relationship Id="rId12" Type="http://schemas.openxmlformats.org/officeDocument/2006/relationships/image" Target="../media/image168.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62.png"/><Relationship Id="rId11" Type="http://schemas.openxmlformats.org/officeDocument/2006/relationships/image" Target="../media/image167.png"/><Relationship Id="rId5" Type="http://schemas.openxmlformats.org/officeDocument/2006/relationships/image" Target="../media/image161.png"/><Relationship Id="rId15" Type="http://schemas.openxmlformats.org/officeDocument/2006/relationships/image" Target="../media/image171.png"/><Relationship Id="rId10" Type="http://schemas.openxmlformats.org/officeDocument/2006/relationships/image" Target="../media/image166.png"/><Relationship Id="rId4" Type="http://schemas.openxmlformats.org/officeDocument/2006/relationships/image" Target="../media/image160.png"/><Relationship Id="rId9" Type="http://schemas.openxmlformats.org/officeDocument/2006/relationships/image" Target="../media/image165.png"/><Relationship Id="rId14" Type="http://schemas.openxmlformats.org/officeDocument/2006/relationships/image" Target="../media/image170.png"/></Relationships>
</file>

<file path=ppt/slides/_rels/slide10.xml.rels><?xml version="1.0" encoding="UTF-8" standalone="yes"?>
<Relationships xmlns="http://schemas.openxmlformats.org/package/2006/relationships"><Relationship Id="rId8" Type="http://schemas.openxmlformats.org/officeDocument/2006/relationships/image" Target="../media/image177.png"/><Relationship Id="rId13" Type="http://schemas.openxmlformats.org/officeDocument/2006/relationships/image" Target="../media/image182.png"/><Relationship Id="rId3" Type="http://schemas.openxmlformats.org/officeDocument/2006/relationships/image" Target="../media/image172.png"/><Relationship Id="rId7" Type="http://schemas.openxmlformats.org/officeDocument/2006/relationships/image" Target="../media/image176.png"/><Relationship Id="rId12" Type="http://schemas.openxmlformats.org/officeDocument/2006/relationships/image" Target="../media/image181.png"/><Relationship Id="rId17" Type="http://schemas.openxmlformats.org/officeDocument/2006/relationships/image" Target="../media/image186.png"/><Relationship Id="rId2" Type="http://schemas.openxmlformats.org/officeDocument/2006/relationships/notesSlide" Target="../notesSlides/notesSlide10.xml"/><Relationship Id="rId16" Type="http://schemas.openxmlformats.org/officeDocument/2006/relationships/image" Target="../media/image185.png"/><Relationship Id="rId1" Type="http://schemas.openxmlformats.org/officeDocument/2006/relationships/slideLayout" Target="../slideLayouts/slideLayout3.xml"/><Relationship Id="rId6" Type="http://schemas.openxmlformats.org/officeDocument/2006/relationships/image" Target="../media/image175.png"/><Relationship Id="rId11" Type="http://schemas.openxmlformats.org/officeDocument/2006/relationships/image" Target="../media/image180.png"/><Relationship Id="rId5" Type="http://schemas.openxmlformats.org/officeDocument/2006/relationships/image" Target="../media/image174.png"/><Relationship Id="rId15" Type="http://schemas.openxmlformats.org/officeDocument/2006/relationships/image" Target="../media/image184.png"/><Relationship Id="rId10" Type="http://schemas.openxmlformats.org/officeDocument/2006/relationships/image" Target="../media/image179.png"/><Relationship Id="rId4" Type="http://schemas.openxmlformats.org/officeDocument/2006/relationships/image" Target="../media/image173.png"/><Relationship Id="rId9" Type="http://schemas.openxmlformats.org/officeDocument/2006/relationships/image" Target="../media/image178.png"/><Relationship Id="rId14" Type="http://schemas.openxmlformats.org/officeDocument/2006/relationships/image" Target="../media/image183.png"/></Relationships>
</file>

<file path=ppt/slides/_rels/slide11.xml.rels><?xml version="1.0" encoding="UTF-8" standalone="yes"?>
<Relationships xmlns="http://schemas.openxmlformats.org/package/2006/relationships"><Relationship Id="rId8" Type="http://schemas.openxmlformats.org/officeDocument/2006/relationships/image" Target="../media/image192.png"/><Relationship Id="rId13" Type="http://schemas.openxmlformats.org/officeDocument/2006/relationships/image" Target="../media/image197.png"/><Relationship Id="rId18" Type="http://schemas.openxmlformats.org/officeDocument/2006/relationships/image" Target="../media/image202.png"/><Relationship Id="rId3" Type="http://schemas.openxmlformats.org/officeDocument/2006/relationships/image" Target="../media/image187.png"/><Relationship Id="rId7" Type="http://schemas.openxmlformats.org/officeDocument/2006/relationships/image" Target="../media/image191.png"/><Relationship Id="rId12" Type="http://schemas.openxmlformats.org/officeDocument/2006/relationships/image" Target="../media/image196.png"/><Relationship Id="rId17" Type="http://schemas.openxmlformats.org/officeDocument/2006/relationships/image" Target="../media/image201.png"/><Relationship Id="rId2" Type="http://schemas.openxmlformats.org/officeDocument/2006/relationships/notesSlide" Target="../notesSlides/notesSlide11.xml"/><Relationship Id="rId16" Type="http://schemas.openxmlformats.org/officeDocument/2006/relationships/image" Target="../media/image200.png"/><Relationship Id="rId20" Type="http://schemas.openxmlformats.org/officeDocument/2006/relationships/image" Target="../media/image204.png"/><Relationship Id="rId1" Type="http://schemas.openxmlformats.org/officeDocument/2006/relationships/slideLayout" Target="../slideLayouts/slideLayout3.xml"/><Relationship Id="rId6" Type="http://schemas.openxmlformats.org/officeDocument/2006/relationships/image" Target="../media/image190.png"/><Relationship Id="rId11" Type="http://schemas.openxmlformats.org/officeDocument/2006/relationships/image" Target="../media/image195.png"/><Relationship Id="rId5" Type="http://schemas.openxmlformats.org/officeDocument/2006/relationships/image" Target="../media/image189.png"/><Relationship Id="rId15" Type="http://schemas.openxmlformats.org/officeDocument/2006/relationships/image" Target="../media/image199.png"/><Relationship Id="rId10" Type="http://schemas.openxmlformats.org/officeDocument/2006/relationships/image" Target="../media/image194.png"/><Relationship Id="rId19" Type="http://schemas.openxmlformats.org/officeDocument/2006/relationships/image" Target="../media/image203.png"/><Relationship Id="rId4" Type="http://schemas.openxmlformats.org/officeDocument/2006/relationships/image" Target="../media/image188.png"/><Relationship Id="rId9" Type="http://schemas.openxmlformats.org/officeDocument/2006/relationships/image" Target="../media/image193.png"/><Relationship Id="rId14" Type="http://schemas.openxmlformats.org/officeDocument/2006/relationships/image" Target="../media/image198.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0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0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07.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08.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09.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Sound Family /k/;</a:t>
            </a:r>
            <a:br>
              <a:rPr lang="en-US" sz="3000"/>
            </a:br>
            <a:r>
              <a:rPr lang="en-US" sz="3000"/>
              <a:t>ch</a:t>
            </a:r>
            <a:endParaRPr sz="30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37</a:t>
            </a:r>
            <a:endParaRPr/>
          </a:p>
        </p:txBody>
      </p:sp>
      <p:pic>
        <p:nvPicPr>
          <p:cNvPr id="653" name="Google Shape;653;p1"/>
          <p:cNvPicPr preferRelativeResize="0"/>
          <p:nvPr/>
        </p:nvPicPr>
        <p:blipFill rotWithShape="1">
          <a:blip r:embed="rId3">
            <a:alphaModFix/>
          </a:blip>
          <a:srcRect b="10"/>
          <a:stretch/>
        </p:blipFill>
        <p:spPr>
          <a:xfrm rot="540306">
            <a:off x="6695728" y="3950203"/>
            <a:ext cx="1208040" cy="1709827"/>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19" r="19"/>
          <a:stretch/>
        </p:blipFill>
        <p:spPr>
          <a:xfrm rot="-278018">
            <a:off x="5552278" y="3960008"/>
            <a:ext cx="1208038" cy="1709827"/>
          </a:xfrm>
          <a:prstGeom prst="rect">
            <a:avLst/>
          </a:prstGeom>
          <a:noFill/>
          <a:ln>
            <a:noFill/>
          </a:ln>
          <a:effectLst>
            <a:outerShdw blurRad="71438" dist="38100" dir="5220000" algn="bl" rotWithShape="0">
              <a:srgbClr val="000000">
                <a:alpha val="20000"/>
              </a:srgbClr>
            </a:outerShdw>
          </a:effectLst>
        </p:spPr>
      </p:pic>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{E4BA135D-A6E5-49BF-8FFF-5D58FA8015D4}</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/ch/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/k/</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 </a:t>
            </a:r>
            <a:r>
              <a:rPr lang="en-US">
                <a:solidFill>
                  <a:srgbClr val="8DC63F"/>
                </a:solidFill>
              </a:rPr>
              <a:t>/k/</a:t>
            </a:r>
            <a:r>
              <a:rPr lang="en-US"/>
              <a:t> sound family spelling patterns.</a:t>
            </a:r>
            <a:endParaRPr/>
          </a:p>
        </p:txBody>
      </p:sp>
      <p:sp>
        <p:nvSpPr>
          <p:cNvPr id="662" name="Google Shape;662;g2bee4f4af4b_0_204"/>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3" name="Google Shape;663;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4" name="Google Shape;664;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5" name="Google Shape;665;g2bee4f4af4b_0_204"/>
          <p:cNvPicPr preferRelativeResize="0"/>
          <p:nvPr/>
        </p:nvPicPr>
        <p:blipFill rotWithShape="1">
          <a:blip r:embed="rId3">
            <a:alphaModFix/>
          </a:blip>
          <a:srcRect b="10"/>
          <a:stretch/>
        </p:blipFill>
        <p:spPr>
          <a:xfrm>
            <a:off x="995626" y="4101860"/>
            <a:ext cx="786850" cy="1113689"/>
          </a:xfrm>
          <a:prstGeom prst="rect">
            <a:avLst/>
          </a:prstGeom>
          <a:noFill/>
          <a:ln>
            <a:noFill/>
          </a:ln>
          <a:effectLst>
            <a:outerShdw blurRad="71438" dist="19050" dir="5220000" algn="bl" rotWithShape="0">
              <a:srgbClr val="D8D8D8"/>
            </a:outerShdw>
          </a:effectLst>
        </p:spPr>
      </p:pic>
      <p:sp>
        <p:nvSpPr>
          <p:cNvPr id="666" name="Google Shape;666;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7" name="Google Shape;667;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8" name="Google Shape;668;g2bee4f4af4b_0_204"/>
          <p:cNvPicPr preferRelativeResize="0"/>
          <p:nvPr/>
        </p:nvPicPr>
        <p:blipFill rotWithShape="1">
          <a:blip r:embed="rId4">
            <a:alphaModFix/>
          </a:blip>
          <a:srcRect l="89" r="79"/>
          <a:stretch/>
        </p:blipFill>
        <p:spPr>
          <a:xfrm>
            <a:off x="2262506" y="4169988"/>
            <a:ext cx="813600" cy="977432"/>
          </a:xfrm>
          <a:prstGeom prst="rect">
            <a:avLst/>
          </a:prstGeom>
          <a:noFill/>
          <a:ln>
            <a:noFill/>
          </a:ln>
          <a:effectLst>
            <a:outerShdw blurRad="71438" dist="19050" dir="5220000" algn="bl" rotWithShape="0">
              <a:srgbClr val="D8D8D8"/>
            </a:outerShdw>
          </a:effectLst>
        </p:spPr>
      </p:pic>
      <p:sp>
        <p:nvSpPr>
          <p:cNvPr id="669" name="Google Shape;669;g2bee4f4af4b_0_204"/>
          <p:cNvSpPr txBox="1"/>
          <p:nvPr/>
        </p:nvSpPr>
        <p:spPr>
          <a:xfrm>
            <a:off x="36431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70" name="Google Shape;670;g2bee4f4af4b_0_204"/>
          <p:cNvSpPr txBox="1"/>
          <p:nvPr/>
        </p:nvSpPr>
        <p:spPr>
          <a:xfrm>
            <a:off x="3284624" y="5256525"/>
            <a:ext cx="1530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671" name="Google Shape;671;g2bee4f4af4b_0_204"/>
          <p:cNvPicPr preferRelativeResize="0"/>
          <p:nvPr/>
        </p:nvPicPr>
        <p:blipFill rotWithShape="1">
          <a:blip r:embed="rId5">
            <a:alphaModFix/>
          </a:blip>
          <a:srcRect/>
          <a:stretch/>
        </p:blipFill>
        <p:spPr>
          <a:xfrm>
            <a:off x="3583929" y="4326104"/>
            <a:ext cx="931974" cy="665200"/>
          </a:xfrm>
          <a:prstGeom prst="rect">
            <a:avLst/>
          </a:prstGeom>
          <a:noFill/>
          <a:ln>
            <a:noFill/>
          </a:ln>
          <a:effectLst>
            <a:outerShdw blurRad="71438" dist="19050" dir="5220000" algn="bl" rotWithShape="0">
              <a:srgbClr val="D8D8D8"/>
            </a:outerShdw>
          </a:effectLst>
        </p:spPr>
      </p:pic>
      <p:sp>
        <p:nvSpPr>
          <p:cNvPr id="672" name="Google Shape;672;g2bee4f4af4b_0_204">
            <a:hlinkClick r:id="rId6" action="ppaction://hlinksldjump"/>
          </p:cNvPr>
          <p:cNvSpPr/>
          <p:nvPr/>
        </p:nvSpPr>
        <p:spPr>
          <a:xfrm>
            <a:off x="890901" y="3602866"/>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3" name="Google Shape;673;g2bee4f4af4b_0_204">
            <a:hlinkClick r:id="rId7" action="ppaction://hlinksldjump"/>
          </p:cNvPr>
          <p:cNvSpPr/>
          <p:nvPr/>
        </p:nvSpPr>
        <p:spPr>
          <a:xfrm>
            <a:off x="2194225" y="363277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4" name="Google Shape;674;g2bee4f4af4b_0_204">
            <a:hlinkClick r:id="rId8" action="ppaction://hlinksldjump"/>
          </p:cNvPr>
          <p:cNvSpPr/>
          <p:nvPr/>
        </p:nvSpPr>
        <p:spPr>
          <a:xfrm>
            <a:off x="3422425" y="362499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1" name="Google Shape;681;g26b641b03cd_0_165"/>
          <p:cNvGrpSpPr/>
          <p:nvPr/>
        </p:nvGrpSpPr>
        <p:grpSpPr>
          <a:xfrm>
            <a:off x="930400" y="2053244"/>
            <a:ext cx="7283200" cy="3724851"/>
            <a:chOff x="930400" y="2129444"/>
            <a:chExt cx="7283200" cy="3724851"/>
          </a:xfrm>
        </p:grpSpPr>
        <p:pic>
          <p:nvPicPr>
            <p:cNvPr id="682" name="Google Shape;68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1" name="Google Shape;711;g26b7edf6e71_0_26"/>
          <p:cNvGrpSpPr/>
          <p:nvPr/>
        </p:nvGrpSpPr>
        <p:grpSpPr>
          <a:xfrm>
            <a:off x="930400" y="2053250"/>
            <a:ext cx="7283201" cy="2971674"/>
            <a:chOff x="930400" y="2129450"/>
            <a:chExt cx="7283201" cy="2971674"/>
          </a:xfrm>
        </p:grpSpPr>
        <p:pic>
          <p:nvPicPr>
            <p:cNvPr id="712" name="Google Shape;712;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3" name="Google Shape;713;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6" name="Google Shape;716;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7" name="Google Shape;717;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2" name="Google Shape;722;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26" name="Google Shape;726;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9" name="Google Shape;729;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0" name="Google Shape;730;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1" name="Google Shape;731;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2" name="Google Shape;732;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7" name="Google Shape;747;g2c298da1f27_0_417"/>
          <p:cNvGrpSpPr/>
          <p:nvPr/>
        </p:nvGrpSpPr>
        <p:grpSpPr>
          <a:xfrm>
            <a:off x="930400" y="2053250"/>
            <a:ext cx="7283201" cy="2971674"/>
            <a:chOff x="930400" y="2053250"/>
            <a:chExt cx="7283201" cy="2971674"/>
          </a:xfrm>
        </p:grpSpPr>
        <p:pic>
          <p:nvPicPr>
            <p:cNvPr id="748" name="Google Shape;748;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49" name="Google Shape;749;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0" name="Google Shape;750;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1" name="Google Shape;751;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2" name="Google Shape;752;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9" name="Google Shape;779;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2" name="Google Shape;782;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3" name="Google Shape;783;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5" name="Google Shape;795;g2cdbdd49f8e_0_0"/>
          <p:cNvPicPr preferRelativeResize="0"/>
          <p:nvPr/>
        </p:nvPicPr>
        <p:blipFill rotWithShape="1">
          <a:blip r:embed="rId3">
            <a:alphaModFix/>
          </a:blip>
          <a:srcRect/>
          <a:stretch/>
        </p:blipFill>
        <p:spPr>
          <a:xfrm>
            <a:off x="3581491" y="2972629"/>
            <a:ext cx="590656" cy="836045"/>
          </a:xfrm>
          <a:prstGeom prst="rect">
            <a:avLst/>
          </a:prstGeom>
          <a:noFill/>
          <a:ln>
            <a:noFill/>
          </a:ln>
          <a:effectLst>
            <a:outerShdw blurRad="71438" dist="28575" dir="5400000" algn="bl" rotWithShape="0">
              <a:srgbClr val="000000">
                <a:alpha val="15294"/>
              </a:srgbClr>
            </a:outerShdw>
          </a:effectLst>
        </p:spPr>
      </p:pic>
      <p:pic>
        <p:nvPicPr>
          <p:cNvPr id="796" name="Google Shape;796;g2cdbdd49f8e_0_0"/>
          <p:cNvPicPr preferRelativeResize="0"/>
          <p:nvPr/>
        </p:nvPicPr>
        <p:blipFill rotWithShape="1">
          <a:blip r:embed="rId4">
            <a:alphaModFix/>
          </a:blip>
          <a:srcRect/>
          <a:stretch/>
        </p:blipFill>
        <p:spPr>
          <a:xfrm>
            <a:off x="2918718" y="2972629"/>
            <a:ext cx="590656" cy="836045"/>
          </a:xfrm>
          <a:prstGeom prst="rect">
            <a:avLst/>
          </a:prstGeom>
          <a:noFill/>
          <a:ln>
            <a:noFill/>
          </a:ln>
          <a:effectLst>
            <a:outerShdw blurRad="71438" dist="28575" dir="5400000" algn="bl" rotWithShape="0">
              <a:srgbClr val="000000">
                <a:alpha val="15290"/>
              </a:srgbClr>
            </a:outerShdw>
          </a:effectLst>
        </p:spPr>
      </p:pic>
      <p:pic>
        <p:nvPicPr>
          <p:cNvPr id="797" name="Google Shape;797;g2cdbdd49f8e_0_0"/>
          <p:cNvPicPr preferRelativeResize="0"/>
          <p:nvPr/>
        </p:nvPicPr>
        <p:blipFill rotWithShape="1">
          <a:blip r:embed="rId5">
            <a:alphaModFix/>
          </a:blip>
          <a:srcRect t="59" b="49"/>
          <a:stretch/>
        </p:blipFill>
        <p:spPr>
          <a:xfrm>
            <a:off x="2255946" y="2972629"/>
            <a:ext cx="590656" cy="836046"/>
          </a:xfrm>
          <a:prstGeom prst="rect">
            <a:avLst/>
          </a:prstGeom>
          <a:noFill/>
          <a:ln>
            <a:noFill/>
          </a:ln>
          <a:effectLst>
            <a:outerShdw blurRad="71438" dist="28575" dir="5400000" algn="bl" rotWithShape="0">
              <a:srgbClr val="000000">
                <a:alpha val="15290"/>
              </a:srgbClr>
            </a:outerShdw>
          </a:effectLst>
        </p:spPr>
      </p:pic>
      <p:pic>
        <p:nvPicPr>
          <p:cNvPr id="798" name="Google Shape;798;g2cdbdd49f8e_0_0"/>
          <p:cNvPicPr preferRelativeResize="0"/>
          <p:nvPr/>
        </p:nvPicPr>
        <p:blipFill rotWithShape="1">
          <a:blip r:embed="rId6">
            <a:alphaModFix/>
          </a:blip>
          <a:srcRect t="59" b="49"/>
          <a:stretch/>
        </p:blipFill>
        <p:spPr>
          <a:xfrm>
            <a:off x="930400" y="2972629"/>
            <a:ext cx="590656" cy="836046"/>
          </a:xfrm>
          <a:prstGeom prst="rect">
            <a:avLst/>
          </a:prstGeom>
          <a:noFill/>
          <a:ln>
            <a:noFill/>
          </a:ln>
          <a:effectLst>
            <a:outerShdw blurRad="71438" dist="28575" dir="5400000" algn="bl" rotWithShape="0">
              <a:srgbClr val="000000">
                <a:alpha val="15290"/>
              </a:srgbClr>
            </a:outerShdw>
          </a:effectLst>
        </p:spPr>
      </p:pic>
      <p:pic>
        <p:nvPicPr>
          <p:cNvPr id="799" name="Google Shape;799;g2cdbdd49f8e_0_0"/>
          <p:cNvPicPr preferRelativeResize="0"/>
          <p:nvPr/>
        </p:nvPicPr>
        <p:blipFill rotWithShape="1">
          <a:blip r:embed="rId7">
            <a:alphaModFix/>
          </a:blip>
          <a:srcRect/>
          <a:stretch/>
        </p:blipFill>
        <p:spPr>
          <a:xfrm>
            <a:off x="1593173" y="2972629"/>
            <a:ext cx="590656" cy="836045"/>
          </a:xfrm>
          <a:prstGeom prst="rect">
            <a:avLst/>
          </a:prstGeom>
          <a:noFill/>
          <a:ln>
            <a:noFill/>
          </a:ln>
          <a:effectLst>
            <a:outerShdw blurRad="71438" dist="28575" dir="5400000" algn="bl" rotWithShape="0">
              <a:srgbClr val="000000">
                <a:alpha val="15290"/>
              </a:srgbClr>
            </a:outerShdw>
          </a:effectLst>
        </p:spPr>
      </p:pic>
      <p:pic>
        <p:nvPicPr>
          <p:cNvPr id="800" name="Google Shape;800;g2cdbdd49f8e_0_0"/>
          <p:cNvPicPr preferRelativeResize="0"/>
          <p:nvPr/>
        </p:nvPicPr>
        <p:blipFill rotWithShape="1">
          <a:blip r:embed="rId8">
            <a:alphaModFix/>
          </a:blip>
          <a:srcRect l="79" r="79"/>
          <a:stretch/>
        </p:blipFill>
        <p:spPr>
          <a:xfrm>
            <a:off x="930400" y="2053250"/>
            <a:ext cx="590656" cy="836045"/>
          </a:xfrm>
          <a:prstGeom prst="rect">
            <a:avLst/>
          </a:prstGeom>
          <a:noFill/>
          <a:ln>
            <a:noFill/>
          </a:ln>
          <a:effectLst>
            <a:outerShdw blurRad="71438" dist="28575" dir="5400000" algn="bl" rotWithShape="0">
              <a:srgbClr val="000000">
                <a:alpha val="15290"/>
              </a:srgbClr>
            </a:outerShdw>
          </a:effectLst>
        </p:spPr>
      </p:pic>
      <p:pic>
        <p:nvPicPr>
          <p:cNvPr id="801" name="Google Shape;801;g2cdbdd49f8e_0_0"/>
          <p:cNvPicPr preferRelativeResize="0"/>
          <p:nvPr/>
        </p:nvPicPr>
        <p:blipFill rotWithShape="1">
          <a:blip r:embed="rId9">
            <a:alphaModFix/>
          </a:blip>
          <a:srcRect l="79" r="79"/>
          <a:stretch/>
        </p:blipFill>
        <p:spPr>
          <a:xfrm>
            <a:off x="2918718" y="2053250"/>
            <a:ext cx="590656" cy="836045"/>
          </a:xfrm>
          <a:prstGeom prst="rect">
            <a:avLst/>
          </a:prstGeom>
          <a:noFill/>
          <a:ln>
            <a:noFill/>
          </a:ln>
          <a:effectLst>
            <a:outerShdw blurRad="71438" dist="28575" dir="5400000" algn="bl" rotWithShape="0">
              <a:srgbClr val="000000">
                <a:alpha val="15290"/>
              </a:srgbClr>
            </a:outerShdw>
          </a:effectLst>
        </p:spPr>
      </p:pic>
      <p:pic>
        <p:nvPicPr>
          <p:cNvPr id="802" name="Google Shape;802;g2cdbdd49f8e_0_0"/>
          <p:cNvPicPr preferRelativeResize="0"/>
          <p:nvPr/>
        </p:nvPicPr>
        <p:blipFill rotWithShape="1">
          <a:blip r:embed="rId10">
            <a:alphaModFix/>
          </a:blip>
          <a:srcRect l="19" r="29"/>
          <a:stretch/>
        </p:blipFill>
        <p:spPr>
          <a:xfrm>
            <a:off x="1593172" y="2053250"/>
            <a:ext cx="590656" cy="836046"/>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11">
            <a:alphaModFix/>
          </a:blip>
          <a:srcRect l="19" r="29"/>
          <a:stretch/>
        </p:blipFill>
        <p:spPr>
          <a:xfrm>
            <a:off x="2255946" y="2053250"/>
            <a:ext cx="590656" cy="836046"/>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12">
            <a:alphaModFix/>
          </a:blip>
          <a:srcRect l="19" r="29"/>
          <a:stretch/>
        </p:blipFill>
        <p:spPr>
          <a:xfrm>
            <a:off x="3581490" y="2053250"/>
            <a:ext cx="590656" cy="836046"/>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13">
            <a:alphaModFix/>
          </a:blip>
          <a:srcRect l="79" r="79"/>
          <a:stretch/>
        </p:blipFill>
        <p:spPr>
          <a:xfrm>
            <a:off x="5569808" y="2053250"/>
            <a:ext cx="590656" cy="836045"/>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14">
            <a:alphaModFix/>
          </a:blip>
          <a:srcRect l="79" r="79"/>
          <a:stretch/>
        </p:blipFill>
        <p:spPr>
          <a:xfrm>
            <a:off x="4244264" y="2053250"/>
            <a:ext cx="590656" cy="836045"/>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15">
            <a:alphaModFix/>
          </a:blip>
          <a:srcRect l="79" r="79"/>
          <a:stretch/>
        </p:blipFill>
        <p:spPr>
          <a:xfrm>
            <a:off x="4907036" y="2053250"/>
            <a:ext cx="590656" cy="836045"/>
          </a:xfrm>
          <a:prstGeom prst="rect">
            <a:avLst/>
          </a:prstGeom>
          <a:noFill/>
          <a:ln>
            <a:noFill/>
          </a:ln>
          <a:effectLst>
            <a:outerShdw blurRad="71438" dist="28575" dir="5400000" algn="bl" rotWithShape="0">
              <a:srgbClr val="000000">
                <a:alpha val="15290"/>
              </a:srgbClr>
            </a:outerShdw>
          </a:effectLst>
        </p:spPr>
      </p:pic>
      <p:pic>
        <p:nvPicPr>
          <p:cNvPr id="808" name="Google Shape;808;g2cdbdd49f8e_0_0"/>
          <p:cNvPicPr preferRelativeResize="0"/>
          <p:nvPr/>
        </p:nvPicPr>
        <p:blipFill rotWithShape="1">
          <a:blip r:embed="rId16">
            <a:alphaModFix/>
          </a:blip>
          <a:srcRect l="19" r="29"/>
          <a:stretch/>
        </p:blipFill>
        <p:spPr>
          <a:xfrm>
            <a:off x="6232578" y="2053250"/>
            <a:ext cx="590656" cy="836046"/>
          </a:xfrm>
          <a:prstGeom prst="rect">
            <a:avLst/>
          </a:prstGeom>
          <a:noFill/>
          <a:ln>
            <a:noFill/>
          </a:ln>
          <a:effectLst>
            <a:outerShdw blurRad="71438" dist="28575" dir="5400000" algn="bl" rotWithShape="0">
              <a:srgbClr val="000000">
                <a:alpha val="15290"/>
              </a:srgbClr>
            </a:outerShdw>
          </a:effectLst>
        </p:spPr>
      </p:pic>
      <p:pic>
        <p:nvPicPr>
          <p:cNvPr id="809" name="Google Shape;809;g2cdbdd49f8e_0_0"/>
          <p:cNvPicPr preferRelativeResize="0"/>
          <p:nvPr/>
        </p:nvPicPr>
        <p:blipFill rotWithShape="1">
          <a:blip r:embed="rId17">
            <a:alphaModFix/>
          </a:blip>
          <a:srcRect/>
          <a:stretch/>
        </p:blipFill>
        <p:spPr>
          <a:xfrm>
            <a:off x="6895344" y="2053250"/>
            <a:ext cx="590656" cy="836045"/>
          </a:xfrm>
          <a:prstGeom prst="rect">
            <a:avLst/>
          </a:prstGeom>
          <a:noFill/>
          <a:ln>
            <a:noFill/>
          </a:ln>
          <a:effectLst>
            <a:outerShdw blurRad="71438" dist="28575" dir="5400000" algn="bl" rotWithShape="0">
              <a:srgbClr val="000000">
                <a:alpha val="15290"/>
              </a:srgbClr>
            </a:outerShdw>
          </a:effectLst>
        </p:spPr>
      </p:pic>
      <p:pic>
        <p:nvPicPr>
          <p:cNvPr id="810" name="Google Shape;810;g2cdbdd49f8e_0_0"/>
          <p:cNvPicPr preferRelativeResize="0"/>
          <p:nvPr/>
        </p:nvPicPr>
        <p:blipFill rotWithShape="1">
          <a:blip r:embed="rId18">
            <a:alphaModFix/>
          </a:blip>
          <a:srcRect t="59" b="49"/>
          <a:stretch/>
        </p:blipFill>
        <p:spPr>
          <a:xfrm>
            <a:off x="7558119" y="2053250"/>
            <a:ext cx="590656" cy="83604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5"/>
        <p:cNvGrpSpPr/>
        <p:nvPr/>
      </p:nvGrpSpPr>
      <p:grpSpPr>
        <a:xfrm>
          <a:off x="0" y="0"/>
          <a:ext cx="0" cy="0"/>
          <a:chOff x="0" y="0"/>
          <a:chExt cx="0" cy="0"/>
        </a:xfrm>
      </p:grpSpPr>
      <p:sp>
        <p:nvSpPr>
          <p:cNvPr id="816" name="Google Shape;816;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7" name="Google Shape;817;g26b7edf6e71_0_109"/>
          <p:cNvGrpSpPr/>
          <p:nvPr/>
        </p:nvGrpSpPr>
        <p:grpSpPr>
          <a:xfrm>
            <a:off x="930595" y="2135925"/>
            <a:ext cx="7282807" cy="2686611"/>
            <a:chOff x="867357" y="2129450"/>
            <a:chExt cx="7282807" cy="2686611"/>
          </a:xfrm>
        </p:grpSpPr>
        <p:pic>
          <p:nvPicPr>
            <p:cNvPr id="818" name="Google Shape;818;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9" name="Google Shape;829;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30" name="Google Shape;830;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31" name="Google Shape;831;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38" name="Google Shape;838;g2c298d33e0c_0_6"/>
          <p:cNvGrpSpPr/>
          <p:nvPr/>
        </p:nvGrpSpPr>
        <p:grpSpPr>
          <a:xfrm>
            <a:off x="931073" y="2138266"/>
            <a:ext cx="7281864" cy="2684601"/>
            <a:chOff x="868300" y="2129450"/>
            <a:chExt cx="7281864" cy="2684601"/>
          </a:xfrm>
        </p:grpSpPr>
        <p:pic>
          <p:nvPicPr>
            <p:cNvPr id="839" name="Google Shape;839;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3" name="Google Shape;843;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5" name="Google Shape;865;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6" name="Google Shape;866;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71"/>
        <p:cNvGrpSpPr/>
        <p:nvPr/>
      </p:nvGrpSpPr>
      <p:grpSpPr>
        <a:xfrm>
          <a:off x="0" y="0"/>
          <a:ext cx="0" cy="0"/>
          <a:chOff x="0" y="0"/>
          <a:chExt cx="0" cy="0"/>
        </a:xfrm>
      </p:grpSpPr>
      <p:sp>
        <p:nvSpPr>
          <p:cNvPr id="872" name="Google Shape;872;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73" name="Google Shape;873;g2c298da1f27_0_455"/>
          <p:cNvGrpSpPr/>
          <p:nvPr/>
        </p:nvGrpSpPr>
        <p:grpSpPr>
          <a:xfrm>
            <a:off x="931068" y="2129450"/>
            <a:ext cx="7281864" cy="2684601"/>
            <a:chOff x="868300" y="2053250"/>
            <a:chExt cx="7281864" cy="2684601"/>
          </a:xfrm>
        </p:grpSpPr>
        <p:pic>
          <p:nvPicPr>
            <p:cNvPr id="874" name="Google Shape;874;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75" name="Google Shape;875;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76" name="Google Shape;876;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77" name="Google Shape;877;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78" name="Google Shape;878;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79" name="Google Shape;879;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80" name="Google Shape;880;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81" name="Google Shape;881;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82" name="Google Shape;882;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83" name="Google Shape;883;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84" name="Google Shape;884;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85" name="Google Shape;885;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86" name="Google Shape;886;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2" name="Google Shape;892;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893" name="Google Shape;893;g2c298da1f27_1_0"/>
          <p:cNvGrpSpPr/>
          <p:nvPr/>
        </p:nvGrpSpPr>
        <p:grpSpPr>
          <a:xfrm>
            <a:off x="931068" y="2148475"/>
            <a:ext cx="7281864" cy="2688001"/>
            <a:chOff x="868300" y="2129450"/>
            <a:chExt cx="7281864" cy="2688001"/>
          </a:xfrm>
        </p:grpSpPr>
        <p:pic>
          <p:nvPicPr>
            <p:cNvPr id="894" name="Google Shape;894;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95" name="Google Shape;895;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96" name="Google Shape;896;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97" name="Google Shape;897;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98" name="Google Shape;898;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99" name="Google Shape;899;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00" name="Google Shape;900;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01" name="Google Shape;901;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02" name="Google Shape;902;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03" name="Google Shape;903;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04" name="Google Shape;904;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05" name="Google Shape;905;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06" name="Google Shape;906;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07" name="Google Shape;907;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908" name="Google Shape;908;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4" name="Google Shape;914;g2cdbdd193bb_0_343"/>
          <p:cNvSpPr txBox="1">
            <a:spLocks noGrp="1"/>
          </p:cNvSpPr>
          <p:nvPr>
            <p:ph type="title"/>
          </p:nvPr>
        </p:nvSpPr>
        <p:spPr>
          <a:xfrm>
            <a:off x="823575" y="582900"/>
            <a:ext cx="74970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200"/>
              <a:t>Review Phase 5.5 Common Exception Words </a:t>
            </a:r>
            <a:r>
              <a:rPr lang="en-US" sz="2200">
                <a:solidFill>
                  <a:srgbClr val="2356AF"/>
                </a:solidFill>
              </a:rPr>
              <a:t>people wild child mind kind behind eye oh most only both though through who prove shoe beautiful climb</a:t>
            </a:r>
            <a:r>
              <a:rPr lang="en-US" sz="2200"/>
              <a:t>.</a:t>
            </a:r>
            <a:endParaRPr sz="2200"/>
          </a:p>
        </p:txBody>
      </p:sp>
      <p:pic>
        <p:nvPicPr>
          <p:cNvPr id="915" name="Google Shape;915;g2cdbdd193bb_0_343"/>
          <p:cNvPicPr preferRelativeResize="0"/>
          <p:nvPr/>
        </p:nvPicPr>
        <p:blipFill rotWithShape="1">
          <a:blip r:embed="rId3">
            <a:alphaModFix/>
          </a:blip>
          <a:srcRect l="159" r="159"/>
          <a:stretch/>
        </p:blipFill>
        <p:spPr>
          <a:xfrm>
            <a:off x="7064920" y="3994500"/>
            <a:ext cx="1147320" cy="821565"/>
          </a:xfrm>
          <a:prstGeom prst="rect">
            <a:avLst/>
          </a:prstGeom>
          <a:noFill/>
          <a:ln>
            <a:noFill/>
          </a:ln>
          <a:effectLst>
            <a:outerShdw blurRad="71438" dist="19050" dir="5400000" algn="bl" rotWithShape="0">
              <a:srgbClr val="000000">
                <a:alpha val="17650"/>
              </a:srgbClr>
            </a:outerShdw>
          </a:effectLst>
        </p:spPr>
      </p:pic>
      <p:pic>
        <p:nvPicPr>
          <p:cNvPr id="916" name="Google Shape;916;g2cdbdd193bb_0_343"/>
          <p:cNvPicPr preferRelativeResize="0"/>
          <p:nvPr/>
        </p:nvPicPr>
        <p:blipFill rotWithShape="1">
          <a:blip r:embed="rId4">
            <a:alphaModFix/>
          </a:blip>
          <a:srcRect l="159" r="159"/>
          <a:stretch/>
        </p:blipFill>
        <p:spPr>
          <a:xfrm>
            <a:off x="5838186" y="3994500"/>
            <a:ext cx="1147320" cy="821565"/>
          </a:xfrm>
          <a:prstGeom prst="rect">
            <a:avLst/>
          </a:prstGeom>
          <a:noFill/>
          <a:ln>
            <a:noFill/>
          </a:ln>
          <a:effectLst>
            <a:outerShdw blurRad="71438" dist="19050" dir="5400000" algn="bl" rotWithShape="0">
              <a:srgbClr val="000000">
                <a:alpha val="17650"/>
              </a:srgbClr>
            </a:outerShdw>
          </a:effectLst>
        </p:spPr>
      </p:pic>
      <p:pic>
        <p:nvPicPr>
          <p:cNvPr id="917" name="Google Shape;917;g2cdbdd193bb_0_343"/>
          <p:cNvPicPr preferRelativeResize="0"/>
          <p:nvPr/>
        </p:nvPicPr>
        <p:blipFill rotWithShape="1">
          <a:blip r:embed="rId5">
            <a:alphaModFix/>
          </a:blip>
          <a:srcRect l="159" r="159"/>
          <a:stretch/>
        </p:blipFill>
        <p:spPr>
          <a:xfrm>
            <a:off x="2157989" y="3994500"/>
            <a:ext cx="1147320" cy="822955"/>
          </a:xfrm>
          <a:prstGeom prst="rect">
            <a:avLst/>
          </a:prstGeom>
          <a:noFill/>
          <a:ln>
            <a:noFill/>
          </a:ln>
          <a:effectLst>
            <a:outerShdw blurRad="71438" dist="19050" dir="5400000" algn="bl" rotWithShape="0">
              <a:srgbClr val="000000">
                <a:alpha val="17650"/>
              </a:srgbClr>
            </a:outerShdw>
          </a:effectLst>
        </p:spPr>
      </p:pic>
      <p:pic>
        <p:nvPicPr>
          <p:cNvPr id="918" name="Google Shape;918;g2cdbdd193bb_0_343"/>
          <p:cNvPicPr preferRelativeResize="0"/>
          <p:nvPr/>
        </p:nvPicPr>
        <p:blipFill rotWithShape="1">
          <a:blip r:embed="rId6">
            <a:alphaModFix/>
          </a:blip>
          <a:srcRect l="79" r="69"/>
          <a:stretch/>
        </p:blipFill>
        <p:spPr>
          <a:xfrm>
            <a:off x="3384721" y="3994500"/>
            <a:ext cx="1147320" cy="821566"/>
          </a:xfrm>
          <a:prstGeom prst="rect">
            <a:avLst/>
          </a:prstGeom>
          <a:noFill/>
          <a:ln>
            <a:noFill/>
          </a:ln>
          <a:effectLst>
            <a:outerShdw blurRad="71438" dist="19050" dir="5400000" algn="bl" rotWithShape="0">
              <a:srgbClr val="000000">
                <a:alpha val="17650"/>
              </a:srgbClr>
            </a:outerShdw>
          </a:effectLst>
        </p:spPr>
      </p:pic>
      <p:pic>
        <p:nvPicPr>
          <p:cNvPr id="919" name="Google Shape;919;g2cdbdd193bb_0_343"/>
          <p:cNvPicPr preferRelativeResize="0"/>
          <p:nvPr/>
        </p:nvPicPr>
        <p:blipFill rotWithShape="1">
          <a:blip r:embed="rId7">
            <a:alphaModFix/>
          </a:blip>
          <a:srcRect l="79" r="69"/>
          <a:stretch/>
        </p:blipFill>
        <p:spPr>
          <a:xfrm>
            <a:off x="4611454" y="3994500"/>
            <a:ext cx="1147320" cy="821566"/>
          </a:xfrm>
          <a:prstGeom prst="rect">
            <a:avLst/>
          </a:prstGeom>
          <a:noFill/>
          <a:ln>
            <a:noFill/>
          </a:ln>
          <a:effectLst>
            <a:outerShdw blurRad="71438" dist="19050" dir="5400000" algn="bl" rotWithShape="0">
              <a:srgbClr val="000000">
                <a:alpha val="17650"/>
              </a:srgbClr>
            </a:outerShdw>
          </a:effectLst>
        </p:spPr>
      </p:pic>
      <p:pic>
        <p:nvPicPr>
          <p:cNvPr id="920" name="Google Shape;920;g2cdbdd193bb_0_343"/>
          <p:cNvPicPr preferRelativeResize="0"/>
          <p:nvPr/>
        </p:nvPicPr>
        <p:blipFill rotWithShape="1">
          <a:blip r:embed="rId8">
            <a:alphaModFix/>
          </a:blip>
          <a:srcRect l="59" r="59"/>
          <a:stretch/>
        </p:blipFill>
        <p:spPr>
          <a:xfrm>
            <a:off x="931763" y="3994500"/>
            <a:ext cx="1146813" cy="819547"/>
          </a:xfrm>
          <a:prstGeom prst="rect">
            <a:avLst/>
          </a:prstGeom>
          <a:noFill/>
          <a:ln>
            <a:noFill/>
          </a:ln>
          <a:effectLst>
            <a:outerShdw blurRad="71438" dist="19050" dir="5400000" algn="bl" rotWithShape="0">
              <a:srgbClr val="000000">
                <a:alpha val="17650"/>
              </a:srgbClr>
            </a:outerShdw>
          </a:effectLst>
        </p:spPr>
      </p:pic>
      <p:pic>
        <p:nvPicPr>
          <p:cNvPr id="921" name="Google Shape;921;g2cdbdd193bb_0_343"/>
          <p:cNvPicPr preferRelativeResize="0"/>
          <p:nvPr/>
        </p:nvPicPr>
        <p:blipFill rotWithShape="1">
          <a:blip r:embed="rId9">
            <a:alphaModFix/>
          </a:blip>
          <a:srcRect/>
          <a:stretch/>
        </p:blipFill>
        <p:spPr>
          <a:xfrm>
            <a:off x="931763" y="2129450"/>
            <a:ext cx="1146813" cy="819547"/>
          </a:xfrm>
          <a:prstGeom prst="rect">
            <a:avLst/>
          </a:prstGeom>
          <a:noFill/>
          <a:ln>
            <a:noFill/>
          </a:ln>
          <a:effectLst>
            <a:outerShdw blurRad="71438" dist="19050" dir="5400000" algn="bl" rotWithShape="0">
              <a:srgbClr val="000000">
                <a:alpha val="17650"/>
              </a:srgbClr>
            </a:outerShdw>
          </a:effectLst>
        </p:spPr>
      </p:pic>
      <p:pic>
        <p:nvPicPr>
          <p:cNvPr id="922" name="Google Shape;922;g2cdbdd193bb_0_343"/>
          <p:cNvPicPr preferRelativeResize="0"/>
          <p:nvPr/>
        </p:nvPicPr>
        <p:blipFill rotWithShape="1">
          <a:blip r:embed="rId10">
            <a:alphaModFix/>
          </a:blip>
          <a:srcRect l="189" r="179"/>
          <a:stretch/>
        </p:blipFill>
        <p:spPr>
          <a:xfrm>
            <a:off x="2157989" y="2129450"/>
            <a:ext cx="1147320" cy="822956"/>
          </a:xfrm>
          <a:prstGeom prst="rect">
            <a:avLst/>
          </a:prstGeom>
          <a:noFill/>
          <a:ln>
            <a:noFill/>
          </a:ln>
          <a:effectLst>
            <a:outerShdw blurRad="71438" dist="19050" dir="5400000" algn="bl" rotWithShape="0">
              <a:srgbClr val="000000">
                <a:alpha val="17650"/>
              </a:srgbClr>
            </a:outerShdw>
          </a:effectLst>
        </p:spPr>
      </p:pic>
      <p:pic>
        <p:nvPicPr>
          <p:cNvPr id="923" name="Google Shape;923;g2cdbdd193bb_0_343"/>
          <p:cNvPicPr preferRelativeResize="0"/>
          <p:nvPr/>
        </p:nvPicPr>
        <p:blipFill rotWithShape="1">
          <a:blip r:embed="rId11">
            <a:alphaModFix/>
          </a:blip>
          <a:srcRect l="99" r="99"/>
          <a:stretch/>
        </p:blipFill>
        <p:spPr>
          <a:xfrm>
            <a:off x="3384721" y="2129450"/>
            <a:ext cx="1147320" cy="821565"/>
          </a:xfrm>
          <a:prstGeom prst="rect">
            <a:avLst/>
          </a:prstGeom>
          <a:noFill/>
          <a:ln>
            <a:noFill/>
          </a:ln>
          <a:effectLst>
            <a:outerShdw blurRad="71438" dist="19050" dir="5400000" algn="bl" rotWithShape="0">
              <a:srgbClr val="000000">
                <a:alpha val="17650"/>
              </a:srgbClr>
            </a:outerShdw>
          </a:effectLst>
        </p:spPr>
      </p:pic>
      <p:pic>
        <p:nvPicPr>
          <p:cNvPr id="924" name="Google Shape;924;g2cdbdd193bb_0_343"/>
          <p:cNvPicPr preferRelativeResize="0"/>
          <p:nvPr/>
        </p:nvPicPr>
        <p:blipFill rotWithShape="1">
          <a:blip r:embed="rId12">
            <a:alphaModFix/>
          </a:blip>
          <a:srcRect l="19" r="9"/>
          <a:stretch/>
        </p:blipFill>
        <p:spPr>
          <a:xfrm>
            <a:off x="4611454" y="2129450"/>
            <a:ext cx="1147320" cy="821566"/>
          </a:xfrm>
          <a:prstGeom prst="rect">
            <a:avLst/>
          </a:prstGeom>
          <a:noFill/>
          <a:ln>
            <a:noFill/>
          </a:ln>
          <a:effectLst>
            <a:outerShdw blurRad="71438" dist="19050" dir="5400000" algn="bl" rotWithShape="0">
              <a:srgbClr val="000000">
                <a:alpha val="17650"/>
              </a:srgbClr>
            </a:outerShdw>
          </a:effectLst>
        </p:spPr>
      </p:pic>
      <p:pic>
        <p:nvPicPr>
          <p:cNvPr id="925" name="Google Shape;925;g2cdbdd193bb_0_343"/>
          <p:cNvPicPr preferRelativeResize="0"/>
          <p:nvPr/>
        </p:nvPicPr>
        <p:blipFill rotWithShape="1">
          <a:blip r:embed="rId13">
            <a:alphaModFix/>
          </a:blip>
          <a:srcRect l="99" r="99"/>
          <a:stretch/>
        </p:blipFill>
        <p:spPr>
          <a:xfrm>
            <a:off x="5838186" y="2129450"/>
            <a:ext cx="1147320" cy="821565"/>
          </a:xfrm>
          <a:prstGeom prst="rect">
            <a:avLst/>
          </a:prstGeom>
          <a:noFill/>
          <a:ln>
            <a:noFill/>
          </a:ln>
          <a:effectLst>
            <a:outerShdw blurRad="71438" dist="19050" dir="5400000" algn="bl" rotWithShape="0">
              <a:srgbClr val="000000">
                <a:alpha val="17650"/>
              </a:srgbClr>
            </a:outerShdw>
          </a:effectLst>
        </p:spPr>
      </p:pic>
      <p:pic>
        <p:nvPicPr>
          <p:cNvPr id="926" name="Google Shape;926;g2cdbdd193bb_0_343"/>
          <p:cNvPicPr preferRelativeResize="0"/>
          <p:nvPr/>
        </p:nvPicPr>
        <p:blipFill rotWithShape="1">
          <a:blip r:embed="rId14">
            <a:alphaModFix/>
          </a:blip>
          <a:srcRect l="19" r="9"/>
          <a:stretch/>
        </p:blipFill>
        <p:spPr>
          <a:xfrm>
            <a:off x="7064920" y="2129450"/>
            <a:ext cx="1147320" cy="821566"/>
          </a:xfrm>
          <a:prstGeom prst="rect">
            <a:avLst/>
          </a:prstGeom>
          <a:noFill/>
          <a:ln>
            <a:noFill/>
          </a:ln>
          <a:effectLst>
            <a:outerShdw blurRad="71438" dist="19050" dir="5400000" algn="bl" rotWithShape="0">
              <a:srgbClr val="000000">
                <a:alpha val="17650"/>
              </a:srgbClr>
            </a:outerShdw>
          </a:effectLst>
        </p:spPr>
      </p:pic>
      <p:pic>
        <p:nvPicPr>
          <p:cNvPr id="927" name="Google Shape;927;g2cdbdd193bb_0_343"/>
          <p:cNvPicPr preferRelativeResize="0"/>
          <p:nvPr/>
        </p:nvPicPr>
        <p:blipFill rotWithShape="1">
          <a:blip r:embed="rId15">
            <a:alphaModFix/>
          </a:blip>
          <a:srcRect t="79" b="89"/>
          <a:stretch/>
        </p:blipFill>
        <p:spPr>
          <a:xfrm>
            <a:off x="931763" y="3060275"/>
            <a:ext cx="1146813" cy="819547"/>
          </a:xfrm>
          <a:prstGeom prst="rect">
            <a:avLst/>
          </a:prstGeom>
          <a:noFill/>
          <a:ln>
            <a:noFill/>
          </a:ln>
          <a:effectLst>
            <a:outerShdw blurRad="71438" dist="19050" dir="5400000" algn="bl" rotWithShape="0">
              <a:srgbClr val="000000">
                <a:alpha val="17650"/>
              </a:srgbClr>
            </a:outerShdw>
          </a:effectLst>
        </p:spPr>
      </p:pic>
      <p:pic>
        <p:nvPicPr>
          <p:cNvPr id="928" name="Google Shape;928;g2cdbdd193bb_0_343"/>
          <p:cNvPicPr preferRelativeResize="0"/>
          <p:nvPr/>
        </p:nvPicPr>
        <p:blipFill rotWithShape="1">
          <a:blip r:embed="rId16">
            <a:alphaModFix/>
          </a:blip>
          <a:srcRect l="99" r="99"/>
          <a:stretch/>
        </p:blipFill>
        <p:spPr>
          <a:xfrm>
            <a:off x="2157989" y="3060275"/>
            <a:ext cx="1147320" cy="822955"/>
          </a:xfrm>
          <a:prstGeom prst="rect">
            <a:avLst/>
          </a:prstGeom>
          <a:noFill/>
          <a:ln>
            <a:noFill/>
          </a:ln>
          <a:effectLst>
            <a:outerShdw blurRad="71438" dist="19050" dir="5400000" algn="bl" rotWithShape="0">
              <a:srgbClr val="000000">
                <a:alpha val="17650"/>
              </a:srgbClr>
            </a:outerShdw>
          </a:effectLst>
        </p:spPr>
      </p:pic>
      <p:pic>
        <p:nvPicPr>
          <p:cNvPr id="929" name="Google Shape;929;g2cdbdd193bb_0_343"/>
          <p:cNvPicPr preferRelativeResize="0"/>
          <p:nvPr/>
        </p:nvPicPr>
        <p:blipFill rotWithShape="1">
          <a:blip r:embed="rId17">
            <a:alphaModFix/>
          </a:blip>
          <a:srcRect l="159" r="159"/>
          <a:stretch/>
        </p:blipFill>
        <p:spPr>
          <a:xfrm>
            <a:off x="3384721" y="3060275"/>
            <a:ext cx="1147320" cy="821565"/>
          </a:xfrm>
          <a:prstGeom prst="rect">
            <a:avLst/>
          </a:prstGeom>
          <a:noFill/>
          <a:ln>
            <a:noFill/>
          </a:ln>
          <a:effectLst>
            <a:outerShdw blurRad="71438" dist="19050" dir="5400000" algn="bl" rotWithShape="0">
              <a:srgbClr val="000000">
                <a:alpha val="17650"/>
              </a:srgbClr>
            </a:outerShdw>
          </a:effectLst>
        </p:spPr>
      </p:pic>
      <p:pic>
        <p:nvPicPr>
          <p:cNvPr id="930" name="Google Shape;930;g2cdbdd193bb_0_343"/>
          <p:cNvPicPr preferRelativeResize="0"/>
          <p:nvPr/>
        </p:nvPicPr>
        <p:blipFill rotWithShape="1">
          <a:blip r:embed="rId18">
            <a:alphaModFix/>
          </a:blip>
          <a:srcRect l="159" r="159"/>
          <a:stretch/>
        </p:blipFill>
        <p:spPr>
          <a:xfrm>
            <a:off x="4611454" y="3060275"/>
            <a:ext cx="1147320" cy="821565"/>
          </a:xfrm>
          <a:prstGeom prst="rect">
            <a:avLst/>
          </a:prstGeom>
          <a:noFill/>
          <a:ln>
            <a:noFill/>
          </a:ln>
          <a:effectLst>
            <a:outerShdw blurRad="71438" dist="19050" dir="5400000" algn="bl" rotWithShape="0">
              <a:srgbClr val="000000">
                <a:alpha val="17650"/>
              </a:srgbClr>
            </a:outerShdw>
          </a:effectLst>
        </p:spPr>
      </p:pic>
      <p:pic>
        <p:nvPicPr>
          <p:cNvPr id="931" name="Google Shape;931;g2cdbdd193bb_0_343"/>
          <p:cNvPicPr preferRelativeResize="0"/>
          <p:nvPr/>
        </p:nvPicPr>
        <p:blipFill rotWithShape="1">
          <a:blip r:embed="rId19">
            <a:alphaModFix/>
          </a:blip>
          <a:srcRect l="159" r="159"/>
          <a:stretch/>
        </p:blipFill>
        <p:spPr>
          <a:xfrm>
            <a:off x="5838186" y="3060275"/>
            <a:ext cx="1147320" cy="821565"/>
          </a:xfrm>
          <a:prstGeom prst="rect">
            <a:avLst/>
          </a:prstGeom>
          <a:noFill/>
          <a:ln>
            <a:noFill/>
          </a:ln>
          <a:effectLst>
            <a:outerShdw blurRad="71438" dist="19050" dir="5400000" algn="bl" rotWithShape="0">
              <a:srgbClr val="000000">
                <a:alpha val="17650"/>
              </a:srgbClr>
            </a:outerShdw>
          </a:effectLst>
        </p:spPr>
      </p:pic>
      <p:pic>
        <p:nvPicPr>
          <p:cNvPr id="932" name="Google Shape;932;g2cdbdd193bb_0_343"/>
          <p:cNvPicPr preferRelativeResize="0"/>
          <p:nvPr/>
        </p:nvPicPr>
        <p:blipFill rotWithShape="1">
          <a:blip r:embed="rId20">
            <a:alphaModFix/>
          </a:blip>
          <a:srcRect l="79" r="69"/>
          <a:stretch/>
        </p:blipFill>
        <p:spPr>
          <a:xfrm>
            <a:off x="7064920" y="3060275"/>
            <a:ext cx="1147320" cy="821566"/>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37"/>
        <p:cNvGrpSpPr/>
        <p:nvPr/>
      </p:nvGrpSpPr>
      <p:grpSpPr>
        <a:xfrm>
          <a:off x="0" y="0"/>
          <a:ext cx="0" cy="0"/>
          <a:chOff x="0" y="0"/>
          <a:chExt cx="0" cy="0"/>
        </a:xfrm>
      </p:grpSpPr>
      <p:sp>
        <p:nvSpPr>
          <p:cNvPr id="938" name="Google Shape;938;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39" name="Google Shape;939;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40" name="Google Shape;940;g2c186218c5a_0_25"/>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58"/>
              </a:srgbClr>
            </a:outerShdw>
          </a:effectLst>
        </p:spPr>
      </p:pic>
      <p:sp>
        <p:nvSpPr>
          <p:cNvPr id="941" name="Google Shape;941;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42" name="Google Shape;942;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1E8EE6"/>
                </a:solidFill>
                <a:latin typeface="Jost"/>
                <a:ea typeface="Jost"/>
                <a:cs typeface="Jost"/>
                <a:sym typeface="Jost"/>
              </a:rPr>
              <a:t>k</a:t>
            </a:r>
            <a:r>
              <a:rPr lang="en-US" sz="5800" b="0" i="0" u="none" strike="noStrike" cap="none">
                <a:solidFill>
                  <a:srgbClr val="2356AF"/>
                </a:solidFill>
                <a:latin typeface="Jost"/>
                <a:ea typeface="Jost"/>
                <a:cs typeface="Jost"/>
                <a:sym typeface="Jost"/>
              </a:rPr>
              <a:t>ite</a:t>
            </a:r>
            <a:endParaRPr sz="5800" b="0" i="0" u="none" strike="noStrike" cap="none">
              <a:solidFill>
                <a:srgbClr val="2356AF"/>
              </a:solidFill>
              <a:latin typeface="Jost"/>
              <a:ea typeface="Jost"/>
              <a:cs typeface="Jost"/>
              <a:sym typeface="Jost"/>
            </a:endParaRPr>
          </a:p>
        </p:txBody>
      </p:sp>
      <p:sp>
        <p:nvSpPr>
          <p:cNvPr id="943" name="Google Shape;943;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1E8EE6"/>
                </a:solidFill>
                <a:latin typeface="Jost"/>
                <a:ea typeface="Jost"/>
                <a:cs typeface="Jost"/>
                <a:sym typeface="Jost"/>
              </a:rPr>
              <a:t>k</a:t>
            </a:r>
            <a:r>
              <a:rPr lang="en-US" sz="5800" b="0" i="0" u="none" strike="noStrike" cap="none">
                <a:solidFill>
                  <a:srgbClr val="2356AF"/>
                </a:solidFill>
                <a:latin typeface="Jost"/>
                <a:ea typeface="Jost"/>
                <a:cs typeface="Jost"/>
                <a:sym typeface="Jost"/>
              </a:rPr>
              <a:t>ick</a:t>
            </a:r>
            <a:endParaRPr sz="5800" b="0" i="0" u="none" strike="noStrike" cap="none">
              <a:solidFill>
                <a:srgbClr val="2356AF"/>
              </a:solidFill>
              <a:latin typeface="Jost"/>
              <a:ea typeface="Jost"/>
              <a:cs typeface="Jost"/>
              <a:sym typeface="Jost"/>
            </a:endParaRPr>
          </a:p>
        </p:txBody>
      </p:sp>
      <p:sp>
        <p:nvSpPr>
          <p:cNvPr id="944" name="Google Shape;944;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1E8EE6"/>
                </a:solidFill>
                <a:latin typeface="Jost"/>
                <a:ea typeface="Jost"/>
                <a:cs typeface="Jost"/>
                <a:sym typeface="Jost"/>
              </a:rPr>
              <a:t>k</a:t>
            </a:r>
            <a:r>
              <a:rPr lang="en-US" sz="5800" b="0" i="0" u="none" strike="noStrike" cap="none">
                <a:solidFill>
                  <a:srgbClr val="2356AF"/>
                </a:solidFill>
                <a:latin typeface="Jost"/>
                <a:ea typeface="Jost"/>
                <a:cs typeface="Jost"/>
                <a:sym typeface="Jost"/>
              </a:rPr>
              <a:t>ing</a:t>
            </a:r>
            <a:endParaRPr sz="5800" b="0" i="0" u="none" strike="noStrike" cap="none">
              <a:solidFill>
                <a:srgbClr val="2356AF"/>
              </a:solidFill>
              <a:latin typeface="Jost"/>
              <a:ea typeface="Jost"/>
              <a:cs typeface="Jost"/>
              <a:sym typeface="Jost"/>
            </a:endParaRPr>
          </a:p>
        </p:txBody>
      </p:sp>
      <p:sp>
        <p:nvSpPr>
          <p:cNvPr id="945" name="Google Shape;945;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2, Lesson 14</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1" name="Google Shape;951;g273786504b5_0_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52" name="Google Shape;952;g273786504b5_0_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953" name="Google Shape;953;g273786504b5_0_13"/>
          <p:cNvPicPr preferRelativeResize="0"/>
          <p:nvPr/>
        </p:nvPicPr>
        <p:blipFill rotWithShape="1">
          <a:blip r:embed="rId3">
            <a:alphaModFix/>
          </a:blip>
          <a:srcRect/>
          <a:stretch/>
        </p:blipFill>
        <p:spPr>
          <a:xfrm>
            <a:off x="1360488" y="996300"/>
            <a:ext cx="2818849" cy="3989961"/>
          </a:xfrm>
          <a:prstGeom prst="rect">
            <a:avLst/>
          </a:prstGeom>
          <a:noFill/>
          <a:ln>
            <a:noFill/>
          </a:ln>
          <a:effectLst>
            <a:outerShdw blurRad="142875" dist="19050" dir="5400000" algn="bl" rotWithShape="0">
              <a:srgbClr val="000000">
                <a:alpha val="27058"/>
              </a:srgbClr>
            </a:outerShdw>
          </a:effectLst>
        </p:spPr>
      </p:pic>
      <p:sp>
        <p:nvSpPr>
          <p:cNvPr id="954" name="Google Shape;954;g273786504b5_0_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55" name="Google Shape;955;g273786504b5_0_13"/>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s</a:t>
            </a:r>
            <a:r>
              <a:rPr lang="en-US" sz="5800" b="0" i="0" u="none" strike="noStrike" cap="none">
                <a:solidFill>
                  <a:srgbClr val="FFD403"/>
                </a:solidFill>
                <a:latin typeface="Jost"/>
                <a:ea typeface="Jost"/>
                <a:cs typeface="Jost"/>
                <a:sym typeface="Jost"/>
              </a:rPr>
              <a:t>ch</a:t>
            </a:r>
            <a:r>
              <a:rPr lang="en-US" sz="5800" b="0" i="0" u="none" strike="noStrike" cap="none">
                <a:solidFill>
                  <a:srgbClr val="2356AF"/>
                </a:solidFill>
                <a:latin typeface="Jost"/>
                <a:ea typeface="Jost"/>
                <a:cs typeface="Jost"/>
                <a:sym typeface="Jost"/>
              </a:rPr>
              <a:t>ool</a:t>
            </a:r>
            <a:endParaRPr sz="5800" b="0" i="0" u="none" strike="noStrike" cap="none">
              <a:solidFill>
                <a:srgbClr val="2356AF"/>
              </a:solidFill>
              <a:latin typeface="Jost"/>
              <a:ea typeface="Jost"/>
              <a:cs typeface="Jost"/>
              <a:sym typeface="Jost"/>
            </a:endParaRPr>
          </a:p>
        </p:txBody>
      </p:sp>
      <p:sp>
        <p:nvSpPr>
          <p:cNvPr id="956" name="Google Shape;956;g273786504b5_0_13"/>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stom</a:t>
            </a:r>
            <a:r>
              <a:rPr lang="en-US" sz="4900" b="0" i="0" u="none" strike="noStrike" cap="none">
                <a:solidFill>
                  <a:srgbClr val="2356AF"/>
                </a:solidFill>
                <a:latin typeface="Poppins"/>
                <a:ea typeface="Poppins"/>
                <a:cs typeface="Poppins"/>
                <a:sym typeface="Poppins"/>
              </a:rPr>
              <a:t>a</a:t>
            </a:r>
            <a:r>
              <a:rPr lang="en-US" sz="5800" b="0" i="0" u="none" strike="noStrike" cap="none">
                <a:solidFill>
                  <a:srgbClr val="FFD403"/>
                </a:solidFill>
                <a:latin typeface="Jost"/>
                <a:ea typeface="Jost"/>
                <a:cs typeface="Jost"/>
                <a:sym typeface="Jost"/>
              </a:rPr>
              <a:t>ch</a:t>
            </a:r>
            <a:endParaRPr sz="5800" b="0" i="0" u="none" strike="noStrike" cap="none">
              <a:solidFill>
                <a:srgbClr val="FFD403"/>
              </a:solidFill>
              <a:latin typeface="Jost"/>
              <a:ea typeface="Jost"/>
              <a:cs typeface="Jost"/>
              <a:sym typeface="Jost"/>
            </a:endParaRPr>
          </a:p>
        </p:txBody>
      </p:sp>
      <p:sp>
        <p:nvSpPr>
          <p:cNvPr id="957" name="Google Shape;957;g273786504b5_0_13"/>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4900" b="0" i="0" u="none" strike="noStrike" cap="none">
                <a:solidFill>
                  <a:srgbClr val="2356AF"/>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n</a:t>
            </a:r>
            <a:r>
              <a:rPr lang="en-US" sz="5800" b="0" i="0" u="none" strike="noStrike" cap="none">
                <a:solidFill>
                  <a:srgbClr val="FFD403"/>
                </a:solidFill>
                <a:latin typeface="Jost"/>
                <a:ea typeface="Jost"/>
                <a:cs typeface="Jost"/>
                <a:sym typeface="Jost"/>
              </a:rPr>
              <a:t>ch</a:t>
            </a:r>
            <a:r>
              <a:rPr lang="en-US" sz="5800" b="0" i="0" u="none" strike="noStrike" cap="none">
                <a:solidFill>
                  <a:srgbClr val="2356AF"/>
                </a:solidFill>
                <a:latin typeface="Jost"/>
                <a:ea typeface="Jost"/>
                <a:cs typeface="Jost"/>
                <a:sym typeface="Jost"/>
              </a:rPr>
              <a:t>or</a:t>
            </a:r>
            <a:endParaRPr sz="5800" b="0" i="0" u="none" strike="noStrike" cap="none">
              <a:solidFill>
                <a:srgbClr val="2356AF"/>
              </a:solidFill>
              <a:latin typeface="Jost"/>
              <a:ea typeface="Jost"/>
              <a:cs typeface="Jost"/>
              <a:sym typeface="Jost"/>
            </a:endParaRPr>
          </a:p>
        </p:txBody>
      </p:sp>
      <p:sp>
        <p:nvSpPr>
          <p:cNvPr id="958" name="Google Shape;958;g273786504b5_0_1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5.5, Lesson 37</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63"/>
        <p:cNvGrpSpPr/>
        <p:nvPr/>
      </p:nvGrpSpPr>
      <p:grpSpPr>
        <a:xfrm>
          <a:off x="0" y="0"/>
          <a:ext cx="0" cy="0"/>
          <a:chOff x="0" y="0"/>
          <a:chExt cx="0" cy="0"/>
        </a:xfrm>
      </p:grpSpPr>
      <p:sp>
        <p:nvSpPr>
          <p:cNvPr id="964" name="Google Shape;964;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65" name="Google Shape;965;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70"/>
        <p:cNvGrpSpPr/>
        <p:nvPr/>
      </p:nvGrpSpPr>
      <p:grpSpPr>
        <a:xfrm>
          <a:off x="0" y="0"/>
          <a:ext cx="0" cy="0"/>
          <a:chOff x="0" y="0"/>
          <a:chExt cx="0" cy="0"/>
        </a:xfrm>
      </p:grpSpPr>
      <p:sp>
        <p:nvSpPr>
          <p:cNvPr id="971" name="Google Shape;971;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72" name="Google Shape;972;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73" name="Google Shape;973;g2c4fb7f6616_1_0"/>
          <p:cNvSpPr/>
          <p:nvPr/>
        </p:nvSpPr>
        <p:spPr>
          <a:xfrm>
            <a:off x="3644606"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4" name="Google Shape;974;g2c4fb7f6616_1_0"/>
          <p:cNvSpPr/>
          <p:nvPr/>
        </p:nvSpPr>
        <p:spPr>
          <a:xfrm>
            <a:off x="489223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75" name="Google Shape;975;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76" name="Google Shape;976;g2c4fb7f6616_1_0"/>
          <p:cNvSpPr txBox="1">
            <a:spLocks noGrp="1"/>
          </p:cNvSpPr>
          <p:nvPr>
            <p:ph type="subTitle" idx="4294967295"/>
          </p:nvPr>
        </p:nvSpPr>
        <p:spPr>
          <a:xfrm>
            <a:off x="4240756"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977" name="Google Shape;977;g2c4fb7f6616_1_0"/>
          <p:cNvSpPr txBox="1">
            <a:spLocks noGrp="1"/>
          </p:cNvSpPr>
          <p:nvPr>
            <p:ph type="subTitle" idx="4294967295"/>
          </p:nvPr>
        </p:nvSpPr>
        <p:spPr>
          <a:xfrm>
            <a:off x="1308756" y="1308025"/>
            <a:ext cx="2120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3"/>
                </a:solidFill>
                <a:latin typeface="Jost"/>
                <a:ea typeface="Jost"/>
                <a:cs typeface="Jost"/>
                <a:sym typeface="Jost"/>
              </a:rPr>
              <a:t>ch</a:t>
            </a:r>
            <a:endParaRPr sz="15000" b="0" i="0" u="none" strike="noStrike" cap="none">
              <a:solidFill>
                <a:srgbClr val="FFD403"/>
              </a:solidFill>
              <a:latin typeface="Jost"/>
              <a:ea typeface="Jost"/>
              <a:cs typeface="Jost"/>
              <a:sym typeface="Jost"/>
            </a:endParaRPr>
          </a:p>
        </p:txBody>
      </p:sp>
      <p:sp>
        <p:nvSpPr>
          <p:cNvPr id="978" name="Google Shape;978;g2c4fb7f6616_1_0"/>
          <p:cNvSpPr txBox="1">
            <a:spLocks noGrp="1"/>
          </p:cNvSpPr>
          <p:nvPr>
            <p:ph type="subTitle" idx="4294967295"/>
          </p:nvPr>
        </p:nvSpPr>
        <p:spPr>
          <a:xfrm>
            <a:off x="3074931"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
        <p:nvSpPr>
          <p:cNvPr id="979" name="Google Shape;979;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0" name="Google Shape;980;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1" name="Google Shape;981;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2" name="Google Shape;982;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3" name="Google Shape;983;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4" name="Google Shape;984;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5" name="Google Shape;985;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6" name="Google Shape;986;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87" name="Google Shape;987;g2c4fb7f6616_1_0"/>
          <p:cNvGrpSpPr/>
          <p:nvPr/>
        </p:nvGrpSpPr>
        <p:grpSpPr>
          <a:xfrm>
            <a:off x="-550" y="6984600"/>
            <a:ext cx="8596479" cy="808600"/>
            <a:chOff x="-550" y="6984600"/>
            <a:chExt cx="8596479" cy="808600"/>
          </a:xfrm>
        </p:grpSpPr>
        <p:sp>
          <p:nvSpPr>
            <p:cNvPr id="988" name="Google Shape;988;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89" name="Google Shape;989;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90" name="Google Shape;990;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91" name="Google Shape;991;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92" name="Google Shape;992;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93" name="Google Shape;993;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94" name="Google Shape;994;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95" name="Google Shape;995;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96" name="Google Shape;996;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97" name="Google Shape;997;g2c4fb7f6616_1_0"/>
          <p:cNvSpPr/>
          <p:nvPr/>
        </p:nvSpPr>
        <p:spPr>
          <a:xfrm>
            <a:off x="5875194"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8" name="Google Shape;998;g2c4fb7f6616_1_0"/>
          <p:cNvSpPr txBox="1">
            <a:spLocks noGrp="1"/>
          </p:cNvSpPr>
          <p:nvPr>
            <p:ph type="subTitle" idx="4294967295"/>
          </p:nvPr>
        </p:nvSpPr>
        <p:spPr>
          <a:xfrm>
            <a:off x="5305519"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
        <p:nvSpPr>
          <p:cNvPr id="999" name="Google Shape;999;g2c4fb7f6616_1_0"/>
          <p:cNvSpPr/>
          <p:nvPr/>
        </p:nvSpPr>
        <p:spPr>
          <a:xfrm>
            <a:off x="1551627" y="4011900"/>
            <a:ext cx="16326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0" name="Google Shape;1000;g2c4fb7f6616_1_0"/>
          <p:cNvSpPr/>
          <p:nvPr/>
        </p:nvSpPr>
        <p:spPr>
          <a:xfrm>
            <a:off x="655971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1" name="Google Shape;1001;g2c4fb7f6616_1_0"/>
          <p:cNvSpPr txBox="1">
            <a:spLocks noGrp="1"/>
          </p:cNvSpPr>
          <p:nvPr>
            <p:ph type="subTitle" idx="4294967295"/>
          </p:nvPr>
        </p:nvSpPr>
        <p:spPr>
          <a:xfrm>
            <a:off x="5908244"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1002" name="Google Shape;1002;g2c4fb7f6616_1_0"/>
          <p:cNvSpPr/>
          <p:nvPr/>
        </p:nvSpPr>
        <p:spPr>
          <a:xfrm>
            <a:off x="726211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3" name="Google Shape;1003;g2c4fb7f6616_1_0"/>
          <p:cNvSpPr txBox="1">
            <a:spLocks noGrp="1"/>
          </p:cNvSpPr>
          <p:nvPr>
            <p:ph type="subTitle" idx="4294967295"/>
          </p:nvPr>
        </p:nvSpPr>
        <p:spPr>
          <a:xfrm>
            <a:off x="6610644"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1004" name="Google Shape;1004;g2c4fb7f6616_1_0"/>
          <p:cNvSpPr/>
          <p:nvPr/>
        </p:nvSpPr>
        <p:spPr>
          <a:xfrm>
            <a:off x="5691675"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9"/>
        <p:cNvGrpSpPr/>
        <p:nvPr/>
      </p:nvGrpSpPr>
      <p:grpSpPr>
        <a:xfrm>
          <a:off x="0" y="0"/>
          <a:ext cx="0" cy="0"/>
          <a:chOff x="0" y="0"/>
          <a:chExt cx="0" cy="0"/>
        </a:xfrm>
      </p:grpSpPr>
      <p:sp>
        <p:nvSpPr>
          <p:cNvPr id="1010" name="Google Shape;1010;g273786504b5_0_3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11" name="Google Shape;1011;g273786504b5_0_3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1012" name="Google Shape;1012;g273786504b5_0_39"/>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13" name="Google Shape;1013;g273786504b5_0_39"/>
          <p:cNvSpPr txBox="1">
            <a:spLocks noGrp="1"/>
          </p:cNvSpPr>
          <p:nvPr>
            <p:ph type="subTitle" idx="4294967295"/>
          </p:nvPr>
        </p:nvSpPr>
        <p:spPr>
          <a:xfrm>
            <a:off x="1645681" y="1308025"/>
            <a:ext cx="2120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3"/>
                </a:solidFill>
                <a:latin typeface="Jost"/>
                <a:ea typeface="Jost"/>
                <a:cs typeface="Jost"/>
                <a:sym typeface="Jost"/>
              </a:rPr>
              <a:t>ch</a:t>
            </a:r>
            <a:endParaRPr sz="15000" b="0" i="0" u="none" strike="noStrike" cap="none">
              <a:solidFill>
                <a:srgbClr val="FFD403"/>
              </a:solidFill>
              <a:latin typeface="Jost"/>
              <a:ea typeface="Jost"/>
              <a:cs typeface="Jost"/>
              <a:sym typeface="Jost"/>
            </a:endParaRPr>
          </a:p>
        </p:txBody>
      </p:sp>
      <p:sp>
        <p:nvSpPr>
          <p:cNvPr id="1014" name="Google Shape;1014;g273786504b5_0_39"/>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5" name="Google Shape;1015;g273786504b5_0_39"/>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6" name="Google Shape;1016;g273786504b5_0_39"/>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7" name="Google Shape;1017;g273786504b5_0_39"/>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8" name="Google Shape;1018;g273786504b5_0_39"/>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9" name="Google Shape;1019;g273786504b5_0_39"/>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0" name="Google Shape;1020;g273786504b5_0_39"/>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1" name="Google Shape;1021;g273786504b5_0_39"/>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22" name="Google Shape;1022;g273786504b5_0_39"/>
          <p:cNvGrpSpPr/>
          <p:nvPr/>
        </p:nvGrpSpPr>
        <p:grpSpPr>
          <a:xfrm>
            <a:off x="-550" y="6984600"/>
            <a:ext cx="8596479" cy="808600"/>
            <a:chOff x="-550" y="6984600"/>
            <a:chExt cx="8596479" cy="808600"/>
          </a:xfrm>
        </p:grpSpPr>
        <p:sp>
          <p:nvSpPr>
            <p:cNvPr id="1023" name="Google Shape;1023;g273786504b5_0_39"/>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24" name="Google Shape;1024;g273786504b5_0_39"/>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25" name="Google Shape;1025;g273786504b5_0_39"/>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26" name="Google Shape;1026;g273786504b5_0_39"/>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27" name="Google Shape;1027;g273786504b5_0_39"/>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28" name="Google Shape;1028;g273786504b5_0_39"/>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29" name="Google Shape;1029;g273786504b5_0_39"/>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30" name="Google Shape;1030;g273786504b5_0_39"/>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31" name="Google Shape;1031;g273786504b5_0_39"/>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32" name="Google Shape;1032;g273786504b5_0_39"/>
          <p:cNvSpPr/>
          <p:nvPr/>
        </p:nvSpPr>
        <p:spPr>
          <a:xfrm>
            <a:off x="1888552" y="4011900"/>
            <a:ext cx="16326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3" name="Google Shape;1033;g273786504b5_0_39"/>
          <p:cNvSpPr txBox="1">
            <a:spLocks noGrp="1"/>
          </p:cNvSpPr>
          <p:nvPr>
            <p:ph type="subTitle" idx="4294967295"/>
          </p:nvPr>
        </p:nvSpPr>
        <p:spPr>
          <a:xfrm>
            <a:off x="3435231" y="1308025"/>
            <a:ext cx="2120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993FA2"/>
                </a:solidFill>
                <a:latin typeface="Jost"/>
                <a:ea typeface="Jost"/>
                <a:cs typeface="Jost"/>
                <a:sym typeface="Jost"/>
              </a:rPr>
              <a:t>or</a:t>
            </a:r>
            <a:endParaRPr sz="15000" b="0" i="0" u="none" strike="noStrike" cap="none">
              <a:solidFill>
                <a:srgbClr val="993FA2"/>
              </a:solidFill>
              <a:latin typeface="Jost"/>
              <a:ea typeface="Jost"/>
              <a:cs typeface="Jost"/>
              <a:sym typeface="Jost"/>
            </a:endParaRPr>
          </a:p>
        </p:txBody>
      </p:sp>
      <p:sp>
        <p:nvSpPr>
          <p:cNvPr id="1034" name="Google Shape;1034;g273786504b5_0_39"/>
          <p:cNvSpPr/>
          <p:nvPr/>
        </p:nvSpPr>
        <p:spPr>
          <a:xfrm>
            <a:off x="3678102" y="4011900"/>
            <a:ext cx="16326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5" name="Google Shape;1035;g273786504b5_0_39"/>
          <p:cNvSpPr/>
          <p:nvPr/>
        </p:nvSpPr>
        <p:spPr>
          <a:xfrm>
            <a:off x="5631069"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6" name="Google Shape;1036;g273786504b5_0_39"/>
          <p:cNvSpPr txBox="1">
            <a:spLocks noGrp="1"/>
          </p:cNvSpPr>
          <p:nvPr>
            <p:ph type="subTitle" idx="4294967295"/>
          </p:nvPr>
        </p:nvSpPr>
        <p:spPr>
          <a:xfrm>
            <a:off x="5061394"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u</a:t>
            </a:r>
            <a:endParaRPr sz="15000" b="0" i="0" u="none" strike="noStrike" cap="none">
              <a:solidFill>
                <a:srgbClr val="ED1C24"/>
              </a:solidFill>
              <a:latin typeface="Jost"/>
              <a:ea typeface="Jost"/>
              <a:cs typeface="Jost"/>
              <a:sym typeface="Jost"/>
            </a:endParaRPr>
          </a:p>
        </p:txBody>
      </p:sp>
      <p:sp>
        <p:nvSpPr>
          <p:cNvPr id="1037" name="Google Shape;1037;g273786504b5_0_39"/>
          <p:cNvSpPr/>
          <p:nvPr/>
        </p:nvSpPr>
        <p:spPr>
          <a:xfrm>
            <a:off x="662039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8" name="Google Shape;1038;g273786504b5_0_39"/>
          <p:cNvSpPr txBox="1">
            <a:spLocks noGrp="1"/>
          </p:cNvSpPr>
          <p:nvPr>
            <p:ph type="subTitle" idx="4294967295"/>
          </p:nvPr>
        </p:nvSpPr>
        <p:spPr>
          <a:xfrm>
            <a:off x="5968919"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1039" name="Google Shape;1039;g273786504b5_0_39"/>
          <p:cNvSpPr/>
          <p:nvPr/>
        </p:nvSpPr>
        <p:spPr>
          <a:xfrm>
            <a:off x="5408488"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44"/>
        <p:cNvGrpSpPr/>
        <p:nvPr/>
      </p:nvGrpSpPr>
      <p:grpSpPr>
        <a:xfrm>
          <a:off x="0" y="0"/>
          <a:ext cx="0" cy="0"/>
          <a:chOff x="0" y="0"/>
          <a:chExt cx="0" cy="0"/>
        </a:xfrm>
      </p:grpSpPr>
      <p:sp>
        <p:nvSpPr>
          <p:cNvPr id="1045" name="Google Shape;1045;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46" name="Google Shape;1046;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51"/>
        <p:cNvGrpSpPr/>
        <p:nvPr/>
      </p:nvGrpSpPr>
      <p:grpSpPr>
        <a:xfrm>
          <a:off x="0" y="0"/>
          <a:ext cx="0" cy="0"/>
          <a:chOff x="0" y="0"/>
          <a:chExt cx="0" cy="0"/>
        </a:xfrm>
      </p:grpSpPr>
      <p:sp>
        <p:nvSpPr>
          <p:cNvPr id="1052" name="Google Shape;1052;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53" name="Google Shape;1053;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54" name="Google Shape;1054;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55" name="Google Shape;1055;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60"/>
        <p:cNvGrpSpPr/>
        <p:nvPr/>
      </p:nvGrpSpPr>
      <p:grpSpPr>
        <a:xfrm>
          <a:off x="0" y="0"/>
          <a:ext cx="0" cy="0"/>
          <a:chOff x="0" y="0"/>
          <a:chExt cx="0" cy="0"/>
        </a:xfrm>
      </p:grpSpPr>
      <p:sp>
        <p:nvSpPr>
          <p:cNvPr id="1061" name="Google Shape;1061;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62" name="Google Shape;1062;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63" name="Google Shape;1063;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64" name="Google Shape;1064;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69"/>
        <p:cNvGrpSpPr/>
        <p:nvPr/>
      </p:nvGrpSpPr>
      <p:grpSpPr>
        <a:xfrm>
          <a:off x="0" y="0"/>
          <a:ext cx="0" cy="0"/>
          <a:chOff x="0" y="0"/>
          <a:chExt cx="0" cy="0"/>
        </a:xfrm>
      </p:grpSpPr>
      <p:sp>
        <p:nvSpPr>
          <p:cNvPr id="1070" name="Google Shape;1070;g26b641b03cd_0_301"/>
          <p:cNvSpPr txBox="1">
            <a:spLocks noGrp="1"/>
          </p:cNvSpPr>
          <p:nvPr>
            <p:ph type="title"/>
          </p:nvPr>
        </p:nvSpPr>
        <p:spPr>
          <a:xfrm>
            <a:off x="801400" y="5568500"/>
            <a:ext cx="75411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71" name="Google Shape;1071;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72" name="Google Shape;1072;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73" name="Google Shape;1073;g26b641b03cd_0_301"/>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78"/>
        <p:cNvGrpSpPr/>
        <p:nvPr/>
      </p:nvGrpSpPr>
      <p:grpSpPr>
        <a:xfrm>
          <a:off x="0" y="0"/>
          <a:ext cx="0" cy="0"/>
          <a:chOff x="0" y="0"/>
          <a:chExt cx="0" cy="0"/>
        </a:xfrm>
      </p:grpSpPr>
      <p:sp>
        <p:nvSpPr>
          <p:cNvPr id="1079" name="Google Shape;1079;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80" name="Google Shape;1080;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81" name="Google Shape;1081;g26b641b03cd_0_308"/>
          <p:cNvSpPr txBox="1">
            <a:spLocks noGrp="1"/>
          </p:cNvSpPr>
          <p:nvPr>
            <p:ph type="title"/>
          </p:nvPr>
        </p:nvSpPr>
        <p:spPr>
          <a:xfrm>
            <a:off x="788700" y="5568500"/>
            <a:ext cx="75666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082" name="Google Shape;1082;g26b641b03cd_0_308"/>
          <p:cNvPicPr preferRelativeResize="0"/>
          <p:nvPr/>
        </p:nvPicPr>
        <p:blipFill rotWithShape="1">
          <a:blip r:embed="rId3">
            <a:alphaModFix/>
          </a:blip>
          <a:srcRect/>
          <a:stretch/>
        </p:blipFill>
        <p:spPr>
          <a:xfrm>
            <a:off x="2122876"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87"/>
        <p:cNvGrpSpPr/>
        <p:nvPr/>
      </p:nvGrpSpPr>
      <p:grpSpPr>
        <a:xfrm>
          <a:off x="0" y="0"/>
          <a:ext cx="0" cy="0"/>
          <a:chOff x="0" y="0"/>
          <a:chExt cx="0" cy="0"/>
        </a:xfrm>
      </p:grpSpPr>
      <p:sp>
        <p:nvSpPr>
          <p:cNvPr id="1088" name="Google Shape;1088;g273786504b5_0_87"/>
          <p:cNvSpPr txBox="1">
            <a:spLocks noGrp="1"/>
          </p:cNvSpPr>
          <p:nvPr>
            <p:ph type="title"/>
          </p:nvPr>
        </p:nvSpPr>
        <p:spPr>
          <a:xfrm>
            <a:off x="845800" y="5568500"/>
            <a:ext cx="74523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89" name="Google Shape;1089;g273786504b5_0_8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90" name="Google Shape;1090;g273786504b5_0_8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91" name="Google Shape;1091;g273786504b5_0_87"/>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96"/>
        <p:cNvGrpSpPr/>
        <p:nvPr/>
      </p:nvGrpSpPr>
      <p:grpSpPr>
        <a:xfrm>
          <a:off x="0" y="0"/>
          <a:ext cx="0" cy="0"/>
          <a:chOff x="0" y="0"/>
          <a:chExt cx="0" cy="0"/>
        </a:xfrm>
      </p:grpSpPr>
      <p:sp>
        <p:nvSpPr>
          <p:cNvPr id="1097" name="Google Shape;1097;g273786504b5_0_9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98" name="Google Shape;1098;g273786504b5_0_9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99" name="Google Shape;1099;g273786504b5_0_95"/>
          <p:cNvSpPr txBox="1">
            <a:spLocks noGrp="1"/>
          </p:cNvSpPr>
          <p:nvPr>
            <p:ph type="title"/>
          </p:nvPr>
        </p:nvSpPr>
        <p:spPr>
          <a:xfrm>
            <a:off x="788700" y="5568500"/>
            <a:ext cx="75666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100" name="Google Shape;1100;g273786504b5_0_95"/>
          <p:cNvPicPr preferRelativeResize="0"/>
          <p:nvPr/>
        </p:nvPicPr>
        <p:blipFill rotWithShape="1">
          <a:blip r:embed="rId3">
            <a:alphaModFix/>
          </a:blip>
          <a:srcRect t="79" b="8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05"/>
        <p:cNvGrpSpPr/>
        <p:nvPr/>
      </p:nvGrpSpPr>
      <p:grpSpPr>
        <a:xfrm>
          <a:off x="0" y="0"/>
          <a:ext cx="0" cy="0"/>
          <a:chOff x="0" y="0"/>
          <a:chExt cx="0" cy="0"/>
        </a:xfrm>
      </p:grpSpPr>
      <p:sp>
        <p:nvSpPr>
          <p:cNvPr id="1106" name="Google Shape;1106;g2d1eea302f1_0_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07" name="Google Shape;1107;g2d1eea302f1_0_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08" name="Google Shape;1108;g2d1eea302f1_0_6"/>
          <p:cNvGrpSpPr/>
          <p:nvPr/>
        </p:nvGrpSpPr>
        <p:grpSpPr>
          <a:xfrm>
            <a:off x="3024000" y="209875"/>
            <a:ext cx="3096000" cy="454800"/>
            <a:chOff x="3024000" y="209875"/>
            <a:chExt cx="3096000" cy="454800"/>
          </a:xfrm>
        </p:grpSpPr>
        <p:sp>
          <p:nvSpPr>
            <p:cNvPr id="1109" name="Google Shape;1109;g2d1eea302f1_0_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0" name="Google Shape;1110;g2d1eea302f1_0_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11" name="Google Shape;1111;g2d1eea302f1_0_6"/>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12" name="Google Shape;1112;g2d1eea302f1_0_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3" name="Google Shape;1113;g2d1eea302f1_0_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4" name="Google Shape;1114;g2d1eea302f1_0_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15" name="Google Shape;1115;g2d1eea302f1_0_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16" name="Google Shape;1116;g2d1eea302f1_0_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17" name="Google Shape;1117;g2d1eea302f1_0_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ch</a:t>
            </a:r>
            <a:endParaRPr sz="5500" b="0" i="0" u="none" strike="noStrike" cap="none">
              <a:solidFill>
                <a:srgbClr val="FFD403"/>
              </a:solidFill>
              <a:latin typeface="Jost"/>
              <a:ea typeface="Jost"/>
              <a:cs typeface="Jost"/>
              <a:sym typeface="Jost"/>
            </a:endParaRPr>
          </a:p>
        </p:txBody>
      </p:sp>
      <p:sp>
        <p:nvSpPr>
          <p:cNvPr id="1118" name="Google Shape;1118;g2d1eea302f1_0_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19" name="Google Shape;1119;g2d1eea302f1_0_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20" name="Google Shape;1120;g2d1eea302f1_0_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or</a:t>
            </a:r>
            <a:endParaRPr sz="5500" b="0" i="0" u="none" strike="noStrike" cap="none">
              <a:solidFill>
                <a:srgbClr val="993FA2"/>
              </a:solidFill>
              <a:latin typeface="Jost"/>
              <a:ea typeface="Jost"/>
              <a:cs typeface="Jost"/>
              <a:sym typeface="Jost"/>
            </a:endParaRPr>
          </a:p>
        </p:txBody>
      </p:sp>
      <p:sp>
        <p:nvSpPr>
          <p:cNvPr id="1121" name="Google Shape;1121;g2d1eea302f1_0_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FFD403"/>
              </a:solidFill>
              <a:latin typeface="Jost"/>
              <a:ea typeface="Jost"/>
              <a:cs typeface="Jost"/>
              <a:sym typeface="Jost"/>
            </a:endParaRPr>
          </a:p>
        </p:txBody>
      </p:sp>
      <p:sp>
        <p:nvSpPr>
          <p:cNvPr id="1122" name="Google Shape;1122;g2d1eea302f1_0_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23" name="Google Shape;1123;g2d1eea302f1_0_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24" name="Google Shape;1124;g2d1eea302f1_0_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25" name="Google Shape;1125;g2d1eea302f1_0_6"/>
          <p:cNvSpPr txBox="1"/>
          <p:nvPr/>
        </p:nvSpPr>
        <p:spPr>
          <a:xfrm>
            <a:off x="3446539"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126" name="Google Shape;1126;g2d1eea302f1_0_6"/>
          <p:cNvSpPr txBox="1"/>
          <p:nvPr/>
        </p:nvSpPr>
        <p:spPr>
          <a:xfrm>
            <a:off x="2293688"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27" name="Google Shape;1127;g2d1eea302f1_0_6"/>
          <p:cNvSpPr txBox="1"/>
          <p:nvPr/>
        </p:nvSpPr>
        <p:spPr>
          <a:xfrm>
            <a:off x="459939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28" name="Google Shape;1128;g2d1eea302f1_0_6"/>
          <p:cNvSpPr txBox="1"/>
          <p:nvPr/>
        </p:nvSpPr>
        <p:spPr>
          <a:xfrm>
            <a:off x="5671912" y="2740250"/>
            <a:ext cx="11784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o-e</a:t>
            </a:r>
            <a:endParaRPr sz="5500" b="0" i="0" u="none" strike="noStrike" cap="none">
              <a:solidFill>
                <a:srgbClr val="F7941D"/>
              </a:solidFill>
              <a:latin typeface="Jost"/>
              <a:ea typeface="Jost"/>
              <a:cs typeface="Jost"/>
              <a:sym typeface="Jost"/>
            </a:endParaRPr>
          </a:p>
        </p:txBody>
      </p:sp>
      <p:sp>
        <p:nvSpPr>
          <p:cNvPr id="1129" name="Google Shape;1129;g2d1eea302f1_0_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130" name="Google Shape;1130;g2d1eea302f1_0_6"/>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31" name="Google Shape;1131;g2d1eea302f1_0_6"/>
          <p:cNvSpPr txBox="1"/>
          <p:nvPr/>
        </p:nvSpPr>
        <p:spPr>
          <a:xfrm>
            <a:off x="6945350" y="89886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
        <p:nvSpPr>
          <p:cNvPr id="1132" name="Google Shape;1132;g2d1eea302f1_0_6"/>
          <p:cNvSpPr txBox="1"/>
          <p:nvPr/>
        </p:nvSpPr>
        <p:spPr>
          <a:xfrm>
            <a:off x="6945350" y="181956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cxnSp>
        <p:nvCxnSpPr>
          <p:cNvPr id="1133" name="Google Shape;1133;g2d1eea302f1_0_6"/>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38"/>
        <p:cNvGrpSpPr/>
        <p:nvPr/>
      </p:nvGrpSpPr>
      <p:grpSpPr>
        <a:xfrm>
          <a:off x="0" y="0"/>
          <a:ext cx="0" cy="0"/>
          <a:chOff x="0" y="0"/>
          <a:chExt cx="0" cy="0"/>
        </a:xfrm>
      </p:grpSpPr>
      <p:sp>
        <p:nvSpPr>
          <p:cNvPr id="1139" name="Google Shape;1139;g273786504b5_0_107"/>
          <p:cNvSpPr txBox="1"/>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chemic</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l chorus ch</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cter ch</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os chrome</a:t>
            </a:r>
            <a:endParaRPr sz="1800" b="0" i="0" u="none" strike="noStrike" cap="none">
              <a:solidFill>
                <a:srgbClr val="B7B7B7"/>
              </a:solidFill>
              <a:latin typeface="Jost"/>
              <a:ea typeface="Jost"/>
              <a:cs typeface="Jost"/>
              <a:sym typeface="Jost"/>
            </a:endParaRPr>
          </a:p>
        </p:txBody>
      </p:sp>
      <p:sp>
        <p:nvSpPr>
          <p:cNvPr id="1140" name="Google Shape;1140;g273786504b5_0_10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41" name="Google Shape;1141;g273786504b5_0_10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42" name="Google Shape;1142;g273786504b5_0_107"/>
          <p:cNvGrpSpPr/>
          <p:nvPr/>
        </p:nvGrpSpPr>
        <p:grpSpPr>
          <a:xfrm>
            <a:off x="3024000" y="209875"/>
            <a:ext cx="3096000" cy="454800"/>
            <a:chOff x="3024000" y="209875"/>
            <a:chExt cx="3096000" cy="454800"/>
          </a:xfrm>
        </p:grpSpPr>
        <p:sp>
          <p:nvSpPr>
            <p:cNvPr id="1143" name="Google Shape;1143;g273786504b5_0_107"/>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4" name="Google Shape;1144;g273786504b5_0_107"/>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45" name="Google Shape;1145;g273786504b5_0_107"/>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46" name="Google Shape;1146;g273786504b5_0_107"/>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47" name="Google Shape;1147;g273786504b5_0_107"/>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8" name="Google Shape;1148;g273786504b5_0_107"/>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9" name="Google Shape;1149;g273786504b5_0_107"/>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50" name="Google Shape;1150;g273786504b5_0_107"/>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51" name="Google Shape;1151;g273786504b5_0_107"/>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52" name="Google Shape;1152;g273786504b5_0_107"/>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ch</a:t>
            </a:r>
            <a:endParaRPr sz="5500" b="0" i="0" u="none" strike="noStrike" cap="none">
              <a:solidFill>
                <a:srgbClr val="FFD403"/>
              </a:solidFill>
              <a:latin typeface="Jost"/>
              <a:ea typeface="Jost"/>
              <a:cs typeface="Jost"/>
              <a:sym typeface="Jost"/>
            </a:endParaRPr>
          </a:p>
        </p:txBody>
      </p:sp>
      <p:sp>
        <p:nvSpPr>
          <p:cNvPr id="1153" name="Google Shape;1153;g273786504b5_0_107"/>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54" name="Google Shape;1154;g273786504b5_0_107"/>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cxnSp>
        <p:nvCxnSpPr>
          <p:cNvPr id="1155" name="Google Shape;1155;g273786504b5_0_107"/>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56" name="Google Shape;1156;g273786504b5_0_107"/>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or</a:t>
            </a:r>
            <a:endParaRPr sz="5500" b="0" i="0" u="none" strike="noStrike" cap="none">
              <a:solidFill>
                <a:srgbClr val="993FA2"/>
              </a:solidFill>
              <a:latin typeface="Jost"/>
              <a:ea typeface="Jost"/>
              <a:cs typeface="Jost"/>
              <a:sym typeface="Jost"/>
            </a:endParaRPr>
          </a:p>
        </p:txBody>
      </p:sp>
      <p:sp>
        <p:nvSpPr>
          <p:cNvPr id="1157" name="Google Shape;1157;g273786504b5_0_107"/>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FFD403"/>
              </a:solidFill>
              <a:latin typeface="Jost"/>
              <a:ea typeface="Jost"/>
              <a:cs typeface="Jost"/>
              <a:sym typeface="Jost"/>
            </a:endParaRPr>
          </a:p>
        </p:txBody>
      </p:sp>
      <p:sp>
        <p:nvSpPr>
          <p:cNvPr id="1158" name="Google Shape;1158;g273786504b5_0_107"/>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59" name="Google Shape;1159;g273786504b5_0_107"/>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60" name="Google Shape;1160;g273786504b5_0_107"/>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61" name="Google Shape;1161;g273786504b5_0_107"/>
          <p:cNvSpPr txBox="1"/>
          <p:nvPr/>
        </p:nvSpPr>
        <p:spPr>
          <a:xfrm>
            <a:off x="3446539"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162" name="Google Shape;1162;g273786504b5_0_107"/>
          <p:cNvSpPr txBox="1"/>
          <p:nvPr/>
        </p:nvSpPr>
        <p:spPr>
          <a:xfrm>
            <a:off x="2293688"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63" name="Google Shape;1163;g273786504b5_0_107"/>
          <p:cNvSpPr txBox="1"/>
          <p:nvPr/>
        </p:nvSpPr>
        <p:spPr>
          <a:xfrm>
            <a:off x="459939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64" name="Google Shape;1164;g273786504b5_0_107"/>
          <p:cNvSpPr txBox="1"/>
          <p:nvPr/>
        </p:nvSpPr>
        <p:spPr>
          <a:xfrm>
            <a:off x="5671912" y="2740250"/>
            <a:ext cx="11784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o-e</a:t>
            </a:r>
            <a:endParaRPr sz="5500" b="0" i="0" u="none" strike="noStrike" cap="none">
              <a:solidFill>
                <a:srgbClr val="F7941D"/>
              </a:solidFill>
              <a:latin typeface="Jost"/>
              <a:ea typeface="Jost"/>
              <a:cs typeface="Jost"/>
              <a:sym typeface="Jost"/>
            </a:endParaRPr>
          </a:p>
        </p:txBody>
      </p:sp>
      <p:sp>
        <p:nvSpPr>
          <p:cNvPr id="1165" name="Google Shape;1165;g273786504b5_0_10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166" name="Google Shape;1166;g273786504b5_0_107"/>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67" name="Google Shape;1167;g273786504b5_0_107"/>
          <p:cNvSpPr txBox="1"/>
          <p:nvPr/>
        </p:nvSpPr>
        <p:spPr>
          <a:xfrm>
            <a:off x="6945350" y="89886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
        <p:nvSpPr>
          <p:cNvPr id="1168" name="Google Shape;1168;g273786504b5_0_107"/>
          <p:cNvSpPr txBox="1"/>
          <p:nvPr/>
        </p:nvSpPr>
        <p:spPr>
          <a:xfrm>
            <a:off x="6945350" y="181956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490</Words>
  <Application>Microsoft Office PowerPoint</Application>
  <PresentationFormat>On-screen Show (4:3)</PresentationFormat>
  <Paragraphs>175</Paragraphs>
  <Slides>25</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Poppins SemiBold</vt:lpstr>
      <vt:lpstr>Poppins Medium</vt:lpstr>
      <vt:lpstr>Calibri</vt:lpstr>
      <vt:lpstr>Jost</vt:lpstr>
      <vt:lpstr>Arial</vt:lpstr>
      <vt:lpstr>Poppins</vt:lpstr>
      <vt:lpstr>Nunito Black</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 want.</vt:lpstr>
      <vt:lpstr>Review Phase 5.5 Common Exception Words people wild child mind kind behind eye oh most only both though through who prove shoe beautiful climb.</vt:lpstr>
      <vt:lpstr>Review Grapheme Caption</vt:lpstr>
      <vt:lpstr>Teach Grapheme Caption</vt:lpstr>
      <vt:lpstr>Explain Decoding</vt:lpstr>
      <vt:lpstr>Model Blending Phonemes</vt:lpstr>
      <vt:lpstr>Model Blending Phonemes</vt:lpstr>
      <vt:lpstr>Explain Encoding</vt:lpstr>
      <vt:lpstr>Build a Decodable Word</vt:lpstr>
      <vt:lpstr>Build a Decodable Word</vt:lpstr>
      <vt:lpstr>Practise Common Exception Words</vt:lpstr>
      <vt:lpstr>Practise Common Exception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2026-05-27T04:05:21Z</dcterms:modified>
</cp:coreProperties>
</file>