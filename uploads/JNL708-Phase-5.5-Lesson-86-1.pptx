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embeddedFontLst>
    <p:embeddedFont>
      <p:font typeface="Poppins"/>
      <p:regular r:id="rId35"/>
      <p:bold r:id="rId36"/>
      <p:italic r:id="rId37"/>
      <p:boldItalic r:id="rId38"/>
    </p:embeddedFont>
    <p:embeddedFont>
      <p:font typeface="Jost"/>
      <p:regular r:id="rId39"/>
      <p:bold r:id="rId40"/>
      <p:italic r:id="rId41"/>
      <p:boldItalic r:id="rId42"/>
    </p:embeddedFont>
    <p:embeddedFont>
      <p:font typeface="Poppins Medium"/>
      <p:regular r:id="rId43"/>
      <p:bold r:id="rId44"/>
      <p:italic r:id="rId45"/>
      <p:boldItalic r:id="rId46"/>
    </p:embeddedFont>
    <p:embeddedFont>
      <p:font typeface="Poppins SemiBold"/>
      <p:regular r:id="rId47"/>
      <p:bold r:id="rId48"/>
      <p:italic r:id="rId49"/>
      <p:boldItalic r:id="rId50"/>
    </p:embeddedFont>
    <p:embeddedFont>
      <p:font typeface="Nunito Black"/>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3" roundtripDataSignature="AMtx7mic5EnuazBLRChl+Qrc0HZetWho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48BBEB-F3ED-496C-A1C3-719D92BF2F40}">
  <a:tblStyle styleId="{FF48BBEB-F3ED-496C-A1C3-719D92BF2F40}"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bold.fntdata"/><Relationship Id="rId42" Type="http://schemas.openxmlformats.org/officeDocument/2006/relationships/font" Target="fonts/Jost-boldItalic.fntdata"/><Relationship Id="rId41" Type="http://schemas.openxmlformats.org/officeDocument/2006/relationships/font" Target="fonts/Jost-italic.fntdata"/><Relationship Id="rId44" Type="http://schemas.openxmlformats.org/officeDocument/2006/relationships/font" Target="fonts/PoppinsMedium-bold.fntdata"/><Relationship Id="rId43" Type="http://schemas.openxmlformats.org/officeDocument/2006/relationships/font" Target="fonts/PoppinsMedium-regular.fntdata"/><Relationship Id="rId46" Type="http://schemas.openxmlformats.org/officeDocument/2006/relationships/font" Target="fonts/PoppinsMedium-boldItalic.fntdata"/><Relationship Id="rId45" Type="http://schemas.openxmlformats.org/officeDocument/2006/relationships/font" Target="fonts/Poppi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fntdata"/><Relationship Id="rId47" Type="http://schemas.openxmlformats.org/officeDocument/2006/relationships/font" Target="fonts/PoppinsSemiBold-regular.fntdata"/><Relationship Id="rId49" Type="http://schemas.openxmlformats.org/officeDocument/2006/relationships/font" Target="fonts/PoppinsSemi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regular.fntdata"/><Relationship Id="rId34" Type="http://schemas.openxmlformats.org/officeDocument/2006/relationships/slide" Target="slides/slide28.xml"/><Relationship Id="rId37" Type="http://schemas.openxmlformats.org/officeDocument/2006/relationships/font" Target="fonts/Poppins-italic.fntdata"/><Relationship Id="rId36" Type="http://schemas.openxmlformats.org/officeDocument/2006/relationships/font" Target="fonts/Poppins-bold.fntdata"/><Relationship Id="rId39" Type="http://schemas.openxmlformats.org/officeDocument/2006/relationships/font" Target="fonts/Jost-regular.fntdata"/><Relationship Id="rId38" Type="http://schemas.openxmlformats.org/officeDocument/2006/relationships/font" Target="fonts/Poppi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lack-bold.fntdata"/><Relationship Id="rId50" Type="http://schemas.openxmlformats.org/officeDocument/2006/relationships/font" Target="fonts/PoppinsSemiBold-boldItalic.fntdata"/><Relationship Id="rId53" Type="http://customschemas.google.com/relationships/presentationmetadata" Target="metadata"/><Relationship Id="rId52"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41b3c95c01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341b3c95c0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41b3c95c0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41b3c95c01_0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41b3c95c01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41b3c95c01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41b3c95c01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g341b3c95c01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41b3c95c01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41b3c95c01_0_1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g341b3c95c01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41b3c95c01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41b3c95c01_0_1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g341b3c95c01_0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41b3c95c01_0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41b3c95c01_0_18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g341b3c95c01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41b3c95c01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41b3c95c01_0_2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0" name="Google Shape;900;g341b3c95c01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1" name="Google Shape;901;g341b3c95c01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41b3c95c01_0_2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0" name="Google Shape;920;g341b3c95c01_0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1" name="Google Shape;921;g341b3c95c01_0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41b3c95c01_0_2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g341b3c95c01_0_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g341b3c95c01_0_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41b3c95c01_0_2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g341b3c95c01_0_2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2" name="Google Shape;972;g341b3c95c01_0_2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41b3c95c01_0_3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g341b3c95c01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2" name="Google Shape;1002;g341b3c95c01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9" name="Google Shape;1009;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2" name="Google Shape;1022;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9" name="Google Shape;1029;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e6b3525fcc_0_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g2e6b3525fc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2e6b3525fc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9" name="Google Shape;1089;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7" name="Google Shape;1097;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4" name="Google Shape;1114;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3" name="Google Shape;1133;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6b641b03cd_0_3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g26b641b03cd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2" name="Google Shape;1142;g26b641b03cd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0" name="Google Shape;1150;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2e6b3525fcc_0_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1" name="Google Shape;1181;g2e6b3525fcc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2" name="Google Shape;1182;g2e6b3525fcc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5" name="Google Shape;1215;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0" name="Google Shape;1220;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8.png"/><Relationship Id="rId13" Type="http://schemas.openxmlformats.org/officeDocument/2006/relationships/image" Target="../media/image12.png"/><Relationship Id="rId12" Type="http://schemas.openxmlformats.org/officeDocument/2006/relationships/image" Target="../media/image9.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7.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9494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091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/ear/ - ear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18 - Monday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86</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Relationships xmlns="http://schemas.openxmlformats.org/package/2006/relationships"><Relationship Id="rId10" Type="http://schemas.openxmlformats.org/officeDocument/2006/relationships/slide" Target="/ppt/slides/slide23.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21.png"/><Relationship Id="rId9" Type="http://schemas.openxmlformats.org/officeDocument/2006/relationships/slide" Target="/ppt/slides/slide22.xml"/><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slide" Target="/ppt/slides/slide14.xml"/><Relationship Id="rId8" Type="http://schemas.openxmlformats.org/officeDocument/2006/relationships/slide" Target="/ppt/slides/slide20.xml"/></Relationships>
</file>

<file path=ppt/slides/_rels/slide3.xml.rels><?xml version="1.0" encoding="UTF-8"?><Relationships xmlns="http://schemas.openxmlformats.org/package/2006/relationships"><Relationship Id="rId20" Type="http://schemas.openxmlformats.org/officeDocument/2006/relationships/image" Target="../media/image38.png"/><Relationship Id="rId22" Type="http://schemas.openxmlformats.org/officeDocument/2006/relationships/image" Target="../media/image41.png"/><Relationship Id="rId21" Type="http://schemas.openxmlformats.org/officeDocument/2006/relationships/image" Target="../media/image39.png"/><Relationship Id="rId24" Type="http://schemas.openxmlformats.org/officeDocument/2006/relationships/image" Target="../media/image40.png"/><Relationship Id="rId23" Type="http://schemas.openxmlformats.org/officeDocument/2006/relationships/image" Target="../media/image42.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0.png"/><Relationship Id="rId9" Type="http://schemas.openxmlformats.org/officeDocument/2006/relationships/image" Target="../media/image24.png"/><Relationship Id="rId25" Type="http://schemas.openxmlformats.org/officeDocument/2006/relationships/image" Target="../media/image45.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5.png"/><Relationship Id="rId11" Type="http://schemas.openxmlformats.org/officeDocument/2006/relationships/image" Target="../media/image33.png"/><Relationship Id="rId10" Type="http://schemas.openxmlformats.org/officeDocument/2006/relationships/image" Target="../media/image27.png"/><Relationship Id="rId13" Type="http://schemas.openxmlformats.org/officeDocument/2006/relationships/image" Target="../media/image30.png"/><Relationship Id="rId12" Type="http://schemas.openxmlformats.org/officeDocument/2006/relationships/image" Target="../media/image32.png"/><Relationship Id="rId15" Type="http://schemas.openxmlformats.org/officeDocument/2006/relationships/image" Target="../media/image31.png"/><Relationship Id="rId14" Type="http://schemas.openxmlformats.org/officeDocument/2006/relationships/image" Target="../media/image29.png"/><Relationship Id="rId17" Type="http://schemas.openxmlformats.org/officeDocument/2006/relationships/image" Target="../media/image35.png"/><Relationship Id="rId16" Type="http://schemas.openxmlformats.org/officeDocument/2006/relationships/image" Target="../media/image34.png"/><Relationship Id="rId19" Type="http://schemas.openxmlformats.org/officeDocument/2006/relationships/image" Target="../media/image37.png"/><Relationship Id="rId18" Type="http://schemas.openxmlformats.org/officeDocument/2006/relationships/image" Target="../media/image36.png"/></Relationships>
</file>

<file path=ppt/slides/_rels/slide4.xml.rels><?xml version="1.0" encoding="UTF-8"?><Relationships xmlns="http://schemas.openxmlformats.org/package/2006/relationships"><Relationship Id="rId20" Type="http://schemas.openxmlformats.org/officeDocument/2006/relationships/image" Target="../media/image63.png"/><Relationship Id="rId22" Type="http://schemas.openxmlformats.org/officeDocument/2006/relationships/image" Target="../media/image62.png"/><Relationship Id="rId21" Type="http://schemas.openxmlformats.org/officeDocument/2006/relationships/image" Target="../media/image61.png"/><Relationship Id="rId24" Type="http://schemas.openxmlformats.org/officeDocument/2006/relationships/image" Target="../media/image64.png"/><Relationship Id="rId23" Type="http://schemas.openxmlformats.org/officeDocument/2006/relationships/image" Target="../media/image60.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4.png"/><Relationship Id="rId9" Type="http://schemas.openxmlformats.org/officeDocument/2006/relationships/image" Target="../media/image51.png"/><Relationship Id="rId26" Type="http://schemas.openxmlformats.org/officeDocument/2006/relationships/image" Target="../media/image67.png"/><Relationship Id="rId25" Type="http://schemas.openxmlformats.org/officeDocument/2006/relationships/image" Target="../media/image66.png"/><Relationship Id="rId28" Type="http://schemas.openxmlformats.org/officeDocument/2006/relationships/image" Target="../media/image70.png"/><Relationship Id="rId27" Type="http://schemas.openxmlformats.org/officeDocument/2006/relationships/image" Target="../media/image68.png"/><Relationship Id="rId5" Type="http://schemas.openxmlformats.org/officeDocument/2006/relationships/image" Target="../media/image46.png"/><Relationship Id="rId6" Type="http://schemas.openxmlformats.org/officeDocument/2006/relationships/image" Target="../media/image47.png"/><Relationship Id="rId29" Type="http://schemas.openxmlformats.org/officeDocument/2006/relationships/image" Target="../media/image73.png"/><Relationship Id="rId7" Type="http://schemas.openxmlformats.org/officeDocument/2006/relationships/image" Target="../media/image16.png"/><Relationship Id="rId8" Type="http://schemas.openxmlformats.org/officeDocument/2006/relationships/image" Target="../media/image49.png"/><Relationship Id="rId31" Type="http://schemas.openxmlformats.org/officeDocument/2006/relationships/image" Target="../media/image71.png"/><Relationship Id="rId30" Type="http://schemas.openxmlformats.org/officeDocument/2006/relationships/image" Target="../media/image69.png"/><Relationship Id="rId11" Type="http://schemas.openxmlformats.org/officeDocument/2006/relationships/image" Target="../media/image52.png"/><Relationship Id="rId10" Type="http://schemas.openxmlformats.org/officeDocument/2006/relationships/image" Target="../media/image50.png"/><Relationship Id="rId13" Type="http://schemas.openxmlformats.org/officeDocument/2006/relationships/image" Target="../media/image54.png"/><Relationship Id="rId12" Type="http://schemas.openxmlformats.org/officeDocument/2006/relationships/image" Target="../media/image53.png"/><Relationship Id="rId15" Type="http://schemas.openxmlformats.org/officeDocument/2006/relationships/image" Target="../media/image56.png"/><Relationship Id="rId14" Type="http://schemas.openxmlformats.org/officeDocument/2006/relationships/image" Target="../media/image55.png"/><Relationship Id="rId17" Type="http://schemas.openxmlformats.org/officeDocument/2006/relationships/image" Target="../media/image57.png"/><Relationship Id="rId16" Type="http://schemas.openxmlformats.org/officeDocument/2006/relationships/image" Target="../media/image58.png"/><Relationship Id="rId19" Type="http://schemas.openxmlformats.org/officeDocument/2006/relationships/image" Target="../media/image65.png"/><Relationship Id="rId18" Type="http://schemas.openxmlformats.org/officeDocument/2006/relationships/image" Target="../media/image59.png"/></Relationships>
</file>

<file path=ppt/slides/_rels/slide5.xml.rels><?xml version="1.0" encoding="UTF-8"?><Relationships xmlns="http://schemas.openxmlformats.org/package/2006/relationships"><Relationship Id="rId40" Type="http://schemas.openxmlformats.org/officeDocument/2006/relationships/image" Target="../media/image109.png"/><Relationship Id="rId20" Type="http://schemas.openxmlformats.org/officeDocument/2006/relationships/image" Target="../media/image89.png"/><Relationship Id="rId42" Type="http://schemas.openxmlformats.org/officeDocument/2006/relationships/image" Target="../media/image111.png"/><Relationship Id="rId41" Type="http://schemas.openxmlformats.org/officeDocument/2006/relationships/image" Target="../media/image113.png"/><Relationship Id="rId22" Type="http://schemas.openxmlformats.org/officeDocument/2006/relationships/image" Target="../media/image91.png"/><Relationship Id="rId21" Type="http://schemas.openxmlformats.org/officeDocument/2006/relationships/image" Target="../media/image92.png"/><Relationship Id="rId43" Type="http://schemas.openxmlformats.org/officeDocument/2006/relationships/image" Target="../media/image112.png"/><Relationship Id="rId24" Type="http://schemas.openxmlformats.org/officeDocument/2006/relationships/image" Target="../media/image94.png"/><Relationship Id="rId23" Type="http://schemas.openxmlformats.org/officeDocument/2006/relationships/image" Target="../media/image93.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2.png"/><Relationship Id="rId4" Type="http://schemas.openxmlformats.org/officeDocument/2006/relationships/image" Target="../media/image74.png"/><Relationship Id="rId9" Type="http://schemas.openxmlformats.org/officeDocument/2006/relationships/image" Target="../media/image80.png"/><Relationship Id="rId26" Type="http://schemas.openxmlformats.org/officeDocument/2006/relationships/image" Target="../media/image95.png"/><Relationship Id="rId25" Type="http://schemas.openxmlformats.org/officeDocument/2006/relationships/image" Target="../media/image96.png"/><Relationship Id="rId28" Type="http://schemas.openxmlformats.org/officeDocument/2006/relationships/image" Target="../media/image98.png"/><Relationship Id="rId27" Type="http://schemas.openxmlformats.org/officeDocument/2006/relationships/image" Target="../media/image97.png"/><Relationship Id="rId5" Type="http://schemas.openxmlformats.org/officeDocument/2006/relationships/image" Target="../media/image75.png"/><Relationship Id="rId6" Type="http://schemas.openxmlformats.org/officeDocument/2006/relationships/image" Target="../media/image76.png"/><Relationship Id="rId29" Type="http://schemas.openxmlformats.org/officeDocument/2006/relationships/image" Target="../media/image99.png"/><Relationship Id="rId7" Type="http://schemas.openxmlformats.org/officeDocument/2006/relationships/image" Target="../media/image77.png"/><Relationship Id="rId8" Type="http://schemas.openxmlformats.org/officeDocument/2006/relationships/image" Target="../media/image78.png"/><Relationship Id="rId31" Type="http://schemas.openxmlformats.org/officeDocument/2006/relationships/image" Target="../media/image100.png"/><Relationship Id="rId30" Type="http://schemas.openxmlformats.org/officeDocument/2006/relationships/image" Target="../media/image103.png"/><Relationship Id="rId11" Type="http://schemas.openxmlformats.org/officeDocument/2006/relationships/image" Target="../media/image81.png"/><Relationship Id="rId33" Type="http://schemas.openxmlformats.org/officeDocument/2006/relationships/image" Target="../media/image102.png"/><Relationship Id="rId10" Type="http://schemas.openxmlformats.org/officeDocument/2006/relationships/image" Target="../media/image79.png"/><Relationship Id="rId32" Type="http://schemas.openxmlformats.org/officeDocument/2006/relationships/image" Target="../media/image101.png"/><Relationship Id="rId13" Type="http://schemas.openxmlformats.org/officeDocument/2006/relationships/image" Target="../media/image83.png"/><Relationship Id="rId35" Type="http://schemas.openxmlformats.org/officeDocument/2006/relationships/image" Target="../media/image104.png"/><Relationship Id="rId12" Type="http://schemas.openxmlformats.org/officeDocument/2006/relationships/image" Target="../media/image82.png"/><Relationship Id="rId34" Type="http://schemas.openxmlformats.org/officeDocument/2006/relationships/image" Target="../media/image106.png"/><Relationship Id="rId15" Type="http://schemas.openxmlformats.org/officeDocument/2006/relationships/image" Target="../media/image85.png"/><Relationship Id="rId37" Type="http://schemas.openxmlformats.org/officeDocument/2006/relationships/image" Target="../media/image105.png"/><Relationship Id="rId14" Type="http://schemas.openxmlformats.org/officeDocument/2006/relationships/image" Target="../media/image84.png"/><Relationship Id="rId36" Type="http://schemas.openxmlformats.org/officeDocument/2006/relationships/image" Target="../media/image107.png"/><Relationship Id="rId17" Type="http://schemas.openxmlformats.org/officeDocument/2006/relationships/image" Target="../media/image86.png"/><Relationship Id="rId39" Type="http://schemas.openxmlformats.org/officeDocument/2006/relationships/image" Target="../media/image110.png"/><Relationship Id="rId16" Type="http://schemas.openxmlformats.org/officeDocument/2006/relationships/image" Target="../media/image87.png"/><Relationship Id="rId38" Type="http://schemas.openxmlformats.org/officeDocument/2006/relationships/image" Target="../media/image108.png"/><Relationship Id="rId19" Type="http://schemas.openxmlformats.org/officeDocument/2006/relationships/image" Target="../media/image90.png"/><Relationship Id="rId18" Type="http://schemas.openxmlformats.org/officeDocument/2006/relationships/image" Target="../media/image88.png"/></Relationships>
</file>

<file path=ppt/slides/_rels/slide6.xml.rels><?xml version="1.0" encoding="UTF-8"?><Relationships xmlns="http://schemas.openxmlformats.org/package/2006/relationships"><Relationship Id="rId40" Type="http://schemas.openxmlformats.org/officeDocument/2006/relationships/image" Target="../media/image149.png"/><Relationship Id="rId20" Type="http://schemas.openxmlformats.org/officeDocument/2006/relationships/image" Target="../media/image129.png"/><Relationship Id="rId42" Type="http://schemas.openxmlformats.org/officeDocument/2006/relationships/image" Target="../media/image155.png"/><Relationship Id="rId41" Type="http://schemas.openxmlformats.org/officeDocument/2006/relationships/image" Target="../media/image151.png"/><Relationship Id="rId22" Type="http://schemas.openxmlformats.org/officeDocument/2006/relationships/image" Target="../media/image132.png"/><Relationship Id="rId44" Type="http://schemas.openxmlformats.org/officeDocument/2006/relationships/image" Target="../media/image154.png"/><Relationship Id="rId21" Type="http://schemas.openxmlformats.org/officeDocument/2006/relationships/image" Target="../media/image133.png"/><Relationship Id="rId43" Type="http://schemas.openxmlformats.org/officeDocument/2006/relationships/image" Target="../media/image158.png"/><Relationship Id="rId24" Type="http://schemas.openxmlformats.org/officeDocument/2006/relationships/image" Target="../media/image136.png"/><Relationship Id="rId23" Type="http://schemas.openxmlformats.org/officeDocument/2006/relationships/image" Target="../media/image135.png"/><Relationship Id="rId45" Type="http://schemas.openxmlformats.org/officeDocument/2006/relationships/image" Target="../media/image153.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1.png"/><Relationship Id="rId4" Type="http://schemas.openxmlformats.org/officeDocument/2006/relationships/image" Target="../media/image114.png"/><Relationship Id="rId9" Type="http://schemas.openxmlformats.org/officeDocument/2006/relationships/image" Target="../media/image119.png"/><Relationship Id="rId26" Type="http://schemas.openxmlformats.org/officeDocument/2006/relationships/image" Target="../media/image138.png"/><Relationship Id="rId25" Type="http://schemas.openxmlformats.org/officeDocument/2006/relationships/image" Target="../media/image134.png"/><Relationship Id="rId28" Type="http://schemas.openxmlformats.org/officeDocument/2006/relationships/image" Target="../media/image141.png"/><Relationship Id="rId27" Type="http://schemas.openxmlformats.org/officeDocument/2006/relationships/image" Target="../media/image139.png"/><Relationship Id="rId5" Type="http://schemas.openxmlformats.org/officeDocument/2006/relationships/image" Target="../media/image116.png"/><Relationship Id="rId6" Type="http://schemas.openxmlformats.org/officeDocument/2006/relationships/image" Target="../media/image115.png"/><Relationship Id="rId29" Type="http://schemas.openxmlformats.org/officeDocument/2006/relationships/image" Target="../media/image137.png"/><Relationship Id="rId7" Type="http://schemas.openxmlformats.org/officeDocument/2006/relationships/image" Target="../media/image118.png"/><Relationship Id="rId8" Type="http://schemas.openxmlformats.org/officeDocument/2006/relationships/image" Target="../media/image117.png"/><Relationship Id="rId31" Type="http://schemas.openxmlformats.org/officeDocument/2006/relationships/image" Target="../media/image152.png"/><Relationship Id="rId30" Type="http://schemas.openxmlformats.org/officeDocument/2006/relationships/image" Target="../media/image140.png"/><Relationship Id="rId11" Type="http://schemas.openxmlformats.org/officeDocument/2006/relationships/image" Target="../media/image126.png"/><Relationship Id="rId33" Type="http://schemas.openxmlformats.org/officeDocument/2006/relationships/image" Target="../media/image144.png"/><Relationship Id="rId10" Type="http://schemas.openxmlformats.org/officeDocument/2006/relationships/image" Target="../media/image120.png"/><Relationship Id="rId32" Type="http://schemas.openxmlformats.org/officeDocument/2006/relationships/image" Target="../media/image142.png"/><Relationship Id="rId13" Type="http://schemas.openxmlformats.org/officeDocument/2006/relationships/image" Target="../media/image128.png"/><Relationship Id="rId35" Type="http://schemas.openxmlformats.org/officeDocument/2006/relationships/image" Target="../media/image143.png"/><Relationship Id="rId12" Type="http://schemas.openxmlformats.org/officeDocument/2006/relationships/image" Target="../media/image122.png"/><Relationship Id="rId34" Type="http://schemas.openxmlformats.org/officeDocument/2006/relationships/image" Target="../media/image150.png"/><Relationship Id="rId15" Type="http://schemas.openxmlformats.org/officeDocument/2006/relationships/image" Target="../media/image123.png"/><Relationship Id="rId37" Type="http://schemas.openxmlformats.org/officeDocument/2006/relationships/image" Target="../media/image148.png"/><Relationship Id="rId14" Type="http://schemas.openxmlformats.org/officeDocument/2006/relationships/image" Target="../media/image124.png"/><Relationship Id="rId36" Type="http://schemas.openxmlformats.org/officeDocument/2006/relationships/image" Target="../media/image145.png"/><Relationship Id="rId17" Type="http://schemas.openxmlformats.org/officeDocument/2006/relationships/image" Target="../media/image125.png"/><Relationship Id="rId39" Type="http://schemas.openxmlformats.org/officeDocument/2006/relationships/image" Target="../media/image147.png"/><Relationship Id="rId16" Type="http://schemas.openxmlformats.org/officeDocument/2006/relationships/image" Target="../media/image127.png"/><Relationship Id="rId38" Type="http://schemas.openxmlformats.org/officeDocument/2006/relationships/image" Target="../media/image146.png"/><Relationship Id="rId19" Type="http://schemas.openxmlformats.org/officeDocument/2006/relationships/image" Target="../media/image130.png"/><Relationship Id="rId18" Type="http://schemas.openxmlformats.org/officeDocument/2006/relationships/image" Target="../media/image13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7.png"/><Relationship Id="rId4" Type="http://schemas.openxmlformats.org/officeDocument/2006/relationships/image" Target="../media/image159.png"/><Relationship Id="rId9" Type="http://schemas.openxmlformats.org/officeDocument/2006/relationships/image" Target="../media/image165.png"/><Relationship Id="rId5" Type="http://schemas.openxmlformats.org/officeDocument/2006/relationships/image" Target="../media/image156.png"/><Relationship Id="rId6" Type="http://schemas.openxmlformats.org/officeDocument/2006/relationships/image" Target="../media/image160.png"/><Relationship Id="rId7" Type="http://schemas.openxmlformats.org/officeDocument/2006/relationships/image" Target="../media/image161.png"/><Relationship Id="rId8" Type="http://schemas.openxmlformats.org/officeDocument/2006/relationships/image" Target="../media/image162.png"/><Relationship Id="rId11" Type="http://schemas.openxmlformats.org/officeDocument/2006/relationships/image" Target="../media/image166.png"/><Relationship Id="rId10" Type="http://schemas.openxmlformats.org/officeDocument/2006/relationships/image" Target="../media/image163.png"/><Relationship Id="rId13" Type="http://schemas.openxmlformats.org/officeDocument/2006/relationships/image" Target="../media/image167.png"/><Relationship Id="rId12" Type="http://schemas.openxmlformats.org/officeDocument/2006/relationships/image" Target="../media/image164.png"/><Relationship Id="rId15" Type="http://schemas.openxmlformats.org/officeDocument/2006/relationships/image" Target="../media/image169.png"/><Relationship Id="rId14" Type="http://schemas.openxmlformats.org/officeDocument/2006/relationships/image" Target="../media/image168.png"/><Relationship Id="rId16" Type="http://schemas.openxmlformats.org/officeDocument/2006/relationships/image" Target="../media/image170.png"/></Relationships>
</file>

<file path=ppt/slides/_rels/slide8.xml.rels><?xml version="1.0" encoding="UTF-8"?><Relationships xmlns="http://schemas.openxmlformats.org/package/2006/relationships"><Relationship Id="rId20" Type="http://schemas.openxmlformats.org/officeDocument/2006/relationships/image" Target="../media/image188.png"/><Relationship Id="rId22" Type="http://schemas.openxmlformats.org/officeDocument/2006/relationships/image" Target="../media/image193.png"/><Relationship Id="rId21" Type="http://schemas.openxmlformats.org/officeDocument/2006/relationships/image" Target="../media/image189.png"/><Relationship Id="rId24" Type="http://schemas.openxmlformats.org/officeDocument/2006/relationships/image" Target="../media/image192.png"/><Relationship Id="rId23" Type="http://schemas.openxmlformats.org/officeDocument/2006/relationships/image" Target="../media/image190.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2.png"/><Relationship Id="rId4" Type="http://schemas.openxmlformats.org/officeDocument/2006/relationships/image" Target="../media/image171.png"/><Relationship Id="rId9" Type="http://schemas.openxmlformats.org/officeDocument/2006/relationships/image" Target="../media/image176.png"/><Relationship Id="rId26" Type="http://schemas.openxmlformats.org/officeDocument/2006/relationships/image" Target="../media/image191.png"/><Relationship Id="rId25" Type="http://schemas.openxmlformats.org/officeDocument/2006/relationships/image" Target="../media/image195.png"/><Relationship Id="rId28" Type="http://schemas.openxmlformats.org/officeDocument/2006/relationships/image" Target="../media/image196.png"/><Relationship Id="rId27" Type="http://schemas.openxmlformats.org/officeDocument/2006/relationships/image" Target="../media/image198.png"/><Relationship Id="rId5" Type="http://schemas.openxmlformats.org/officeDocument/2006/relationships/image" Target="../media/image26.png"/><Relationship Id="rId6" Type="http://schemas.openxmlformats.org/officeDocument/2006/relationships/image" Target="../media/image173.png"/><Relationship Id="rId29" Type="http://schemas.openxmlformats.org/officeDocument/2006/relationships/image" Target="../media/image206.png"/><Relationship Id="rId7" Type="http://schemas.openxmlformats.org/officeDocument/2006/relationships/image" Target="../media/image174.png"/><Relationship Id="rId8" Type="http://schemas.openxmlformats.org/officeDocument/2006/relationships/image" Target="../media/image175.png"/><Relationship Id="rId30" Type="http://schemas.openxmlformats.org/officeDocument/2006/relationships/image" Target="../media/image194.png"/><Relationship Id="rId11" Type="http://schemas.openxmlformats.org/officeDocument/2006/relationships/image" Target="../media/image180.png"/><Relationship Id="rId10" Type="http://schemas.openxmlformats.org/officeDocument/2006/relationships/image" Target="../media/image178.png"/><Relationship Id="rId13" Type="http://schemas.openxmlformats.org/officeDocument/2006/relationships/image" Target="../media/image187.png"/><Relationship Id="rId12" Type="http://schemas.openxmlformats.org/officeDocument/2006/relationships/image" Target="../media/image179.png"/><Relationship Id="rId15" Type="http://schemas.openxmlformats.org/officeDocument/2006/relationships/image" Target="../media/image181.png"/><Relationship Id="rId14" Type="http://schemas.openxmlformats.org/officeDocument/2006/relationships/image" Target="../media/image184.png"/><Relationship Id="rId17" Type="http://schemas.openxmlformats.org/officeDocument/2006/relationships/image" Target="../media/image182.png"/><Relationship Id="rId16" Type="http://schemas.openxmlformats.org/officeDocument/2006/relationships/image" Target="../media/image183.png"/><Relationship Id="rId19" Type="http://schemas.openxmlformats.org/officeDocument/2006/relationships/image" Target="../media/image185.png"/><Relationship Id="rId18" Type="http://schemas.openxmlformats.org/officeDocument/2006/relationships/image" Target="../media/image186.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7.png"/><Relationship Id="rId4" Type="http://schemas.openxmlformats.org/officeDocument/2006/relationships/image" Target="../media/image199.png"/><Relationship Id="rId9" Type="http://schemas.openxmlformats.org/officeDocument/2006/relationships/image" Target="../media/image207.png"/><Relationship Id="rId5" Type="http://schemas.openxmlformats.org/officeDocument/2006/relationships/image" Target="../media/image200.png"/><Relationship Id="rId6" Type="http://schemas.openxmlformats.org/officeDocument/2006/relationships/image" Target="../media/image204.png"/><Relationship Id="rId7" Type="http://schemas.openxmlformats.org/officeDocument/2006/relationships/image" Target="../media/image201.png"/><Relationship Id="rId8" Type="http://schemas.openxmlformats.org/officeDocument/2006/relationships/image" Target="../media/image202.png"/><Relationship Id="rId11" Type="http://schemas.openxmlformats.org/officeDocument/2006/relationships/image" Target="../media/image205.png"/><Relationship Id="rId10" Type="http://schemas.openxmlformats.org/officeDocument/2006/relationships/image" Target="../media/image203.png"/><Relationship Id="rId13" Type="http://schemas.openxmlformats.org/officeDocument/2006/relationships/image" Target="../media/image208.png"/><Relationship Id="rId12" Type="http://schemas.openxmlformats.org/officeDocument/2006/relationships/image" Target="../media/image209.png"/><Relationship Id="rId15" Type="http://schemas.openxmlformats.org/officeDocument/2006/relationships/image" Target="../media/image213.png"/><Relationship Id="rId14" Type="http://schemas.openxmlformats.org/officeDocument/2006/relationships/image" Target="../media/image210.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1.png"/><Relationship Id="rId4" Type="http://schemas.openxmlformats.org/officeDocument/2006/relationships/image" Target="../media/image212.png"/><Relationship Id="rId9" Type="http://schemas.openxmlformats.org/officeDocument/2006/relationships/image" Target="../media/image219.png"/><Relationship Id="rId5" Type="http://schemas.openxmlformats.org/officeDocument/2006/relationships/image" Target="../media/image217.png"/><Relationship Id="rId6" Type="http://schemas.openxmlformats.org/officeDocument/2006/relationships/image" Target="../media/image227.png"/><Relationship Id="rId7" Type="http://schemas.openxmlformats.org/officeDocument/2006/relationships/image" Target="../media/image215.png"/><Relationship Id="rId8" Type="http://schemas.openxmlformats.org/officeDocument/2006/relationships/image" Target="../media/image214.png"/><Relationship Id="rId11" Type="http://schemas.openxmlformats.org/officeDocument/2006/relationships/image" Target="../media/image218.png"/><Relationship Id="rId10" Type="http://schemas.openxmlformats.org/officeDocument/2006/relationships/image" Target="../media/image216.png"/><Relationship Id="rId13" Type="http://schemas.openxmlformats.org/officeDocument/2006/relationships/image" Target="../media/image222.png"/><Relationship Id="rId12" Type="http://schemas.openxmlformats.org/officeDocument/2006/relationships/image" Target="../media/image220.png"/><Relationship Id="rId15" Type="http://schemas.openxmlformats.org/officeDocument/2006/relationships/image" Target="../media/image224.png"/><Relationship Id="rId14" Type="http://schemas.openxmlformats.org/officeDocument/2006/relationships/image" Target="../media/image225.png"/><Relationship Id="rId16" Type="http://schemas.openxmlformats.org/officeDocument/2006/relationships/image" Target="../media/image221.png"/></Relationships>
</file>

<file path=ppt/slides/_rels/slide11.xml.rels><?xml version="1.0" encoding="UTF-8"?><Relationships xmlns="http://schemas.openxmlformats.org/package/2006/relationships"><Relationship Id="rId20" Type="http://schemas.openxmlformats.org/officeDocument/2006/relationships/image" Target="../media/image241.png"/><Relationship Id="rId22" Type="http://schemas.openxmlformats.org/officeDocument/2006/relationships/image" Target="../media/image242.png"/><Relationship Id="rId21" Type="http://schemas.openxmlformats.org/officeDocument/2006/relationships/image" Target="../media/image245.png"/><Relationship Id="rId24" Type="http://schemas.openxmlformats.org/officeDocument/2006/relationships/image" Target="../media/image247.png"/><Relationship Id="rId23" Type="http://schemas.openxmlformats.org/officeDocument/2006/relationships/image" Target="../media/image239.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8.png"/><Relationship Id="rId4" Type="http://schemas.openxmlformats.org/officeDocument/2006/relationships/image" Target="../media/image226.png"/><Relationship Id="rId9" Type="http://schemas.openxmlformats.org/officeDocument/2006/relationships/image" Target="../media/image233.png"/><Relationship Id="rId26" Type="http://schemas.openxmlformats.org/officeDocument/2006/relationships/image" Target="../media/image248.png"/><Relationship Id="rId25" Type="http://schemas.openxmlformats.org/officeDocument/2006/relationships/image" Target="../media/image246.png"/><Relationship Id="rId5" Type="http://schemas.openxmlformats.org/officeDocument/2006/relationships/image" Target="../media/image223.png"/><Relationship Id="rId6" Type="http://schemas.openxmlformats.org/officeDocument/2006/relationships/image" Target="../media/image229.png"/><Relationship Id="rId7" Type="http://schemas.openxmlformats.org/officeDocument/2006/relationships/image" Target="../media/image231.png"/><Relationship Id="rId8" Type="http://schemas.openxmlformats.org/officeDocument/2006/relationships/image" Target="../media/image244.png"/><Relationship Id="rId11" Type="http://schemas.openxmlformats.org/officeDocument/2006/relationships/image" Target="../media/image237.png"/><Relationship Id="rId10" Type="http://schemas.openxmlformats.org/officeDocument/2006/relationships/image" Target="../media/image230.png"/><Relationship Id="rId13" Type="http://schemas.openxmlformats.org/officeDocument/2006/relationships/image" Target="../media/image236.png"/><Relationship Id="rId12" Type="http://schemas.openxmlformats.org/officeDocument/2006/relationships/image" Target="../media/image232.png"/><Relationship Id="rId15" Type="http://schemas.openxmlformats.org/officeDocument/2006/relationships/image" Target="../media/image240.png"/><Relationship Id="rId14" Type="http://schemas.openxmlformats.org/officeDocument/2006/relationships/image" Target="../media/image234.png"/><Relationship Id="rId17" Type="http://schemas.openxmlformats.org/officeDocument/2006/relationships/image" Target="../media/image238.png"/><Relationship Id="rId16" Type="http://schemas.openxmlformats.org/officeDocument/2006/relationships/image" Target="../media/image235.png"/><Relationship Id="rId19" Type="http://schemas.openxmlformats.org/officeDocument/2006/relationships/image" Target="../media/image263.png"/><Relationship Id="rId18" Type="http://schemas.openxmlformats.org/officeDocument/2006/relationships/image" Target="../media/image243.png"/></Relationships>
</file>

<file path=ppt/slides/_rels/slide12.xml.rels><?xml version="1.0" encoding="UTF-8"?><Relationships xmlns="http://schemas.openxmlformats.org/package/2006/relationships"><Relationship Id="rId20" Type="http://schemas.openxmlformats.org/officeDocument/2006/relationships/image" Target="../media/image273.png"/><Relationship Id="rId22" Type="http://schemas.openxmlformats.org/officeDocument/2006/relationships/image" Target="../media/image267.png"/><Relationship Id="rId21" Type="http://schemas.openxmlformats.org/officeDocument/2006/relationships/image" Target="../media/image266.png"/><Relationship Id="rId24" Type="http://schemas.openxmlformats.org/officeDocument/2006/relationships/image" Target="../media/image272.png"/><Relationship Id="rId23" Type="http://schemas.openxmlformats.org/officeDocument/2006/relationships/image" Target="../media/image270.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1.png"/><Relationship Id="rId4" Type="http://schemas.openxmlformats.org/officeDocument/2006/relationships/image" Target="../media/image250.png"/><Relationship Id="rId9" Type="http://schemas.openxmlformats.org/officeDocument/2006/relationships/image" Target="../media/image255.png"/><Relationship Id="rId26" Type="http://schemas.openxmlformats.org/officeDocument/2006/relationships/image" Target="../media/image275.png"/><Relationship Id="rId25" Type="http://schemas.openxmlformats.org/officeDocument/2006/relationships/image" Target="../media/image271.png"/><Relationship Id="rId5" Type="http://schemas.openxmlformats.org/officeDocument/2006/relationships/image" Target="../media/image249.png"/><Relationship Id="rId6" Type="http://schemas.openxmlformats.org/officeDocument/2006/relationships/image" Target="../media/image256.png"/><Relationship Id="rId7" Type="http://schemas.openxmlformats.org/officeDocument/2006/relationships/image" Target="../media/image253.png"/><Relationship Id="rId8" Type="http://schemas.openxmlformats.org/officeDocument/2006/relationships/image" Target="../media/image252.png"/><Relationship Id="rId11" Type="http://schemas.openxmlformats.org/officeDocument/2006/relationships/image" Target="../media/image257.png"/><Relationship Id="rId10" Type="http://schemas.openxmlformats.org/officeDocument/2006/relationships/image" Target="../media/image254.png"/><Relationship Id="rId13" Type="http://schemas.openxmlformats.org/officeDocument/2006/relationships/image" Target="../media/image261.png"/><Relationship Id="rId12" Type="http://schemas.openxmlformats.org/officeDocument/2006/relationships/image" Target="../media/image258.png"/><Relationship Id="rId15" Type="http://schemas.openxmlformats.org/officeDocument/2006/relationships/image" Target="../media/image262.png"/><Relationship Id="rId14" Type="http://schemas.openxmlformats.org/officeDocument/2006/relationships/image" Target="../media/image259.png"/><Relationship Id="rId17" Type="http://schemas.openxmlformats.org/officeDocument/2006/relationships/image" Target="../media/image260.png"/><Relationship Id="rId16" Type="http://schemas.openxmlformats.org/officeDocument/2006/relationships/image" Target="../media/image264.png"/><Relationship Id="rId19" Type="http://schemas.openxmlformats.org/officeDocument/2006/relationships/image" Target="../media/image268.png"/><Relationship Id="rId18" Type="http://schemas.openxmlformats.org/officeDocument/2006/relationships/image" Target="../media/image265.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4.png"/><Relationship Id="rId4" Type="http://schemas.openxmlformats.org/officeDocument/2006/relationships/image" Target="../media/image277.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78.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80.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3.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82.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84.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 xml:space="preserve">Sound Family /ear/; </a:t>
            </a:r>
            <a:br>
              <a:rPr lang="en-US" sz="3000"/>
            </a:br>
            <a:r>
              <a:rPr lang="en-US" sz="3000"/>
              <a:t>ear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86</a:t>
            </a:r>
            <a:endParaRPr/>
          </a:p>
        </p:txBody>
      </p:sp>
      <p:pic>
        <p:nvPicPr>
          <p:cNvPr id="653" name="Google Shape;653;p1" title="JNL686-74F.png"/>
          <p:cNvPicPr preferRelativeResize="0"/>
          <p:nvPr/>
        </p:nvPicPr>
        <p:blipFill rotWithShape="1">
          <a:blip r:embed="rId3">
            <a:alphaModFix/>
          </a:blip>
          <a:srcRect b="0" l="19" r="19" t="0"/>
          <a:stretch/>
        </p:blipFill>
        <p:spPr>
          <a:xfrm rot="276457">
            <a:off x="6358100" y="3877063"/>
            <a:ext cx="1290087" cy="1825968"/>
          </a:xfrm>
          <a:prstGeom prst="rect">
            <a:avLst/>
          </a:prstGeom>
          <a:noFill/>
          <a:ln>
            <a:noFill/>
          </a:ln>
          <a:effectLst>
            <a:outerShdw blurRad="71438" rotWithShape="0" algn="bl" dir="5220000" dist="38100">
              <a:srgbClr val="000000">
                <a:alpha val="20000"/>
              </a:srgbClr>
            </a:outerShdw>
          </a:effectLst>
        </p:spPr>
      </p:pic>
      <p:graphicFrame>
        <p:nvGraphicFramePr>
          <p:cNvPr id="654" name="Google Shape;654;p1"/>
          <p:cNvGraphicFramePr/>
          <p:nvPr/>
        </p:nvGraphicFramePr>
        <p:xfrm>
          <a:off x="4844200" y="1646527"/>
          <a:ext cx="3000000" cy="3000000"/>
        </p:xfrm>
        <a:graphic>
          <a:graphicData uri="http://schemas.openxmlformats.org/drawingml/2006/table">
            <a:tbl>
              <a:tblPr bandRow="1" firstRow="1">
                <a:noFill/>
                <a:tableStyleId>{FF48BBEB-F3ED-496C-A1C3-719D92BF2F40}</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ir/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/e</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r/</a:t>
                      </a:r>
                      <a:endParaRPr sz="1600" u="none" cap="none" strike="noStrike">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Review and </a:t>
            </a:r>
            <a:r>
              <a:rPr lang="en-US"/>
              <a:t>practise</a:t>
            </a:r>
            <a:r>
              <a:rPr lang="en-US"/>
              <a:t xml:space="preserve"> </a:t>
            </a:r>
            <a:r>
              <a:rPr lang="en-US">
                <a:solidFill>
                  <a:srgbClr val="8DC63F"/>
                </a:solidFill>
              </a:rPr>
              <a:t>/ear/</a:t>
            </a:r>
            <a:r>
              <a:rPr lang="en-US"/>
              <a:t xml:space="preserve"> sound family spelling patterns.</a:t>
            </a:r>
            <a:endParaRPr/>
          </a:p>
        </p:txBody>
      </p:sp>
      <p:sp>
        <p:nvSpPr>
          <p:cNvPr id="661" name="Google Shape;661;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2" name="Google Shape;662;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4" name="Google Shape;664;g2bee4f4af4b_0_204" title="JNL686-74F.png"/>
          <p:cNvPicPr preferRelativeResize="0"/>
          <p:nvPr/>
        </p:nvPicPr>
        <p:blipFill rotWithShape="1">
          <a:blip r:embed="rId3">
            <a:alphaModFix/>
          </a:blip>
          <a:srcRect b="0" l="19" r="19" t="0"/>
          <a:stretch/>
        </p:blipFill>
        <p:spPr>
          <a:xfrm>
            <a:off x="995626" y="4101860"/>
            <a:ext cx="786850" cy="1113688"/>
          </a:xfrm>
          <a:prstGeom prst="rect">
            <a:avLst/>
          </a:prstGeom>
          <a:noFill/>
          <a:ln>
            <a:noFill/>
          </a:ln>
          <a:effectLst>
            <a:outerShdw blurRad="71438" rotWithShape="0" algn="bl" dir="5220000" dist="1905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7" name="Google Shape;667;g2bee4f4af4b_0_204" title="JNL689-46F.png"/>
          <p:cNvPicPr preferRelativeResize="0"/>
          <p:nvPr/>
        </p:nvPicPr>
        <p:blipFill rotWithShape="1">
          <a:blip r:embed="rId4">
            <a:alphaModFix/>
          </a:blip>
          <a:srcRect b="0" l="89" r="79"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68" name="Google Shape;668;g2bee4f4af4b_0_204"/>
          <p:cNvSpPr txBox="1"/>
          <p:nvPr/>
        </p:nvSpPr>
        <p:spPr>
          <a:xfrm>
            <a:off x="46376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69" name="Google Shape;669;g2bee4f4af4b_0_204"/>
          <p:cNvSpPr txBox="1"/>
          <p:nvPr/>
        </p:nvSpPr>
        <p:spPr>
          <a:xfrm>
            <a:off x="4323674" y="5256525"/>
            <a:ext cx="1441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670" name="Google Shape;670;g2bee4f4af4b_0_204" title="JNL687-28F.png"/>
          <p:cNvPicPr preferRelativeResize="0"/>
          <p:nvPr/>
        </p:nvPicPr>
        <p:blipFill rotWithShape="1">
          <a:blip r:embed="rId5">
            <a:alphaModFix/>
          </a:blip>
          <a:srcRect b="79" l="0" r="0" t="89"/>
          <a:stretch/>
        </p:blipFill>
        <p:spPr>
          <a:xfrm>
            <a:off x="4578429" y="4326104"/>
            <a:ext cx="931974" cy="665199"/>
          </a:xfrm>
          <a:prstGeom prst="rect">
            <a:avLst/>
          </a:prstGeom>
          <a:noFill/>
          <a:ln>
            <a:noFill/>
          </a:ln>
          <a:effectLst>
            <a:outerShdw blurRad="71438" rotWithShape="0" algn="bl" dir="5220000" dist="19050">
              <a:srgbClr val="D8D8D8"/>
            </a:outerShdw>
          </a:effectLst>
        </p:spPr>
      </p:pic>
      <p:sp>
        <p:nvSpPr>
          <p:cNvPr id="671" name="Google Shape;671;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2" name="Google Shape;672;g2bee4f4af4b_0_204"/>
          <p:cNvSpPr txBox="1"/>
          <p:nvPr/>
        </p:nvSpPr>
        <p:spPr>
          <a:xfrm>
            <a:off x="3335461" y="5256529"/>
            <a:ext cx="104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 Cards</a:t>
            </a:r>
            <a:endParaRPr b="0" i="0" sz="1400" u="none" cap="none" strike="noStrike">
              <a:solidFill>
                <a:srgbClr val="000000"/>
              </a:solidFill>
              <a:latin typeface="Poppins Medium"/>
              <a:ea typeface="Poppins Medium"/>
              <a:cs typeface="Poppins Medium"/>
              <a:sym typeface="Poppins Medium"/>
            </a:endParaRPr>
          </a:p>
        </p:txBody>
      </p:sp>
      <p:pic>
        <p:nvPicPr>
          <p:cNvPr id="673" name="Google Shape;673;g2bee4f4af4b_0_204" title="JNL692-46F.png"/>
          <p:cNvPicPr preferRelativeResize="0"/>
          <p:nvPr/>
        </p:nvPicPr>
        <p:blipFill rotWithShape="1">
          <a:blip r:embed="rId6">
            <a:alphaModFix/>
          </a:blip>
          <a:srcRect b="0" l="0" r="0" t="0"/>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4" name="Google Shape;674;g2bee4f4af4b_0_204">
            <a:hlinkClick action="ppaction://hlinksldjump" r:id="rId7"/>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6" name="Google Shape;676;g2bee4f4af4b_0_204">
            <a:hlinkClick action="ppaction://hlinksldjump" r:id="rId9"/>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7" name="Google Shape;677;g2bee4f4af4b_0_204">
            <a:hlinkClick action="ppaction://hlinksldjump" r:id="rId10"/>
          </p:cNvPr>
          <p:cNvSpPr/>
          <p:nvPr/>
        </p:nvSpPr>
        <p:spPr>
          <a:xfrm>
            <a:off x="44303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41b3c95c01_0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4" name="Google Shape;684;g341b3c95c01_0_0"/>
          <p:cNvGrpSpPr/>
          <p:nvPr/>
        </p:nvGrpSpPr>
        <p:grpSpPr>
          <a:xfrm>
            <a:off x="930400" y="2053244"/>
            <a:ext cx="7283200" cy="3724851"/>
            <a:chOff x="930400" y="2129444"/>
            <a:chExt cx="7283200" cy="3724851"/>
          </a:xfrm>
        </p:grpSpPr>
        <p:pic>
          <p:nvPicPr>
            <p:cNvPr id="685" name="Google Shape;685;g341b3c95c01_0_0"/>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3c95c01_0_0"/>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3c95c01_0_0"/>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3c95c01_0_0"/>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3c95c01_0_0"/>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3c95c01_0_0"/>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3c95c01_0_0"/>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3c95c01_0_0"/>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3c95c01_0_0"/>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3c95c01_0_0"/>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3c95c01_0_0"/>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3c95c01_0_0"/>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3c95c01_0_0"/>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3c95c01_0_0"/>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3c95c01_0_0"/>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3c95c01_0_0"/>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3c95c01_0_0"/>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1b3c95c01_0_0"/>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1b3c95c01_0_0"/>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1b3c95c01_0_0"/>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1b3c95c01_0_0"/>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6" name="Google Shape;706;g341b3c95c01_0_0"/>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7" name="Google Shape;707;g341b3c95c01_0_0"/>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41b3c95c01_0_2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4" name="Google Shape;714;g341b3c95c01_0_29"/>
          <p:cNvGrpSpPr/>
          <p:nvPr/>
        </p:nvGrpSpPr>
        <p:grpSpPr>
          <a:xfrm>
            <a:off x="930400" y="2053250"/>
            <a:ext cx="7283201" cy="2971674"/>
            <a:chOff x="930400" y="2129450"/>
            <a:chExt cx="7283201" cy="2971674"/>
          </a:xfrm>
        </p:grpSpPr>
        <p:pic>
          <p:nvPicPr>
            <p:cNvPr id="715" name="Google Shape;715;g341b3c95c01_0_29"/>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6" name="Google Shape;716;g341b3c95c01_0_29"/>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7" name="Google Shape;717;g341b3c95c01_0_29"/>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8" name="Google Shape;718;g341b3c95c01_0_29"/>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1b3c95c01_0_29"/>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0" name="Google Shape;720;g341b3c95c01_0_29"/>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41b3c95c01_0_29"/>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1b3c95c01_0_29"/>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3" name="Google Shape;723;g341b3c95c01_0_29"/>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1b3c95c01_0_29"/>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5" name="Google Shape;725;g341b3c95c01_0_29"/>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6" name="Google Shape;726;g341b3c95c01_0_29"/>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1b3c95c01_0_29"/>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1b3c95c01_0_29"/>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1b3c95c01_0_29"/>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30" name="Google Shape;730;g341b3c95c01_0_29"/>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31" name="Google Shape;731;g341b3c95c01_0_29"/>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3c95c01_0_29"/>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3" name="Google Shape;733;g341b3c95c01_0_29"/>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4" name="Google Shape;734;g341b3c95c01_0_29"/>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5" name="Google Shape;735;g341b3c95c01_0_29"/>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6" name="Google Shape;736;g341b3c95c01_0_29"/>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1b3c95c01_0_29"/>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1b3c95c01_0_29"/>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1b3c95c01_0_29"/>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40" name="Google Shape;740;g341b3c95c01_0_29"/>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41" name="Google Shape;741;g341b3c95c01_0_29"/>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2" name="Google Shape;742;g341b3c95c01_0_29"/>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3" name="Google Shape;743;g341b3c95c01_0_29"/>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41b3c95c01_0_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0" name="Google Shape;750;g341b3c95c01_0_64"/>
          <p:cNvGrpSpPr/>
          <p:nvPr/>
        </p:nvGrpSpPr>
        <p:grpSpPr>
          <a:xfrm>
            <a:off x="930400" y="2053250"/>
            <a:ext cx="7283201" cy="2971674"/>
            <a:chOff x="930400" y="2053250"/>
            <a:chExt cx="7283201" cy="2971674"/>
          </a:xfrm>
        </p:grpSpPr>
        <p:pic>
          <p:nvPicPr>
            <p:cNvPr id="751" name="Google Shape;751;g341b3c95c01_0_64"/>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2" name="Google Shape;752;g341b3c95c01_0_64"/>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3" name="Google Shape;753;g341b3c95c01_0_64"/>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4" name="Google Shape;754;g341b3c95c01_0_64"/>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5" name="Google Shape;755;g341b3c95c01_0_64"/>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6" name="Google Shape;756;g341b3c95c01_0_64"/>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3c95c01_0_64"/>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8" name="Google Shape;758;g341b3c95c01_0_64"/>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9" name="Google Shape;759;g341b3c95c01_0_64"/>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1b3c95c01_0_64"/>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61" name="Google Shape;761;g341b3c95c01_0_64"/>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3c95c01_0_64"/>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3c95c01_0_64"/>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4" name="Google Shape;764;g341b3c95c01_0_64"/>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3c95c01_0_64"/>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6" name="Google Shape;766;g341b3c95c01_0_64"/>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3c95c01_0_64"/>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1b3c95c01_0_64"/>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1b3c95c01_0_64"/>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1b3c95c01_0_64"/>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1b3c95c01_0_64"/>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2" name="Google Shape;772;g341b3c95c01_0_64"/>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3" name="Google Shape;773;g341b3c95c01_0_64"/>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4" name="Google Shape;774;g341b3c95c01_0_64"/>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5" name="Google Shape;775;g341b3c95c01_0_64"/>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b3c95c01_0_64"/>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7" name="Google Shape;777;g341b3c95c01_0_64"/>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41b3c95c01_0_64"/>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b3c95c01_0_64"/>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80" name="Google Shape;780;g341b3c95c01_0_64"/>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81" name="Google Shape;781;g341b3c95c01_0_64"/>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2" name="Google Shape;782;g341b3c95c01_0_64"/>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41b3c95c01_0_64"/>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3c95c01_0_64"/>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5" name="Google Shape;785;g341b3c95c01_0_64"/>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6" name="Google Shape;786;g341b3c95c01_0_64"/>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1b3c95c01_0_64"/>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8" name="Google Shape;788;g341b3c95c01_0_64"/>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1b3c95c01_0_64"/>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90" name="Google Shape;790;g341b3c95c01_0_64"/>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91" name="Google Shape;791;g341b3c95c01_0_64"/>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341b3c95c01_0_11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8" name="Google Shape;798;g341b3c95c01_0_111"/>
          <p:cNvGrpSpPr/>
          <p:nvPr/>
        </p:nvGrpSpPr>
        <p:grpSpPr>
          <a:xfrm>
            <a:off x="855905" y="2053250"/>
            <a:ext cx="7272577" cy="3316697"/>
            <a:chOff x="855905" y="2053250"/>
            <a:chExt cx="7272577" cy="3316697"/>
          </a:xfrm>
        </p:grpSpPr>
        <p:pic>
          <p:nvPicPr>
            <p:cNvPr id="799" name="Google Shape;799;g341b3c95c01_0_111"/>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00" name="Google Shape;800;g341b3c95c01_0_111"/>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01" name="Google Shape;801;g341b3c95c01_0_111"/>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41b3c95c01_0_111"/>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3" name="Google Shape;803;g341b3c95c01_0_111"/>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4" name="Google Shape;804;g341b3c95c01_0_111"/>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5" name="Google Shape;805;g341b3c95c01_0_111"/>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3c95c01_0_111"/>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7" name="Google Shape;807;g341b3c95c01_0_111"/>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3c95c01_0_111"/>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41b3c95c01_0_111"/>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1b3c95c01_0_111"/>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11" name="Google Shape;811;g341b3c95c01_0_111"/>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1b3c95c01_0_111"/>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41b3c95c01_0_111"/>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4" name="Google Shape;814;g341b3c95c01_0_111"/>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41b3c95c01_0_111"/>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6" name="Google Shape;816;g341b3c95c01_0_111"/>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7" name="Google Shape;817;g341b3c95c01_0_111"/>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8" name="Google Shape;818;g341b3c95c01_0_111"/>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1b3c95c01_0_111"/>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20" name="Google Shape;820;g341b3c95c01_0_111"/>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341b3c95c01_0_111"/>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2" name="Google Shape;822;g341b3c95c01_0_111"/>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3c95c01_0_111"/>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4" name="Google Shape;824;g341b3c95c01_0_111"/>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341b3c95c01_0_111"/>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41b3c95c01_0_111"/>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41b3c95c01_0_111"/>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41b3c95c01_0_111"/>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1b3c95c01_0_111"/>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30" name="Google Shape;830;g341b3c95c01_0_111"/>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31" name="Google Shape;831;g341b3c95c01_0_111"/>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2" name="Google Shape;832;g341b3c95c01_0_111"/>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3" name="Google Shape;833;g341b3c95c01_0_111"/>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1b3c95c01_0_111"/>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41b3c95c01_0_111"/>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41b3c95c01_0_111"/>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7" name="Google Shape;837;g341b3c95c01_0_111"/>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8" name="Google Shape;838;g341b3c95c01_0_111"/>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9" name="Google Shape;839;g341b3c95c01_0_111"/>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40" name="Google Shape;840;g341b3c95c01_0_111"/>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41" name="Google Shape;841;g341b3c95c01_0_111"/>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41b3c95c01_0_16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8" name="Google Shape;848;g341b3c95c01_0_162"/>
          <p:cNvGrpSpPr/>
          <p:nvPr/>
        </p:nvGrpSpPr>
        <p:grpSpPr>
          <a:xfrm>
            <a:off x="865957" y="2135925"/>
            <a:ext cx="7282807" cy="2686611"/>
            <a:chOff x="867357" y="2129450"/>
            <a:chExt cx="7282807" cy="2686611"/>
          </a:xfrm>
        </p:grpSpPr>
        <p:pic>
          <p:nvPicPr>
            <p:cNvPr id="849" name="Google Shape;849;g341b3c95c01_0_162"/>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50" name="Google Shape;850;g341b3c95c01_0_162"/>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51" name="Google Shape;851;g341b3c95c01_0_162"/>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52" name="Google Shape;852;g341b3c95c01_0_162"/>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53" name="Google Shape;853;g341b3c95c01_0_162"/>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4" name="Google Shape;854;g341b3c95c01_0_162"/>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5" name="Google Shape;855;g341b3c95c01_0_162"/>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6" name="Google Shape;856;g341b3c95c01_0_162"/>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7" name="Google Shape;857;g341b3c95c01_0_162"/>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8" name="Google Shape;858;g341b3c95c01_0_162"/>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9" name="Google Shape;859;g341b3c95c01_0_162"/>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60" name="Google Shape;860;g341b3c95c01_0_162"/>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61" name="Google Shape;861;g341b3c95c01_0_162"/>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62" name="Google Shape;862;g341b3c95c01_0_162"/>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41b3c95c01_0_18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9" name="Google Shape;869;g341b3c95c01_0_182"/>
          <p:cNvGrpSpPr/>
          <p:nvPr/>
        </p:nvGrpSpPr>
        <p:grpSpPr>
          <a:xfrm>
            <a:off x="866900" y="2136011"/>
            <a:ext cx="7281864" cy="2684601"/>
            <a:chOff x="868300" y="2129450"/>
            <a:chExt cx="7281864" cy="2684601"/>
          </a:xfrm>
        </p:grpSpPr>
        <p:pic>
          <p:nvPicPr>
            <p:cNvPr id="870" name="Google Shape;870;g341b3c95c01_0_182"/>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71" name="Google Shape;871;g341b3c95c01_0_182"/>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72" name="Google Shape;872;g341b3c95c01_0_182"/>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73" name="Google Shape;873;g341b3c95c01_0_182"/>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4" name="Google Shape;874;g341b3c95c01_0_182"/>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5" name="Google Shape;875;g341b3c95c01_0_182"/>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6" name="Google Shape;876;g341b3c95c01_0_182"/>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7" name="Google Shape;877;g341b3c95c01_0_182"/>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8" name="Google Shape;878;g341b3c95c01_0_182"/>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9" name="Google Shape;879;g341b3c95c01_0_182"/>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0" name="Google Shape;880;g341b3c95c01_0_182"/>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1" name="Google Shape;881;g341b3c95c01_0_182"/>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2" name="Google Shape;882;g341b3c95c01_0_182"/>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3" name="Google Shape;883;g341b3c95c01_0_182"/>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4" name="Google Shape;884;g341b3c95c01_0_182"/>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5" name="Google Shape;885;g341b3c95c01_0_182"/>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6" name="Google Shape;886;g341b3c95c01_0_182"/>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7" name="Google Shape;887;g341b3c95c01_0_182"/>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8" name="Google Shape;888;g341b3c95c01_0_182"/>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9" name="Google Shape;889;g341b3c95c01_0_182"/>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90" name="Google Shape;890;g341b3c95c01_0_182"/>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91" name="Google Shape;891;g341b3c95c01_0_182"/>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b3c95c01_0_182"/>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3" name="Google Shape;893;g341b3c95c01_0_182"/>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4" name="Google Shape;894;g341b3c95c01_0_182"/>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5" name="Google Shape;895;g341b3c95c01_0_182"/>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6" name="Google Shape;896;g341b3c95c01_0_182"/>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7" name="Google Shape;897;g341b3c95c01_0_182"/>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g341b3c95c01_0_21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04" name="Google Shape;904;g341b3c95c01_0_216"/>
          <p:cNvGrpSpPr/>
          <p:nvPr/>
        </p:nvGrpSpPr>
        <p:grpSpPr>
          <a:xfrm>
            <a:off x="868300" y="2129450"/>
            <a:ext cx="7281864" cy="2684601"/>
            <a:chOff x="868300" y="2053250"/>
            <a:chExt cx="7281864" cy="2684601"/>
          </a:xfrm>
        </p:grpSpPr>
        <p:pic>
          <p:nvPicPr>
            <p:cNvPr id="905" name="Google Shape;905;g341b3c95c01_0_216"/>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6" name="Google Shape;906;g341b3c95c01_0_216"/>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7" name="Google Shape;907;g341b3c95c01_0_216"/>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8" name="Google Shape;908;g341b3c95c01_0_216"/>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9" name="Google Shape;909;g341b3c95c01_0_216"/>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10" name="Google Shape;910;g341b3c95c01_0_216"/>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11" name="Google Shape;911;g341b3c95c01_0_216"/>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12" name="Google Shape;912;g341b3c95c01_0_216"/>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13" name="Google Shape;913;g341b3c95c01_0_216"/>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4" name="Google Shape;914;g341b3c95c01_0_216"/>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5" name="Google Shape;915;g341b3c95c01_0_216"/>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6" name="Google Shape;916;g341b3c95c01_0_216"/>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7" name="Google Shape;917;g341b3c95c01_0_216"/>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341b3c95c01_0_23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24" name="Google Shape;924;g341b3c95c01_0_235"/>
          <p:cNvGrpSpPr/>
          <p:nvPr/>
        </p:nvGrpSpPr>
        <p:grpSpPr>
          <a:xfrm>
            <a:off x="868300" y="2129450"/>
            <a:ext cx="7281864" cy="2688001"/>
            <a:chOff x="868300" y="2129450"/>
            <a:chExt cx="7281864" cy="2688001"/>
          </a:xfrm>
        </p:grpSpPr>
        <p:pic>
          <p:nvPicPr>
            <p:cNvPr id="925" name="Google Shape;925;g341b3c95c01_0_235"/>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6" name="Google Shape;926;g341b3c95c01_0_235"/>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7" name="Google Shape;927;g341b3c95c01_0_235"/>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8" name="Google Shape;928;g341b3c95c01_0_235"/>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9" name="Google Shape;929;g341b3c95c01_0_235"/>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30" name="Google Shape;930;g341b3c95c01_0_235"/>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31" name="Google Shape;931;g341b3c95c01_0_235"/>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32" name="Google Shape;932;g341b3c95c01_0_235"/>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33" name="Google Shape;933;g341b3c95c01_0_235"/>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4" name="Google Shape;934;g341b3c95c01_0_235"/>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5" name="Google Shape;935;g341b3c95c01_0_235"/>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6" name="Google Shape;936;g341b3c95c01_0_235"/>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7" name="Google Shape;937;g341b3c95c01_0_235"/>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8" name="Google Shape;938;g341b3c95c01_0_235"/>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g341b3c95c01_0_255"/>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5" name="Google Shape;945;g341b3c95c01_0_255"/>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6" name="Google Shape;946;g341b3c95c01_0_255"/>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7" name="Google Shape;947;g341b3c95c01_0_255"/>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8" name="Google Shape;948;g341b3c95c01_0_255"/>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9" name="Google Shape;949;g341b3c95c01_0_255"/>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50" name="Google Shape;950;g341b3c95c01_0_255"/>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51" name="Google Shape;951;g341b3c95c01_0_255"/>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52" name="Google Shape;952;g341b3c95c01_0_255"/>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53" name="Google Shape;953;g341b3c95c01_0_255"/>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4" name="Google Shape;954;g341b3c95c01_0_255"/>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1b3c95c01_0_255"/>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1b3c95c01_0_255"/>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7" name="Google Shape;957;g341b3c95c01_0_255"/>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41b3c95c01_0_255"/>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41b3c95c01_0_255"/>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60" name="Google Shape;960;g341b3c95c01_0_255"/>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1b3c95c01_0_255"/>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62" name="Google Shape;962;g341b3c95c01_0_255"/>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63" name="Google Shape;963;g341b3c95c01_0_255"/>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4" name="Google Shape;964;g341b3c95c01_0_255"/>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5" name="Google Shape;965;g341b3c95c01_0_255"/>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6" name="Google Shape;966;g341b3c95c01_0_255"/>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7" name="Google Shape;967;g341b3c95c01_0_255"/>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8" name="Google Shape;968;g341b3c95c01_0_255"/>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g341b3c95c01_0_28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75" name="Google Shape;975;g341b3c95c01_0_284"/>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6" name="Google Shape;976;g341b3c95c01_0_284"/>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7" name="Google Shape;977;g341b3c95c01_0_284"/>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8" name="Google Shape;978;g341b3c95c01_0_284"/>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9" name="Google Shape;979;g341b3c95c01_0_284"/>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80" name="Google Shape;980;g341b3c95c01_0_284"/>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81" name="Google Shape;981;g341b3c95c01_0_284"/>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41b3c95c01_0_284"/>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3c95c01_0_284"/>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1b3c95c01_0_284"/>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5" name="Google Shape;985;g341b3c95c01_0_284"/>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1b3c95c01_0_284"/>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1b3c95c01_0_284"/>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41b3c95c01_0_284"/>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1b3c95c01_0_284"/>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b3c95c01_0_284"/>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41b3c95c01_0_284"/>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92" name="Google Shape;992;g341b3c95c01_0_284"/>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93" name="Google Shape;993;g341b3c95c01_0_284"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4" name="Google Shape;994;g341b3c95c01_0_284"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5" name="Google Shape;995;g341b3c95c01_0_284"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6" name="Google Shape;996;g341b3c95c01_0_284"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7" name="Google Shape;997;g341b3c95c01_0_284"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8" name="Google Shape;998;g341b3c95c01_0_284"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g341b3c95c01_0_31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their parents</a:t>
            </a:r>
            <a:r>
              <a:rPr lang="en-US" sz="2000"/>
              <a:t>.</a:t>
            </a:r>
            <a:endParaRPr sz="2000"/>
          </a:p>
        </p:txBody>
      </p:sp>
      <p:pic>
        <p:nvPicPr>
          <p:cNvPr id="1005" name="Google Shape;1005;g341b3c95c01_0_313" title="JNL687-108F.png"/>
          <p:cNvPicPr preferRelativeResize="0"/>
          <p:nvPr/>
        </p:nvPicPr>
        <p:blipFill rotWithShape="1">
          <a:blip r:embed="rId3">
            <a:alphaModFix/>
          </a:blip>
          <a:srcRect b="0" l="59" r="59" t="0"/>
          <a:stretch/>
        </p:blipFill>
        <p:spPr>
          <a:xfrm>
            <a:off x="867797" y="2125686"/>
            <a:ext cx="1147422" cy="819976"/>
          </a:xfrm>
          <a:prstGeom prst="rect">
            <a:avLst/>
          </a:prstGeom>
          <a:noFill/>
          <a:ln>
            <a:noFill/>
          </a:ln>
          <a:effectLst>
            <a:outerShdw blurRad="71438" rotWithShape="0" algn="bl" dir="5400000" dist="19050">
              <a:srgbClr val="000000">
                <a:alpha val="17650"/>
              </a:srgbClr>
            </a:outerShdw>
          </a:effectLst>
        </p:spPr>
      </p:pic>
      <p:pic>
        <p:nvPicPr>
          <p:cNvPr id="1006" name="Google Shape;1006;g341b3c95c01_0_313" title="JNL687-109F.png"/>
          <p:cNvPicPr preferRelativeResize="0"/>
          <p:nvPr/>
        </p:nvPicPr>
        <p:blipFill rotWithShape="1">
          <a:blip r:embed="rId4">
            <a:alphaModFix/>
          </a:blip>
          <a:srcRect b="0" l="59" r="59"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13" name="Google Shape;1013;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14" name="Google Shape;1014;g2c186218c5a_0_25" title="JNL686-74F.png"/>
          <p:cNvPicPr preferRelativeResize="0"/>
          <p:nvPr/>
        </p:nvPicPr>
        <p:blipFill rotWithShape="1">
          <a:blip r:embed="rId3">
            <a:alphaModFix/>
          </a:blip>
          <a:srcRect b="0" l="19" r="29" t="0"/>
          <a:stretch/>
        </p:blipFill>
        <p:spPr>
          <a:xfrm>
            <a:off x="1360488" y="996300"/>
            <a:ext cx="2818850" cy="3989962"/>
          </a:xfrm>
          <a:prstGeom prst="rect">
            <a:avLst/>
          </a:prstGeom>
          <a:noFill/>
          <a:ln>
            <a:noFill/>
          </a:ln>
          <a:effectLst>
            <a:outerShdw blurRad="142875" rotWithShape="0" algn="bl" dir="5400000" dist="19050">
              <a:srgbClr val="000000">
                <a:alpha val="26666"/>
              </a:srgbClr>
            </a:outerShdw>
          </a:effectLst>
        </p:spPr>
      </p:pic>
      <p:sp>
        <p:nvSpPr>
          <p:cNvPr id="1015" name="Google Shape;1015;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6" name="Google Shape;1016;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7" name="Google Shape;1017;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r>
              <a:rPr b="0" i="0" lang="en-US" sz="5800" u="none" cap="none" strike="noStrike">
                <a:solidFill>
                  <a:srgbClr val="2356AF"/>
                </a:solidFill>
                <a:latin typeface="Jost"/>
                <a:ea typeface="Jost"/>
                <a:cs typeface="Jost"/>
                <a:sym typeface="Jost"/>
              </a:rPr>
              <a:t>d</a:t>
            </a:r>
            <a:endParaRPr b="0" i="0" sz="5800" u="none" cap="none" strike="noStrike">
              <a:solidFill>
                <a:srgbClr val="2356AF"/>
              </a:solidFill>
              <a:latin typeface="Jost"/>
              <a:ea typeface="Jost"/>
              <a:cs typeface="Jost"/>
              <a:sym typeface="Jost"/>
            </a:endParaRPr>
          </a:p>
        </p:txBody>
      </p:sp>
      <p:sp>
        <p:nvSpPr>
          <p:cNvPr id="1018" name="Google Shape;1018;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y</a:t>
            </a:r>
            <a:r>
              <a:rPr b="0" i="0" lang="en-US" sz="5800" u="none" cap="none" strike="noStrike">
                <a:solidFill>
                  <a:srgbClr val="993FA2"/>
                </a:solidFill>
                <a:latin typeface="Jost"/>
                <a:ea typeface="Jost"/>
                <a:cs typeface="Jost"/>
                <a:sym typeface="Jost"/>
              </a:rPr>
              <a:t>e</a:t>
            </a:r>
            <a:r>
              <a:rPr b="0" i="0" lang="en-US" sz="49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9" name="Google Shape;1019;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6" name="Google Shape;1026;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33" name="Google Shape;1033;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4" name="Google Shape;1034;g2c4fb7f6616_1_0"/>
          <p:cNvSpPr/>
          <p:nvPr/>
        </p:nvSpPr>
        <p:spPr>
          <a:xfrm>
            <a:off x="3005534"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5" name="Google Shape;1035;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6" name="Google Shape;1036;g2c4fb7f6616_1_0"/>
          <p:cNvSpPr txBox="1"/>
          <p:nvPr>
            <p:ph idx="4294967295" type="subTitle"/>
          </p:nvPr>
        </p:nvSpPr>
        <p:spPr>
          <a:xfrm>
            <a:off x="2435834"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h</a:t>
            </a:r>
            <a:endParaRPr b="0" i="0" sz="15000" u="none" cap="none" strike="noStrike">
              <a:solidFill>
                <a:srgbClr val="2356AF"/>
              </a:solidFill>
              <a:latin typeface="Jost"/>
              <a:ea typeface="Jost"/>
              <a:cs typeface="Jost"/>
              <a:sym typeface="Jost"/>
            </a:endParaRPr>
          </a:p>
        </p:txBody>
      </p:sp>
      <p:sp>
        <p:nvSpPr>
          <p:cNvPr id="1037" name="Google Shape;1037;g2c4fb7f6616_1_0"/>
          <p:cNvSpPr txBox="1"/>
          <p:nvPr>
            <p:ph idx="4294967295" type="subTitle"/>
          </p:nvPr>
        </p:nvSpPr>
        <p:spPr>
          <a:xfrm>
            <a:off x="3376066" y="1308025"/>
            <a:ext cx="33321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a:t>
            </a:r>
            <a:r>
              <a:rPr b="0" i="0" lang="en-US" sz="129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r</a:t>
            </a:r>
            <a:endParaRPr b="0" i="0" sz="15000" u="none" cap="none" strike="noStrike">
              <a:solidFill>
                <a:srgbClr val="993FA2"/>
              </a:solidFill>
              <a:latin typeface="Jost"/>
              <a:ea typeface="Jost"/>
              <a:cs typeface="Jost"/>
              <a:sym typeface="Jost"/>
            </a:endParaRPr>
          </a:p>
        </p:txBody>
      </p:sp>
      <p:sp>
        <p:nvSpPr>
          <p:cNvPr id="1038" name="Google Shape;1038;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9" name="Google Shape;1039;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0" name="Google Shape;1040;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1" name="Google Shape;1041;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2" name="Google Shape;1042;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3" name="Google Shape;1043;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4" name="Google Shape;1044;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5" name="Google Shape;1045;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6" name="Google Shape;1046;g2c4fb7f6616_1_0"/>
          <p:cNvGrpSpPr/>
          <p:nvPr/>
        </p:nvGrpSpPr>
        <p:grpSpPr>
          <a:xfrm>
            <a:off x="-550" y="6984600"/>
            <a:ext cx="8596479" cy="808600"/>
            <a:chOff x="-550" y="6984600"/>
            <a:chExt cx="8596479" cy="808600"/>
          </a:xfrm>
        </p:grpSpPr>
        <p:sp>
          <p:nvSpPr>
            <p:cNvPr id="1047" name="Google Shape;1047;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8" name="Google Shape;1048;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9" name="Google Shape;1049;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50" name="Google Shape;1050;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1" name="Google Shape;1051;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2" name="Google Shape;1052;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3" name="Google Shape;1053;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4" name="Google Shape;1054;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5" name="Google Shape;1055;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6" name="Google Shape;1056;g2c4fb7f6616_1_0"/>
          <p:cNvSpPr/>
          <p:nvPr/>
        </p:nvSpPr>
        <p:spPr>
          <a:xfrm>
            <a:off x="3777472" y="4011900"/>
            <a:ext cx="25380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2e6b3525fcc_0_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63" name="Google Shape;1063;g2e6b3525fcc_0_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64" name="Google Shape;1064;g2e6b3525fcc_0_8"/>
          <p:cNvSpPr/>
          <p:nvPr/>
        </p:nvSpPr>
        <p:spPr>
          <a:xfrm>
            <a:off x="3032489"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5" name="Google Shape;1065;g2e6b3525fcc_0_8"/>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6" name="Google Shape;1066;g2e6b3525fcc_0_8"/>
          <p:cNvSpPr txBox="1"/>
          <p:nvPr>
            <p:ph idx="4294967295" type="subTitle"/>
          </p:nvPr>
        </p:nvSpPr>
        <p:spPr>
          <a:xfrm>
            <a:off x="2462789"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y</a:t>
            </a:r>
            <a:endParaRPr b="0" i="0" sz="15000" u="none" cap="none" strike="noStrike">
              <a:solidFill>
                <a:srgbClr val="2356AF"/>
              </a:solidFill>
              <a:latin typeface="Jost"/>
              <a:ea typeface="Jost"/>
              <a:cs typeface="Jost"/>
              <a:sym typeface="Jost"/>
            </a:endParaRPr>
          </a:p>
        </p:txBody>
      </p:sp>
      <p:sp>
        <p:nvSpPr>
          <p:cNvPr id="1067" name="Google Shape;1067;g2e6b3525fcc_0_8"/>
          <p:cNvSpPr txBox="1"/>
          <p:nvPr>
            <p:ph idx="4294967295" type="subTitle"/>
          </p:nvPr>
        </p:nvSpPr>
        <p:spPr>
          <a:xfrm>
            <a:off x="3432211" y="1308025"/>
            <a:ext cx="32490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a:t>
            </a:r>
            <a:r>
              <a:rPr b="0" i="0" lang="en-US" sz="129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r</a:t>
            </a:r>
            <a:endParaRPr b="0" i="0" sz="15000" u="none" cap="none" strike="noStrike">
              <a:solidFill>
                <a:srgbClr val="993FA2"/>
              </a:solidFill>
              <a:latin typeface="Jost"/>
              <a:ea typeface="Jost"/>
              <a:cs typeface="Jost"/>
              <a:sym typeface="Jost"/>
            </a:endParaRPr>
          </a:p>
        </p:txBody>
      </p:sp>
      <p:sp>
        <p:nvSpPr>
          <p:cNvPr id="1068" name="Google Shape;1068;g2e6b3525fcc_0_8"/>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9" name="Google Shape;1069;g2e6b3525fcc_0_8"/>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0" name="Google Shape;1070;g2e6b3525fcc_0_8"/>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1" name="Google Shape;1071;g2e6b3525fcc_0_8"/>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2" name="Google Shape;1072;g2e6b3525fcc_0_8"/>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3" name="Google Shape;1073;g2e6b3525fcc_0_8"/>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4" name="Google Shape;1074;g2e6b3525fcc_0_8"/>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5" name="Google Shape;1075;g2e6b3525fcc_0_8"/>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76" name="Google Shape;1076;g2e6b3525fcc_0_8"/>
          <p:cNvGrpSpPr/>
          <p:nvPr/>
        </p:nvGrpSpPr>
        <p:grpSpPr>
          <a:xfrm>
            <a:off x="-550" y="6984600"/>
            <a:ext cx="8596479" cy="808600"/>
            <a:chOff x="-550" y="6984600"/>
            <a:chExt cx="8596479" cy="808600"/>
          </a:xfrm>
        </p:grpSpPr>
        <p:sp>
          <p:nvSpPr>
            <p:cNvPr id="1077" name="Google Shape;1077;g2e6b3525fcc_0_8"/>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78" name="Google Shape;1078;g2e6b3525fcc_0_8"/>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79" name="Google Shape;1079;g2e6b3525fcc_0_8"/>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0" name="Google Shape;1080;g2e6b3525fcc_0_8"/>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81" name="Google Shape;1081;g2e6b3525fcc_0_8"/>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82" name="Google Shape;1082;g2e6b3525fcc_0_8"/>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83" name="Google Shape;1083;g2e6b3525fcc_0_8"/>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84" name="Google Shape;1084;g2e6b3525fcc_0_8"/>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5" name="Google Shape;1085;g2e6b3525fcc_0_8"/>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86" name="Google Shape;1086;g2e6b3525fcc_0_8"/>
          <p:cNvSpPr/>
          <p:nvPr/>
        </p:nvSpPr>
        <p:spPr>
          <a:xfrm>
            <a:off x="3818523" y="4011900"/>
            <a:ext cx="24765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093" name="Google Shape;1093;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0" name="Google Shape;1100;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01" name="Google Shape;1101;g26b641b03cd_0_204" title="JNL689-46B.png"/>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02" name="Google Shape;1102;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9" name="Google Shape;1109;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0" name="Google Shape;1110;g2c186218c5a_0_48" title="JNL689-46F.png"/>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1" name="Google Shape;1111;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18" name="Google Shape;1118;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19" name="Google Shape;1119;g26b641b03cd_0_213" title="JNL692-46B.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20" name="Google Shape;1120;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27" name="Google Shape;1127;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28" name="Google Shape;1128;g2c186218c5a_0_149" title="JNL692-46F.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29" name="Google Shape;1129;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g26b641b03cd_0_301"/>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36" name="Google Shape;1136;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37" name="Google Shape;1137;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8" name="Google Shape;1138;g26b641b03cd_0_301" title="JNL687-28F.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g26b641b03cd_0_30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45" name="Google Shape;1145;g26b641b03cd_0_30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46" name="Google Shape;1146;g26b641b03cd_0_308"/>
          <p:cNvSpPr txBox="1"/>
          <p:nvPr>
            <p:ph type="title"/>
          </p:nvPr>
        </p:nvSpPr>
        <p:spPr>
          <a:xfrm>
            <a:off x="603025" y="5568500"/>
            <a:ext cx="7938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pic>
        <p:nvPicPr>
          <p:cNvPr id="1147" name="Google Shape;1147;g26b641b03cd_0_308" title="JNL687-28B.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4" name="Google Shape;1154;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55" name="Google Shape;1155;g1f3daf8a844_0_64"/>
          <p:cNvGrpSpPr/>
          <p:nvPr/>
        </p:nvGrpSpPr>
        <p:grpSpPr>
          <a:xfrm>
            <a:off x="3024000" y="209875"/>
            <a:ext cx="3096000" cy="454800"/>
            <a:chOff x="3024000" y="209875"/>
            <a:chExt cx="3096000" cy="454800"/>
          </a:xfrm>
        </p:grpSpPr>
        <p:sp>
          <p:nvSpPr>
            <p:cNvPr id="1156" name="Google Shape;1156;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7" name="Google Shape;1157;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58" name="Google Shape;1158;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59" name="Google Shape;1159;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0" name="Google Shape;1160;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1" name="Google Shape;1161;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62" name="Google Shape;1162;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63" name="Google Shape;1163;g1f3daf8a844_0_64"/>
          <p:cNvSpPr txBox="1"/>
          <p:nvPr/>
        </p:nvSpPr>
        <p:spPr>
          <a:xfrm>
            <a:off x="2141809"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64" name="Google Shape;1164;g1f3daf8a844_0_64"/>
          <p:cNvSpPr txBox="1"/>
          <p:nvPr/>
        </p:nvSpPr>
        <p:spPr>
          <a:xfrm>
            <a:off x="5023937"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65" name="Google Shape;1165;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66" name="Google Shape;1166;g1f3daf8a844_0_64"/>
          <p:cNvSpPr txBox="1"/>
          <p:nvPr/>
        </p:nvSpPr>
        <p:spPr>
          <a:xfrm>
            <a:off x="406322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sp>
        <p:nvSpPr>
          <p:cNvPr id="1167" name="Google Shape;1167;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68" name="Google Shape;1168;g1f3daf8a844_0_64"/>
          <p:cNvSpPr txBox="1"/>
          <p:nvPr/>
        </p:nvSpPr>
        <p:spPr>
          <a:xfrm>
            <a:off x="2108559" y="2160375"/>
            <a:ext cx="12171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a:t>
            </a:r>
            <a:r>
              <a:rPr b="0" i="0" lang="en-US" sz="47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a:t>
            </a:r>
            <a:endParaRPr b="0" i="0" sz="5500" u="none" cap="none" strike="noStrike">
              <a:solidFill>
                <a:srgbClr val="993FA2"/>
              </a:solidFill>
              <a:latin typeface="Jost"/>
              <a:ea typeface="Jost"/>
              <a:cs typeface="Jost"/>
              <a:sym typeface="Jost"/>
            </a:endParaRPr>
          </a:p>
        </p:txBody>
      </p:sp>
      <p:sp>
        <p:nvSpPr>
          <p:cNvPr id="1169" name="Google Shape;1169;g1f3daf8a844_0_64"/>
          <p:cNvSpPr txBox="1"/>
          <p:nvPr/>
        </p:nvSpPr>
        <p:spPr>
          <a:xfrm>
            <a:off x="509043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170" name="Google Shape;1170;g1f3daf8a844_0_64"/>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71" name="Google Shape;1171;g1f3daf8a844_0_64"/>
          <p:cNvSpPr txBox="1"/>
          <p:nvPr/>
        </p:nvSpPr>
        <p:spPr>
          <a:xfrm>
            <a:off x="323551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72" name="Google Shape;1172;g1f3daf8a844_0_64"/>
          <p:cNvSpPr txBox="1"/>
          <p:nvPr/>
        </p:nvSpPr>
        <p:spPr>
          <a:xfrm>
            <a:off x="416297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73" name="Google Shape;1173;g1f3daf8a844_0_64"/>
          <p:cNvSpPr txBox="1"/>
          <p:nvPr/>
        </p:nvSpPr>
        <p:spPr>
          <a:xfrm>
            <a:off x="310251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174" name="Google Shape;1174;g1f3daf8a844_0_64"/>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75" name="Google Shape;1175;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76" name="Google Shape;1176;g1f3daf8a844_0_64"/>
          <p:cNvSpPr txBox="1"/>
          <p:nvPr/>
        </p:nvSpPr>
        <p:spPr>
          <a:xfrm>
            <a:off x="598464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sp>
        <p:nvSpPr>
          <p:cNvPr id="1177" name="Google Shape;1177;g1f3daf8a844_0_64"/>
          <p:cNvSpPr txBox="1"/>
          <p:nvPr/>
        </p:nvSpPr>
        <p:spPr>
          <a:xfrm>
            <a:off x="601789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cxnSp>
        <p:nvCxnSpPr>
          <p:cNvPr id="1178" name="Google Shape;1178;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g2e6b3525fcc_0_4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5" name="Google Shape;1185;g2e6b3525fcc_0_4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86" name="Google Shape;1186;g2e6b3525fcc_0_43"/>
          <p:cNvGrpSpPr/>
          <p:nvPr/>
        </p:nvGrpSpPr>
        <p:grpSpPr>
          <a:xfrm>
            <a:off x="3024000" y="209875"/>
            <a:ext cx="3096000" cy="454800"/>
            <a:chOff x="3024000" y="209875"/>
            <a:chExt cx="3096000" cy="454800"/>
          </a:xfrm>
        </p:grpSpPr>
        <p:sp>
          <p:nvSpPr>
            <p:cNvPr id="1187" name="Google Shape;1187;g2e6b3525fcc_0_43"/>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88" name="Google Shape;1188;g2e6b3525fcc_0_43"/>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89" name="Google Shape;1189;g2e6b3525fcc_0_43"/>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90" name="Google Shape;1190;g2e6b3525fcc_0_43"/>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91" name="Google Shape;1191;g2e6b3525fcc_0_43"/>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92" name="Google Shape;1192;g2e6b3525fcc_0_43"/>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93" name="Google Shape;1193;g2e6b3525fcc_0_43"/>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94" name="Google Shape;1194;g2e6b3525fcc_0_43"/>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95" name="Google Shape;1195;g2e6b3525fcc_0_43"/>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te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de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fe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he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ne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ge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ye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re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cle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sme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spe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a:t>
            </a:r>
            <a:endParaRPr b="0" i="0" sz="1800" u="none" cap="none" strike="noStrike">
              <a:solidFill>
                <a:srgbClr val="B7B7B7"/>
              </a:solidFill>
              <a:latin typeface="Jost"/>
              <a:ea typeface="Jost"/>
              <a:cs typeface="Jost"/>
              <a:sym typeface="Jost"/>
            </a:endParaRPr>
          </a:p>
        </p:txBody>
      </p:sp>
      <p:sp>
        <p:nvSpPr>
          <p:cNvPr id="1196" name="Google Shape;1196;g2e6b3525fcc_0_43"/>
          <p:cNvSpPr txBox="1"/>
          <p:nvPr/>
        </p:nvSpPr>
        <p:spPr>
          <a:xfrm>
            <a:off x="2141809"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97" name="Google Shape;1197;g2e6b3525fcc_0_43"/>
          <p:cNvSpPr txBox="1"/>
          <p:nvPr/>
        </p:nvSpPr>
        <p:spPr>
          <a:xfrm>
            <a:off x="5023937"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98" name="Google Shape;1198;g2e6b3525fcc_0_43"/>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99" name="Google Shape;1199;g2e6b3525fcc_0_43"/>
          <p:cNvSpPr txBox="1"/>
          <p:nvPr/>
        </p:nvSpPr>
        <p:spPr>
          <a:xfrm>
            <a:off x="406322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cxnSp>
        <p:nvCxnSpPr>
          <p:cNvPr id="1200" name="Google Shape;1200;g2e6b3525fcc_0_43"/>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201" name="Google Shape;1201;g2e6b3525fcc_0_43"/>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202" name="Google Shape;1202;g2e6b3525fcc_0_43"/>
          <p:cNvSpPr txBox="1"/>
          <p:nvPr/>
        </p:nvSpPr>
        <p:spPr>
          <a:xfrm>
            <a:off x="509043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203" name="Google Shape;1203;g2e6b3525fcc_0_43"/>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204" name="Google Shape;1204;g2e6b3525fcc_0_43"/>
          <p:cNvSpPr txBox="1"/>
          <p:nvPr/>
        </p:nvSpPr>
        <p:spPr>
          <a:xfrm>
            <a:off x="323551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205" name="Google Shape;1205;g2e6b3525fcc_0_43"/>
          <p:cNvSpPr txBox="1"/>
          <p:nvPr/>
        </p:nvSpPr>
        <p:spPr>
          <a:xfrm>
            <a:off x="416297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206" name="Google Shape;1206;g2e6b3525fcc_0_43"/>
          <p:cNvSpPr txBox="1"/>
          <p:nvPr/>
        </p:nvSpPr>
        <p:spPr>
          <a:xfrm>
            <a:off x="310251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207" name="Google Shape;1207;g2e6b3525fcc_0_43"/>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208" name="Google Shape;1208;g2e6b3525fcc_0_4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209" name="Google Shape;1209;g2e6b3525fcc_0_43"/>
          <p:cNvSpPr txBox="1"/>
          <p:nvPr/>
        </p:nvSpPr>
        <p:spPr>
          <a:xfrm>
            <a:off x="598464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sp>
        <p:nvSpPr>
          <p:cNvPr id="1210" name="Google Shape;1210;g2e6b3525fcc_0_43"/>
          <p:cNvSpPr txBox="1"/>
          <p:nvPr/>
        </p:nvSpPr>
        <p:spPr>
          <a:xfrm>
            <a:off x="601789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211" name="Google Shape;1211;g2e6b3525fcc_0_43"/>
          <p:cNvSpPr txBox="1"/>
          <p:nvPr/>
        </p:nvSpPr>
        <p:spPr>
          <a:xfrm>
            <a:off x="2108559" y="2160375"/>
            <a:ext cx="12171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a:t>
            </a:r>
            <a:r>
              <a:rPr b="0" i="0" lang="en-US" sz="47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a:t>
            </a:r>
            <a:endParaRPr b="0" i="0" sz="5500" u="none" cap="none" strike="noStrike">
              <a:solidFill>
                <a:srgbClr val="993FA2"/>
              </a:solidFill>
              <a:latin typeface="Jost"/>
              <a:ea typeface="Jost"/>
              <a:cs typeface="Jost"/>
              <a:sym typeface="Jos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/ear/; eer - Lesson 87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2" name="Shape 1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