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zGxe8muWIOziK2AINK5WVF1C8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6036FE-1C20-4900-80AD-3523DAF55106}">
  <a:tblStyle styleId="{216036FE-1C20-4900-80AD-3523DAF5510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d0b6c1952b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d0b6c1952b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d0b6c1952b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d0b6c1952b_0_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d0b6c1952b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d0b6c1952b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d0b6c1952b_0_1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d0b6c1952b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d0b6c1952b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d0b6c1952b_0_1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d0b6c1952b_0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d0b6c1952b_0_1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2" name="Google Shape;109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0" name="Google Shape;1110;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9" name="Google Shape;111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d0b6c1952b_0_1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5" name="Google Shape;1155;g2d0b6c1952b_0_1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g2d0b6c1952b_0_1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Two Syllable Words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6 - Monday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26</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7.pn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5.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8.xml.rels><?xml version="1.0" encoding="UTF-8" standalone="yes"?>
<Relationships xmlns="http://schemas.openxmlformats.org/package/2006/relationships"><Relationship Id="rId3" Type="http://schemas.openxmlformats.org/officeDocument/2006/relationships/image" Target="../media/image11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Two Syllable Words</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26</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{216036FE-1C20-4900-80AD-3523DAF55106}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2bee4f4af4b_0_204"/>
          <p:cNvSpPr txBox="1"/>
          <p:nvPr/>
        </p:nvSpPr>
        <p:spPr>
          <a:xfrm>
            <a:off x="1155831" y="54898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948531" y="51803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a:stretch/>
        </p:blipFill>
        <p:spPr>
          <a:xfrm>
            <a:off x="1155831" y="4093788"/>
            <a:ext cx="813600" cy="977432"/>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3530941" y="54898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214502" y="5180325"/>
            <a:ext cx="144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t="149" b="139"/>
          <a:stretch/>
        </p:blipFill>
        <p:spPr>
          <a:xfrm>
            <a:off x="3471754" y="4249904"/>
            <a:ext cx="931973" cy="665199"/>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4811196" y="54898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4603896" y="51803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l="69" r="69"/>
          <a:stretch/>
        </p:blipFill>
        <p:spPr>
          <a:xfrm>
            <a:off x="4824571" y="4287293"/>
            <a:ext cx="786850" cy="590422"/>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2343386" y="54898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2228786" y="51803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6">
            <a:alphaModFix/>
          </a:blip>
          <a:srcRect/>
          <a:stretch/>
        </p:blipFill>
        <p:spPr>
          <a:xfrm>
            <a:off x="2442924" y="4156053"/>
            <a:ext cx="614525" cy="852902"/>
          </a:xfrm>
          <a:prstGeom prst="rect">
            <a:avLst/>
          </a:prstGeom>
          <a:noFill/>
          <a:ln>
            <a:noFill/>
          </a:ln>
          <a:effectLst>
            <a:outerShdw blurRad="71438" dist="19050" dir="5220000" algn="bl" rotWithShape="0">
              <a:srgbClr val="D8D8D8"/>
            </a:outerShdw>
          </a:effectLst>
        </p:spPr>
      </p:pic>
      <p:sp>
        <p:nvSpPr>
          <p:cNvPr id="740" name="Google Shape;74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two syllable words containing adjacent consonants.</a:t>
            </a:r>
            <a:endParaRPr/>
          </a:p>
        </p:txBody>
      </p:sp>
      <p:sp>
        <p:nvSpPr>
          <p:cNvPr id="741" name="Google Shape;741;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42" name="Google Shape;742;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43" name="Google Shape;743;g2bee4f4af4b_0_204">
            <a:hlinkClick r:id="" action="ppaction://noaction"/>
          </p:cNvPr>
          <p:cNvSpPr/>
          <p:nvPr/>
        </p:nvSpPr>
        <p:spPr>
          <a:xfrm>
            <a:off x="958782" y="3862949"/>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7" action="ppaction://hlinksldjump"/>
          </p:cNvPr>
          <p:cNvSpPr/>
          <p:nvPr/>
        </p:nvSpPr>
        <p:spPr>
          <a:xfrm>
            <a:off x="1000562" y="35565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8" action="ppaction://hlinksldjump"/>
          </p:cNvPr>
          <p:cNvSpPr/>
          <p:nvPr/>
        </p:nvSpPr>
        <p:spPr>
          <a:xfrm>
            <a:off x="2228770" y="36814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3375680" y="37529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4727300" y="37529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4" name="Google Shape;79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55300"/>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94af6077_0_0"/>
          <p:cNvSpPr txBox="1">
            <a:spLocks noGrp="1"/>
          </p:cNvSpPr>
          <p:nvPr>
            <p:ph type="title"/>
          </p:nvPr>
        </p:nvSpPr>
        <p:spPr>
          <a:xfrm>
            <a:off x="573175" y="582900"/>
            <a:ext cx="79977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br>
              <a:rPr lang="en-US">
                <a:solidFill>
                  <a:schemeClr val="dk1"/>
                </a:solidFill>
              </a:rPr>
            </a:br>
            <a:r>
              <a:rPr lang="en-US">
                <a:solidFill>
                  <a:srgbClr val="2356AF"/>
                </a:solidFill>
              </a:rPr>
              <a:t>said like out have some come what was so old</a:t>
            </a:r>
            <a:r>
              <a:rPr lang="en-US">
                <a:solidFill>
                  <a:schemeClr val="dk1"/>
                </a:solidFill>
              </a:rPr>
              <a:t>.</a:t>
            </a:r>
            <a:endParaRPr/>
          </a:p>
        </p:txBody>
      </p:sp>
      <p:pic>
        <p:nvPicPr>
          <p:cNvPr id="875" name="Google Shape;875;g26b94af6077_0_0"/>
          <p:cNvPicPr preferRelativeResize="0"/>
          <p:nvPr/>
        </p:nvPicPr>
        <p:blipFill rotWithShape="1">
          <a:blip r:embed="rId3">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4">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6b94af6077_0_0"/>
          <p:cNvPicPr preferRelativeResize="0"/>
          <p:nvPr/>
        </p:nvPicPr>
        <p:blipFill rotWithShape="1">
          <a:blip r:embed="rId5">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6b94af6077_0_0"/>
          <p:cNvPicPr preferRelativeResize="0"/>
          <p:nvPr/>
        </p:nvPicPr>
        <p:blipFill rotWithShape="1">
          <a:blip r:embed="rId6">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79" name="Google Shape;879;g26b94af6077_0_0"/>
          <p:cNvPicPr preferRelativeResize="0"/>
          <p:nvPr/>
        </p:nvPicPr>
        <p:blipFill rotWithShape="1">
          <a:blip r:embed="rId7">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0" name="Google Shape;880;g26b94af6077_0_0"/>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81" name="Google Shape;881;g26b94af6077_0_0"/>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82" name="Google Shape;882;g26b94af6077_0_0"/>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6b94af6077_0_0"/>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6b94af6077_0_0"/>
          <p:cNvPicPr preferRelativeResize="0"/>
          <p:nvPr/>
        </p:nvPicPr>
        <p:blipFill rotWithShape="1">
          <a:blip r:embed="rId12">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91" name="Google Shape;891;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92" name="Google Shape;892;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9" name="Google Shape;89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0" name="Google Shape;90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7" name="Google Shape;90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8" name="Google Shape;908;g2c4feb0fda9_1_0"/>
          <p:cNvSpPr/>
          <p:nvPr/>
        </p:nvSpPr>
        <p:spPr>
          <a:xfrm>
            <a:off x="294760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eb0fda9_1_0"/>
          <p:cNvSpPr/>
          <p:nvPr/>
        </p:nvSpPr>
        <p:spPr>
          <a:xfrm>
            <a:off x="406020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10" name="Google Shape;910;g2c4feb0fda9_1_0"/>
          <p:cNvSpPr/>
          <p:nvPr/>
        </p:nvSpPr>
        <p:spPr>
          <a:xfrm>
            <a:off x="535585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1" name="Google Shape;91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2" name="Google Shape;912;g2c4feb0fda9_1_0"/>
          <p:cNvSpPr txBox="1">
            <a:spLocks noGrp="1"/>
          </p:cNvSpPr>
          <p:nvPr>
            <p:ph type="subTitle" idx="4294967295"/>
          </p:nvPr>
        </p:nvSpPr>
        <p:spPr>
          <a:xfrm>
            <a:off x="478620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13" name="Google Shape;913;g2c4feb0fda9_1_0"/>
          <p:cNvSpPr txBox="1">
            <a:spLocks noGrp="1"/>
          </p:cNvSpPr>
          <p:nvPr>
            <p:ph type="subTitle" idx="4294967295"/>
          </p:nvPr>
        </p:nvSpPr>
        <p:spPr>
          <a:xfrm>
            <a:off x="349052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14" name="Google Shape;914;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0" name="Google Shape;920;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2" name="Google Shape;922;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4" name="Google Shape;924;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5" name="Google Shape;925;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6" name="Google Shape;926;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7" name="Google Shape;927;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31" name="Google Shape;931;g2c4feb0fda9_1_0"/>
          <p:cNvSpPr txBox="1">
            <a:spLocks noGrp="1"/>
          </p:cNvSpPr>
          <p:nvPr>
            <p:ph type="subTitle" idx="4294967295"/>
          </p:nvPr>
        </p:nvSpPr>
        <p:spPr>
          <a:xfrm>
            <a:off x="637541" y="1308025"/>
            <a:ext cx="215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32" name="Google Shape;932;g2c4feb0fda9_1_0"/>
          <p:cNvSpPr/>
          <p:nvPr/>
        </p:nvSpPr>
        <p:spPr>
          <a:xfrm>
            <a:off x="900191" y="4011900"/>
            <a:ext cx="1587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eb0fda9_1_0"/>
          <p:cNvSpPr txBox="1">
            <a:spLocks noGrp="1"/>
          </p:cNvSpPr>
          <p:nvPr>
            <p:ph type="subTitle" idx="4294967295"/>
          </p:nvPr>
        </p:nvSpPr>
        <p:spPr>
          <a:xfrm>
            <a:off x="5853006" y="1308025"/>
            <a:ext cx="2599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oo</a:t>
            </a:r>
            <a:endParaRPr sz="15000" b="0" i="0" u="none" strike="noStrike" cap="none">
              <a:solidFill>
                <a:srgbClr val="815137"/>
              </a:solidFill>
              <a:latin typeface="Jost"/>
              <a:ea typeface="Jost"/>
              <a:cs typeface="Jost"/>
              <a:sym typeface="Jost"/>
            </a:endParaRPr>
          </a:p>
        </p:txBody>
      </p:sp>
      <p:sp>
        <p:nvSpPr>
          <p:cNvPr id="934" name="Google Shape;934;g2c4feb0fda9_1_0"/>
          <p:cNvSpPr/>
          <p:nvPr/>
        </p:nvSpPr>
        <p:spPr>
          <a:xfrm>
            <a:off x="6298056" y="4011888"/>
            <a:ext cx="17097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eb0fda9_1_0"/>
          <p:cNvSpPr txBox="1"/>
          <p:nvPr/>
        </p:nvSpPr>
        <p:spPr>
          <a:xfrm>
            <a:off x="2233392"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936" name="Google Shape;936;g2c4feb0fda9_1_0"/>
          <p:cNvSpPr/>
          <p:nvPr/>
        </p:nvSpPr>
        <p:spPr>
          <a:xfrm>
            <a:off x="494735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d0b6c1952b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3" name="Google Shape;943;g2d0b6c1952b_0_4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4" name="Google Shape;944;g2d0b6c1952b_0_47"/>
          <p:cNvSpPr/>
          <p:nvPr/>
        </p:nvSpPr>
        <p:spPr>
          <a:xfrm>
            <a:off x="265093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d0b6c1952b_0_47"/>
          <p:cNvSpPr/>
          <p:nvPr/>
        </p:nvSpPr>
        <p:spPr>
          <a:xfrm>
            <a:off x="32300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46" name="Google Shape;946;g2d0b6c1952b_0_47"/>
          <p:cNvSpPr/>
          <p:nvPr/>
        </p:nvSpPr>
        <p:spPr>
          <a:xfrm>
            <a:off x="396934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7" name="Google Shape;947;g2d0b6c1952b_0_4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8" name="Google Shape;948;g2d0b6c1952b_0_47"/>
          <p:cNvSpPr txBox="1">
            <a:spLocks noGrp="1"/>
          </p:cNvSpPr>
          <p:nvPr>
            <p:ph type="subTitle" idx="4294967295"/>
          </p:nvPr>
        </p:nvSpPr>
        <p:spPr>
          <a:xfrm>
            <a:off x="33996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49" name="Google Shape;949;g2d0b6c1952b_0_47"/>
          <p:cNvSpPr txBox="1">
            <a:spLocks noGrp="1"/>
          </p:cNvSpPr>
          <p:nvPr>
            <p:ph type="subTitle" idx="4294967295"/>
          </p:nvPr>
        </p:nvSpPr>
        <p:spPr>
          <a:xfrm>
            <a:off x="208123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50" name="Google Shape;950;g2d0b6c1952b_0_47"/>
          <p:cNvSpPr txBox="1">
            <a:spLocks noGrp="1"/>
          </p:cNvSpPr>
          <p:nvPr>
            <p:ph type="subTitle" idx="4294967295"/>
          </p:nvPr>
        </p:nvSpPr>
        <p:spPr>
          <a:xfrm>
            <a:off x="26604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51" name="Google Shape;951;g2d0b6c1952b_0_4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d0b6c1952b_0_4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b6c1952b_0_4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0b6c1952b_0_4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d0b6c1952b_0_4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b6c1952b_0_4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7" name="Google Shape;957;g2d0b6c1952b_0_4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8" name="Google Shape;958;g2d0b6c1952b_0_4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9" name="Google Shape;959;g2d0b6c1952b_0_4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0" name="Google Shape;960;g2d0b6c1952b_0_4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1" name="Google Shape;961;g2d0b6c1952b_0_47"/>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2" name="Google Shape;962;g2d0b6c1952b_0_4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3" name="Google Shape;963;g2d0b6c1952b_0_4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4" name="Google Shape;964;g2d0b6c1952b_0_4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d0b6c1952b_0_47"/>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b6c1952b_0_4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b6c1952b_0_4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8" name="Google Shape;968;g2d0b6c1952b_0_47"/>
          <p:cNvSpPr/>
          <p:nvPr/>
        </p:nvSpPr>
        <p:spPr>
          <a:xfrm>
            <a:off x="484582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0b6c1952b_0_47"/>
          <p:cNvSpPr txBox="1">
            <a:spLocks noGrp="1"/>
          </p:cNvSpPr>
          <p:nvPr>
            <p:ph type="subTitle" idx="4294967295"/>
          </p:nvPr>
        </p:nvSpPr>
        <p:spPr>
          <a:xfrm>
            <a:off x="427617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70" name="Google Shape;970;g2d0b6c1952b_0_47"/>
          <p:cNvSpPr/>
          <p:nvPr/>
        </p:nvSpPr>
        <p:spPr>
          <a:xfrm>
            <a:off x="593562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d0b6c1952b_0_47"/>
          <p:cNvSpPr txBox="1">
            <a:spLocks noGrp="1"/>
          </p:cNvSpPr>
          <p:nvPr>
            <p:ph type="subTitle" idx="4294967295"/>
          </p:nvPr>
        </p:nvSpPr>
        <p:spPr>
          <a:xfrm>
            <a:off x="536597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72" name="Google Shape;972;g2d0b6c1952b_0_47"/>
          <p:cNvSpPr/>
          <p:nvPr/>
        </p:nvSpPr>
        <p:spPr>
          <a:xfrm>
            <a:off x="185833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b6c1952b_0_47"/>
          <p:cNvSpPr txBox="1">
            <a:spLocks noGrp="1"/>
          </p:cNvSpPr>
          <p:nvPr>
            <p:ph type="subTitle" idx="4294967295"/>
          </p:nvPr>
        </p:nvSpPr>
        <p:spPr>
          <a:xfrm>
            <a:off x="128868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74" name="Google Shape;974;g2d0b6c1952b_0_47"/>
          <p:cNvSpPr/>
          <p:nvPr/>
        </p:nvSpPr>
        <p:spPr>
          <a:xfrm>
            <a:off x="689556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d0b6c1952b_0_47"/>
          <p:cNvSpPr txBox="1">
            <a:spLocks noGrp="1"/>
          </p:cNvSpPr>
          <p:nvPr>
            <p:ph type="subTitle" idx="4294967295"/>
          </p:nvPr>
        </p:nvSpPr>
        <p:spPr>
          <a:xfrm>
            <a:off x="632591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976" name="Google Shape;976;g2d0b6c1952b_0_47"/>
          <p:cNvSpPr/>
          <p:nvPr/>
        </p:nvSpPr>
        <p:spPr>
          <a:xfrm>
            <a:off x="4474027"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d0b6c1952b_0_8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3" name="Google Shape;983;g2d0b6c1952b_0_8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4" name="Google Shape;984;g2d0b6c1952b_0_89"/>
          <p:cNvSpPr/>
          <p:nvPr/>
        </p:nvSpPr>
        <p:spPr>
          <a:xfrm>
            <a:off x="572601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b6c1952b_0_89"/>
          <p:cNvSpPr/>
          <p:nvPr/>
        </p:nvSpPr>
        <p:spPr>
          <a:xfrm>
            <a:off x="659463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86" name="Google Shape;986;g2d0b6c1952b_0_89"/>
          <p:cNvSpPr/>
          <p:nvPr/>
        </p:nvSpPr>
        <p:spPr>
          <a:xfrm>
            <a:off x="74100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7" name="Google Shape;987;g2d0b6c1952b_0_8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8" name="Google Shape;988;g2d0b6c1952b_0_89"/>
          <p:cNvSpPr txBox="1">
            <a:spLocks noGrp="1"/>
          </p:cNvSpPr>
          <p:nvPr>
            <p:ph type="subTitle" idx="4294967295"/>
          </p:nvPr>
        </p:nvSpPr>
        <p:spPr>
          <a:xfrm>
            <a:off x="684044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89" name="Google Shape;989;g2d0b6c1952b_0_89"/>
          <p:cNvSpPr txBox="1">
            <a:spLocks noGrp="1"/>
          </p:cNvSpPr>
          <p:nvPr>
            <p:ph type="subTitle" idx="4294967295"/>
          </p:nvPr>
        </p:nvSpPr>
        <p:spPr>
          <a:xfrm>
            <a:off x="515631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90" name="Google Shape;990;g2d0b6c1952b_0_89"/>
          <p:cNvSpPr txBox="1">
            <a:spLocks noGrp="1"/>
          </p:cNvSpPr>
          <p:nvPr>
            <p:ph type="subTitle" idx="4294967295"/>
          </p:nvPr>
        </p:nvSpPr>
        <p:spPr>
          <a:xfrm>
            <a:off x="602495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91" name="Google Shape;991;g2d0b6c1952b_0_8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d0b6c1952b_0_8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d0b6c1952b_0_8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d0b6c1952b_0_8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d0b6c1952b_0_8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d0b6c1952b_0_8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7" name="Google Shape;997;g2d0b6c1952b_0_8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8" name="Google Shape;998;g2d0b6c1952b_0_8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9" name="Google Shape;999;g2d0b6c1952b_0_8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0" name="Google Shape;1000;g2d0b6c1952b_0_8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1" name="Google Shape;1001;g2d0b6c1952b_0_8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2" name="Google Shape;1002;g2d0b6c1952b_0_8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3" name="Google Shape;1003;g2d0b6c1952b_0_8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4" name="Google Shape;1004;g2d0b6c1952b_0_8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d0b6c1952b_0_8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d0b6c1952b_0_8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d0b6c1952b_0_8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8" name="Google Shape;1008;g2d0b6c1952b_0_89"/>
          <p:cNvSpPr/>
          <p:nvPr/>
        </p:nvSpPr>
        <p:spPr>
          <a:xfrm>
            <a:off x="134381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d0b6c1952b_0_89"/>
          <p:cNvSpPr txBox="1">
            <a:spLocks noGrp="1"/>
          </p:cNvSpPr>
          <p:nvPr>
            <p:ph type="subTitle" idx="4294967295"/>
          </p:nvPr>
        </p:nvSpPr>
        <p:spPr>
          <a:xfrm>
            <a:off x="77416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1010" name="Google Shape;1010;g2d0b6c1952b_0_89"/>
          <p:cNvSpPr/>
          <p:nvPr/>
        </p:nvSpPr>
        <p:spPr>
          <a:xfrm>
            <a:off x="225821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1" name="Google Shape;1011;g2d0b6c1952b_0_89"/>
          <p:cNvSpPr txBox="1">
            <a:spLocks noGrp="1"/>
          </p:cNvSpPr>
          <p:nvPr>
            <p:ph type="subTitle" idx="4294967295"/>
          </p:nvPr>
        </p:nvSpPr>
        <p:spPr>
          <a:xfrm>
            <a:off x="168856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12" name="Google Shape;1012;g2d0b6c1952b_0_89"/>
          <p:cNvSpPr/>
          <p:nvPr/>
        </p:nvSpPr>
        <p:spPr>
          <a:xfrm>
            <a:off x="478101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0b6c1952b_0_89"/>
          <p:cNvSpPr txBox="1">
            <a:spLocks noGrp="1"/>
          </p:cNvSpPr>
          <p:nvPr>
            <p:ph type="subTitle" idx="4294967295"/>
          </p:nvPr>
        </p:nvSpPr>
        <p:spPr>
          <a:xfrm>
            <a:off x="421136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14" name="Google Shape;1014;g2d0b6c1952b_0_89"/>
          <p:cNvSpPr/>
          <p:nvPr/>
        </p:nvSpPr>
        <p:spPr>
          <a:xfrm>
            <a:off x="298233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d0b6c1952b_0_89"/>
          <p:cNvSpPr txBox="1">
            <a:spLocks noGrp="1"/>
          </p:cNvSpPr>
          <p:nvPr>
            <p:ph type="subTitle" idx="4294967295"/>
          </p:nvPr>
        </p:nvSpPr>
        <p:spPr>
          <a:xfrm>
            <a:off x="241268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16" name="Google Shape;1016;g2d0b6c1952b_0_89"/>
          <p:cNvSpPr/>
          <p:nvPr/>
        </p:nvSpPr>
        <p:spPr>
          <a:xfrm>
            <a:off x="370645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d0b6c1952b_0_89"/>
          <p:cNvSpPr txBox="1">
            <a:spLocks noGrp="1"/>
          </p:cNvSpPr>
          <p:nvPr>
            <p:ph type="subTitle" idx="4294967295"/>
          </p:nvPr>
        </p:nvSpPr>
        <p:spPr>
          <a:xfrm>
            <a:off x="313680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8" name="Google Shape;1018;g2d0b6c1952b_0_89"/>
          <p:cNvSpPr/>
          <p:nvPr/>
        </p:nvSpPr>
        <p:spPr>
          <a:xfrm>
            <a:off x="436483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25" name="Google Shape;102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6" name="Google Shape;102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3" name="Google Shape;103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4" name="Google Shape;1034;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5" name="Google Shape;103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2" name="Google Shape;104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3" name="Google Shape;1043;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4" name="Google Shape;104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1" name="Google Shape;105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2" name="Google Shape;105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3" name="Google Shape;105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0" name="Google Shape;106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1" name="Google Shape;106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2" name="Google Shape;106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1"/>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9" name="Google Shape;106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0" name="Google Shape;1070;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1" name="Google Shape;107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d0b6c1952b_0_137"/>
          <p:cNvSpPr txBox="1">
            <a:spLocks noGrp="1"/>
          </p:cNvSpPr>
          <p:nvPr>
            <p:ph type="title"/>
          </p:nvPr>
        </p:nvSpPr>
        <p:spPr>
          <a:xfrm>
            <a:off x="935000" y="5568500"/>
            <a:ext cx="7273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8" name="Google Shape;1078;g2d0b6c1952b_0_1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9" name="Google Shape;1079;g2d0b6c1952b_0_13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0" name="Google Shape;1080;g2d0b6c1952b_0_13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d0b6c1952b_0_129"/>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7" name="Google Shape;1087;g2d0b6c1952b_0_1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8" name="Google Shape;1088;g2d0b6c1952b_0_129"/>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9" name="Google Shape;1089;g2d0b6c1952b_0_1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26b641b03cd_0_308"/>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96" name="Google Shape;109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97" name="Google Shape;1097;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8" name="Google Shape;109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05" name="Google Shape;110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06" name="Google Shape;1106;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07" name="Google Shape;110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14" name="Google Shape;1114;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15" name="Google Shape;1115;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6" name="Google Shape;111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3" name="Google Shape;112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4" name="Google Shape;1124;g1f3daf8a844_0_64"/>
          <p:cNvGrpSpPr/>
          <p:nvPr/>
        </p:nvGrpSpPr>
        <p:grpSpPr>
          <a:xfrm>
            <a:off x="3024000" y="209875"/>
            <a:ext cx="3096000" cy="454800"/>
            <a:chOff x="3024000" y="209875"/>
            <a:chExt cx="3096000" cy="454800"/>
          </a:xfrm>
        </p:grpSpPr>
        <p:sp>
          <p:nvSpPr>
            <p:cNvPr id="1125" name="Google Shape;112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6" name="Google Shape;112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7" name="Google Shape;112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8" name="Google Shape;1128;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9" name="Google Shape;1129;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0" name="Google Shape;1130;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1" name="Google Shape;1131;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2" name="Google Shape;1132;g1f3daf8a844_0_64"/>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3" name="Google Shape;1133;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36" name="Google Shape;1136;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7" name="Google Shape;1137;g1f3daf8a844_0_64"/>
          <p:cNvSpPr txBox="1"/>
          <p:nvPr/>
        </p:nvSpPr>
        <p:spPr>
          <a:xfrm>
            <a:off x="310251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38" name="Google Shape;1138;g1f3daf8a844_0_64"/>
          <p:cNvSpPr txBox="1"/>
          <p:nvPr/>
        </p:nvSpPr>
        <p:spPr>
          <a:xfrm>
            <a:off x="598464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39" name="Google Shape;1139;g1f3daf8a844_0_6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406322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502393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142" name="Google Shape;1142;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43" name="Google Shape;1143;g1f3daf8a844_0_64"/>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1144" name="Google Shape;1144;g1f3daf8a844_0_64"/>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5" name="Google Shape;1145;g1f3daf8a844_0_64"/>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48" name="Google Shape;1148;g1f3daf8a844_0_64"/>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9" name="Google Shape;1149;g1f3daf8a844_0_64"/>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0" name="Google Shape;1150;g1f3daf8a844_0_64"/>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151" name="Google Shape;1151;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2" name="Google Shape;1152;g1f3daf8a844_0_64"/>
          <p:cNvSpPr txBox="1"/>
          <p:nvPr/>
        </p:nvSpPr>
        <p:spPr>
          <a:xfrm>
            <a:off x="4625655" y="27785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2d0b6c1952b_0_1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9" name="Google Shape;1159;g2d0b6c1952b_0_1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0" name="Google Shape;1160;g2d0b6c1952b_0_186"/>
          <p:cNvGrpSpPr/>
          <p:nvPr/>
        </p:nvGrpSpPr>
        <p:grpSpPr>
          <a:xfrm>
            <a:off x="3024000" y="209875"/>
            <a:ext cx="3096000" cy="454800"/>
            <a:chOff x="3024000" y="209875"/>
            <a:chExt cx="3096000" cy="454800"/>
          </a:xfrm>
        </p:grpSpPr>
        <p:sp>
          <p:nvSpPr>
            <p:cNvPr id="1161" name="Google Shape;1161;g2d0b6c1952b_0_18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2" name="Google Shape;1162;g2d0b6c1952b_0_18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3" name="Google Shape;1163;g2d0b6c1952b_0_18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64" name="Google Shape;1164;g2d0b6c1952b_0_186"/>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desktop freshness giftbox helpdesk</a:t>
            </a:r>
            <a:endParaRPr sz="1800" b="0" i="0" u="none" strike="noStrike" cap="none">
              <a:solidFill>
                <a:srgbClr val="B7B7B7"/>
              </a:solidFill>
              <a:latin typeface="Jost"/>
              <a:ea typeface="Jost"/>
              <a:cs typeface="Jost"/>
              <a:sym typeface="Jost"/>
            </a:endParaRPr>
          </a:p>
        </p:txBody>
      </p:sp>
      <p:cxnSp>
        <p:nvCxnSpPr>
          <p:cNvPr id="1165" name="Google Shape;1165;g2d0b6c1952b_0_18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6" name="Google Shape;1166;g2d0b6c1952b_0_18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7" name="Google Shape;1167;g2d0b6c1952b_0_18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8" name="Google Shape;1168;g2d0b6c1952b_0_18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9" name="Google Shape;1169;g2d0b6c1952b_0_18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0" name="Google Shape;1170;g2d0b6c1952b_0_186"/>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71" name="Google Shape;1171;g2d0b6c1952b_0_18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72" name="Google Shape;1172;g2d0b6c1952b_0_186"/>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73" name="Google Shape;1173;g2d0b6c1952b_0_186"/>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74" name="Google Shape;1174;g2d0b6c1952b_0_18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5" name="Google Shape;1175;g2d0b6c1952b_0_18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6" name="Google Shape;1176;g2d0b6c1952b_0_186"/>
          <p:cNvSpPr txBox="1"/>
          <p:nvPr/>
        </p:nvSpPr>
        <p:spPr>
          <a:xfrm>
            <a:off x="310251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77" name="Google Shape;1177;g2d0b6c1952b_0_186"/>
          <p:cNvSpPr txBox="1"/>
          <p:nvPr/>
        </p:nvSpPr>
        <p:spPr>
          <a:xfrm>
            <a:off x="598464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78" name="Google Shape;1178;g2d0b6c1952b_0_18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9" name="Google Shape;1179;g2d0b6c1952b_0_186"/>
          <p:cNvSpPr txBox="1"/>
          <p:nvPr/>
        </p:nvSpPr>
        <p:spPr>
          <a:xfrm>
            <a:off x="4063228"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0" name="Google Shape;1180;g2d0b6c1952b_0_186"/>
          <p:cNvSpPr txBox="1"/>
          <p:nvPr/>
        </p:nvSpPr>
        <p:spPr>
          <a:xfrm>
            <a:off x="502393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181" name="Google Shape;1181;g2d0b6c1952b_0_18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00904D"/>
              </a:solidFill>
              <a:latin typeface="Jost"/>
              <a:ea typeface="Jost"/>
              <a:cs typeface="Jost"/>
              <a:sym typeface="Jost"/>
            </a:endParaRPr>
          </a:p>
        </p:txBody>
      </p:sp>
      <p:sp>
        <p:nvSpPr>
          <p:cNvPr id="1182" name="Google Shape;1182;g2d0b6c1952b_0_18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x</a:t>
            </a:r>
            <a:endParaRPr sz="5500" b="0" i="0" u="none" strike="noStrike" cap="none">
              <a:solidFill>
                <a:srgbClr val="2356AF"/>
              </a:solidFill>
              <a:latin typeface="Jost"/>
              <a:ea typeface="Jost"/>
              <a:cs typeface="Jost"/>
              <a:sym typeface="Jost"/>
            </a:endParaRPr>
          </a:p>
        </p:txBody>
      </p:sp>
      <p:sp>
        <p:nvSpPr>
          <p:cNvPr id="1183" name="Google Shape;1183;g2d0b6c1952b_0_18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84" name="Google Shape;1184;g2d0b6c1952b_0_18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85" name="Google Shape;1185;g2d0b6c1952b_0_18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86" name="Google Shape;1186;g2d0b6c1952b_0_18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87" name="Google Shape;1187;g2d0b6c1952b_0_186"/>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88" name="Google Shape;1188;g2d0b6c1952b_0_186"/>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9" name="Google Shape;1189;g2d0b6c1952b_0_186"/>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90" name="Google Shape;1190;g2d0b6c1952b_0_186"/>
          <p:cNvSpPr txBox="1"/>
          <p:nvPr/>
        </p:nvSpPr>
        <p:spPr>
          <a:xfrm>
            <a:off x="4625655" y="277856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531</Words>
  <Application>Microsoft Office PowerPoint</Application>
  <PresentationFormat>On-screen Show (4:3)</PresentationFormat>
  <Paragraphs>189</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Calibri</vt:lpstr>
      <vt:lpstr>Poppins SemiBold</vt:lpstr>
      <vt:lpstr>Jost</vt:lpstr>
      <vt:lpstr>Arial</vt:lpstr>
      <vt:lpstr>Poppins</vt:lpstr>
      <vt:lpstr>Poppins Medium</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2026-05-20T01:54:50Z</dcterms:modified>
</cp:coreProperties>
</file>