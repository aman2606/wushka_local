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embeddedFontLst>
    <p:embeddedFont>
      <p:font typeface="Jost" panose="020B0604020202020204" charset="0"/>
      <p:regular r:id="rId20"/>
      <p:bold r:id="rId21"/>
      <p:italic r:id="rId22"/>
      <p:boldItalic r:id="rId23"/>
    </p:embeddedFont>
    <p:embeddedFont>
      <p:font typeface="Mulish"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VaXIs+wZKIX5BAIqMHCjVa/aqe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CB3C4-5AA0-42C3-BBDA-5A33A61E85F3}">
  <a:tblStyle styleId="{5B9CB3C4-5AA0-42C3-BBDA-5A33A61E85F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0" Type="http://schemas.openxmlformats.org/officeDocument/2006/relationships/font" Target="fonts/font1.fntdata"/><Relationship Id="rId4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69ffec7ae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69ffec7ae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69ffec7ae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929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940300" y="2276175"/>
            <a:ext cx="44640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600" b="0" i="0" u="none" strike="noStrike" cap="none">
                <a:solidFill>
                  <a:srgbClr val="FFFFFF"/>
                </a:solidFill>
                <a:latin typeface="Poppins SemiBold"/>
                <a:ea typeface="Poppins SemiBold"/>
                <a:cs typeface="Poppins SemiBold"/>
                <a:sym typeface="Poppins SemiBold"/>
              </a:rPr>
              <a:t>Review th (voiced and unvoiced), ng</a:t>
            </a:r>
            <a:endParaRPr sz="16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494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600" b="0" i="0" u="none" strike="noStrike" cap="none">
                <a:solidFill>
                  <a:srgbClr val="2F286F"/>
                </a:solidFill>
                <a:latin typeface="Poppins Medium"/>
                <a:ea typeface="Poppins Medium"/>
                <a:cs typeface="Poppins Medium"/>
                <a:sym typeface="Poppins Medium"/>
              </a:rPr>
              <a:t>Week 6 - Thursday</a:t>
            </a:r>
            <a:endParaRPr sz="16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rgbClr val="2F286F"/>
                </a:solidFill>
                <a:latin typeface="Poppins Medium"/>
                <a:ea typeface="Poppins Medium"/>
                <a:cs typeface="Poppins Medium"/>
                <a:sym typeface="Poppins Medium"/>
              </a:rPr>
              <a:t>Lesson 29</a:t>
            </a:r>
            <a:endParaRPr sz="16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rgbClr val="FFFFFF"/>
                </a:solidFill>
                <a:latin typeface="Poppins SemiBold"/>
                <a:ea typeface="Poppins SemiBold"/>
                <a:cs typeface="Poppins SemiBold"/>
                <a:sym typeface="Poppins SemiBold"/>
              </a:rPr>
              <a:t>Phase 3 - Phonics</a:t>
            </a:r>
            <a:endParaRPr sz="16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8" name="Google Shape;198;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843"/>
              </a:srgbClr>
            </a:outerShdw>
          </a:effectLst>
        </p:spPr>
      </p:pic>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190068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4" name="Google Shape;20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5.xml"/><Relationship Id="rId5" Type="http://schemas.openxmlformats.org/officeDocument/2006/relationships/image" Target="../media/image10.png"/><Relationship Id="rId10" Type="http://schemas.openxmlformats.org/officeDocument/2006/relationships/slide" Target="slide13.xml"/><Relationship Id="rId4" Type="http://schemas.openxmlformats.org/officeDocument/2006/relationships/image" Target="../media/image9.png"/><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6.png"/><Relationship Id="rId5" Type="http://schemas.openxmlformats.org/officeDocument/2006/relationships/image" Target="../media/image38.png"/><Relationship Id="rId15" Type="http://schemas.openxmlformats.org/officeDocument/2006/relationships/image" Target="../media/image45.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4.png"/></Relationships>
</file>

<file path=ppt/slides/_rels/slide5.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5.xml"/><Relationship Id="rId16"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s>
</file>

<file path=ppt/slides/_rels/slide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69.png"/><Relationship Id="rId4" Type="http://schemas.openxmlformats.org/officeDocument/2006/relationships/image" Target="../media/image68.png"/></Relationships>
</file>

<file path=ppt/slides/_rels/slide1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72.png"/><Relationship Id="rId4" Type="http://schemas.openxmlformats.org/officeDocument/2006/relationships/image" Target="../media/image7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74.png"/><Relationship Id="rId4" Type="http://schemas.openxmlformats.org/officeDocument/2006/relationships/image" Target="../media/image73.png"/></Relationships>
</file>

<file path=ppt/slides/_rels/slide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77.png"/><Relationship Id="rId4" Type="http://schemas.openxmlformats.org/officeDocument/2006/relationships/image" Target="../media/image76.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79.png"/><Relationship Id="rId4" Type="http://schemas.openxmlformats.org/officeDocument/2006/relationships/image" Target="../media/image78.png"/></Relationships>
</file>

<file path=ppt/slides/_rels/slide16.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82.png"/><Relationship Id="rId5" Type="http://schemas.openxmlformats.org/officeDocument/2006/relationships/image" Target="../media/image11.png"/><Relationship Id="rId4" Type="http://schemas.openxmlformats.org/officeDocument/2006/relationships/image" Target="../media/image81.png"/></Relationships>
</file>

<file path=ppt/slides/_rels/slide17.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th (voiced and unvoiced), ng</a:t>
            </a:r>
            <a:endParaRPr/>
          </a:p>
        </p:txBody>
      </p:sp>
      <p:sp>
        <p:nvSpPr>
          <p:cNvPr id="711" name="Google Shape;711;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29 &amp; 30</a:t>
            </a:r>
            <a:endParaRPr/>
          </a:p>
        </p:txBody>
      </p:sp>
      <p:graphicFrame>
        <p:nvGraphicFramePr>
          <p:cNvPr id="712" name="Google Shape;712;p1"/>
          <p:cNvGraphicFramePr/>
          <p:nvPr/>
        </p:nvGraphicFramePr>
        <p:xfrm>
          <a:off x="4844200" y="1891197"/>
          <a:ext cx="3784950" cy="1678950"/>
        </p:xfrm>
        <a:graphic>
          <a:graphicData uri="http://schemas.openxmlformats.org/drawingml/2006/table">
            <a:tbl>
              <a:tblPr firstRow="1" bandRow="1">
                <a:noFill/>
                <a:tableStyleId>{5B9CB3C4-5AA0-42C3-BBDA-5A33A61E85F3}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th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ng</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13" name="Google Shape;71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14" name="Google Shape;714;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
        <p:nvSpPr>
          <p:cNvPr id="715" name="Google Shape;715;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6" name="Google Shape;716;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7" name="Google Shape;717;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8" name="Google Shape;718;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9" name="Google Shape;719;p1"/>
          <p:cNvPicPr preferRelativeResize="0"/>
          <p:nvPr/>
        </p:nvPicPr>
        <p:blipFill rotWithShape="1">
          <a:blip r:embed="rId3">
            <a:alphaModFix/>
          </a:blip>
          <a:srcRect l="79" r="79"/>
          <a:stretch/>
        </p:blipFill>
        <p:spPr>
          <a:xfrm rot="455440">
            <a:off x="7334776" y="3962416"/>
            <a:ext cx="1208039" cy="1709827"/>
          </a:xfrm>
          <a:prstGeom prst="rect">
            <a:avLst/>
          </a:prstGeom>
          <a:noFill/>
          <a:ln>
            <a:noFill/>
          </a:ln>
          <a:effectLst>
            <a:outerShdw blurRad="71438" dist="38100" dir="5220000" algn="bl" rotWithShape="0">
              <a:srgbClr val="000000">
                <a:alpha val="20000"/>
              </a:srgbClr>
            </a:outerShdw>
          </a:effectLst>
        </p:spPr>
      </p:pic>
      <p:pic>
        <p:nvPicPr>
          <p:cNvPr id="720" name="Google Shape;720;p1"/>
          <p:cNvPicPr preferRelativeResize="0"/>
          <p:nvPr/>
        </p:nvPicPr>
        <p:blipFill rotWithShape="1">
          <a:blip r:embed="rId4">
            <a:alphaModFix/>
          </a:blip>
          <a:srcRect l="19" r="19"/>
          <a:stretch/>
        </p:blipFill>
        <p:spPr>
          <a:xfrm rot="-65106">
            <a:off x="6295791" y="3890251"/>
            <a:ext cx="1208041" cy="1709825"/>
          </a:xfrm>
          <a:prstGeom prst="rect">
            <a:avLst/>
          </a:prstGeom>
          <a:noFill/>
          <a:ln>
            <a:noFill/>
          </a:ln>
          <a:effectLst>
            <a:outerShdw blurRad="71438" dist="38100" dir="5220000" algn="bl" rotWithShape="0">
              <a:srgbClr val="000000">
                <a:alpha val="20000"/>
              </a:srgbClr>
            </a:outerShdw>
          </a:effectLst>
        </p:spPr>
      </p:pic>
      <p:pic>
        <p:nvPicPr>
          <p:cNvPr id="721" name="Google Shape;721;p1"/>
          <p:cNvPicPr preferRelativeResize="0"/>
          <p:nvPr/>
        </p:nvPicPr>
        <p:blipFill rotWithShape="1">
          <a:blip r:embed="rId5">
            <a:alphaModFix/>
          </a:blip>
          <a:srcRect l="79" r="69"/>
          <a:stretch/>
        </p:blipFill>
        <p:spPr>
          <a:xfrm rot="-571955">
            <a:off x="5328352" y="3979072"/>
            <a:ext cx="1208040" cy="1709824"/>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consonant digraphs </a:t>
            </a:r>
            <a:r>
              <a:rPr lang="en-US">
                <a:solidFill>
                  <a:srgbClr val="8DC63F"/>
                </a:solidFill>
              </a:rPr>
              <a:t>th</a:t>
            </a:r>
            <a:r>
              <a:rPr lang="en-US"/>
              <a:t> (voiced), </a:t>
            </a:r>
            <a:r>
              <a:rPr lang="en-US">
                <a:solidFill>
                  <a:srgbClr val="8DC63F"/>
                </a:solidFill>
              </a:rPr>
              <a:t>th</a:t>
            </a:r>
            <a:r>
              <a:rPr lang="en-US"/>
              <a:t> (unvoiced), </a:t>
            </a:r>
            <a:r>
              <a:rPr lang="en-US">
                <a:solidFill>
                  <a:srgbClr val="8DC63F"/>
                </a:solidFill>
              </a:rPr>
              <a:t>ng</a:t>
            </a:r>
            <a:r>
              <a:rPr lang="en-US"/>
              <a:t>.</a:t>
            </a:r>
            <a:endParaRPr/>
          </a:p>
        </p:txBody>
      </p:sp>
      <p:sp>
        <p:nvSpPr>
          <p:cNvPr id="728" name="Google Shape;728;g2bee4f4af4b_0_204"/>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29" name="Google Shape;729;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30" name="Google Shape;73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9" name="Google Shape;739;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1" name="Google Shape;741;g2bee4f4af4b_0_204"/>
          <p:cNvPicPr preferRelativeResize="0"/>
          <p:nvPr/>
        </p:nvPicPr>
        <p:blipFill rotWithShape="1">
          <a:blip r:embed="rId6">
            <a:alphaModFix/>
          </a:blip>
          <a:srcRect t="89" b="99"/>
          <a:stretch/>
        </p:blipFill>
        <p:spPr>
          <a:xfrm>
            <a:off x="6083646" y="4363493"/>
            <a:ext cx="786850" cy="590421"/>
          </a:xfrm>
          <a:prstGeom prst="rect">
            <a:avLst/>
          </a:prstGeom>
          <a:noFill/>
          <a:ln>
            <a:noFill/>
          </a:ln>
          <a:effectLst>
            <a:outerShdw blurRad="71438" dist="19050" dir="5220000" algn="bl" rotWithShape="0">
              <a:srgbClr val="D8D8D8"/>
            </a:outerShdw>
          </a:effectLst>
        </p:spPr>
      </p:pic>
      <p:sp>
        <p:nvSpPr>
          <p:cNvPr id="742" name="Google Shape;74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3" name="Google Shape;74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4" name="Google Shape;744;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5" name="Google Shape;745;g2bee4f4af4b_0_204">
            <a:hlinkClick r:id="rId8" action="ppaction://hlinksldjump"/>
          </p:cNvPr>
          <p:cNvSpPr/>
          <p:nvPr/>
        </p:nvSpPr>
        <p:spPr>
          <a:xfrm>
            <a:off x="1031138" y="3892910"/>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9" action="ppaction://hlinksldjump"/>
          </p:cNvPr>
          <p:cNvSpPr/>
          <p:nvPr/>
        </p:nvSpPr>
        <p:spPr>
          <a:xfrm>
            <a:off x="2447751" y="382638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0" action="ppaction://hlinksldjump"/>
          </p:cNvPr>
          <p:cNvSpPr/>
          <p:nvPr/>
        </p:nvSpPr>
        <p:spPr>
          <a:xfrm>
            <a:off x="3641132"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1" action="ppaction://hlinksldjump"/>
          </p:cNvPr>
          <p:cNvSpPr/>
          <p:nvPr/>
        </p:nvSpPr>
        <p:spPr>
          <a:xfrm>
            <a:off x="4859461" y="381741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2" action="ppaction://hlinksldjump"/>
          </p:cNvPr>
          <p:cNvSpPr/>
          <p:nvPr/>
        </p:nvSpPr>
        <p:spPr>
          <a:xfrm>
            <a:off x="5998566"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6" name="Google Shape;756;g26b641b03cd_0_165"/>
          <p:cNvGrpSpPr/>
          <p:nvPr/>
        </p:nvGrpSpPr>
        <p:grpSpPr>
          <a:xfrm>
            <a:off x="930400" y="2129444"/>
            <a:ext cx="7283200" cy="3724851"/>
            <a:chOff x="930400" y="2129444"/>
            <a:chExt cx="7283200" cy="3724851"/>
          </a:xfrm>
        </p:grpSpPr>
        <p:pic>
          <p:nvPicPr>
            <p:cNvPr id="757" name="Google Shape;75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6" name="Google Shape;786;g26b7edf6e71_0_26"/>
          <p:cNvPicPr preferRelativeResize="0"/>
          <p:nvPr/>
        </p:nvPicPr>
        <p:blipFill rotWithShape="1">
          <a:blip r:embed="rId3">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4"/>
              </a:srgbClr>
            </a:outerShdw>
          </a:effectLst>
        </p:spPr>
      </p:pic>
      <p:pic>
        <p:nvPicPr>
          <p:cNvPr id="787" name="Google Shape;787;g26b7edf6e71_0_26"/>
          <p:cNvPicPr preferRelativeResize="0"/>
          <p:nvPr/>
        </p:nvPicPr>
        <p:blipFill rotWithShape="1">
          <a:blip r:embed="rId4">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4"/>
              </a:srgbClr>
            </a:outerShdw>
          </a:effectLst>
        </p:spPr>
      </p:pic>
      <p:pic>
        <p:nvPicPr>
          <p:cNvPr id="788" name="Google Shape;788;g26b7edf6e71_0_26"/>
          <p:cNvPicPr preferRelativeResize="0"/>
          <p:nvPr/>
        </p:nvPicPr>
        <p:blipFill rotWithShape="1">
          <a:blip r:embed="rId5">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4"/>
              </a:srgbClr>
            </a:outerShdw>
          </a:effectLst>
        </p:spPr>
      </p:pic>
      <p:pic>
        <p:nvPicPr>
          <p:cNvPr id="789" name="Google Shape;789;g26b7edf6e71_0_26"/>
          <p:cNvPicPr preferRelativeResize="0"/>
          <p:nvPr/>
        </p:nvPicPr>
        <p:blipFill rotWithShape="1">
          <a:blip r:embed="rId6">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4"/>
              </a:srgbClr>
            </a:outerShdw>
          </a:effectLst>
        </p:spPr>
      </p:pic>
      <p:pic>
        <p:nvPicPr>
          <p:cNvPr id="790" name="Google Shape;790;g26b7edf6e71_0_26"/>
          <p:cNvPicPr preferRelativeResize="0"/>
          <p:nvPr/>
        </p:nvPicPr>
        <p:blipFill rotWithShape="1">
          <a:blip r:embed="rId7">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4"/>
              </a:srgbClr>
            </a:outerShdw>
          </a:effectLst>
        </p:spPr>
      </p:pic>
      <p:pic>
        <p:nvPicPr>
          <p:cNvPr id="791" name="Google Shape;791;g26b7edf6e71_0_26"/>
          <p:cNvPicPr preferRelativeResize="0"/>
          <p:nvPr/>
        </p:nvPicPr>
        <p:blipFill rotWithShape="1">
          <a:blip r:embed="rId8">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4"/>
              </a:srgbClr>
            </a:outerShdw>
          </a:effectLst>
        </p:spPr>
      </p:pic>
      <p:pic>
        <p:nvPicPr>
          <p:cNvPr id="792" name="Google Shape;792;g26b7edf6e71_0_26"/>
          <p:cNvPicPr preferRelativeResize="0"/>
          <p:nvPr/>
        </p:nvPicPr>
        <p:blipFill rotWithShape="1">
          <a:blip r:embed="rId9">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4"/>
              </a:srgbClr>
            </a:outerShdw>
          </a:effectLst>
        </p:spPr>
      </p:pic>
      <p:pic>
        <p:nvPicPr>
          <p:cNvPr id="793" name="Google Shape;793;g26b7edf6e71_0_26"/>
          <p:cNvPicPr preferRelativeResize="0"/>
          <p:nvPr/>
        </p:nvPicPr>
        <p:blipFill rotWithShape="1">
          <a:blip r:embed="rId10">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4"/>
              </a:srgbClr>
            </a:outerShdw>
          </a:effectLst>
        </p:spPr>
      </p:pic>
      <p:pic>
        <p:nvPicPr>
          <p:cNvPr id="794" name="Google Shape;794;g26b7edf6e71_0_26"/>
          <p:cNvPicPr preferRelativeResize="0"/>
          <p:nvPr/>
        </p:nvPicPr>
        <p:blipFill rotWithShape="1">
          <a:blip r:embed="rId11">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4"/>
              </a:srgbClr>
            </a:outerShdw>
          </a:effectLst>
        </p:spPr>
      </p:pic>
      <p:pic>
        <p:nvPicPr>
          <p:cNvPr id="795" name="Google Shape;795;g26b7edf6e71_0_26"/>
          <p:cNvPicPr preferRelativeResize="0"/>
          <p:nvPr/>
        </p:nvPicPr>
        <p:blipFill rotWithShape="1">
          <a:blip r:embed="rId12">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4"/>
              </a:srgbClr>
            </a:outerShdw>
          </a:effectLst>
        </p:spPr>
      </p:pic>
      <p:pic>
        <p:nvPicPr>
          <p:cNvPr id="796" name="Google Shape;796;g26b7edf6e71_0_26"/>
          <p:cNvPicPr preferRelativeResize="0"/>
          <p:nvPr/>
        </p:nvPicPr>
        <p:blipFill rotWithShape="1">
          <a:blip r:embed="rId13">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4"/>
              </a:srgbClr>
            </a:outerShdw>
          </a:effectLst>
        </p:spPr>
      </p:pic>
      <p:pic>
        <p:nvPicPr>
          <p:cNvPr id="797" name="Google Shape;797;g26b7edf6e71_0_26"/>
          <p:cNvPicPr preferRelativeResize="0"/>
          <p:nvPr/>
        </p:nvPicPr>
        <p:blipFill rotWithShape="1">
          <a:blip r:embed="rId14">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4"/>
              </a:srgbClr>
            </a:outerShdw>
          </a:effectLst>
        </p:spPr>
      </p:pic>
      <p:pic>
        <p:nvPicPr>
          <p:cNvPr id="798" name="Google Shape;798;g26b7edf6e71_0_26"/>
          <p:cNvPicPr preferRelativeResize="0"/>
          <p:nvPr/>
        </p:nvPicPr>
        <p:blipFill rotWithShape="1">
          <a:blip r:embed="rId15">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05" name="Google Shape;805;g26b7edf6e71_0_109"/>
          <p:cNvGrpSpPr/>
          <p:nvPr/>
        </p:nvGrpSpPr>
        <p:grpSpPr>
          <a:xfrm>
            <a:off x="867357" y="2129450"/>
            <a:ext cx="7282807" cy="2686611"/>
            <a:chOff x="867357" y="2129450"/>
            <a:chExt cx="7282807" cy="2686611"/>
          </a:xfrm>
        </p:grpSpPr>
        <p:pic>
          <p:nvPicPr>
            <p:cNvPr id="806" name="Google Shape;80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2c610ea7438_0_1"/>
          <p:cNvSpPr txBox="1">
            <a:spLocks noGrp="1"/>
          </p:cNvSpPr>
          <p:nvPr>
            <p:ph type="title"/>
          </p:nvPr>
        </p:nvSpPr>
        <p:spPr>
          <a:xfrm>
            <a:off x="854850" y="582900"/>
            <a:ext cx="7434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 </a:t>
            </a:r>
            <a:r>
              <a:rPr lang="en-US">
                <a:solidFill>
                  <a:srgbClr val="2356AF"/>
                </a:solidFill>
              </a:rPr>
              <a:t>push</a:t>
            </a:r>
            <a:r>
              <a:rPr lang="en-US"/>
              <a:t>.</a:t>
            </a:r>
            <a:endParaRPr/>
          </a:p>
        </p:txBody>
      </p:sp>
      <p:pic>
        <p:nvPicPr>
          <p:cNvPr id="826" name="Google Shape;826;g2c610ea7438_0_1"/>
          <p:cNvPicPr preferRelativeResize="0"/>
          <p:nvPr/>
        </p:nvPicPr>
        <p:blipFill rotWithShape="1">
          <a:blip r:embed="rId3">
            <a:alphaModFix/>
          </a:blip>
          <a:srcRect t="19" b="29"/>
          <a:stretch/>
        </p:blipFill>
        <p:spPr>
          <a:xfrm>
            <a:off x="2601063" y="2129450"/>
            <a:ext cx="3941874" cy="2816974"/>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69ffec7ae_0_2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33" name="Google Shape;833;g2c69ffec7ae_0_25"/>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34" name="Google Shape;834;g2c69ffec7ae_0_25"/>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1" name="Google Shape;84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42" name="Google Shape;84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3" name="Google Shape;843;g2c186218c5a_0_17"/>
          <p:cNvPicPr preferRelativeResize="0"/>
          <p:nvPr/>
        </p:nvPicPr>
        <p:blipFill rotWithShape="1">
          <a:blip r:embed="rId3">
            <a:alphaModFix/>
          </a:blip>
          <a:srcRect t="149" b="1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44" name="Google Shape;844;g2c186218c5a_0_17"/>
          <p:cNvPicPr preferRelativeResize="0"/>
          <p:nvPr/>
        </p:nvPicPr>
        <p:blipFill rotWithShape="1">
          <a:blip r:embed="rId4">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45" name="Google Shape;845;g2c186218c5a_0_17"/>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52" name="Google Shape;85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53" name="Google Shape;85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54" name="Google Shape;854;g26b641b03cd_0_185"/>
          <p:cNvPicPr preferRelativeResize="0"/>
          <p:nvPr/>
        </p:nvPicPr>
        <p:blipFill rotWithShape="1">
          <a:blip r:embed="rId3">
            <a:alphaModFix/>
          </a:blip>
          <a:srcRect t="149" b="1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55" name="Google Shape;855;g26b641b03cd_0_185"/>
          <p:cNvPicPr preferRelativeResize="0"/>
          <p:nvPr/>
        </p:nvPicPr>
        <p:blipFill rotWithShape="1">
          <a:blip r:embed="rId4">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56" name="Google Shape;856;g26b641b03cd_0_185"/>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3" name="Google Shape;86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64" name="Google Shape;86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65" name="Google Shape;865;g2c186218c5a_0_25"/>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66" name="Google Shape;866;g2c186218c5a_0_25"/>
          <p:cNvPicPr preferRelativeResize="0"/>
          <p:nvPr/>
        </p:nvPicPr>
        <p:blipFill rotWithShape="1">
          <a:blip r:embed="rId4">
            <a:alphaModFix/>
          </a:blip>
          <a:srcRect l="19" r="2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67" name="Google Shape;867;g2c186218c5a_0_25"/>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4" name="Google Shape;87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75" name="Google Shape;87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76" name="Google Shape;876;g26b641b03cd_0_192"/>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77" name="Google Shape;877;g26b641b03cd_0_192"/>
          <p:cNvPicPr preferRelativeResize="0"/>
          <p:nvPr/>
        </p:nvPicPr>
        <p:blipFill rotWithShape="1">
          <a:blip r:embed="rId4">
            <a:alphaModFix/>
          </a:blip>
          <a:srcRect l="19" r="2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78" name="Google Shape;878;g26b641b03cd_0_192"/>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85" name="Google Shape;88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86" name="Google Shape;88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87" name="Google Shape;887;g26b641b03cd_0_204"/>
          <p:cNvPicPr preferRelativeResize="0"/>
          <p:nvPr/>
        </p:nvPicPr>
        <p:blipFill rotWithShape="1">
          <a:blip r:embed="rId3">
            <a:alphaModFix/>
          </a:blip>
          <a:srcRect l="69" r="6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88" name="Google Shape;888;g26b641b03cd_0_204"/>
          <p:cNvPicPr preferRelativeResize="0"/>
          <p:nvPr/>
        </p:nvPicPr>
        <p:blipFill rotWithShape="1">
          <a:blip r:embed="rId4">
            <a:alphaModFix/>
          </a:blip>
          <a:srcRect l="69" r="6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89" name="Google Shape;889;g26b641b03cd_0_204"/>
          <p:cNvPicPr preferRelativeResize="0"/>
          <p:nvPr/>
        </p:nvPicPr>
        <p:blipFill rotWithShape="1">
          <a:blip r:embed="rId5">
            <a:alphaModFix/>
          </a:blip>
          <a:srcRect l="69" r="6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6" name="Google Shape;89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97" name="Google Shape;89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98" name="Google Shape;898;g2c186218c5a_0_48"/>
          <p:cNvPicPr preferRelativeResize="0"/>
          <p:nvPr/>
        </p:nvPicPr>
        <p:blipFill rotWithShape="1">
          <a:blip r:embed="rId3">
            <a:alphaModFix/>
          </a:blip>
          <a:srcRect l="69" r="6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99" name="Google Shape;899;g2c186218c5a_0_48"/>
          <p:cNvPicPr preferRelativeResize="0"/>
          <p:nvPr/>
        </p:nvPicPr>
        <p:blipFill rotWithShape="1">
          <a:blip r:embed="rId4">
            <a:alphaModFix/>
          </a:blip>
          <a:srcRect l="69" r="6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900" name="Google Shape;900;g2c186218c5a_0_48"/>
          <p:cNvPicPr preferRelativeResize="0"/>
          <p:nvPr/>
        </p:nvPicPr>
        <p:blipFill rotWithShape="1">
          <a:blip r:embed="rId5">
            <a:alphaModFix/>
          </a:blip>
          <a:srcRect l="69" r="6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07" name="Google Shape;90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08" name="Google Shape;90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09" name="Google Shape;909;g26b641b03cd_0_213"/>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910" name="Google Shape;910;g26b641b03cd_0_213"/>
          <p:cNvPicPr preferRelativeResize="0"/>
          <p:nvPr/>
        </p:nvPicPr>
        <p:blipFill rotWithShape="1">
          <a:blip r:embed="rId4">
            <a:alphaModFix/>
          </a:blip>
          <a:srcRect l="129" r="139"/>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911" name="Google Shape;911;g26b641b03cd_0_213"/>
          <p:cNvPicPr preferRelativeResize="0"/>
          <p:nvPr/>
        </p:nvPicPr>
        <p:blipFill rotWithShape="1">
          <a:blip r:embed="rId5">
            <a:alphaModFix/>
          </a:blip>
          <a:srcRect l="129" r="139"/>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8" name="Google Shape;91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19" name="Google Shape;91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0" name="Google Shape;920;g2c186218c5a_0_149"/>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921" name="Google Shape;921;g2c186218c5a_0_149"/>
          <p:cNvPicPr preferRelativeResize="0"/>
          <p:nvPr/>
        </p:nvPicPr>
        <p:blipFill rotWithShape="1">
          <a:blip r:embed="rId4">
            <a:alphaModFix/>
          </a:blip>
          <a:srcRect l="129" r="139"/>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922" name="Google Shape;922;g2c186218c5a_0_149"/>
          <p:cNvPicPr preferRelativeResize="0"/>
          <p:nvPr/>
        </p:nvPicPr>
        <p:blipFill rotWithShape="1">
          <a:blip r:embed="rId5">
            <a:alphaModFix/>
          </a:blip>
          <a:srcRect l="129" r="139"/>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6b641b03cd_0_315"/>
          <p:cNvSpPr txBox="1">
            <a:spLocks noGrp="1"/>
          </p:cNvSpPr>
          <p:nvPr>
            <p:ph type="title"/>
          </p:nvPr>
        </p:nvSpPr>
        <p:spPr>
          <a:xfrm>
            <a:off x="1200675" y="5568500"/>
            <a:ext cx="6742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929" name="Google Shape;929;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30" name="Google Shape;93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1" name="Google Shape;931;g26b641b03cd_0_315"/>
          <p:cNvPicPr preferRelativeResize="0"/>
          <p:nvPr/>
        </p:nvPicPr>
        <p:blipFill rotWithShape="1">
          <a:blip r:embed="rId3">
            <a:alphaModFix/>
          </a:blip>
          <a:srcRect/>
          <a:stretch/>
        </p:blipFill>
        <p:spPr>
          <a:xfrm>
            <a:off x="3373112" y="1230350"/>
            <a:ext cx="2397780" cy="1799208"/>
          </a:xfrm>
          <a:prstGeom prst="rect">
            <a:avLst/>
          </a:prstGeom>
          <a:noFill/>
          <a:ln>
            <a:noFill/>
          </a:ln>
          <a:effectLst>
            <a:outerShdw blurRad="57150" dist="19050" dir="5400000" algn="bl" rotWithShape="0">
              <a:srgbClr val="000000">
                <a:alpha val="20000"/>
              </a:srgbClr>
            </a:outerShdw>
          </a:effectLst>
        </p:spPr>
      </p:pic>
      <p:pic>
        <p:nvPicPr>
          <p:cNvPr id="932" name="Google Shape;932;g26b641b03cd_0_315"/>
          <p:cNvPicPr preferRelativeResize="0"/>
          <p:nvPr/>
        </p:nvPicPr>
        <p:blipFill rotWithShape="1">
          <a:blip r:embed="rId4">
            <a:alphaModFix/>
          </a:blip>
          <a:srcRect/>
          <a:stretch/>
        </p:blipFill>
        <p:spPr>
          <a:xfrm>
            <a:off x="5893096" y="1230350"/>
            <a:ext cx="2397780" cy="1799208"/>
          </a:xfrm>
          <a:prstGeom prst="rect">
            <a:avLst/>
          </a:prstGeom>
          <a:noFill/>
          <a:ln>
            <a:noFill/>
          </a:ln>
          <a:effectLst>
            <a:outerShdw blurRad="57150" dist="19050" dir="5400000" algn="bl" rotWithShape="0">
              <a:srgbClr val="000000">
                <a:alpha val="20000"/>
              </a:srgbClr>
            </a:outerShdw>
          </a:effectLst>
        </p:spPr>
      </p:pic>
      <p:pic>
        <p:nvPicPr>
          <p:cNvPr id="933" name="Google Shape;933;g26b641b03cd_0_315"/>
          <p:cNvPicPr preferRelativeResize="0"/>
          <p:nvPr/>
        </p:nvPicPr>
        <p:blipFill rotWithShape="1">
          <a:blip r:embed="rId5">
            <a:alphaModFix/>
          </a:blip>
          <a:srcRect t="89" b="99"/>
          <a:stretch/>
        </p:blipFill>
        <p:spPr>
          <a:xfrm>
            <a:off x="853125" y="1230350"/>
            <a:ext cx="2397780" cy="1799208"/>
          </a:xfrm>
          <a:prstGeom prst="rect">
            <a:avLst/>
          </a:prstGeom>
          <a:noFill/>
          <a:ln>
            <a:noFill/>
          </a:ln>
          <a:effectLst>
            <a:outerShdw blurRad="57150" dist="19050" dir="5400000" algn="bl" rotWithShape="0">
              <a:srgbClr val="000000">
                <a:alpha val="20000"/>
              </a:srgbClr>
            </a:outerShdw>
          </a:effectLst>
        </p:spPr>
      </p:pic>
      <p:pic>
        <p:nvPicPr>
          <p:cNvPr id="934" name="Google Shape;934;g26b641b03cd_0_315"/>
          <p:cNvPicPr preferRelativeResize="0"/>
          <p:nvPr/>
        </p:nvPicPr>
        <p:blipFill rotWithShape="1">
          <a:blip r:embed="rId6">
            <a:alphaModFix/>
          </a:blip>
          <a:srcRect/>
          <a:stretch/>
        </p:blipFill>
        <p:spPr>
          <a:xfrm>
            <a:off x="4633104" y="3218967"/>
            <a:ext cx="2397780" cy="1799208"/>
          </a:xfrm>
          <a:prstGeom prst="rect">
            <a:avLst/>
          </a:prstGeom>
          <a:noFill/>
          <a:ln>
            <a:noFill/>
          </a:ln>
          <a:effectLst>
            <a:outerShdw blurRad="57150" dist="19050" dir="5400000" algn="bl" rotWithShape="0">
              <a:srgbClr val="000000">
                <a:alpha val="20000"/>
              </a:srgbClr>
            </a:outerShdw>
          </a:effectLst>
        </p:spPr>
      </p:pic>
      <p:pic>
        <p:nvPicPr>
          <p:cNvPr id="935" name="Google Shape;935;g26b641b03cd_0_315"/>
          <p:cNvPicPr preferRelativeResize="0"/>
          <p:nvPr/>
        </p:nvPicPr>
        <p:blipFill rotWithShape="1">
          <a:blip r:embed="rId7">
            <a:alphaModFix/>
          </a:blip>
          <a:srcRect t="89" b="99"/>
          <a:stretch/>
        </p:blipFill>
        <p:spPr>
          <a:xfrm>
            <a:off x="2113117" y="3218967"/>
            <a:ext cx="2397780" cy="1799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42" name="Google Shape;94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3" name="Google Shape;943;g26b641b03cd_1_0"/>
          <p:cNvPicPr preferRelativeResize="0"/>
          <p:nvPr/>
        </p:nvPicPr>
        <p:blipFill rotWithShape="1">
          <a:blip r:embed="rId3">
            <a:alphaModFix/>
          </a:blip>
          <a:srcRect l="69" r="69"/>
          <a:stretch/>
        </p:blipFill>
        <p:spPr>
          <a:xfrm>
            <a:off x="3373112" y="1230350"/>
            <a:ext cx="2397780" cy="1799208"/>
          </a:xfrm>
          <a:prstGeom prst="rect">
            <a:avLst/>
          </a:prstGeom>
          <a:noFill/>
          <a:ln>
            <a:noFill/>
          </a:ln>
          <a:effectLst>
            <a:outerShdw blurRad="57150" dist="19050" dir="5400000" algn="bl" rotWithShape="0">
              <a:srgbClr val="000000">
                <a:alpha val="20000"/>
              </a:srgbClr>
            </a:outerShdw>
          </a:effectLst>
        </p:spPr>
      </p:pic>
      <p:pic>
        <p:nvPicPr>
          <p:cNvPr id="944" name="Google Shape;944;g26b641b03cd_1_0"/>
          <p:cNvPicPr preferRelativeResize="0"/>
          <p:nvPr/>
        </p:nvPicPr>
        <p:blipFill rotWithShape="1">
          <a:blip r:embed="rId4">
            <a:alphaModFix/>
          </a:blip>
          <a:srcRect l="69" r="69"/>
          <a:stretch/>
        </p:blipFill>
        <p:spPr>
          <a:xfrm>
            <a:off x="5893096" y="1230350"/>
            <a:ext cx="2397780" cy="1799208"/>
          </a:xfrm>
          <a:prstGeom prst="rect">
            <a:avLst/>
          </a:prstGeom>
          <a:noFill/>
          <a:ln>
            <a:noFill/>
          </a:ln>
          <a:effectLst>
            <a:outerShdw blurRad="57150" dist="19050" dir="5400000" algn="bl" rotWithShape="0">
              <a:srgbClr val="000000">
                <a:alpha val="20000"/>
              </a:srgbClr>
            </a:outerShdw>
          </a:effectLst>
        </p:spPr>
      </p:pic>
      <p:pic>
        <p:nvPicPr>
          <p:cNvPr id="945" name="Google Shape;945;g26b641b03cd_1_0"/>
          <p:cNvPicPr preferRelativeResize="0"/>
          <p:nvPr/>
        </p:nvPicPr>
        <p:blipFill rotWithShape="1">
          <a:blip r:embed="rId5">
            <a:alphaModFix/>
          </a:blip>
          <a:srcRect t="19" b="29"/>
          <a:stretch/>
        </p:blipFill>
        <p:spPr>
          <a:xfrm>
            <a:off x="853125" y="1230350"/>
            <a:ext cx="2397780" cy="1799208"/>
          </a:xfrm>
          <a:prstGeom prst="rect">
            <a:avLst/>
          </a:prstGeom>
          <a:noFill/>
          <a:ln>
            <a:noFill/>
          </a:ln>
          <a:effectLst>
            <a:outerShdw blurRad="57150" dist="19050" dir="5400000" algn="bl" rotWithShape="0">
              <a:srgbClr val="000000">
                <a:alpha val="20000"/>
              </a:srgbClr>
            </a:outerShdw>
          </a:effectLst>
        </p:spPr>
      </p:pic>
      <p:pic>
        <p:nvPicPr>
          <p:cNvPr id="946" name="Google Shape;946;g26b641b03cd_1_0"/>
          <p:cNvPicPr preferRelativeResize="0"/>
          <p:nvPr/>
        </p:nvPicPr>
        <p:blipFill rotWithShape="1">
          <a:blip r:embed="rId6">
            <a:alphaModFix/>
          </a:blip>
          <a:srcRect l="69" r="69"/>
          <a:stretch/>
        </p:blipFill>
        <p:spPr>
          <a:xfrm>
            <a:off x="4633104" y="3218967"/>
            <a:ext cx="2397780" cy="1799208"/>
          </a:xfrm>
          <a:prstGeom prst="rect">
            <a:avLst/>
          </a:prstGeom>
          <a:noFill/>
          <a:ln>
            <a:noFill/>
          </a:ln>
          <a:effectLst>
            <a:outerShdw blurRad="57150" dist="19050" dir="5400000" algn="bl" rotWithShape="0">
              <a:srgbClr val="000000">
                <a:alpha val="20000"/>
              </a:srgbClr>
            </a:outerShdw>
          </a:effectLst>
        </p:spPr>
      </p:pic>
      <p:pic>
        <p:nvPicPr>
          <p:cNvPr id="947" name="Google Shape;947;g26b641b03cd_1_0"/>
          <p:cNvPicPr preferRelativeResize="0"/>
          <p:nvPr/>
        </p:nvPicPr>
        <p:blipFill rotWithShape="1">
          <a:blip r:embed="rId7">
            <a:alphaModFix/>
          </a:blip>
          <a:srcRect t="19" b="29"/>
          <a:stretch/>
        </p:blipFill>
        <p:spPr>
          <a:xfrm>
            <a:off x="2113117" y="3218967"/>
            <a:ext cx="2397780" cy="1799208"/>
          </a:xfrm>
          <a:prstGeom prst="rect">
            <a:avLst/>
          </a:prstGeom>
          <a:noFill/>
          <a:ln>
            <a:noFill/>
          </a:ln>
          <a:effectLst>
            <a:outerShdw blurRad="57150" dist="19050" dir="5400000" algn="bl" rotWithShape="0">
              <a:srgbClr val="000000">
                <a:alpha val="20000"/>
              </a:srgbClr>
            </a:outerShdw>
          </a:effectLst>
        </p:spPr>
      </p:pic>
      <p:sp>
        <p:nvSpPr>
          <p:cNvPr id="948" name="Google Shape;948;g26b641b03cd_1_0"/>
          <p:cNvSpPr txBox="1">
            <a:spLocks noGrp="1"/>
          </p:cNvSpPr>
          <p:nvPr>
            <p:ph type="title"/>
          </p:nvPr>
        </p:nvSpPr>
        <p:spPr>
          <a:xfrm>
            <a:off x="1200675" y="5568500"/>
            <a:ext cx="6742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316</Words>
  <Application>Microsoft Office PowerPoint</Application>
  <PresentationFormat>On-screen Show (4:3)</PresentationFormat>
  <Paragraphs>98</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Poppins</vt:lpstr>
      <vt:lpstr>Poppins SemiBold</vt:lpstr>
      <vt:lpstr>Jost</vt:lpstr>
      <vt:lpstr>Calibri</vt:lpstr>
      <vt:lpstr>Poppins Medium</vt:lpstr>
      <vt:lpstr>Mulish</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 push.</vt:lpstr>
      <vt:lpstr>PowerPoint Presentation</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2026-04-28T06:01:59Z</dcterms:modified>
</cp:coreProperties>
</file>