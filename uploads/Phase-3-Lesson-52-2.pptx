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Mulish" panose="020B0604020202020204" charset="0"/>
      <p:regular r:id="rId32"/>
      <p:bold r:id="rId33"/>
      <p:italic r:id="rId34"/>
      <p:boldItalic r:id="rId35"/>
    </p:embeddedFont>
    <p:embeddedFont>
      <p:font typeface="Nunito Black" pitchFamily="2" charset="0"/>
      <p:bold r:id="rId36"/>
      <p:boldItalic r:id="rId37"/>
    </p:embeddedFont>
    <p:embeddedFont>
      <p:font typeface="Poppins" panose="00000500000000000000" pitchFamily="2" charset="0"/>
      <p:regular r:id="rId38"/>
      <p:bold r:id="rId39"/>
      <p:italic r:id="rId40"/>
      <p:boldItalic r:id="rId41"/>
    </p:embeddedFont>
    <p:embeddedFont>
      <p:font typeface="Poppins Medium" panose="00000600000000000000" pitchFamily="2" charset="0"/>
      <p:regular r:id="rId42"/>
      <p:bold r:id="rId43"/>
      <p:italic r:id="rId44"/>
      <p:boldItalic r:id="rId45"/>
    </p:embeddedFont>
    <p:embeddedFont>
      <p:font typeface="Poppins SemiBold" panose="000007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OhxCW7VsoK3VNL82Enw6Cz/7h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92978FF-D0D7-46FF-BAE5-F3B84BB6FF7E}">
  <a:tblStyle styleId="{392978FF-D0D7-46FF-BAE5-F3B84BB6FF7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 Id="rId5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7" name="Google Shape;72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8" name="Google Shape;72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8" name="Google Shape;75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2ced50b1d8b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g2ced50b1d8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2ced50b1d8b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5" name="Google Shape;87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2cec73fd648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g2cec73fd648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g2cec73fd648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2" name="Google Shape;97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3" name="Google Shape;97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7" name="Google Shape;101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8" name="Google Shape;101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5" name="Google Shape;1035;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6" name="Google Shape;1036;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2cec73fd648_0_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g2cec73fd648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2cec73fd648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R-controlled Digraph 'er'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11 - Tuesday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52</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22.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9.xml"/><Relationship Id="rId5" Type="http://schemas.openxmlformats.org/officeDocument/2006/relationships/image" Target="../media/image5.png"/><Relationship Id="rId10" Type="http://schemas.openxmlformats.org/officeDocument/2006/relationships/slide" Target="slide10.xml"/><Relationship Id="rId4" Type="http://schemas.openxmlformats.org/officeDocument/2006/relationships/image" Target="../media/image9.png"/><Relationship Id="rId9" Type="http://schemas.openxmlformats.org/officeDocument/2006/relationships/slide" Target="slide8.xml"/><Relationship Id="rId14"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 Id="rId27"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notesSlide" Target="../notesSlides/notesSlide5.xml"/><Relationship Id="rId16" Type="http://schemas.openxmlformats.org/officeDocument/2006/relationships/image" Target="../media/image72.png"/><Relationship Id="rId1" Type="http://schemas.openxmlformats.org/officeDocument/2006/relationships/slideLayout" Target="../slideLayouts/slideLayout3.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5" Type="http://schemas.openxmlformats.org/officeDocument/2006/relationships/image" Target="../media/image7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s>
</file>

<file path=ppt/slides/_rels/slide6.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18" Type="http://schemas.openxmlformats.org/officeDocument/2006/relationships/image" Target="../media/image88.png"/><Relationship Id="rId26" Type="http://schemas.openxmlformats.org/officeDocument/2006/relationships/image" Target="../media/image96.png"/><Relationship Id="rId3" Type="http://schemas.openxmlformats.org/officeDocument/2006/relationships/image" Target="../media/image73.png"/><Relationship Id="rId21" Type="http://schemas.openxmlformats.org/officeDocument/2006/relationships/image" Target="../media/image91.png"/><Relationship Id="rId7" Type="http://schemas.openxmlformats.org/officeDocument/2006/relationships/image" Target="../media/image77.png"/><Relationship Id="rId12" Type="http://schemas.openxmlformats.org/officeDocument/2006/relationships/image" Target="../media/image82.png"/><Relationship Id="rId17" Type="http://schemas.openxmlformats.org/officeDocument/2006/relationships/image" Target="../media/image87.png"/><Relationship Id="rId25" Type="http://schemas.openxmlformats.org/officeDocument/2006/relationships/image" Target="../media/image95.png"/><Relationship Id="rId2" Type="http://schemas.openxmlformats.org/officeDocument/2006/relationships/notesSlide" Target="../notesSlides/notesSlide6.xml"/><Relationship Id="rId16" Type="http://schemas.openxmlformats.org/officeDocument/2006/relationships/image" Target="../media/image86.png"/><Relationship Id="rId20" Type="http://schemas.openxmlformats.org/officeDocument/2006/relationships/image" Target="../media/image90.png"/><Relationship Id="rId1" Type="http://schemas.openxmlformats.org/officeDocument/2006/relationships/slideLayout" Target="../slideLayouts/slideLayout3.xml"/><Relationship Id="rId6" Type="http://schemas.openxmlformats.org/officeDocument/2006/relationships/image" Target="../media/image76.png"/><Relationship Id="rId11" Type="http://schemas.openxmlformats.org/officeDocument/2006/relationships/image" Target="../media/image81.png"/><Relationship Id="rId24" Type="http://schemas.openxmlformats.org/officeDocument/2006/relationships/image" Target="../media/image94.png"/><Relationship Id="rId5" Type="http://schemas.openxmlformats.org/officeDocument/2006/relationships/image" Target="../media/image75.png"/><Relationship Id="rId15" Type="http://schemas.openxmlformats.org/officeDocument/2006/relationships/image" Target="../media/image85.png"/><Relationship Id="rId23" Type="http://schemas.openxmlformats.org/officeDocument/2006/relationships/image" Target="../media/image93.png"/><Relationship Id="rId10" Type="http://schemas.openxmlformats.org/officeDocument/2006/relationships/image" Target="../media/image80.png"/><Relationship Id="rId19" Type="http://schemas.openxmlformats.org/officeDocument/2006/relationships/image" Target="../media/image89.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 Id="rId22" Type="http://schemas.openxmlformats.org/officeDocument/2006/relationships/image" Target="../media/image92.png"/><Relationship Id="rId27" Type="http://schemas.openxmlformats.org/officeDocument/2006/relationships/image" Target="../media/image97.png"/></Relationships>
</file>

<file path=ppt/slides/_rels/slide7.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R-controlled Digraph 'er'</a:t>
            </a:r>
            <a:endParaRPr/>
          </a:p>
        </p:txBody>
      </p:sp>
      <p:sp>
        <p:nvSpPr>
          <p:cNvPr id="683" name="Google Shape;683;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52</a:t>
            </a:r>
            <a:endParaRPr/>
          </a:p>
        </p:txBody>
      </p:sp>
      <p:graphicFrame>
        <p:nvGraphicFramePr>
          <p:cNvPr id="684" name="Google Shape;684;p1"/>
          <p:cNvGraphicFramePr/>
          <p:nvPr/>
        </p:nvGraphicFramePr>
        <p:xfrm>
          <a:off x="4844200" y="1891197"/>
          <a:ext cx="3784950" cy="1678950"/>
        </p:xfrm>
        <a:graphic>
          <a:graphicData uri="http://schemas.openxmlformats.org/drawingml/2006/table">
            <a:tbl>
              <a:tblPr firstRow="1" bandRow="1">
                <a:noFill/>
                <a:tableStyleId>{392978FF-D0D7-46FF-BAE5-F3B84BB6FF7E}</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j</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Mulish"/>
                          <a:ea typeface="Mulish"/>
                          <a:cs typeface="Mulish"/>
                          <a:sym typeface="Mulish"/>
                        </a:rPr>
                        <a:t>v</a:t>
                      </a:r>
                      <a:endParaRPr sz="1800" u="none" strike="noStrike" cap="none">
                        <a:solidFill>
                          <a:schemeClr val="dk1"/>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x</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qu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ch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sh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th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ng</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igh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a:t>
                      </a:r>
                      <a:r>
                        <a:rPr lang="en-US" sz="1500" u="none" strike="noStrike" cap="none">
                          <a:solidFill>
                            <a:schemeClr val="dk1"/>
                          </a:solidFill>
                          <a:latin typeface="Poppins"/>
                          <a:ea typeface="Poppins"/>
                          <a:cs typeface="Poppins"/>
                          <a:sym typeface="Poppins"/>
                        </a:rPr>
                        <a:t>a</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oo</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er</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5" name="Google Shape;685;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6" name="Google Shape;686;p1"/>
          <p:cNvGrpSpPr/>
          <p:nvPr/>
        </p:nvGrpSpPr>
        <p:grpSpPr>
          <a:xfrm>
            <a:off x="3165255" y="3803247"/>
            <a:ext cx="5505336" cy="1888626"/>
            <a:chOff x="3165255" y="3803247"/>
            <a:chExt cx="5505336" cy="1888626"/>
          </a:xfrm>
        </p:grpSpPr>
        <p:sp>
          <p:nvSpPr>
            <p:cNvPr id="687" name="Google Shape;687;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9" name="Google Shape;689;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0784"/>
                </a:srgbClr>
              </a:outerShdw>
            </a:effectLst>
          </p:spPr>
        </p:pic>
        <p:pic>
          <p:nvPicPr>
            <p:cNvPr id="690" name="Google Shape;690;p1"/>
            <p:cNvPicPr preferRelativeResize="0"/>
            <p:nvPr/>
          </p:nvPicPr>
          <p:blipFill rotWithShape="1">
            <a:blip r:embed="rId4">
              <a:alphaModFix/>
            </a:blip>
            <a:srcRect l="139" r="14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91" name="Google Shape;691;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2" name="Google Shape;692;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pSp>
      <p:cxnSp>
        <p:nvCxnSpPr>
          <p:cNvPr id="693" name="Google Shape;693;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r-controlled digraph </a:t>
            </a:r>
            <a:r>
              <a:rPr lang="en-US">
                <a:solidFill>
                  <a:srgbClr val="8DC63F"/>
                </a:solidFill>
              </a:rPr>
              <a:t>er</a:t>
            </a:r>
            <a:r>
              <a:rPr lang="en-US"/>
              <a:t>.</a:t>
            </a:r>
            <a:endParaRPr/>
          </a:p>
        </p:txBody>
      </p:sp>
      <p:sp>
        <p:nvSpPr>
          <p:cNvPr id="700" name="Google Shape;700;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5864826" y="5256525"/>
            <a:ext cx="14073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16" name="Google Shape;716;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7" name="Google Shape;717;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8" name="Google Shape;718;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9" name="Google Shape;719;g2bee4f4af4b_0_204">
            <a:hlinkClick r:id="rId9" action="ppaction://hlinksldjump"/>
          </p:cNvPr>
          <p:cNvSpPr/>
          <p:nvPr/>
        </p:nvSpPr>
        <p:spPr>
          <a:xfrm>
            <a:off x="973101" y="382350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0" action="ppaction://hlinksldjump"/>
          </p:cNvPr>
          <p:cNvSpPr/>
          <p:nvPr/>
        </p:nvSpPr>
        <p:spPr>
          <a:xfrm>
            <a:off x="2486825" y="366452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g2bee4f4af4b_0_204">
            <a:hlinkClick r:id="rId11" action="ppaction://hlinksldjump"/>
          </p:cNvPr>
          <p:cNvSpPr/>
          <p:nvPr/>
        </p:nvSpPr>
        <p:spPr>
          <a:xfrm>
            <a:off x="4859445" y="3752947"/>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g2bee4f4af4b_0_204">
            <a:hlinkClick r:id="rId12" action="ppaction://hlinksldjump"/>
          </p:cNvPr>
          <p:cNvSpPr/>
          <p:nvPr/>
        </p:nvSpPr>
        <p:spPr>
          <a:xfrm>
            <a:off x="5879007" y="378518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3" name="Google Shape;723;g2bee4f4af4b_0_204">
            <a:hlinkClick r:id="rId13" action="ppaction://hlinksldjump"/>
          </p:cNvPr>
          <p:cNvSpPr/>
          <p:nvPr/>
        </p:nvSpPr>
        <p:spPr>
          <a:xfrm>
            <a:off x="7399490" y="378518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4" name="Google Shape;724;g2bee4f4af4b_0_204">
            <a:hlinkClick r:id="rId14" action="ppaction://hlinksldjump"/>
          </p:cNvPr>
          <p:cNvSpPr/>
          <p:nvPr/>
        </p:nvSpPr>
        <p:spPr>
          <a:xfrm>
            <a:off x="3597723"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1" name="Google Shape;731;g26b641b03cd_0_165"/>
          <p:cNvGrpSpPr/>
          <p:nvPr/>
        </p:nvGrpSpPr>
        <p:grpSpPr>
          <a:xfrm>
            <a:off x="930400" y="2129444"/>
            <a:ext cx="7283200" cy="3724851"/>
            <a:chOff x="930400" y="2129444"/>
            <a:chExt cx="7283200" cy="3724851"/>
          </a:xfrm>
        </p:grpSpPr>
        <p:pic>
          <p:nvPicPr>
            <p:cNvPr id="732" name="Google Shape;73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1" name="Google Shape;761;g26b7edf6e71_0_26"/>
          <p:cNvPicPr preferRelativeResize="0"/>
          <p:nvPr/>
        </p:nvPicPr>
        <p:blipFill rotWithShape="1">
          <a:blip r:embed="rId3">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62" name="Google Shape;762;g26b7edf6e71_0_26"/>
          <p:cNvPicPr preferRelativeResize="0"/>
          <p:nvPr/>
        </p:nvPicPr>
        <p:blipFill rotWithShape="1">
          <a:blip r:embed="rId4">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5">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6">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7">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26b7edf6e71_0_26"/>
          <p:cNvPicPr preferRelativeResize="0"/>
          <p:nvPr/>
        </p:nvPicPr>
        <p:blipFill rotWithShape="1">
          <a:blip r:embed="rId8">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7" name="Google Shape;767;g26b7edf6e71_0_26"/>
          <p:cNvPicPr preferRelativeResize="0"/>
          <p:nvPr/>
        </p:nvPicPr>
        <p:blipFill rotWithShape="1">
          <a:blip r:embed="rId9">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26b7edf6e71_0_26"/>
          <p:cNvPicPr preferRelativeResize="0"/>
          <p:nvPr/>
        </p:nvPicPr>
        <p:blipFill rotWithShape="1">
          <a:blip r:embed="rId10">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9" name="Google Shape;769;g26b7edf6e71_0_26"/>
          <p:cNvPicPr preferRelativeResize="0"/>
          <p:nvPr/>
        </p:nvPicPr>
        <p:blipFill rotWithShape="1">
          <a:blip r:embed="rId11">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0" name="Google Shape;770;g26b7edf6e71_0_26"/>
          <p:cNvPicPr preferRelativeResize="0"/>
          <p:nvPr/>
        </p:nvPicPr>
        <p:blipFill rotWithShape="1">
          <a:blip r:embed="rId12">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26b7edf6e71_0_26"/>
          <p:cNvPicPr preferRelativeResize="0"/>
          <p:nvPr/>
        </p:nvPicPr>
        <p:blipFill rotWithShape="1">
          <a:blip r:embed="rId13">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2" name="Google Shape;772;g26b7edf6e71_0_26"/>
          <p:cNvPicPr preferRelativeResize="0"/>
          <p:nvPr/>
        </p:nvPicPr>
        <p:blipFill rotWithShape="1">
          <a:blip r:embed="rId14">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3" name="Google Shape;773;g26b7edf6e71_0_26"/>
          <p:cNvPicPr preferRelativeResize="0"/>
          <p:nvPr/>
        </p:nvPicPr>
        <p:blipFill rotWithShape="1">
          <a:blip r:embed="rId15">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16">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17">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18">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19">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20">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6b7edf6e71_0_26"/>
          <p:cNvPicPr preferRelativeResize="0"/>
          <p:nvPr/>
        </p:nvPicPr>
        <p:blipFill rotWithShape="1">
          <a:blip r:embed="rId21">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22">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6b7edf6e71_0_26"/>
          <p:cNvPicPr preferRelativeResize="0"/>
          <p:nvPr/>
        </p:nvPicPr>
        <p:blipFill rotWithShape="1">
          <a:blip r:embed="rId23">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24">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6b7edf6e71_0_26"/>
          <p:cNvPicPr preferRelativeResize="0"/>
          <p:nvPr/>
        </p:nvPicPr>
        <p:blipFill rotWithShape="1">
          <a:blip r:embed="rId25">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4" name="Google Shape;784;g26b7edf6e71_0_26"/>
          <p:cNvPicPr preferRelativeResize="0"/>
          <p:nvPr/>
        </p:nvPicPr>
        <p:blipFill rotWithShape="1">
          <a:blip r:embed="rId26">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27">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92" name="Google Shape;792;g26b7edf6e71_0_109"/>
          <p:cNvGrpSpPr/>
          <p:nvPr/>
        </p:nvGrpSpPr>
        <p:grpSpPr>
          <a:xfrm>
            <a:off x="867357" y="2129450"/>
            <a:ext cx="7282807" cy="2686611"/>
            <a:chOff x="867357" y="2129450"/>
            <a:chExt cx="7282807" cy="2686611"/>
          </a:xfrm>
        </p:grpSpPr>
        <p:pic>
          <p:nvPicPr>
            <p:cNvPr id="793" name="Google Shape;79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2c610ea7438_0_1"/>
          <p:cNvSpPr txBox="1">
            <a:spLocks noGrp="1"/>
          </p:cNvSpPr>
          <p:nvPr>
            <p:ph type="title"/>
          </p:nvPr>
        </p:nvSpPr>
        <p:spPr>
          <a:xfrm>
            <a:off x="438600" y="582900"/>
            <a:ext cx="82671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 here</a:t>
            </a:r>
            <a:r>
              <a:rPr lang="en-US"/>
              <a:t>.</a:t>
            </a:r>
            <a:endParaRPr/>
          </a:p>
        </p:txBody>
      </p:sp>
      <p:pic>
        <p:nvPicPr>
          <p:cNvPr id="813" name="Google Shape;813;g2c610ea7438_0_1"/>
          <p:cNvPicPr preferRelativeResize="0"/>
          <p:nvPr/>
        </p:nvPicPr>
        <p:blipFill rotWithShape="1">
          <a:blip r:embed="rId3">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1"/>
              </a:srgbClr>
            </a:outerShdw>
          </a:effectLst>
        </p:spPr>
      </p:pic>
      <p:pic>
        <p:nvPicPr>
          <p:cNvPr id="814" name="Google Shape;814;g2c610ea7438_0_1"/>
          <p:cNvPicPr preferRelativeResize="0"/>
          <p:nvPr/>
        </p:nvPicPr>
        <p:blipFill rotWithShape="1">
          <a:blip r:embed="rId4">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5" name="Google Shape;815;g2c610ea7438_0_1"/>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6">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7">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8">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c610ea7438_0_1"/>
          <p:cNvPicPr preferRelativeResize="0"/>
          <p:nvPr/>
        </p:nvPicPr>
        <p:blipFill rotWithShape="1">
          <a:blip r:embed="rId9">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10">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11">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12">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13">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14">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15">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16">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c610ea7438_0_1"/>
          <p:cNvPicPr preferRelativeResize="0"/>
          <p:nvPr/>
        </p:nvPicPr>
        <p:blipFill rotWithShape="1">
          <a:blip r:embed="rId17">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8" name="Google Shape;828;g2c610ea7438_0_1"/>
          <p:cNvPicPr preferRelativeResize="0"/>
          <p:nvPr/>
        </p:nvPicPr>
        <p:blipFill rotWithShape="1">
          <a:blip r:embed="rId1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9" name="Google Shape;829;g2c610ea7438_0_1"/>
          <p:cNvPicPr preferRelativeResize="0"/>
          <p:nvPr/>
        </p:nvPicPr>
        <p:blipFill rotWithShape="1">
          <a:blip r:embed="rId1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0" name="Google Shape;830;g2c610ea7438_0_1"/>
          <p:cNvPicPr preferRelativeResize="0"/>
          <p:nvPr/>
        </p:nvPicPr>
        <p:blipFill rotWithShape="1">
          <a:blip r:embed="rId2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1" name="Google Shape;831;g2c610ea7438_0_1"/>
          <p:cNvPicPr preferRelativeResize="0"/>
          <p:nvPr/>
        </p:nvPicPr>
        <p:blipFill rotWithShape="1">
          <a:blip r:embed="rId2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2" name="Google Shape;832;g2c610ea7438_0_1"/>
          <p:cNvPicPr preferRelativeResize="0"/>
          <p:nvPr/>
        </p:nvPicPr>
        <p:blipFill rotWithShape="1">
          <a:blip r:embed="rId22">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3" name="Google Shape;833;g2c610ea7438_0_1"/>
          <p:cNvPicPr preferRelativeResize="0"/>
          <p:nvPr/>
        </p:nvPicPr>
        <p:blipFill rotWithShape="1">
          <a:blip r:embed="rId23">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2c610ea7438_0_1"/>
          <p:cNvPicPr preferRelativeResize="0"/>
          <p:nvPr/>
        </p:nvPicPr>
        <p:blipFill rotWithShape="1">
          <a:blip r:embed="rId24">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5" name="Google Shape;835;g2c610ea7438_0_1"/>
          <p:cNvPicPr preferRelativeResize="0"/>
          <p:nvPr/>
        </p:nvPicPr>
        <p:blipFill rotWithShape="1">
          <a:blip r:embed="rId25">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6" name="Google Shape;836;g2c610ea7438_0_1"/>
          <p:cNvPicPr preferRelativeResize="0"/>
          <p:nvPr/>
        </p:nvPicPr>
        <p:blipFill rotWithShape="1">
          <a:blip r:embed="rId26">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7" name="Google Shape;837;g2c610ea7438_0_1"/>
          <p:cNvPicPr preferRelativeResize="0"/>
          <p:nvPr/>
        </p:nvPicPr>
        <p:blipFill rotWithShape="1">
          <a:blip r:embed="rId27">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2ced50b1d8b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44" name="Google Shape;844;g2ced50b1d8b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45" name="Google Shape;845;g2ced50b1d8b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52" name="Google Shape;85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53" name="Google Shape;853;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54" name="Google Shape;85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61" name="Google Shape;86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62" name="Google Shape;862;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63" name="Google Shape;86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70" name="Google Shape;87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71" name="Google Shape;871;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72" name="Google Shape;87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79" name="Google Shape;87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80" name="Google Shape;880;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81" name="Google Shape;881;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88" name="Google Shape;88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89" name="Google Shape;88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6" name="Google Shape;896;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7" name="Google Shape;897;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8" name="Google Shape;898;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9" name="Google Shape;899;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0" name="Google Shape;900;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1" name="Google Shape;901;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2" name="Google Shape;902;g2c4fd7a3c22_2_0"/>
          <p:cNvGrpSpPr/>
          <p:nvPr/>
        </p:nvGrpSpPr>
        <p:grpSpPr>
          <a:xfrm>
            <a:off x="304250" y="6984600"/>
            <a:ext cx="8330829" cy="808600"/>
            <a:chOff x="-152950" y="7365600"/>
            <a:chExt cx="8330829" cy="808600"/>
          </a:xfrm>
        </p:grpSpPr>
        <p:sp>
          <p:nvSpPr>
            <p:cNvPr id="903" name="Google Shape;903;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4" name="Google Shape;904;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5" name="Google Shape;905;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6" name="Google Shape;906;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7" name="Google Shape;907;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8" name="Google Shape;908;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9" name="Google Shape;909;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0" name="Google Shape;910;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1" name="Google Shape;911;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2" name="Google Shape;912;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3" name="Google Shape;913;g2c4fd7a3c22_2_0"/>
          <p:cNvSpPr/>
          <p:nvPr/>
        </p:nvSpPr>
        <p:spPr>
          <a:xfrm>
            <a:off x="2648175" y="390563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c4fd7a3c22_2_0"/>
          <p:cNvSpPr/>
          <p:nvPr/>
        </p:nvSpPr>
        <p:spPr>
          <a:xfrm>
            <a:off x="3432975" y="390563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5" name="Google Shape;915;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6" name="Google Shape;916;g2c4fd7a3c22_2_0"/>
          <p:cNvSpPr txBox="1">
            <a:spLocks noGrp="1"/>
          </p:cNvSpPr>
          <p:nvPr>
            <p:ph type="subTitle" idx="4294967295"/>
          </p:nvPr>
        </p:nvSpPr>
        <p:spPr>
          <a:xfrm>
            <a:off x="3952925" y="1262300"/>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r>
              <a:rPr lang="en-US" sz="3000" b="0" i="0" u="none" strike="noStrike" cap="none">
                <a:solidFill>
                  <a:srgbClr val="2356AF"/>
                </a:solidFill>
                <a:latin typeface="Jost"/>
                <a:ea typeface="Jost"/>
                <a:cs typeface="Jost"/>
                <a:sym typeface="Jost"/>
              </a:rPr>
              <a:t> </a:t>
            </a: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17" name="Google Shape;917;g2c4fd7a3c22_2_0"/>
          <p:cNvSpPr txBox="1">
            <a:spLocks noGrp="1"/>
          </p:cNvSpPr>
          <p:nvPr>
            <p:ph type="subTitle" idx="4294967295"/>
          </p:nvPr>
        </p:nvSpPr>
        <p:spPr>
          <a:xfrm>
            <a:off x="2078475" y="1262300"/>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18" name="Google Shape;918;g2c4fd7a3c22_2_0"/>
          <p:cNvSpPr txBox="1">
            <a:spLocks noGrp="1"/>
          </p:cNvSpPr>
          <p:nvPr>
            <p:ph type="subTitle" idx="4294967295"/>
          </p:nvPr>
        </p:nvSpPr>
        <p:spPr>
          <a:xfrm>
            <a:off x="2863300" y="1262300"/>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19" name="Google Shape;919;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c4fd7a3c22_2_0"/>
          <p:cNvSpPr txBox="1">
            <a:spLocks noGrp="1"/>
          </p:cNvSpPr>
          <p:nvPr>
            <p:ph type="subTitle" idx="4294967295"/>
          </p:nvPr>
        </p:nvSpPr>
        <p:spPr>
          <a:xfrm>
            <a:off x="5227425" y="1262300"/>
            <a:ext cx="1838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921" name="Google Shape;921;g2c4fd7a3c22_2_0"/>
          <p:cNvSpPr/>
          <p:nvPr/>
        </p:nvSpPr>
        <p:spPr>
          <a:xfrm>
            <a:off x="5411175" y="4010650"/>
            <a:ext cx="14706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4fd7a3c22_2_0"/>
          <p:cNvSpPr/>
          <p:nvPr/>
        </p:nvSpPr>
        <p:spPr>
          <a:xfrm>
            <a:off x="6011829" y="73830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4fd7a3c22_2_0"/>
          <p:cNvSpPr/>
          <p:nvPr/>
        </p:nvSpPr>
        <p:spPr>
          <a:xfrm>
            <a:off x="4217775" y="390563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c4fd7a3c22_2_0"/>
          <p:cNvSpPr/>
          <p:nvPr/>
        </p:nvSpPr>
        <p:spPr>
          <a:xfrm>
            <a:off x="4814475" y="390563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5" name="Google Shape;925;g2c4fd7a3c22_2_0"/>
          <p:cNvSpPr/>
          <p:nvPr/>
        </p:nvSpPr>
        <p:spPr>
          <a:xfrm>
            <a:off x="4648725" y="386906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2cec73fd648_0_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2" name="Google Shape;932;g2cec73fd648_0_3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3" name="Google Shape;933;g2cec73fd648_0_3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cec73fd648_0_3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ec73fd648_0_3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ec73fd648_0_3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ec73fd648_0_3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8" name="Google Shape;938;g2cec73fd648_0_31"/>
          <p:cNvGrpSpPr/>
          <p:nvPr/>
        </p:nvGrpSpPr>
        <p:grpSpPr>
          <a:xfrm>
            <a:off x="304250" y="6984600"/>
            <a:ext cx="8330829" cy="808600"/>
            <a:chOff x="-152950" y="7365600"/>
            <a:chExt cx="8330829" cy="808600"/>
          </a:xfrm>
        </p:grpSpPr>
        <p:sp>
          <p:nvSpPr>
            <p:cNvPr id="939" name="Google Shape;939;g2cec73fd648_0_3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0" name="Google Shape;940;g2cec73fd648_0_3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1" name="Google Shape;941;g2cec73fd648_0_3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2" name="Google Shape;942;g2cec73fd648_0_3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3" name="Google Shape;943;g2cec73fd648_0_3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4" name="Google Shape;944;g2cec73fd648_0_3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5" name="Google Shape;945;g2cec73fd648_0_3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6" name="Google Shape;946;g2cec73fd648_0_3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7" name="Google Shape;947;g2cec73fd648_0_3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cec73fd648_0_3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ec73fd648_0_31"/>
          <p:cNvSpPr/>
          <p:nvPr/>
        </p:nvSpPr>
        <p:spPr>
          <a:xfrm>
            <a:off x="2152875" y="390563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0" name="Google Shape;950;g2cec73fd648_0_31"/>
          <p:cNvSpPr/>
          <p:nvPr/>
        </p:nvSpPr>
        <p:spPr>
          <a:xfrm>
            <a:off x="2937675" y="390563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1" name="Google Shape;951;g2cec73fd648_0_3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2" name="Google Shape;952;g2cec73fd648_0_31"/>
          <p:cNvSpPr txBox="1">
            <a:spLocks noGrp="1"/>
          </p:cNvSpPr>
          <p:nvPr>
            <p:ph type="subTitle" idx="4294967295"/>
          </p:nvPr>
        </p:nvSpPr>
        <p:spPr>
          <a:xfrm>
            <a:off x="3464150" y="1262300"/>
            <a:ext cx="2442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dd</a:t>
            </a:r>
            <a:endParaRPr sz="15000" b="0" i="0" u="none" strike="noStrike" cap="none">
              <a:solidFill>
                <a:srgbClr val="2356AF"/>
              </a:solidFill>
              <a:latin typeface="Jost"/>
              <a:ea typeface="Jost"/>
              <a:cs typeface="Jost"/>
              <a:sym typeface="Jost"/>
            </a:endParaRPr>
          </a:p>
        </p:txBody>
      </p:sp>
      <p:sp>
        <p:nvSpPr>
          <p:cNvPr id="953" name="Google Shape;953;g2cec73fd648_0_31"/>
          <p:cNvSpPr txBox="1">
            <a:spLocks noGrp="1"/>
          </p:cNvSpPr>
          <p:nvPr>
            <p:ph type="subTitle" idx="4294967295"/>
          </p:nvPr>
        </p:nvSpPr>
        <p:spPr>
          <a:xfrm>
            <a:off x="1583175" y="1262300"/>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54" name="Google Shape;954;g2cec73fd648_0_31"/>
          <p:cNvSpPr txBox="1">
            <a:spLocks noGrp="1"/>
          </p:cNvSpPr>
          <p:nvPr>
            <p:ph type="subTitle" idx="4294967295"/>
          </p:nvPr>
        </p:nvSpPr>
        <p:spPr>
          <a:xfrm>
            <a:off x="2326055" y="1358773"/>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600" b="0" i="0" u="none" strike="noStrike" cap="none">
                <a:solidFill>
                  <a:srgbClr val="ED1C24"/>
                </a:solidFill>
                <a:latin typeface="Poppins"/>
                <a:ea typeface="Poppins"/>
                <a:cs typeface="Poppins"/>
                <a:sym typeface="Poppins"/>
              </a:rPr>
              <a:t>a</a:t>
            </a:r>
            <a:endParaRPr sz="15000" b="0" i="0" u="none" strike="noStrike" cap="none">
              <a:solidFill>
                <a:srgbClr val="ED1C24"/>
              </a:solidFill>
              <a:latin typeface="Jost"/>
              <a:ea typeface="Jost"/>
              <a:cs typeface="Jost"/>
              <a:sym typeface="Jost"/>
            </a:endParaRPr>
          </a:p>
        </p:txBody>
      </p:sp>
      <p:sp>
        <p:nvSpPr>
          <p:cNvPr id="955" name="Google Shape;955;g2cec73fd648_0_31"/>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cec73fd648_0_31"/>
          <p:cNvSpPr txBox="1">
            <a:spLocks noGrp="1"/>
          </p:cNvSpPr>
          <p:nvPr>
            <p:ph type="subTitle" idx="4294967295"/>
          </p:nvPr>
        </p:nvSpPr>
        <p:spPr>
          <a:xfrm>
            <a:off x="5722725" y="1262300"/>
            <a:ext cx="1838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957" name="Google Shape;957;g2cec73fd648_0_31"/>
          <p:cNvSpPr/>
          <p:nvPr/>
        </p:nvSpPr>
        <p:spPr>
          <a:xfrm>
            <a:off x="5967825" y="4010650"/>
            <a:ext cx="13479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ec73fd648_0_31"/>
          <p:cNvSpPr/>
          <p:nvPr/>
        </p:nvSpPr>
        <p:spPr>
          <a:xfrm>
            <a:off x="6011829" y="73830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cec73fd648_0_31"/>
          <p:cNvSpPr/>
          <p:nvPr/>
        </p:nvSpPr>
        <p:spPr>
          <a:xfrm>
            <a:off x="3922675" y="390563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cec73fd648_0_31"/>
          <p:cNvSpPr/>
          <p:nvPr/>
        </p:nvSpPr>
        <p:spPr>
          <a:xfrm>
            <a:off x="5084100" y="390563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1" name="Google Shape;961;g2cec73fd648_0_31"/>
          <p:cNvSpPr/>
          <p:nvPr/>
        </p:nvSpPr>
        <p:spPr>
          <a:xfrm>
            <a:off x="4635988" y="386906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68" name="Google Shape;96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69" name="Google Shape;96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76" name="Google Shape;97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77" name="Google Shape;97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78" name="Google Shape;97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85" name="Google Shape;98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86" name="Google Shape;98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87" name="Google Shape;98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94" name="Google Shape;99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95" name="Google Shape;99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96" name="Google Shape;99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03" name="Google Shape;100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04" name="Google Shape;100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05" name="Google Shape;100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6b641b03cd_0_301"/>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12" name="Google Shape;101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13" name="Google Shape;1013;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14" name="Google Shape;101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g26b641b03cd_0_308"/>
          <p:cNvSpPr txBox="1">
            <a:spLocks noGrp="1"/>
          </p:cNvSpPr>
          <p:nvPr>
            <p:ph type="title"/>
          </p:nvPr>
        </p:nvSpPr>
        <p:spPr>
          <a:xfrm>
            <a:off x="970700" y="5568500"/>
            <a:ext cx="7202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21" name="Google Shape;102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22" name="Google Shape;1022;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23" name="Google Shape;102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30" name="Google Shape;1030;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31" name="Google Shape;1031;g26b641b03cd_0_3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32" name="Google Shape;1032;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39" name="Google Shape;1039;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40" name="Google Shape;1040;g26b641b03cd_1_0"/>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41" name="Google Shape;104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g2cec73fd648_0_6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8" name="Google Shape;1048;g2cec73fd648_0_6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49" name="Google Shape;1049;g2cec73fd648_0_68"/>
          <p:cNvGrpSpPr/>
          <p:nvPr/>
        </p:nvGrpSpPr>
        <p:grpSpPr>
          <a:xfrm>
            <a:off x="3024000" y="209875"/>
            <a:ext cx="3096000" cy="454800"/>
            <a:chOff x="3024000" y="209875"/>
            <a:chExt cx="3096000" cy="454800"/>
          </a:xfrm>
        </p:grpSpPr>
        <p:sp>
          <p:nvSpPr>
            <p:cNvPr id="1050" name="Google Shape;1050;g2cec73fd648_0_6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1" name="Google Shape;1051;g2cec73fd648_0_6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2" name="Google Shape;1052;g2cec73fd648_0_68"/>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53" name="Google Shape;1053;g2cec73fd648_0_68"/>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4" name="Google Shape;1054;g2cec73fd648_0_68"/>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5" name="Google Shape;1055;g2cec73fd648_0_68"/>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6" name="Google Shape;1056;g2cec73fd648_0_68"/>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57" name="Google Shape;1057;g2cec73fd648_0_68"/>
          <p:cNvSpPr txBox="1"/>
          <p:nvPr/>
        </p:nvSpPr>
        <p:spPr>
          <a:xfrm>
            <a:off x="2391492" y="960050"/>
            <a:ext cx="77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58" name="Google Shape;1058;g2cec73fd648_0_68"/>
          <p:cNvSpPr txBox="1"/>
          <p:nvPr/>
        </p:nvSpPr>
        <p:spPr>
          <a:xfrm>
            <a:off x="5451468" y="960050"/>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59" name="Google Shape;1059;g2cec73fd648_0_68"/>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60" name="Google Shape;1060;g2cec73fd648_0_68"/>
          <p:cNvSpPr txBox="1"/>
          <p:nvPr/>
        </p:nvSpPr>
        <p:spPr>
          <a:xfrm>
            <a:off x="3362484" y="960050"/>
            <a:ext cx="887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61" name="Google Shape;1061;g2cec73fd648_0_68"/>
          <p:cNvSpPr txBox="1"/>
          <p:nvPr/>
        </p:nvSpPr>
        <p:spPr>
          <a:xfrm>
            <a:off x="4442376" y="960050"/>
            <a:ext cx="81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62" name="Google Shape;1062;g2cec73fd648_0_68"/>
          <p:cNvSpPr txBox="1"/>
          <p:nvPr/>
        </p:nvSpPr>
        <p:spPr>
          <a:xfrm>
            <a:off x="7254252" y="960050"/>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63" name="Google Shape;1063;g2cec73fd648_0_68"/>
          <p:cNvSpPr txBox="1"/>
          <p:nvPr/>
        </p:nvSpPr>
        <p:spPr>
          <a:xfrm>
            <a:off x="2283489" y="2169025"/>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64" name="Google Shape;1064;g2cec73fd648_0_68"/>
          <p:cNvSpPr txBox="1"/>
          <p:nvPr/>
        </p:nvSpPr>
        <p:spPr>
          <a:xfrm>
            <a:off x="5780542" y="2169025"/>
            <a:ext cx="950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065" name="Google Shape;1065;g2cec73fd648_0_68"/>
          <p:cNvSpPr txBox="1"/>
          <p:nvPr/>
        </p:nvSpPr>
        <p:spPr>
          <a:xfrm>
            <a:off x="6352860" y="960050"/>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66" name="Google Shape;1066;g2cec73fd648_0_68"/>
          <p:cNvSpPr txBox="1"/>
          <p:nvPr/>
        </p:nvSpPr>
        <p:spPr>
          <a:xfrm>
            <a:off x="3206502" y="2210970"/>
            <a:ext cx="77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600" b="0" i="0" u="none" strike="noStrike" cap="none">
                <a:solidFill>
                  <a:srgbClr val="E11E26"/>
                </a:solidFill>
                <a:latin typeface="Poppins"/>
                <a:ea typeface="Poppins"/>
                <a:cs typeface="Poppins"/>
                <a:sym typeface="Poppins"/>
              </a:rPr>
              <a:t>a</a:t>
            </a:r>
            <a:endParaRPr sz="5500" b="0" i="0" u="none" strike="noStrike" cap="none">
              <a:solidFill>
                <a:srgbClr val="E11E26"/>
              </a:solidFill>
              <a:latin typeface="Jost"/>
              <a:ea typeface="Jost"/>
              <a:cs typeface="Jost"/>
              <a:sym typeface="Jost"/>
            </a:endParaRPr>
          </a:p>
        </p:txBody>
      </p:sp>
      <p:sp>
        <p:nvSpPr>
          <p:cNvPr id="1067" name="Google Shape;1067;g2cec73fd648_0_68"/>
          <p:cNvSpPr txBox="1"/>
          <p:nvPr/>
        </p:nvSpPr>
        <p:spPr>
          <a:xfrm>
            <a:off x="4199115" y="2169025"/>
            <a:ext cx="374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11E26"/>
                </a:solidFill>
                <a:latin typeface="Jost"/>
                <a:ea typeface="Jost"/>
                <a:cs typeface="Jost"/>
                <a:sym typeface="Jost"/>
              </a:rPr>
              <a:t>i</a:t>
            </a:r>
            <a:endParaRPr sz="5500" b="0" i="0" u="none" strike="noStrike" cap="none">
              <a:solidFill>
                <a:srgbClr val="E11E26"/>
              </a:solidFill>
              <a:latin typeface="Jost"/>
              <a:ea typeface="Jost"/>
              <a:cs typeface="Jost"/>
              <a:sym typeface="Jost"/>
            </a:endParaRPr>
          </a:p>
        </p:txBody>
      </p:sp>
      <p:sp>
        <p:nvSpPr>
          <p:cNvPr id="1068" name="Google Shape;1068;g2cec73fd648_0_68"/>
          <p:cNvSpPr txBox="1"/>
          <p:nvPr/>
        </p:nvSpPr>
        <p:spPr>
          <a:xfrm>
            <a:off x="6945355" y="216902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069" name="Google Shape;1069;g2cec73fd648_0_68"/>
          <p:cNvSpPr txBox="1"/>
          <p:nvPr/>
        </p:nvSpPr>
        <p:spPr>
          <a:xfrm>
            <a:off x="1360475" y="2169025"/>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0" name="Google Shape;1070;g2cec73fd648_0_68"/>
          <p:cNvSpPr txBox="1"/>
          <p:nvPr/>
        </p:nvSpPr>
        <p:spPr>
          <a:xfrm>
            <a:off x="4787928" y="2169025"/>
            <a:ext cx="77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071" name="Google Shape;1071;g2cec73fd648_0_68"/>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8" name="Google Shape;107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9" name="Google Shape;1079;g1f3daf8a844_0_64"/>
          <p:cNvGrpSpPr/>
          <p:nvPr/>
        </p:nvGrpSpPr>
        <p:grpSpPr>
          <a:xfrm>
            <a:off x="3024000" y="209875"/>
            <a:ext cx="3096000" cy="454800"/>
            <a:chOff x="3024000" y="209875"/>
            <a:chExt cx="3096000" cy="454800"/>
          </a:xfrm>
        </p:grpSpPr>
        <p:sp>
          <p:nvSpPr>
            <p:cNvPr id="1080" name="Google Shape;108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2" name="Google Shape;108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3" name="Google Shape;1083;g1f3daf8a844_0_6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84" name="Google Shape;108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5" name="Google Shape;108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6" name="Google Shape;108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7" name="Google Shape;108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8" name="Google Shape;1088;g1f3daf8a844_0_6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germ term perm corner 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dder dinner</a:t>
            </a:r>
            <a:endParaRPr sz="1800" b="0" i="0" u="none" strike="noStrike" cap="none">
              <a:solidFill>
                <a:srgbClr val="B7B7B7"/>
              </a:solidFill>
              <a:latin typeface="Jost"/>
              <a:ea typeface="Jost"/>
              <a:cs typeface="Jost"/>
              <a:sym typeface="Jost"/>
            </a:endParaRPr>
          </a:p>
        </p:txBody>
      </p:sp>
      <p:sp>
        <p:nvSpPr>
          <p:cNvPr id="1089" name="Google Shape;1089;g1f3daf8a844_0_64"/>
          <p:cNvSpPr txBox="1"/>
          <p:nvPr/>
        </p:nvSpPr>
        <p:spPr>
          <a:xfrm>
            <a:off x="2391492" y="960050"/>
            <a:ext cx="77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0" name="Google Shape;1090;g1f3daf8a844_0_64"/>
          <p:cNvSpPr txBox="1"/>
          <p:nvPr/>
        </p:nvSpPr>
        <p:spPr>
          <a:xfrm>
            <a:off x="5451468" y="960050"/>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1" name="Google Shape;109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92" name="Google Shape;1092;g1f3daf8a844_0_64"/>
          <p:cNvSpPr txBox="1"/>
          <p:nvPr/>
        </p:nvSpPr>
        <p:spPr>
          <a:xfrm>
            <a:off x="3362484" y="960050"/>
            <a:ext cx="887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93" name="Google Shape;1093;g1f3daf8a844_0_64"/>
          <p:cNvSpPr txBox="1"/>
          <p:nvPr/>
        </p:nvSpPr>
        <p:spPr>
          <a:xfrm>
            <a:off x="4442376" y="960050"/>
            <a:ext cx="81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094" name="Google Shape;1094;g1f3daf8a844_0_6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5" name="Google Shape;1095;g1f3daf8a844_0_64"/>
          <p:cNvSpPr txBox="1"/>
          <p:nvPr/>
        </p:nvSpPr>
        <p:spPr>
          <a:xfrm>
            <a:off x="7254252" y="960050"/>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2283489" y="2169025"/>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97" name="Google Shape;1097;g1f3daf8a844_0_64"/>
          <p:cNvSpPr txBox="1"/>
          <p:nvPr/>
        </p:nvSpPr>
        <p:spPr>
          <a:xfrm>
            <a:off x="5780542" y="2169025"/>
            <a:ext cx="950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098" name="Google Shape;1098;g1f3daf8a844_0_64"/>
          <p:cNvSpPr txBox="1"/>
          <p:nvPr/>
        </p:nvSpPr>
        <p:spPr>
          <a:xfrm>
            <a:off x="6352860" y="960050"/>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9" name="Google Shape;1099;g1f3daf8a844_0_64"/>
          <p:cNvSpPr txBox="1"/>
          <p:nvPr/>
        </p:nvSpPr>
        <p:spPr>
          <a:xfrm>
            <a:off x="4199115" y="2169025"/>
            <a:ext cx="374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11E26"/>
                </a:solidFill>
                <a:latin typeface="Jost"/>
                <a:ea typeface="Jost"/>
                <a:cs typeface="Jost"/>
                <a:sym typeface="Jost"/>
              </a:rPr>
              <a:t>i</a:t>
            </a:r>
            <a:endParaRPr sz="5500" b="0" i="0" u="none" strike="noStrike" cap="none">
              <a:solidFill>
                <a:srgbClr val="E11E26"/>
              </a:solidFill>
              <a:latin typeface="Jost"/>
              <a:ea typeface="Jost"/>
              <a:cs typeface="Jost"/>
              <a:sym typeface="Jost"/>
            </a:endParaRPr>
          </a:p>
        </p:txBody>
      </p:sp>
      <p:sp>
        <p:nvSpPr>
          <p:cNvPr id="1100" name="Google Shape;1100;g1f3daf8a844_0_64"/>
          <p:cNvSpPr txBox="1"/>
          <p:nvPr/>
        </p:nvSpPr>
        <p:spPr>
          <a:xfrm>
            <a:off x="6945355" y="216902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01" name="Google Shape;1101;g1f3daf8a844_0_64"/>
          <p:cNvSpPr txBox="1"/>
          <p:nvPr/>
        </p:nvSpPr>
        <p:spPr>
          <a:xfrm>
            <a:off x="1360475" y="2169025"/>
            <a:ext cx="708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02" name="Google Shape;1102;g1f3daf8a844_0_64"/>
          <p:cNvSpPr txBox="1"/>
          <p:nvPr/>
        </p:nvSpPr>
        <p:spPr>
          <a:xfrm>
            <a:off x="4787928" y="2169025"/>
            <a:ext cx="77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3" name="Google Shape;1103;g1f3daf8a844_0_64"/>
          <p:cNvSpPr txBox="1"/>
          <p:nvPr/>
        </p:nvSpPr>
        <p:spPr>
          <a:xfrm>
            <a:off x="3206502" y="2210970"/>
            <a:ext cx="77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600" b="0" i="0" u="none" strike="noStrike" cap="none">
                <a:solidFill>
                  <a:srgbClr val="E11E26"/>
                </a:solidFill>
                <a:latin typeface="Poppins"/>
                <a:ea typeface="Poppins"/>
                <a:cs typeface="Poppins"/>
                <a:sym typeface="Poppins"/>
              </a:rPr>
              <a:t>a</a:t>
            </a:r>
            <a:endParaRPr sz="5500" b="0" i="0" u="none" strike="noStrike" cap="none">
              <a:solidFill>
                <a:srgbClr val="E11E26"/>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441</Words>
  <Application>Microsoft Office PowerPoint</Application>
  <PresentationFormat>On-screen Show (4:3)</PresentationFormat>
  <Paragraphs>180</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Poppins Medium</vt:lpstr>
      <vt:lpstr>Mulish</vt:lpstr>
      <vt:lpstr>Jost</vt:lpstr>
      <vt:lpstr>Nunito Black</vt:lpstr>
      <vt:lpstr>Calibri</vt:lpstr>
      <vt:lpstr>Poppins</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2026-04-29T06:01:18Z</dcterms:modified>
</cp:coreProperties>
</file>