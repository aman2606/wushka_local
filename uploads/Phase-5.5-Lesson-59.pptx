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Nunito Black" pitchFamily="2" charset="0"/>
      <p:bold r:id="rId22"/>
      <p:boldItalic r:id="rId23"/>
    </p:embeddedFont>
    <p:embeddedFont>
      <p:font typeface="Poppins" panose="00000500000000000000" pitchFamily="2" charset="0"/>
      <p:regular r:id="rId24"/>
      <p:bold r:id="rId25"/>
      <p:italic r:id="rId26"/>
      <p:boldItalic r:id="rId27"/>
    </p:embeddedFont>
    <p:embeddedFont>
      <p:font typeface="Poppins Medium" panose="00000600000000000000" pitchFamily="2" charset="0"/>
      <p:regular r:id="rId28"/>
      <p:bold r:id="rId29"/>
      <p:italic r:id="rId30"/>
      <p:boldItalic r:id="rId31"/>
    </p:embeddedFont>
    <p:embeddedFont>
      <p:font typeface="Poppins SemiBold" panose="000007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xWbuEzt5WTB5awc8XZ6XSJsHZ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F22D07-83FE-4075-9F19-F7F2FC78967D}">
  <a:tblStyle styleId="{CAF22D07-83FE-4075-9F19-F7F2FC78967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font" Target="fonts/font17.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2" name="Google Shape;67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5" name="Google Shape;68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6" name="Google Shape;68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4106222f3b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34106222f3b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g34106222f3b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4106222f3b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34106222f3b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34106222f3b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34106222f3b_0_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34106222f3b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34106222f3b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4106222f3b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34106222f3b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34106222f3b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34106222f3b_0_1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34106222f3b_0_1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34106222f3b_0_1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34106222f3b_0_1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34106222f3b_0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34106222f3b_0_1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34106222f3b_0_2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34106222f3b_0_2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34106222f3b_0_2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34106222f3b_0_2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34106222f3b_0_2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34106222f3b_0_2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34106222f3b_0_2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34106222f3b_0_2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34106222f3b_0_2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34106222f3b_0_2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34106222f3b_0_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34106222f3b_0_2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34106222f3b_0_9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34106222f3b_0_9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34106222f3b_0_9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764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t>
            </a:r>
            <a:r>
              <a:rPr lang="en-US" sz="1800">
                <a:solidFill>
                  <a:srgbClr val="FFFFFF"/>
                </a:solidFill>
                <a:latin typeface="Poppins SemiBold"/>
                <a:ea typeface="Poppins SemiBold"/>
                <a:cs typeface="Poppins SemiBold"/>
                <a:sym typeface="Poppins SemiBold"/>
              </a:rPr>
              <a:t>CEWs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12 -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59</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Generic Layout 1">
  <p:cSld name="Alien Word of the Day_2_1_2">
    <p:spTree>
      <p:nvGrpSpPr>
        <p:cNvPr id="1" name="Shape 647"/>
        <p:cNvGrpSpPr/>
        <p:nvPr/>
      </p:nvGrpSpPr>
      <p:grpSpPr>
        <a:xfrm>
          <a:off x="0" y="0"/>
          <a:ext cx="0" cy="0"/>
          <a:chOff x="0" y="0"/>
          <a:chExt cx="0" cy="0"/>
        </a:xfrm>
      </p:grpSpPr>
      <p:sp>
        <p:nvSpPr>
          <p:cNvPr id="648" name="Google Shape;648;g34106222f3b_0_168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34106222f3b_0_168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34106222f3b_0_1682"/>
          <p:cNvSpPr/>
          <p:nvPr/>
        </p:nvSpPr>
        <p:spPr>
          <a:xfrm rot="-5400000" flipH="1">
            <a:off x="-938345" y="2853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1" name="Google Shape;651;g34106222f3b_0_168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/u/ /e/ /i/</a:t>
            </a:r>
            <a:endParaRPr sz="1800" b="0" i="0" u="none" strike="noStrike" cap="none">
              <a:solidFill>
                <a:srgbClr val="FFFFFF"/>
              </a:solidFill>
              <a:latin typeface="Poppins SemiBold"/>
              <a:ea typeface="Poppins SemiBold"/>
              <a:cs typeface="Poppins SemiBold"/>
              <a:sym typeface="Poppins SemiBold"/>
            </a:endParaRPr>
          </a:p>
        </p:txBody>
      </p:sp>
      <p:sp>
        <p:nvSpPr>
          <p:cNvPr id="652" name="Google Shape;652;g34106222f3b_0_1682"/>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11.3 - Friday</a:t>
            </a:r>
            <a:endParaRPr sz="1800" b="0" i="0" u="none" strike="noStrike" cap="none">
              <a:solidFill>
                <a:srgbClr val="CB3D85"/>
              </a:solidFill>
              <a:latin typeface="Poppins Medium"/>
              <a:ea typeface="Poppins Medium"/>
              <a:cs typeface="Poppins Medium"/>
              <a:sym typeface="Poppins Medium"/>
            </a:endParaRPr>
          </a:p>
        </p:txBody>
      </p:sp>
      <p:sp>
        <p:nvSpPr>
          <p:cNvPr id="653" name="Google Shape;653;g34106222f3b_0_168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54" name="Google Shape;654;g34106222f3b_0_168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655" name="Google Shape;655;g34106222f3b_0_16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656" name="Google Shape;656;g34106222f3b_0_16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657" name="Google Shape;657;g34106222f3b_0_1682"/>
          <p:cNvGrpSpPr/>
          <p:nvPr/>
        </p:nvGrpSpPr>
        <p:grpSpPr>
          <a:xfrm>
            <a:off x="662575" y="6212475"/>
            <a:ext cx="586800" cy="571500"/>
            <a:chOff x="662575" y="6212475"/>
            <a:chExt cx="586800" cy="571500"/>
          </a:xfrm>
        </p:grpSpPr>
        <p:sp>
          <p:nvSpPr>
            <p:cNvPr id="658" name="Google Shape;658;g34106222f3b_0_168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9" name="Google Shape;659;g34106222f3b_0_168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34106222f3b_0_168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1" name="Google Shape;661;g34106222f3b_0_1682"/>
          <p:cNvGrpSpPr/>
          <p:nvPr/>
        </p:nvGrpSpPr>
        <p:grpSpPr>
          <a:xfrm>
            <a:off x="7894350" y="6212475"/>
            <a:ext cx="586800" cy="571500"/>
            <a:chOff x="7894350" y="6212475"/>
            <a:chExt cx="586800" cy="571500"/>
          </a:xfrm>
        </p:grpSpPr>
        <p:sp>
          <p:nvSpPr>
            <p:cNvPr id="662" name="Google Shape;662;g34106222f3b_0_16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g34106222f3b_0_168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4" name="Google Shape;664;g34106222f3b_0_168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5" name="Google Shape;665;g34106222f3b_0_168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34106222f3b_0_168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67" name="Google Shape;667;g34106222f3b_0_1682"/>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68" name="Google Shape;668;g34106222f3b_0_1682"/>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55</a:t>
            </a:r>
            <a:endParaRPr sz="1800" b="0" i="0" u="none" strike="noStrike" cap="none">
              <a:solidFill>
                <a:srgbClr val="CB3D85"/>
              </a:solidFill>
              <a:latin typeface="Poppins Medium"/>
              <a:ea typeface="Poppins Medium"/>
              <a:cs typeface="Poppins Medium"/>
              <a:sym typeface="Poppins Medium"/>
            </a:endParaRPr>
          </a:p>
        </p:txBody>
      </p:sp>
      <p:sp>
        <p:nvSpPr>
          <p:cNvPr id="669" name="Google Shape;669;g34106222f3b_0_168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9" Type="http://schemas.openxmlformats.org/officeDocument/2006/relationships/image" Target="../media/image101.png"/><Relationship Id="rId21" Type="http://schemas.openxmlformats.org/officeDocument/2006/relationships/image" Target="../media/image83.png"/><Relationship Id="rId34" Type="http://schemas.openxmlformats.org/officeDocument/2006/relationships/image" Target="../media/image96.png"/><Relationship Id="rId42" Type="http://schemas.openxmlformats.org/officeDocument/2006/relationships/image" Target="../media/image104.png"/><Relationship Id="rId7"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8.png"/><Relationship Id="rId20" Type="http://schemas.openxmlformats.org/officeDocument/2006/relationships/image" Target="../media/image82.png"/><Relationship Id="rId29" Type="http://schemas.openxmlformats.org/officeDocument/2006/relationships/image" Target="../media/image91.png"/><Relationship Id="rId41"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32" Type="http://schemas.openxmlformats.org/officeDocument/2006/relationships/image" Target="../media/image94.png"/><Relationship Id="rId37" Type="http://schemas.openxmlformats.org/officeDocument/2006/relationships/image" Target="../media/image99.png"/><Relationship Id="rId40" Type="http://schemas.openxmlformats.org/officeDocument/2006/relationships/image" Target="../media/image102.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png"/><Relationship Id="rId36" Type="http://schemas.openxmlformats.org/officeDocument/2006/relationships/image" Target="../media/image98.png"/><Relationship Id="rId10" Type="http://schemas.openxmlformats.org/officeDocument/2006/relationships/image" Target="../media/image72.png"/><Relationship Id="rId19" Type="http://schemas.openxmlformats.org/officeDocument/2006/relationships/image" Target="../media/image81.png"/><Relationship Id="rId31" Type="http://schemas.openxmlformats.org/officeDocument/2006/relationships/image" Target="../media/image93.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92.png"/><Relationship Id="rId35" Type="http://schemas.openxmlformats.org/officeDocument/2006/relationships/image" Target="../media/image97.png"/><Relationship Id="rId43" Type="http://schemas.openxmlformats.org/officeDocument/2006/relationships/image" Target="../media/image105.png"/><Relationship Id="rId8" Type="http://schemas.openxmlformats.org/officeDocument/2006/relationships/image" Target="../media/image70.png"/><Relationship Id="rId3" Type="http://schemas.openxmlformats.org/officeDocument/2006/relationships/image" Target="../media/image65.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100.png"/></Relationships>
</file>

<file path=ppt/slides/_rels/slide6.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18" Type="http://schemas.openxmlformats.org/officeDocument/2006/relationships/image" Target="../media/image121.png"/><Relationship Id="rId26" Type="http://schemas.openxmlformats.org/officeDocument/2006/relationships/image" Target="../media/image129.png"/><Relationship Id="rId3" Type="http://schemas.openxmlformats.org/officeDocument/2006/relationships/image" Target="../media/image106.png"/><Relationship Id="rId21" Type="http://schemas.openxmlformats.org/officeDocument/2006/relationships/image" Target="../media/image124.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5" Type="http://schemas.openxmlformats.org/officeDocument/2006/relationships/image" Target="../media/image128.png"/><Relationship Id="rId2" Type="http://schemas.openxmlformats.org/officeDocument/2006/relationships/notesSlide" Target="../notesSlides/notesSlide6.xml"/><Relationship Id="rId16" Type="http://schemas.openxmlformats.org/officeDocument/2006/relationships/image" Target="../media/image119.png"/><Relationship Id="rId20" Type="http://schemas.openxmlformats.org/officeDocument/2006/relationships/image" Target="../media/image123.png"/><Relationship Id="rId29" Type="http://schemas.openxmlformats.org/officeDocument/2006/relationships/image" Target="../media/image132.png"/><Relationship Id="rId1" Type="http://schemas.openxmlformats.org/officeDocument/2006/relationships/slideLayout" Target="../slideLayouts/slideLayout3.xml"/><Relationship Id="rId6" Type="http://schemas.openxmlformats.org/officeDocument/2006/relationships/image" Target="../media/image109.png"/><Relationship Id="rId11" Type="http://schemas.openxmlformats.org/officeDocument/2006/relationships/image" Target="../media/image114.png"/><Relationship Id="rId24" Type="http://schemas.openxmlformats.org/officeDocument/2006/relationships/image" Target="../media/image127.png"/><Relationship Id="rId5" Type="http://schemas.openxmlformats.org/officeDocument/2006/relationships/image" Target="../media/image108.png"/><Relationship Id="rId15" Type="http://schemas.openxmlformats.org/officeDocument/2006/relationships/image" Target="../media/image118.png"/><Relationship Id="rId23" Type="http://schemas.openxmlformats.org/officeDocument/2006/relationships/image" Target="../media/image126.png"/><Relationship Id="rId28" Type="http://schemas.openxmlformats.org/officeDocument/2006/relationships/image" Target="../media/image131.png"/><Relationship Id="rId10" Type="http://schemas.openxmlformats.org/officeDocument/2006/relationships/image" Target="../media/image113.png"/><Relationship Id="rId19" Type="http://schemas.openxmlformats.org/officeDocument/2006/relationships/image" Target="../media/image122.png"/><Relationship Id="rId31" Type="http://schemas.openxmlformats.org/officeDocument/2006/relationships/image" Target="../media/image134.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 Id="rId22" Type="http://schemas.openxmlformats.org/officeDocument/2006/relationships/image" Target="../media/image125.png"/><Relationship Id="rId27" Type="http://schemas.openxmlformats.org/officeDocument/2006/relationships/image" Target="../media/image130.png"/><Relationship Id="rId30" Type="http://schemas.openxmlformats.org/officeDocument/2006/relationships/image" Target="../media/image133.png"/></Relationships>
</file>

<file path=ppt/slides/_rels/slide7.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3" Type="http://schemas.openxmlformats.org/officeDocument/2006/relationships/image" Target="../media/image12.png"/><Relationship Id="rId7" Type="http://schemas.openxmlformats.org/officeDocument/2006/relationships/image" Target="../media/image138.png"/><Relationship Id="rId12" Type="http://schemas.openxmlformats.org/officeDocument/2006/relationships/image" Target="../media/image143.png"/><Relationship Id="rId2" Type="http://schemas.openxmlformats.org/officeDocument/2006/relationships/notesSlide" Target="../notesSlides/notesSlide7.xml"/><Relationship Id="rId16" Type="http://schemas.openxmlformats.org/officeDocument/2006/relationships/image" Target="../media/image147.png"/><Relationship Id="rId1" Type="http://schemas.openxmlformats.org/officeDocument/2006/relationships/slideLayout" Target="../slideLayouts/slideLayout3.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136.png"/><Relationship Id="rId15" Type="http://schemas.openxmlformats.org/officeDocument/2006/relationships/image" Target="../media/image146.png"/><Relationship Id="rId10" Type="http://schemas.openxmlformats.org/officeDocument/2006/relationships/image" Target="../media/image141.png"/><Relationship Id="rId4" Type="http://schemas.openxmlformats.org/officeDocument/2006/relationships/image" Target="../media/image135.png"/><Relationship Id="rId9" Type="http://schemas.openxmlformats.org/officeDocument/2006/relationships/image" Target="../media/image140.png"/><Relationship Id="rId14" Type="http://schemas.openxmlformats.org/officeDocument/2006/relationships/image" Target="../media/image145.png"/></Relationships>
</file>

<file path=ppt/slides/_rels/slide8.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18" Type="http://schemas.openxmlformats.org/officeDocument/2006/relationships/image" Target="../media/image163.png"/><Relationship Id="rId26" Type="http://schemas.openxmlformats.org/officeDocument/2006/relationships/image" Target="../media/image170.png"/><Relationship Id="rId3" Type="http://schemas.openxmlformats.org/officeDocument/2006/relationships/image" Target="../media/image148.png"/><Relationship Id="rId21" Type="http://schemas.openxmlformats.org/officeDocument/2006/relationships/image" Target="../media/image165.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62.png"/><Relationship Id="rId25" Type="http://schemas.openxmlformats.org/officeDocument/2006/relationships/image" Target="../media/image169.png"/><Relationship Id="rId2" Type="http://schemas.openxmlformats.org/officeDocument/2006/relationships/notesSlide" Target="../notesSlides/notesSlide8.xml"/><Relationship Id="rId16" Type="http://schemas.openxmlformats.org/officeDocument/2006/relationships/image" Target="../media/image161.png"/><Relationship Id="rId20" Type="http://schemas.openxmlformats.org/officeDocument/2006/relationships/image" Target="../media/image164.png"/><Relationship Id="rId29"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24" Type="http://schemas.openxmlformats.org/officeDocument/2006/relationships/image" Target="../media/image168.png"/><Relationship Id="rId5" Type="http://schemas.openxmlformats.org/officeDocument/2006/relationships/image" Target="../media/image150.png"/><Relationship Id="rId15" Type="http://schemas.openxmlformats.org/officeDocument/2006/relationships/image" Target="../media/image160.png"/><Relationship Id="rId23" Type="http://schemas.openxmlformats.org/officeDocument/2006/relationships/image" Target="../media/image167.png"/><Relationship Id="rId28" Type="http://schemas.openxmlformats.org/officeDocument/2006/relationships/image" Target="../media/image172.png"/><Relationship Id="rId10" Type="http://schemas.openxmlformats.org/officeDocument/2006/relationships/image" Target="../media/image155.png"/><Relationship Id="rId19" Type="http://schemas.openxmlformats.org/officeDocument/2006/relationships/image" Target="../media/image11.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 Id="rId22" Type="http://schemas.openxmlformats.org/officeDocument/2006/relationships/image" Target="../media/image166.png"/><Relationship Id="rId27" Type="http://schemas.openxmlformats.org/officeDocument/2006/relationships/image" Target="../media/image171.png"/><Relationship Id="rId30" Type="http://schemas.openxmlformats.org/officeDocument/2006/relationships/image" Target="../media/image174.png"/></Relationships>
</file>

<file path=ppt/slides/_rels/slide9.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4.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8.png"/><Relationship Id="rId11" Type="http://schemas.openxmlformats.org/officeDocument/2006/relationships/image" Target="../media/image182.png"/><Relationship Id="rId5" Type="http://schemas.openxmlformats.org/officeDocument/2006/relationships/image" Target="../media/image177.png"/><Relationship Id="rId15" Type="http://schemas.openxmlformats.org/officeDocument/2006/relationships/image" Target="../media/image186.png"/><Relationship Id="rId10" Type="http://schemas.openxmlformats.org/officeDocument/2006/relationships/image" Target="../media/image10.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185.png"/></Relationships>
</file>

<file path=ppt/slides/_rels/slide10.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6.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5.png"/><Relationship Id="rId2" Type="http://schemas.openxmlformats.org/officeDocument/2006/relationships/notesSlide" Target="../notesSlides/notesSlide10.xml"/><Relationship Id="rId16" Type="http://schemas.openxmlformats.org/officeDocument/2006/relationships/image" Target="../media/image199.png"/><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9.png"/><Relationship Id="rId5" Type="http://schemas.openxmlformats.org/officeDocument/2006/relationships/image" Target="../media/image189.png"/><Relationship Id="rId15" Type="http://schemas.openxmlformats.org/officeDocument/2006/relationships/image" Target="../media/image198.png"/><Relationship Id="rId10" Type="http://schemas.openxmlformats.org/officeDocument/2006/relationships/image" Target="../media/image194.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7.png"/></Relationships>
</file>

<file path=ppt/slides/_rels/slide11.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8.png"/><Relationship Id="rId18" Type="http://schemas.openxmlformats.org/officeDocument/2006/relationships/image" Target="../media/image212.png"/><Relationship Id="rId26" Type="http://schemas.openxmlformats.org/officeDocument/2006/relationships/image" Target="../media/image219.png"/><Relationship Id="rId3" Type="http://schemas.openxmlformats.org/officeDocument/2006/relationships/image" Target="../media/image8.png"/><Relationship Id="rId21" Type="http://schemas.openxmlformats.org/officeDocument/2006/relationships/image" Target="../media/image214.png"/><Relationship Id="rId7" Type="http://schemas.openxmlformats.org/officeDocument/2006/relationships/image" Target="../media/image203.png"/><Relationship Id="rId12" Type="http://schemas.openxmlformats.org/officeDocument/2006/relationships/image" Target="../media/image207.png"/><Relationship Id="rId17" Type="http://schemas.openxmlformats.org/officeDocument/2006/relationships/image" Target="../media/image211.png"/><Relationship Id="rId25" Type="http://schemas.openxmlformats.org/officeDocument/2006/relationships/image" Target="../media/image218.png"/><Relationship Id="rId2" Type="http://schemas.openxmlformats.org/officeDocument/2006/relationships/notesSlide" Target="../notesSlides/notesSlide11.xml"/><Relationship Id="rId16" Type="http://schemas.openxmlformats.org/officeDocument/2006/relationships/image" Target="../media/image210.png"/><Relationship Id="rId20"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202.png"/><Relationship Id="rId11" Type="http://schemas.openxmlformats.org/officeDocument/2006/relationships/image" Target="../media/image206.png"/><Relationship Id="rId24" Type="http://schemas.openxmlformats.org/officeDocument/2006/relationships/image" Target="../media/image217.png"/><Relationship Id="rId5" Type="http://schemas.openxmlformats.org/officeDocument/2006/relationships/image" Target="../media/image201.png"/><Relationship Id="rId15" Type="http://schemas.openxmlformats.org/officeDocument/2006/relationships/image" Target="../media/image6.png"/><Relationship Id="rId23" Type="http://schemas.openxmlformats.org/officeDocument/2006/relationships/image" Target="../media/image216.png"/><Relationship Id="rId10" Type="http://schemas.openxmlformats.org/officeDocument/2006/relationships/image" Target="../media/image205.png"/><Relationship Id="rId19" Type="http://schemas.openxmlformats.org/officeDocument/2006/relationships/image" Target="../media/image213.png"/><Relationship Id="rId4" Type="http://schemas.openxmlformats.org/officeDocument/2006/relationships/image" Target="../media/image200.png"/><Relationship Id="rId9" Type="http://schemas.openxmlformats.org/officeDocument/2006/relationships/image" Target="../media/image7.png"/><Relationship Id="rId14" Type="http://schemas.openxmlformats.org/officeDocument/2006/relationships/image" Target="../media/image209.png"/><Relationship Id="rId22" Type="http://schemas.openxmlformats.org/officeDocument/2006/relationships/image" Target="../media/image215.png"/></Relationships>
</file>

<file path=ppt/slides/_rels/slide12.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image" Target="../media/image220.png"/><Relationship Id="rId7" Type="http://schemas.openxmlformats.org/officeDocument/2006/relationships/image" Target="../media/image2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3.png"/><Relationship Id="rId5" Type="http://schemas.openxmlformats.org/officeDocument/2006/relationships/image" Target="../media/image222.png"/><Relationship Id="rId4" Type="http://schemas.openxmlformats.org/officeDocument/2006/relationships/image" Target="../media/image2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21.png"/><Relationship Id="rId18" Type="http://schemas.openxmlformats.org/officeDocument/2006/relationships/image" Target="../media/image201.png"/><Relationship Id="rId26" Type="http://schemas.openxmlformats.org/officeDocument/2006/relationships/image" Target="../media/image8.png"/><Relationship Id="rId3" Type="http://schemas.openxmlformats.org/officeDocument/2006/relationships/image" Target="../media/image7.png"/><Relationship Id="rId21" Type="http://schemas.openxmlformats.org/officeDocument/2006/relationships/image" Target="../media/image219.png"/><Relationship Id="rId7" Type="http://schemas.openxmlformats.org/officeDocument/2006/relationships/image" Target="../media/image204.png"/><Relationship Id="rId12" Type="http://schemas.openxmlformats.org/officeDocument/2006/relationships/image" Target="../media/image214.png"/><Relationship Id="rId17" Type="http://schemas.openxmlformats.org/officeDocument/2006/relationships/image" Target="../media/image220.png"/><Relationship Id="rId25" Type="http://schemas.openxmlformats.org/officeDocument/2006/relationships/image" Target="../media/image218.png"/><Relationship Id="rId2" Type="http://schemas.openxmlformats.org/officeDocument/2006/relationships/notesSlide" Target="../notesSlides/notesSlide15.xml"/><Relationship Id="rId16" Type="http://schemas.openxmlformats.org/officeDocument/2006/relationships/image" Target="../media/image5.png"/><Relationship Id="rId20" Type="http://schemas.openxmlformats.org/officeDocument/2006/relationships/image" Target="../media/image213.png"/><Relationship Id="rId29" Type="http://schemas.openxmlformats.org/officeDocument/2006/relationships/image" Target="../media/image217.png"/><Relationship Id="rId1" Type="http://schemas.openxmlformats.org/officeDocument/2006/relationships/slideLayout" Target="../slideLayouts/slideLayout4.xml"/><Relationship Id="rId6" Type="http://schemas.openxmlformats.org/officeDocument/2006/relationships/image" Target="../media/image223.png"/><Relationship Id="rId11" Type="http://schemas.openxmlformats.org/officeDocument/2006/relationships/image" Target="../media/image209.png"/><Relationship Id="rId24" Type="http://schemas.openxmlformats.org/officeDocument/2006/relationships/image" Target="../media/image212.png"/><Relationship Id="rId32" Type="http://schemas.openxmlformats.org/officeDocument/2006/relationships/image" Target="../media/image225.png"/><Relationship Id="rId5" Type="http://schemas.openxmlformats.org/officeDocument/2006/relationships/image" Target="../media/image216.png"/><Relationship Id="rId15" Type="http://schemas.openxmlformats.org/officeDocument/2006/relationships/image" Target="../media/image208.png"/><Relationship Id="rId23" Type="http://schemas.openxmlformats.org/officeDocument/2006/relationships/image" Target="../media/image206.png"/><Relationship Id="rId28" Type="http://schemas.openxmlformats.org/officeDocument/2006/relationships/image" Target="../media/image211.png"/><Relationship Id="rId10" Type="http://schemas.openxmlformats.org/officeDocument/2006/relationships/image" Target="../media/image203.png"/><Relationship Id="rId19" Type="http://schemas.openxmlformats.org/officeDocument/2006/relationships/image" Target="../media/image207.png"/><Relationship Id="rId31" Type="http://schemas.openxmlformats.org/officeDocument/2006/relationships/image" Target="../media/image215.png"/><Relationship Id="rId4" Type="http://schemas.openxmlformats.org/officeDocument/2006/relationships/image" Target="../media/image210.png"/><Relationship Id="rId9" Type="http://schemas.openxmlformats.org/officeDocument/2006/relationships/image" Target="../media/image222.png"/><Relationship Id="rId14" Type="http://schemas.openxmlformats.org/officeDocument/2006/relationships/image" Target="../media/image202.png"/><Relationship Id="rId22" Type="http://schemas.openxmlformats.org/officeDocument/2006/relationships/image" Target="../media/image200.png"/><Relationship Id="rId27" Type="http://schemas.openxmlformats.org/officeDocument/2006/relationships/image" Target="../media/image205.png"/><Relationship Id="rId30" Type="http://schemas.openxmlformats.org/officeDocument/2006/relationships/image" Target="../media/image2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Common Exception Words</a:t>
            </a:r>
            <a:endParaRPr sz="3000"/>
          </a:p>
        </p:txBody>
      </p:sp>
      <p:sp>
        <p:nvSpPr>
          <p:cNvPr id="675" name="Google Shape;675;p1"/>
          <p:cNvSpPr txBox="1"/>
          <p:nvPr/>
        </p:nvSpPr>
        <p:spPr>
          <a:xfrm>
            <a:off x="884092" y="3677905"/>
            <a:ext cx="3882600" cy="845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59</a:t>
            </a:r>
            <a:endParaRPr sz="2200" b="0" i="1" u="none" strike="noStrike" cap="none">
              <a:solidFill>
                <a:srgbClr val="262626"/>
              </a:solidFill>
              <a:latin typeface="Poppins"/>
              <a:ea typeface="Poppins"/>
              <a:cs typeface="Poppins"/>
              <a:sym typeface="Poppins"/>
            </a:endParaRPr>
          </a:p>
        </p:txBody>
      </p:sp>
      <p:graphicFrame>
        <p:nvGraphicFramePr>
          <p:cNvPr id="676" name="Google Shape;676;p1"/>
          <p:cNvGraphicFramePr/>
          <p:nvPr/>
        </p:nvGraphicFramePr>
        <p:xfrm>
          <a:off x="4844200" y="1646527"/>
          <a:ext cx="3784875" cy="2032200"/>
        </p:xfrm>
        <a:graphic>
          <a:graphicData uri="http://schemas.openxmlformats.org/drawingml/2006/table">
            <a:tbl>
              <a:tblPr firstRow="1" bandRow="1">
                <a:noFill/>
                <a:tableStyleId>{CAF22D07-83FE-4075-9F19-F7F2FC78967D}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677" name="Google Shape;677;p1"/>
          <p:cNvGrpSpPr/>
          <p:nvPr/>
        </p:nvGrpSpPr>
        <p:grpSpPr>
          <a:xfrm>
            <a:off x="4190473" y="4149529"/>
            <a:ext cx="4588402" cy="1407735"/>
            <a:chOff x="4190473" y="4149529"/>
            <a:chExt cx="4588402" cy="1407735"/>
          </a:xfrm>
        </p:grpSpPr>
        <p:sp>
          <p:nvSpPr>
            <p:cNvPr id="678" name="Google Shape;678;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79" name="Google Shape;679;p1" title="JL687-77F.png"/>
            <p:cNvPicPr preferRelativeResize="0"/>
            <p:nvPr/>
          </p:nvPicPr>
          <p:blipFill rotWithShape="1">
            <a:blip r:embed="rId3">
              <a:alphaModFix/>
            </a:blip>
            <a:srcRect l="59" r="59"/>
            <a:stretch/>
          </p:blipFill>
          <p:spPr>
            <a:xfrm rot="648185">
              <a:off x="7367470" y="4487461"/>
              <a:ext cx="1333890" cy="953242"/>
            </a:xfrm>
            <a:prstGeom prst="rect">
              <a:avLst/>
            </a:prstGeom>
            <a:noFill/>
            <a:ln>
              <a:noFill/>
            </a:ln>
            <a:effectLst>
              <a:outerShdw blurRad="71438" dist="19050" dir="5400000" algn="bl" rotWithShape="0">
                <a:srgbClr val="000000">
                  <a:alpha val="17650"/>
                </a:srgbClr>
              </a:outerShdw>
            </a:effectLst>
          </p:spPr>
        </p:pic>
        <p:pic>
          <p:nvPicPr>
            <p:cNvPr id="680" name="Google Shape;680;p1" title="JL687-72F.png"/>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50"/>
                </a:srgbClr>
              </a:outerShdw>
            </a:effectLst>
          </p:spPr>
        </p:pic>
        <p:pic>
          <p:nvPicPr>
            <p:cNvPr id="681" name="Google Shape;681;p1" title="JL687-66F.png"/>
            <p:cNvPicPr preferRelativeResize="0"/>
            <p:nvPr/>
          </p:nvPicPr>
          <p:blipFill rotWithShape="1">
            <a:blip r:embed="rId5">
              <a:alphaModFix/>
            </a:blip>
            <a:srcRect t="39" b="49"/>
            <a:stretch/>
          </p:blipFill>
          <p:spPr>
            <a:xfrm rot="-305105">
              <a:off x="5255740" y="4206861"/>
              <a:ext cx="1336092" cy="955590"/>
            </a:xfrm>
            <a:prstGeom prst="rect">
              <a:avLst/>
            </a:prstGeom>
            <a:noFill/>
            <a:ln>
              <a:noFill/>
            </a:ln>
            <a:effectLst>
              <a:outerShdw blurRad="71438" dist="19050" dir="5400000" algn="bl" rotWithShape="0">
                <a:srgbClr val="000000">
                  <a:alpha val="17650"/>
                </a:srgbClr>
              </a:outerShdw>
            </a:effectLst>
          </p:spPr>
        </p:pic>
        <p:pic>
          <p:nvPicPr>
            <p:cNvPr id="682" name="Google Shape;682;p1" title="JL687-60F.png"/>
            <p:cNvPicPr preferRelativeResize="0"/>
            <p:nvPr/>
          </p:nvPicPr>
          <p:blipFill rotWithShape="1">
            <a:blip r:embed="rId6">
              <a:alphaModFix/>
            </a:blip>
            <a:srcRect/>
            <a:stretch/>
          </p:blipFill>
          <p:spPr>
            <a:xfrm rot="-511404">
              <a:off x="4253749" y="4487468"/>
              <a:ext cx="1333892" cy="953243"/>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g2bee4f4af4b_0_204">
            <a:hlinkClick r:id="" action="ppaction://noaction"/>
          </p:cNvPr>
          <p:cNvSpPr/>
          <p:nvPr/>
        </p:nvSpPr>
        <p:spPr>
          <a:xfrm>
            <a:off x="34397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9" name="Google Shape;689;g2bee4f4af4b_0_204">
            <a:hlinkClick r:id="" action="ppaction://noaction"/>
          </p:cNvPr>
          <p:cNvSpPr/>
          <p:nvPr/>
        </p:nvSpPr>
        <p:spPr>
          <a:xfrm>
            <a:off x="47351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0" name="Google Shape;690;g2bee4f4af4b_0_204">
            <a:hlinkClick r:id="" action="ppaction://noaction"/>
          </p:cNvPr>
          <p:cNvSpPr/>
          <p:nvPr/>
        </p:nvSpPr>
        <p:spPr>
          <a:xfrm>
            <a:off x="2144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1" name="Google Shape;691;g2bee4f4af4b_0_204">
            <a:hlinkClick r:id="" action="ppaction://noaction"/>
          </p:cNvPr>
          <p:cNvSpPr/>
          <p:nvPr/>
        </p:nvSpPr>
        <p:spPr>
          <a:xfrm>
            <a:off x="8489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bee4f4af4b_0_204">
            <a:hlinkClick r:id="" action="ppaction://noaction"/>
          </p:cNvPr>
          <p:cNvSpPr/>
          <p:nvPr/>
        </p:nvSpPr>
        <p:spPr>
          <a:xfrm>
            <a:off x="60305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Common Exception Words and review sound families taught during the week.</a:t>
            </a:r>
            <a:endParaRPr/>
          </a:p>
        </p:txBody>
      </p:sp>
      <p:sp>
        <p:nvSpPr>
          <p:cNvPr id="694" name="Google Shape;694;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95" name="Google Shape;695;g2bee4f4af4b_0_204"/>
          <p:cNvSpPr txBox="1"/>
          <p:nvPr/>
        </p:nvSpPr>
        <p:spPr>
          <a:xfrm>
            <a:off x="49424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4638664" y="5256525"/>
            <a:ext cx="1421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a:t>
            </a:r>
            <a:r>
              <a:rPr lang="en-US" sz="900" b="0" i="0" u="none" strike="noStrike" cap="none">
                <a:solidFill>
                  <a:srgbClr val="757070"/>
                </a:solidFill>
                <a:latin typeface="Poppins Medium"/>
                <a:ea typeface="Poppins Medium"/>
                <a:cs typeface="Poppins Medium"/>
                <a:sym typeface="Poppins Medium"/>
              </a:rPr>
              <a:t>Phase 5</a:t>
            </a:r>
            <a:endParaRPr sz="900" b="0" i="0" u="none" strike="noStrike" cap="none">
              <a:solidFill>
                <a:srgbClr val="757070"/>
              </a:solidFill>
              <a:latin typeface="Poppins Medium"/>
              <a:ea typeface="Poppins Medium"/>
              <a:cs typeface="Poppins Medium"/>
              <a:sym typeface="Poppins Medium"/>
            </a:endParaRPr>
          </a:p>
        </p:txBody>
      </p:sp>
      <p:pic>
        <p:nvPicPr>
          <p:cNvPr id="697" name="Google Shape;697;g2bee4f4af4b_0_204" title="JL687-46F.png"/>
          <p:cNvPicPr preferRelativeResize="0"/>
          <p:nvPr/>
        </p:nvPicPr>
        <p:blipFill rotWithShape="1">
          <a:blip r:embed="rId3">
            <a:alphaModFix/>
          </a:blip>
          <a:srcRect/>
          <a:stretch/>
        </p:blipFill>
        <p:spPr>
          <a:xfrm>
            <a:off x="4883229" y="4326104"/>
            <a:ext cx="931974"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36470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3372512" y="5256525"/>
            <a:ext cx="1362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a:t>
            </a: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00" name="Google Shape;700;g2bee4f4af4b_0_204" title="JL687-32F.png"/>
          <p:cNvPicPr preferRelativeResize="0"/>
          <p:nvPr/>
        </p:nvPicPr>
        <p:blipFill rotWithShape="1">
          <a:blip r:embed="rId4">
            <a:alphaModFix/>
          </a:blip>
          <a:srcRect/>
          <a:stretch/>
        </p:blipFill>
        <p:spPr>
          <a:xfrm>
            <a:off x="3587829" y="4326104"/>
            <a:ext cx="931974" cy="665200"/>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2351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077112" y="5256525"/>
            <a:ext cx="1362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 Phase 3</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title="JL687-15F.png"/>
          <p:cNvPicPr preferRelativeResize="0"/>
          <p:nvPr/>
        </p:nvPicPr>
        <p:blipFill rotWithShape="1">
          <a:blip r:embed="rId5">
            <a:alphaModFix/>
          </a:blip>
          <a:srcRect t="89" b="79"/>
          <a:stretch/>
        </p:blipFill>
        <p:spPr>
          <a:xfrm>
            <a:off x="2292429" y="4326104"/>
            <a:ext cx="931974" cy="66519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781726" y="5256525"/>
            <a:ext cx="1362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a:t>
            </a:r>
            <a:r>
              <a:rPr lang="en-US" sz="900" b="0" i="0" u="none" strike="noStrike" cap="none" dirty="0">
                <a:solidFill>
                  <a:srgbClr val="757070"/>
                </a:solidFill>
                <a:latin typeface="Poppins Medium"/>
                <a:ea typeface="Poppins Medium"/>
                <a:cs typeface="Poppins Medium"/>
                <a:sym typeface="Poppins Medium"/>
              </a:rPr>
              <a:t>s Phase 2</a:t>
            </a:r>
            <a:endParaRPr sz="1400" b="0" i="0" u="none" strike="noStrike" cap="none" dirty="0">
              <a:solidFill>
                <a:srgbClr val="000000"/>
              </a:solidFill>
              <a:latin typeface="Poppins Medium"/>
              <a:ea typeface="Poppins Medium"/>
              <a:cs typeface="Poppins Medium"/>
              <a:sym typeface="Poppins Medium"/>
            </a:endParaRPr>
          </a:p>
        </p:txBody>
      </p:sp>
      <p:pic>
        <p:nvPicPr>
          <p:cNvPr id="706" name="Google Shape;706;g2bee4f4af4b_0_204" title="JL687-1F.png"/>
          <p:cNvPicPr preferRelativeResize="0"/>
          <p:nvPr/>
        </p:nvPicPr>
        <p:blipFill rotWithShape="1">
          <a:blip r:embed="rId6">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6237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5934062" y="5256525"/>
            <a:ext cx="1421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a:t>
            </a:r>
            <a:r>
              <a:rPr lang="en-US" sz="900" b="0" i="0" u="none" strike="noStrike" cap="none">
                <a:solidFill>
                  <a:srgbClr val="757070"/>
                </a:solidFill>
                <a:latin typeface="Poppins Medium"/>
                <a:ea typeface="Poppins Medium"/>
                <a:cs typeface="Poppins Medium"/>
                <a:sym typeface="Poppins Medium"/>
              </a:rPr>
              <a:t>Phase 5.5</a:t>
            </a:r>
            <a:endParaRPr sz="900" b="0" i="0" u="none" strike="noStrike" cap="none">
              <a:solidFill>
                <a:srgbClr val="757070"/>
              </a:solidFill>
              <a:latin typeface="Poppins Medium"/>
              <a:ea typeface="Poppins Medium"/>
              <a:cs typeface="Poppins Medium"/>
              <a:sym typeface="Poppins Medium"/>
            </a:endParaRPr>
          </a:p>
        </p:txBody>
      </p:sp>
      <p:pic>
        <p:nvPicPr>
          <p:cNvPr id="709" name="Google Shape;709;g2bee4f4af4b_0_204" title="JL687-60F.png"/>
          <p:cNvPicPr preferRelativeResize="0"/>
          <p:nvPr/>
        </p:nvPicPr>
        <p:blipFill rotWithShape="1">
          <a:blip r:embed="rId7">
            <a:alphaModFix/>
          </a:blip>
          <a:srcRect t="59" b="59"/>
          <a:stretch/>
        </p:blipFill>
        <p:spPr>
          <a:xfrm>
            <a:off x="6178629" y="4326104"/>
            <a:ext cx="931973" cy="665200"/>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4106222f3b_0_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6" name="Google Shape;716;g34106222f3b_0_7"/>
          <p:cNvGrpSpPr/>
          <p:nvPr/>
        </p:nvGrpSpPr>
        <p:grpSpPr>
          <a:xfrm>
            <a:off x="930400" y="2053244"/>
            <a:ext cx="7283200" cy="3724851"/>
            <a:chOff x="930400" y="2129444"/>
            <a:chExt cx="7283200" cy="3724851"/>
          </a:xfrm>
        </p:grpSpPr>
        <p:pic>
          <p:nvPicPr>
            <p:cNvPr id="717" name="Google Shape;717;g34106222f3b_0_7"/>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34106222f3b_0_7"/>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34106222f3b_0_7"/>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34106222f3b_0_7"/>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34106222f3b_0_7"/>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34106222f3b_0_7"/>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34106222f3b_0_7"/>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34106222f3b_0_7"/>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6222f3b_0_7"/>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6222f3b_0_7"/>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6222f3b_0_7"/>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6222f3b_0_7"/>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6222f3b_0_7"/>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6222f3b_0_7"/>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6222f3b_0_7"/>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6222f3b_0_7"/>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6222f3b_0_7"/>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6222f3b_0_7"/>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6222f3b_0_7"/>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6222f3b_0_7"/>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6222f3b_0_7"/>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6222f3b_0_7"/>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6222f3b_0_7"/>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34106222f3b_0_3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34106222f3b_0_36"/>
          <p:cNvGrpSpPr/>
          <p:nvPr/>
        </p:nvGrpSpPr>
        <p:grpSpPr>
          <a:xfrm>
            <a:off x="930400" y="2053250"/>
            <a:ext cx="7283201" cy="2971674"/>
            <a:chOff x="930400" y="2129450"/>
            <a:chExt cx="7283201" cy="2971674"/>
          </a:xfrm>
        </p:grpSpPr>
        <p:pic>
          <p:nvPicPr>
            <p:cNvPr id="747" name="Google Shape;747;g34106222f3b_0_3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34106222f3b_0_3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34106222f3b_0_3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34106222f3b_0_3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34106222f3b_0_3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34106222f3b_0_3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34106222f3b_0_3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34106222f3b_0_3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5" name="Google Shape;755;g34106222f3b_0_3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34106222f3b_0_3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7" name="Google Shape;757;g34106222f3b_0_3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6222f3b_0_3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4106222f3b_0_3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4106222f3b_0_3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6222f3b_0_3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6222f3b_0_3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6222f3b_0_3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34106222f3b_0_3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34106222f3b_0_3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34106222f3b_0_3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34106222f3b_0_3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34106222f3b_0_3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34106222f3b_0_3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106222f3b_0_3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6222f3b_0_3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4106222f3b_0_3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4106222f3b_0_3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106222f3b_0_3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4106222f3b_0_3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34106222f3b_0_7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34106222f3b_0_71"/>
          <p:cNvGrpSpPr/>
          <p:nvPr/>
        </p:nvGrpSpPr>
        <p:grpSpPr>
          <a:xfrm>
            <a:off x="930400" y="2053250"/>
            <a:ext cx="7283201" cy="2971674"/>
            <a:chOff x="930400" y="2053250"/>
            <a:chExt cx="7283201" cy="2971674"/>
          </a:xfrm>
        </p:grpSpPr>
        <p:pic>
          <p:nvPicPr>
            <p:cNvPr id="783" name="Google Shape;783;g34106222f3b_0_71"/>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84" name="Google Shape;784;g34106222f3b_0_71"/>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106222f3b_0_71"/>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34106222f3b_0_71"/>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34106222f3b_0_71"/>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88" name="Google Shape;788;g34106222f3b_0_71"/>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9" name="Google Shape;789;g34106222f3b_0_71"/>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34106222f3b_0_71"/>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1" name="Google Shape;791;g34106222f3b_0_71"/>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2" name="Google Shape;792;g34106222f3b_0_71"/>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34106222f3b_0_71"/>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94" name="Google Shape;794;g34106222f3b_0_71"/>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34106222f3b_0_71"/>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34106222f3b_0_71"/>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4106222f3b_0_71"/>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4106222f3b_0_71"/>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4106222f3b_0_71"/>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4106222f3b_0_71"/>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34106222f3b_0_71"/>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4106222f3b_0_71"/>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4106222f3b_0_71"/>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4106222f3b_0_71"/>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6222f3b_0_71"/>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6222f3b_0_71"/>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34106222f3b_0_71"/>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34106222f3b_0_71"/>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6222f3b_0_71"/>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34106222f3b_0_71"/>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34106222f3b_0_71"/>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34106222f3b_0_71"/>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6222f3b_0_71"/>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34106222f3b_0_71"/>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34106222f3b_0_71"/>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34106222f3b_0_71"/>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6222f3b_0_71"/>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4106222f3b_0_71"/>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34106222f3b_0_71"/>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4106222f3b_0_71"/>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1" name="Google Shape;821;g34106222f3b_0_71"/>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4106222f3b_0_71"/>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34106222f3b_0_71"/>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34106222f3b_0_11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0" name="Google Shape;830;g34106222f3b_0_118"/>
          <p:cNvGrpSpPr/>
          <p:nvPr/>
        </p:nvGrpSpPr>
        <p:grpSpPr>
          <a:xfrm>
            <a:off x="930400" y="2053250"/>
            <a:ext cx="7218395" cy="2674800"/>
            <a:chOff x="930400" y="2053250"/>
            <a:chExt cx="7218395" cy="2674800"/>
          </a:xfrm>
        </p:grpSpPr>
        <p:pic>
          <p:nvPicPr>
            <p:cNvPr id="831" name="Google Shape;831;g34106222f3b_0_118"/>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2" name="Google Shape;832;g34106222f3b_0_118"/>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33" name="Google Shape;833;g34106222f3b_0_118"/>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34" name="Google Shape;834;g34106222f3b_0_118"/>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35" name="Google Shape;835;g34106222f3b_0_118"/>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36" name="Google Shape;836;g34106222f3b_0_118"/>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37" name="Google Shape;837;g34106222f3b_0_118"/>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38" name="Google Shape;838;g34106222f3b_0_118"/>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39" name="Google Shape;839;g34106222f3b_0_118"/>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0" name="Google Shape;840;g34106222f3b_0_118"/>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1" name="Google Shape;841;g34106222f3b_0_118"/>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2" name="Google Shape;842;g34106222f3b_0_118"/>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43" name="Google Shape;843;g34106222f3b_0_118"/>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6222f3b_0_118"/>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4106222f3b_0_118"/>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46" name="Google Shape;846;g34106222f3b_0_118"/>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47" name="Google Shape;847;g34106222f3b_0_118"/>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48" name="Google Shape;848;g34106222f3b_0_118"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49" name="Google Shape;849;g34106222f3b_0_118"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50" name="Google Shape;850;g34106222f3b_0_118"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51" name="Google Shape;851;g34106222f3b_0_118"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52" name="Google Shape;852;g34106222f3b_0_118"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53" name="Google Shape;853;g34106222f3b_0_118"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54" name="Google Shape;854;g34106222f3b_0_118"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55" name="Google Shape;855;g34106222f3b_0_118"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56" name="Google Shape;856;g34106222f3b_0_118"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57" name="Google Shape;857;g34106222f3b_0_118"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pic>
          <p:nvPicPr>
            <p:cNvPr id="858" name="Google Shape;858;g34106222f3b_0_118" title="JL686-129F.png"/>
            <p:cNvPicPr preferRelativeResize="0"/>
            <p:nvPr/>
          </p:nvPicPr>
          <p:blipFill rotWithShape="1">
            <a:blip r:embed="rId30">
              <a:alphaModFix/>
            </a:blip>
            <a:srcRect l="79" r="79"/>
            <a:stretch/>
          </p:blipFill>
          <p:spPr>
            <a:xfrm>
              <a:off x="4244275" y="3892004"/>
              <a:ext cx="590656" cy="836045"/>
            </a:xfrm>
            <a:prstGeom prst="rect">
              <a:avLst/>
            </a:prstGeom>
            <a:noFill/>
            <a:ln>
              <a:noFill/>
            </a:ln>
            <a:effectLst>
              <a:outerShdw blurRad="71438" dist="28575" dir="5400000" algn="bl" rotWithShape="0">
                <a:srgbClr val="000000">
                  <a:alpha val="14900"/>
                </a:srgbClr>
              </a:outerShdw>
            </a:effectLst>
          </p:spPr>
        </p:pic>
        <p:pic>
          <p:nvPicPr>
            <p:cNvPr id="859" name="Google Shape;859;g34106222f3b_0_118" title="JL686-130F.png"/>
            <p:cNvPicPr preferRelativeResize="0"/>
            <p:nvPr/>
          </p:nvPicPr>
          <p:blipFill rotWithShape="1">
            <a:blip r:embed="rId31">
              <a:alphaModFix/>
            </a:blip>
            <a:srcRect l="19" r="29"/>
            <a:stretch/>
          </p:blipFill>
          <p:spPr>
            <a:xfrm>
              <a:off x="4907050" y="3892004"/>
              <a:ext cx="590656" cy="836046"/>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34106222f3b_0_15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66" name="Google Shape;866;g34106222f3b_0_151"/>
          <p:cNvGrpSpPr/>
          <p:nvPr/>
        </p:nvGrpSpPr>
        <p:grpSpPr>
          <a:xfrm>
            <a:off x="865957" y="2135925"/>
            <a:ext cx="7282807" cy="2686611"/>
            <a:chOff x="867357" y="2129450"/>
            <a:chExt cx="7282807" cy="2686611"/>
          </a:xfrm>
        </p:grpSpPr>
        <p:pic>
          <p:nvPicPr>
            <p:cNvPr id="867" name="Google Shape;867;g34106222f3b_0_15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34106222f3b_0_15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34106222f3b_0_15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34106222f3b_0_15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1" name="Google Shape;871;g34106222f3b_0_15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34106222f3b_0_15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34106222f3b_0_151"/>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34106222f3b_0_151"/>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5" name="Google Shape;875;g34106222f3b_0_15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34106222f3b_0_15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34106222f3b_0_151"/>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8" name="Google Shape;878;g34106222f3b_0_151"/>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9" name="Google Shape;879;g34106222f3b_0_151"/>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0" name="Google Shape;880;g34106222f3b_0_151"/>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34106222f3b_0_17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87" name="Google Shape;887;g34106222f3b_0_171"/>
          <p:cNvGrpSpPr/>
          <p:nvPr/>
        </p:nvGrpSpPr>
        <p:grpSpPr>
          <a:xfrm>
            <a:off x="866900" y="2125438"/>
            <a:ext cx="7281864" cy="2684601"/>
            <a:chOff x="868300" y="2129450"/>
            <a:chExt cx="7281864" cy="2684601"/>
          </a:xfrm>
        </p:grpSpPr>
        <p:pic>
          <p:nvPicPr>
            <p:cNvPr id="888" name="Google Shape;888;g34106222f3b_0_17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9" name="Google Shape;889;g34106222f3b_0_17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0" name="Google Shape;890;g34106222f3b_0_17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1" name="Google Shape;891;g34106222f3b_0_17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2" name="Google Shape;892;g34106222f3b_0_17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3" name="Google Shape;893;g34106222f3b_0_17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4" name="Google Shape;894;g34106222f3b_0_17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5" name="Google Shape;895;g34106222f3b_0_17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34106222f3b_0_17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7" name="Google Shape;897;g34106222f3b_0_17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8" name="Google Shape;898;g34106222f3b_0_17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34106222f3b_0_17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34106222f3b_0_17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1" name="Google Shape;901;g34106222f3b_0_17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2" name="Google Shape;902;g34106222f3b_0_17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3" name="Google Shape;903;g34106222f3b_0_17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4" name="Google Shape;904;g34106222f3b_0_17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5" name="Google Shape;905;g34106222f3b_0_17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6" name="Google Shape;906;g34106222f3b_0_17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7" name="Google Shape;907;g34106222f3b_0_17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8" name="Google Shape;908;g34106222f3b_0_17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9" name="Google Shape;909;g34106222f3b_0_17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34106222f3b_0_17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1" name="Google Shape;911;g34106222f3b_0_17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2" name="Google Shape;912;g34106222f3b_0_17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3" name="Google Shape;913;g34106222f3b_0_17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4" name="Google Shape;914;g34106222f3b_0_17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5" name="Google Shape;915;g34106222f3b_0_17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34106222f3b_0_20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22" name="Google Shape;922;g34106222f3b_0_205"/>
          <p:cNvGrpSpPr/>
          <p:nvPr/>
        </p:nvGrpSpPr>
        <p:grpSpPr>
          <a:xfrm>
            <a:off x="868300" y="2129450"/>
            <a:ext cx="7281864" cy="2684601"/>
            <a:chOff x="868300" y="2053250"/>
            <a:chExt cx="7281864" cy="2684601"/>
          </a:xfrm>
        </p:grpSpPr>
        <p:pic>
          <p:nvPicPr>
            <p:cNvPr id="923" name="Google Shape;923;g34106222f3b_0_20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24" name="Google Shape;924;g34106222f3b_0_20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25" name="Google Shape;925;g34106222f3b_0_20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26" name="Google Shape;926;g34106222f3b_0_20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27" name="Google Shape;927;g34106222f3b_0_20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34106222f3b_0_20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34106222f3b_0_20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30" name="Google Shape;930;g34106222f3b_0_20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31" name="Google Shape;931;g34106222f3b_0_20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32" name="Google Shape;932;g34106222f3b_0_20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33" name="Google Shape;933;g34106222f3b_0_20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34" name="Google Shape;934;g34106222f3b_0_20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35" name="Google Shape;935;g34106222f3b_0_20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34106222f3b_0_22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42" name="Google Shape;942;g34106222f3b_0_224"/>
          <p:cNvGrpSpPr/>
          <p:nvPr/>
        </p:nvGrpSpPr>
        <p:grpSpPr>
          <a:xfrm>
            <a:off x="868300" y="2129450"/>
            <a:ext cx="7281864" cy="2688001"/>
            <a:chOff x="868300" y="2129450"/>
            <a:chExt cx="7281864" cy="2688001"/>
          </a:xfrm>
        </p:grpSpPr>
        <p:pic>
          <p:nvPicPr>
            <p:cNvPr id="943" name="Google Shape;943;g34106222f3b_0_224"/>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44" name="Google Shape;944;g34106222f3b_0_224"/>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45" name="Google Shape;945;g34106222f3b_0_224"/>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46" name="Google Shape;946;g34106222f3b_0_224"/>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47" name="Google Shape;947;g34106222f3b_0_224"/>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48" name="Google Shape;948;g34106222f3b_0_224"/>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49" name="Google Shape;949;g34106222f3b_0_224"/>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0" name="Google Shape;950;g34106222f3b_0_224"/>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51" name="Google Shape;951;g34106222f3b_0_224"/>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52" name="Google Shape;952;g34106222f3b_0_224"/>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53" name="Google Shape;953;g34106222f3b_0_224"/>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54" name="Google Shape;954;g34106222f3b_0_224"/>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55" name="Google Shape;955;g34106222f3b_0_224"/>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56" name="Google Shape;956;g34106222f3b_0_224"/>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34106222f3b_0_244"/>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63" name="Google Shape;963;g34106222f3b_0_244"/>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64" name="Google Shape;964;g34106222f3b_0_244"/>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65" name="Google Shape;965;g34106222f3b_0_244"/>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66" name="Google Shape;966;g34106222f3b_0_244"/>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67" name="Google Shape;967;g34106222f3b_0_244"/>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68" name="Google Shape;968;g34106222f3b_0_244"/>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69" name="Google Shape;969;g34106222f3b_0_244"/>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70" name="Google Shape;970;g34106222f3b_0_244"/>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71" name="Google Shape;971;g34106222f3b_0_244"/>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72" name="Google Shape;972;g34106222f3b_0_244"/>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73" name="Google Shape;973;g34106222f3b_0_244"/>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74" name="Google Shape;974;g34106222f3b_0_244"/>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75" name="Google Shape;975;g34106222f3b_0_244"/>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76" name="Google Shape;976;g34106222f3b_0_244"/>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77" name="Google Shape;977;g34106222f3b_0_244"/>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78" name="Google Shape;978;g34106222f3b_0_244"/>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79" name="Google Shape;979;g34106222f3b_0_244"/>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80" name="Google Shape;980;g34106222f3b_0_244"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81" name="Google Shape;981;g34106222f3b_0_244"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82" name="Google Shape;982;g34106222f3b_0_244"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83" name="Google Shape;983;g34106222f3b_0_244"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84" name="Google Shape;984;g34106222f3b_0_244"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85" name="Google Shape;985;g34106222f3b_0_244"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86" name="Google Shape;986;g34106222f3b_0_244"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34106222f3b_0_273"/>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 once</a:t>
            </a:r>
            <a:r>
              <a:rPr lang="en-US" sz="1800"/>
              <a:t>.</a:t>
            </a:r>
            <a:endParaRPr sz="1800"/>
          </a:p>
        </p:txBody>
      </p:sp>
      <p:pic>
        <p:nvPicPr>
          <p:cNvPr id="993" name="Google Shape;993;g34106222f3b_0_273"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94" name="Google Shape;994;g34106222f3b_0_273"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995" name="Google Shape;995;g34106222f3b_0_273"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96" name="Google Shape;996;g34106222f3b_0_273"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97" name="Google Shape;997;g34106222f3b_0_273"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pic>
        <p:nvPicPr>
          <p:cNvPr id="998" name="Google Shape;998;g34106222f3b_0_273" title="JL687-89F.png"/>
          <p:cNvPicPr preferRelativeResize="0"/>
          <p:nvPr/>
        </p:nvPicPr>
        <p:blipFill rotWithShape="1">
          <a:blip r:embed="rId8">
            <a:alphaModFix/>
          </a:blip>
          <a:srcRect l="99" r="99"/>
          <a:stretch/>
        </p:blipFill>
        <p:spPr>
          <a:xfrm>
            <a:off x="7001474" y="2129450"/>
            <a:ext cx="1147320" cy="821565"/>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b641b03cd_0_301"/>
          <p:cNvSpPr txBox="1">
            <a:spLocks noGrp="1"/>
          </p:cNvSpPr>
          <p:nvPr>
            <p:ph type="title"/>
          </p:nvPr>
        </p:nvSpPr>
        <p:spPr>
          <a:xfrm>
            <a:off x="576425" y="5568500"/>
            <a:ext cx="799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05" name="Google Shape;100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6" name="Google Shape;100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7" name="Google Shape;1007;g26b641b03cd_0_301" title="JL687-89F.png"/>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4" name="Google Shape;101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15" name="Google Shape;1015;g26b641b03cd_0_308"/>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16" name="Google Shape;1016;g26b641b03cd_0_308" title="JL687-89B.png"/>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34106222f3b_0_980"/>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23" name="Google Shape;1023;g34106222f3b_0_9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24" name="Google Shape;1024;g34106222f3b_0_9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25" name="Google Shape;1025;g34106222f3b_0_980"/>
          <p:cNvGrpSpPr/>
          <p:nvPr/>
        </p:nvGrpSpPr>
        <p:grpSpPr>
          <a:xfrm>
            <a:off x="975876" y="841623"/>
            <a:ext cx="7192248" cy="2640907"/>
            <a:chOff x="975876" y="841623"/>
            <a:chExt cx="7192248" cy="2640907"/>
          </a:xfrm>
        </p:grpSpPr>
        <p:pic>
          <p:nvPicPr>
            <p:cNvPr id="1026" name="Google Shape;1026;g34106222f3b_0_98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027" name="Google Shape;1027;g34106222f3b_0_98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028" name="Google Shape;1028;g34106222f3b_0_980"/>
            <p:cNvPicPr preferRelativeResize="0"/>
            <p:nvPr/>
          </p:nvPicPr>
          <p:blipFill rotWithShape="1">
            <a:blip r:embed="rId5">
              <a:alphaModFix/>
            </a:blip>
            <a:srcRect l="59" r="59"/>
            <a:stretch/>
          </p:blipFill>
          <p:spPr>
            <a:xfrm>
              <a:off x="4612315" y="2207520"/>
              <a:ext cx="828489" cy="592062"/>
            </a:xfrm>
            <a:prstGeom prst="rect">
              <a:avLst/>
            </a:prstGeom>
            <a:noFill/>
            <a:ln>
              <a:noFill/>
            </a:ln>
            <a:effectLst>
              <a:outerShdw blurRad="57150" dist="19050" dir="5400000" algn="bl" rotWithShape="0">
                <a:srgbClr val="000000">
                  <a:alpha val="20000"/>
                </a:srgbClr>
              </a:outerShdw>
            </a:effectLst>
          </p:spPr>
        </p:pic>
        <p:pic>
          <p:nvPicPr>
            <p:cNvPr id="1029" name="Google Shape;1029;g34106222f3b_0_980"/>
            <p:cNvPicPr preferRelativeResize="0"/>
            <p:nvPr/>
          </p:nvPicPr>
          <p:blipFill rotWithShape="1">
            <a:blip r:embed="rId6">
              <a:alphaModFix/>
            </a:blip>
            <a:srcRect t="79" b="89"/>
            <a:stretch/>
          </p:blipFill>
          <p:spPr>
            <a:xfrm>
              <a:off x="3703190" y="2890468"/>
              <a:ext cx="828489" cy="592062"/>
            </a:xfrm>
            <a:prstGeom prst="rect">
              <a:avLst/>
            </a:prstGeom>
            <a:noFill/>
            <a:ln>
              <a:noFill/>
            </a:ln>
            <a:effectLst>
              <a:outerShdw blurRad="57150" dist="19050" dir="5400000" algn="bl" rotWithShape="0">
                <a:srgbClr val="000000">
                  <a:alpha val="20000"/>
                </a:srgbClr>
              </a:outerShdw>
            </a:effectLst>
          </p:spPr>
        </p:pic>
        <p:pic>
          <p:nvPicPr>
            <p:cNvPr id="1030" name="Google Shape;1030;g34106222f3b_0_980"/>
            <p:cNvPicPr preferRelativeResize="0"/>
            <p:nvPr/>
          </p:nvPicPr>
          <p:blipFill rotWithShape="1">
            <a:blip r:embed="rId7">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031" name="Google Shape;1031;g34106222f3b_0_980"/>
            <p:cNvPicPr preferRelativeResize="0"/>
            <p:nvPr/>
          </p:nvPicPr>
          <p:blipFill rotWithShape="1">
            <a:blip r:embed="rId8">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032" name="Google Shape;1032;g34106222f3b_0_980"/>
            <p:cNvPicPr preferRelativeResize="0"/>
            <p:nvPr/>
          </p:nvPicPr>
          <p:blipFill rotWithShape="1">
            <a:blip r:embed="rId9">
              <a:alphaModFix/>
            </a:blip>
            <a:srcRect/>
            <a:stretch/>
          </p:blipFill>
          <p:spPr>
            <a:xfrm>
              <a:off x="2794080" y="2890468"/>
              <a:ext cx="828489" cy="592062"/>
            </a:xfrm>
            <a:prstGeom prst="rect">
              <a:avLst/>
            </a:prstGeom>
            <a:noFill/>
            <a:ln>
              <a:noFill/>
            </a:ln>
            <a:effectLst>
              <a:outerShdw blurRad="57150" dist="19050" dir="5400000" algn="bl" rotWithShape="0">
                <a:srgbClr val="000000">
                  <a:alpha val="20000"/>
                </a:srgbClr>
              </a:outerShdw>
            </a:effectLst>
          </p:spPr>
        </p:pic>
        <p:pic>
          <p:nvPicPr>
            <p:cNvPr id="1033" name="Google Shape;1033;g34106222f3b_0_980"/>
            <p:cNvPicPr preferRelativeResize="0"/>
            <p:nvPr/>
          </p:nvPicPr>
          <p:blipFill rotWithShape="1">
            <a:blip r:embed="rId10">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034" name="Google Shape;1034;g34106222f3b_0_980"/>
            <p:cNvPicPr preferRelativeResize="0"/>
            <p:nvPr/>
          </p:nvPicPr>
          <p:blipFill rotWithShape="1">
            <a:blip r:embed="rId11">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035" name="Google Shape;1035;g34106222f3b_0_980"/>
            <p:cNvPicPr preferRelativeResize="0"/>
            <p:nvPr/>
          </p:nvPicPr>
          <p:blipFill rotWithShape="1">
            <a:blip r:embed="rId12">
              <a:alphaModFix/>
            </a:blip>
            <a:srcRect l="59" r="59"/>
            <a:stretch/>
          </p:blipFill>
          <p:spPr>
            <a:xfrm>
              <a:off x="2794107" y="2207520"/>
              <a:ext cx="828489" cy="592062"/>
            </a:xfrm>
            <a:prstGeom prst="rect">
              <a:avLst/>
            </a:prstGeom>
            <a:noFill/>
            <a:ln>
              <a:noFill/>
            </a:ln>
            <a:effectLst>
              <a:outerShdw blurRad="57150" dist="19050" dir="5400000" algn="bl" rotWithShape="0">
                <a:srgbClr val="000000">
                  <a:alpha val="20000"/>
                </a:srgbClr>
              </a:outerShdw>
            </a:effectLst>
          </p:spPr>
        </p:pic>
        <p:pic>
          <p:nvPicPr>
            <p:cNvPr id="1036" name="Google Shape;1036;g34106222f3b_0_980"/>
            <p:cNvPicPr preferRelativeResize="0"/>
            <p:nvPr/>
          </p:nvPicPr>
          <p:blipFill rotWithShape="1">
            <a:blip r:embed="rId13">
              <a:alphaModFix/>
            </a:blip>
            <a:srcRect t="79" b="89"/>
            <a:stretch/>
          </p:blipFill>
          <p:spPr>
            <a:xfrm>
              <a:off x="1884982" y="2890468"/>
              <a:ext cx="828489" cy="592062"/>
            </a:xfrm>
            <a:prstGeom prst="rect">
              <a:avLst/>
            </a:prstGeom>
            <a:noFill/>
            <a:ln>
              <a:noFill/>
            </a:ln>
            <a:effectLst>
              <a:outerShdw blurRad="57150" dist="19050" dir="5400000" algn="bl" rotWithShape="0">
                <a:srgbClr val="000000">
                  <a:alpha val="20000"/>
                </a:srgbClr>
              </a:outerShdw>
            </a:effectLst>
          </p:spPr>
        </p:pic>
        <p:pic>
          <p:nvPicPr>
            <p:cNvPr id="1037" name="Google Shape;1037;g34106222f3b_0_980"/>
            <p:cNvPicPr preferRelativeResize="0"/>
            <p:nvPr/>
          </p:nvPicPr>
          <p:blipFill rotWithShape="1">
            <a:blip r:embed="rId14">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038" name="Google Shape;1038;g34106222f3b_0_980"/>
            <p:cNvPicPr preferRelativeResize="0"/>
            <p:nvPr/>
          </p:nvPicPr>
          <p:blipFill rotWithShape="1">
            <a:blip r:embed="rId15">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039" name="Google Shape;1039;g34106222f3b_0_980"/>
            <p:cNvPicPr preferRelativeResize="0"/>
            <p:nvPr/>
          </p:nvPicPr>
          <p:blipFill rotWithShape="1">
            <a:blip r:embed="rId16">
              <a:alphaModFix/>
            </a:blip>
            <a:srcRect l="59" r="59"/>
            <a:stretch/>
          </p:blipFill>
          <p:spPr>
            <a:xfrm>
              <a:off x="1885009" y="2207520"/>
              <a:ext cx="828489" cy="592062"/>
            </a:xfrm>
            <a:prstGeom prst="rect">
              <a:avLst/>
            </a:prstGeom>
            <a:noFill/>
            <a:ln>
              <a:noFill/>
            </a:ln>
            <a:effectLst>
              <a:outerShdw blurRad="57150" dist="19050" dir="5400000" algn="bl" rotWithShape="0">
                <a:srgbClr val="000000">
                  <a:alpha val="20000"/>
                </a:srgbClr>
              </a:outerShdw>
            </a:effectLst>
          </p:spPr>
        </p:pic>
        <p:pic>
          <p:nvPicPr>
            <p:cNvPr id="1040" name="Google Shape;1040;g34106222f3b_0_980"/>
            <p:cNvPicPr preferRelativeResize="0"/>
            <p:nvPr/>
          </p:nvPicPr>
          <p:blipFill rotWithShape="1">
            <a:blip r:embed="rId17">
              <a:alphaModFix/>
            </a:blip>
            <a:srcRect/>
            <a:stretch/>
          </p:blipFill>
          <p:spPr>
            <a:xfrm>
              <a:off x="975884" y="2890468"/>
              <a:ext cx="828489" cy="592062"/>
            </a:xfrm>
            <a:prstGeom prst="rect">
              <a:avLst/>
            </a:prstGeom>
            <a:noFill/>
            <a:ln>
              <a:noFill/>
            </a:ln>
            <a:effectLst>
              <a:outerShdw blurRad="57150" dist="19050" dir="5400000" algn="bl" rotWithShape="0">
                <a:srgbClr val="000000">
                  <a:alpha val="20000"/>
                </a:srgbClr>
              </a:outerShdw>
            </a:effectLst>
          </p:spPr>
        </p:pic>
        <p:pic>
          <p:nvPicPr>
            <p:cNvPr id="1041" name="Google Shape;1041;g34106222f3b_0_980"/>
            <p:cNvPicPr preferRelativeResize="0"/>
            <p:nvPr/>
          </p:nvPicPr>
          <p:blipFill rotWithShape="1">
            <a:blip r:embed="rId18">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042" name="Google Shape;1042;g34106222f3b_0_980"/>
            <p:cNvPicPr preferRelativeResize="0"/>
            <p:nvPr/>
          </p:nvPicPr>
          <p:blipFill rotWithShape="1">
            <a:blip r:embed="rId19">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043" name="Google Shape;1043;g34106222f3b_0_980"/>
            <p:cNvPicPr preferRelativeResize="0"/>
            <p:nvPr/>
          </p:nvPicPr>
          <p:blipFill rotWithShape="1">
            <a:blip r:embed="rId20">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44" name="Google Shape;1044;g34106222f3b_0_980"/>
            <p:cNvPicPr preferRelativeResize="0"/>
            <p:nvPr/>
          </p:nvPicPr>
          <p:blipFill rotWithShape="1">
            <a:blip r:embed="rId21">
              <a:alphaModFix/>
            </a:blip>
            <a:srcRect/>
            <a:stretch/>
          </p:blipFill>
          <p:spPr>
            <a:xfrm>
              <a:off x="7339635" y="2207518"/>
              <a:ext cx="828489" cy="592062"/>
            </a:xfrm>
            <a:prstGeom prst="rect">
              <a:avLst/>
            </a:prstGeom>
            <a:noFill/>
            <a:ln>
              <a:noFill/>
            </a:ln>
            <a:effectLst>
              <a:outerShdw blurRad="57150" dist="19050" dir="5400000" algn="bl" rotWithShape="0">
                <a:srgbClr val="000000">
                  <a:alpha val="20000"/>
                </a:srgbClr>
              </a:outerShdw>
            </a:effectLst>
          </p:spPr>
        </p:pic>
        <p:pic>
          <p:nvPicPr>
            <p:cNvPr id="1045" name="Google Shape;1045;g34106222f3b_0_980"/>
            <p:cNvPicPr preferRelativeResize="0"/>
            <p:nvPr/>
          </p:nvPicPr>
          <p:blipFill rotWithShape="1">
            <a:blip r:embed="rId22">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046" name="Google Shape;1046;g34106222f3b_0_980"/>
            <p:cNvPicPr preferRelativeResize="0"/>
            <p:nvPr/>
          </p:nvPicPr>
          <p:blipFill rotWithShape="1">
            <a:blip r:embed="rId23">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047" name="Google Shape;1047;g34106222f3b_0_980"/>
            <p:cNvPicPr preferRelativeResize="0"/>
            <p:nvPr/>
          </p:nvPicPr>
          <p:blipFill rotWithShape="1">
            <a:blip r:embed="rId24">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048" name="Google Shape;1048;g34106222f3b_0_980"/>
            <p:cNvPicPr preferRelativeResize="0"/>
            <p:nvPr/>
          </p:nvPicPr>
          <p:blipFill rotWithShape="1">
            <a:blip r:embed="rId25">
              <a:alphaModFix/>
            </a:blip>
            <a:srcRect t="19" b="29"/>
            <a:stretch/>
          </p:blipFill>
          <p:spPr>
            <a:xfrm>
              <a:off x="6430526" y="2207518"/>
              <a:ext cx="828489" cy="592062"/>
            </a:xfrm>
            <a:prstGeom prst="rect">
              <a:avLst/>
            </a:prstGeom>
            <a:noFill/>
            <a:ln>
              <a:noFill/>
            </a:ln>
            <a:effectLst>
              <a:outerShdw blurRad="57150" dist="19050" dir="5400000" algn="bl" rotWithShape="0">
                <a:srgbClr val="000000">
                  <a:alpha val="20000"/>
                </a:srgbClr>
              </a:outerShdw>
            </a:effectLst>
          </p:spPr>
        </p:pic>
        <p:pic>
          <p:nvPicPr>
            <p:cNvPr id="1049" name="Google Shape;1049;g34106222f3b_0_980"/>
            <p:cNvPicPr preferRelativeResize="0"/>
            <p:nvPr/>
          </p:nvPicPr>
          <p:blipFill rotWithShape="1">
            <a:blip r:embed="rId26">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050" name="Google Shape;1050;g34106222f3b_0_980"/>
            <p:cNvPicPr preferRelativeResize="0"/>
            <p:nvPr/>
          </p:nvPicPr>
          <p:blipFill rotWithShape="1">
            <a:blip r:embed="rId27">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051" name="Google Shape;1051;g34106222f3b_0_980"/>
            <p:cNvPicPr preferRelativeResize="0"/>
            <p:nvPr/>
          </p:nvPicPr>
          <p:blipFill rotWithShape="1">
            <a:blip r:embed="rId28">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052" name="Google Shape;1052;g34106222f3b_0_980"/>
            <p:cNvPicPr preferRelativeResize="0"/>
            <p:nvPr/>
          </p:nvPicPr>
          <p:blipFill rotWithShape="1">
            <a:blip r:embed="rId29">
              <a:alphaModFix/>
            </a:blip>
            <a:srcRect t="19" b="29"/>
            <a:stretch/>
          </p:blipFill>
          <p:spPr>
            <a:xfrm>
              <a:off x="5521405" y="2207518"/>
              <a:ext cx="828489" cy="592062"/>
            </a:xfrm>
            <a:prstGeom prst="rect">
              <a:avLst/>
            </a:prstGeom>
            <a:noFill/>
            <a:ln>
              <a:noFill/>
            </a:ln>
            <a:effectLst>
              <a:outerShdw blurRad="57150" dist="19050" dir="5400000" algn="bl" rotWithShape="0">
                <a:srgbClr val="000000">
                  <a:alpha val="20000"/>
                </a:srgbClr>
              </a:outerShdw>
            </a:effectLst>
          </p:spPr>
        </p:pic>
        <p:pic>
          <p:nvPicPr>
            <p:cNvPr id="1053" name="Google Shape;1053;g34106222f3b_0_980"/>
            <p:cNvPicPr preferRelativeResize="0"/>
            <p:nvPr/>
          </p:nvPicPr>
          <p:blipFill rotWithShape="1">
            <a:blip r:embed="rId30">
              <a:alphaModFix/>
            </a:blip>
            <a:srcRect t="79" b="89"/>
            <a:stretch/>
          </p:blipFill>
          <p:spPr>
            <a:xfrm>
              <a:off x="4612280" y="2890465"/>
              <a:ext cx="828489" cy="592062"/>
            </a:xfrm>
            <a:prstGeom prst="rect">
              <a:avLst/>
            </a:prstGeom>
            <a:noFill/>
            <a:ln>
              <a:noFill/>
            </a:ln>
            <a:effectLst>
              <a:outerShdw blurRad="57150" dist="19050" dir="5400000" algn="bl" rotWithShape="0">
                <a:srgbClr val="000000">
                  <a:alpha val="20000"/>
                </a:srgbClr>
              </a:outerShdw>
            </a:effectLst>
          </p:spPr>
        </p:pic>
        <p:pic>
          <p:nvPicPr>
            <p:cNvPr id="1054" name="Google Shape;1054;g34106222f3b_0_980"/>
            <p:cNvPicPr preferRelativeResize="0"/>
            <p:nvPr/>
          </p:nvPicPr>
          <p:blipFill rotWithShape="1">
            <a:blip r:embed="rId31">
              <a:alphaModFix/>
            </a:blip>
            <a:srcRect t="19" b="29"/>
            <a:stretch/>
          </p:blipFill>
          <p:spPr>
            <a:xfrm>
              <a:off x="3703217" y="2207520"/>
              <a:ext cx="828489" cy="592062"/>
            </a:xfrm>
            <a:prstGeom prst="rect">
              <a:avLst/>
            </a:prstGeom>
            <a:noFill/>
            <a:ln>
              <a:noFill/>
            </a:ln>
            <a:effectLst>
              <a:outerShdw blurRad="57150" dist="19050" dir="5400000" algn="bl" rotWithShape="0">
                <a:srgbClr val="000000">
                  <a:alpha val="20000"/>
                </a:srgbClr>
              </a:outerShdw>
            </a:effectLst>
          </p:spPr>
        </p:pic>
        <p:pic>
          <p:nvPicPr>
            <p:cNvPr id="1055" name="Google Shape;1055;g34106222f3b_0_980" title="JL687-89F.png"/>
            <p:cNvPicPr preferRelativeResize="0"/>
            <p:nvPr/>
          </p:nvPicPr>
          <p:blipFill rotWithShape="1">
            <a:blip r:embed="rId32">
              <a:alphaModFix/>
            </a:blip>
            <a:srcRect/>
            <a:stretch/>
          </p:blipFill>
          <p:spPr>
            <a:xfrm>
              <a:off x="5521380" y="2890465"/>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333</Words>
  <Application>Microsoft Office PowerPoint</Application>
  <PresentationFormat>On-screen Show (4:3)</PresentationFormat>
  <Paragraphs>72</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Poppins Medium</vt:lpstr>
      <vt:lpstr>Arial</vt:lpstr>
      <vt:lpstr>Poppins</vt:lpstr>
      <vt:lpstr>Jost</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 once.</vt:lpstr>
      <vt:lpstr>Practise Common Exception Words</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2026-05-29T02:51:44Z</dcterms:modified>
</cp:coreProperties>
</file>