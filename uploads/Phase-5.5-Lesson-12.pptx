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embeddedFontLst>
    <p:embeddedFont>
      <p:font typeface="Jost"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iSlzNtkVNLS5yhHjmEA3XPfCBL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156FA1-B01E-435D-8D2C-FCB1BAD34879}">
  <a:tblStyle styleId="{7A156FA1-B01E-435D-8D2C-FCB1BAD34879}"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1" name="Google Shape;681;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1" name="Google Shape;711;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8" name="Google Shape;828;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2" name="Google Shape;862;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3" name="Google Shape;863;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0"/>
        <p:cNvGrpSpPr/>
        <p:nvPr/>
      </p:nvGrpSpPr>
      <p:grpSpPr>
        <a:xfrm>
          <a:off x="0" y="0"/>
          <a:ext cx="0" cy="0"/>
          <a:chOff x="0" y="0"/>
          <a:chExt cx="0" cy="0"/>
        </a:xfrm>
      </p:grpSpPr>
      <p:sp>
        <p:nvSpPr>
          <p:cNvPr id="881" name="Google Shape;881;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2" name="Google Shape;882;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3" name="Google Shape;883;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2d281249418_0_66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g2d281249418_0_6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4" name="Google Shape;904;g2d281249418_0_6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d281249418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d281249418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d281249418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g2d281249418_0_130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6" name="Google Shape;936;g2d281249418_0_130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7" name="Google Shape;937;g2d281249418_0_130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1" name="Google Shape;95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2" name="Google Shape;95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8" name="Google Shape;97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9" name="Google Shape;97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6" name="Google Shape;996;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7" name="Google Shape;997;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2d281249418_0_137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7" name="Google Shape;1037;g2d281249418_0_137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8" name="Google Shape;1038;g2d281249418_0_137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5194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/igh/</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3 -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12</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6.png"/><Relationship Id="rId7" Type="http://schemas.openxmlformats.org/officeDocument/2006/relationships/slide" Target="slide1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slide" Target="slide16.xml"/><Relationship Id="rId4" Type="http://schemas.openxmlformats.org/officeDocument/2006/relationships/image" Target="../media/image7.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3.png"/><Relationship Id="rId21" Type="http://schemas.openxmlformats.org/officeDocument/2006/relationships/image" Target="../media/image50.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6.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3.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40.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3.png"/><Relationship Id="rId39" Type="http://schemas.openxmlformats.org/officeDocument/2006/relationships/image" Target="../media/image96.png"/><Relationship Id="rId21" Type="http://schemas.openxmlformats.org/officeDocument/2006/relationships/image" Target="../media/image79.png"/><Relationship Id="rId34" Type="http://schemas.openxmlformats.org/officeDocument/2006/relationships/image" Target="../media/image91.png"/><Relationship Id="rId42" Type="http://schemas.openxmlformats.org/officeDocument/2006/relationships/image" Target="../media/image99.png"/><Relationship Id="rId7" Type="http://schemas.openxmlformats.org/officeDocument/2006/relationships/image" Target="../media/image65.png"/><Relationship Id="rId2" Type="http://schemas.openxmlformats.org/officeDocument/2006/relationships/notesSlide" Target="../notesSlides/notesSlide5.xml"/><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86.png"/><Relationship Id="rId41" Type="http://schemas.openxmlformats.org/officeDocument/2006/relationships/image" Target="../media/image98.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4.png"/><Relationship Id="rId40" Type="http://schemas.openxmlformats.org/officeDocument/2006/relationships/image" Target="../media/image97.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3.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image" Target="../media/image8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5.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2.png"/><Relationship Id="rId43" Type="http://schemas.openxmlformats.org/officeDocument/2006/relationships/image" Target="../media/image100.png"/><Relationship Id="rId8" Type="http://schemas.openxmlformats.org/officeDocument/2006/relationships/image" Target="../media/image66.png"/><Relationship Id="rId3" Type="http://schemas.openxmlformats.org/officeDocument/2006/relationships/image" Target="../media/image61.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2.png"/><Relationship Id="rId33" Type="http://schemas.openxmlformats.org/officeDocument/2006/relationships/image" Target="../media/image90.png"/><Relationship Id="rId38" Type="http://schemas.openxmlformats.org/officeDocument/2006/relationships/image" Target="../media/image95.png"/></Relationships>
</file>

<file path=ppt/slides/_rels/slide6.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image" Target="../media/image106.png"/><Relationship Id="rId7" Type="http://schemas.openxmlformats.org/officeDocument/2006/relationships/image" Target="../media/image110.png"/><Relationship Id="rId12" Type="http://schemas.openxmlformats.org/officeDocument/2006/relationships/image" Target="../media/image115.png"/><Relationship Id="rId2" Type="http://schemas.openxmlformats.org/officeDocument/2006/relationships/notesSlide" Target="../notesSlides/notesSlide7.xml"/><Relationship Id="rId16" Type="http://schemas.openxmlformats.org/officeDocument/2006/relationships/image" Target="../media/image119.png"/><Relationship Id="rId1" Type="http://schemas.openxmlformats.org/officeDocument/2006/relationships/slideLayout" Target="../slideLayouts/slideLayout3.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png"/></Relationships>
</file>

<file path=ppt/slides/_rels/slide8.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image" Target="../media/image130.png"/><Relationship Id="rId18" Type="http://schemas.openxmlformats.org/officeDocument/2006/relationships/image" Target="../media/image135.png"/><Relationship Id="rId26" Type="http://schemas.openxmlformats.org/officeDocument/2006/relationships/image" Target="../media/image143.png"/><Relationship Id="rId3" Type="http://schemas.openxmlformats.org/officeDocument/2006/relationships/image" Target="../media/image120.png"/><Relationship Id="rId21" Type="http://schemas.openxmlformats.org/officeDocument/2006/relationships/image" Target="../media/image138.png"/><Relationship Id="rId7" Type="http://schemas.openxmlformats.org/officeDocument/2006/relationships/image" Target="../media/image124.png"/><Relationship Id="rId12" Type="http://schemas.openxmlformats.org/officeDocument/2006/relationships/image" Target="../media/image129.png"/><Relationship Id="rId17" Type="http://schemas.openxmlformats.org/officeDocument/2006/relationships/image" Target="../media/image134.png"/><Relationship Id="rId25" Type="http://schemas.openxmlformats.org/officeDocument/2006/relationships/image" Target="../media/image142.png"/><Relationship Id="rId2" Type="http://schemas.openxmlformats.org/officeDocument/2006/relationships/notesSlide" Target="../notesSlides/notesSlide8.xml"/><Relationship Id="rId16" Type="http://schemas.openxmlformats.org/officeDocument/2006/relationships/image" Target="../media/image133.png"/><Relationship Id="rId20" Type="http://schemas.openxmlformats.org/officeDocument/2006/relationships/image" Target="../media/image137.png"/><Relationship Id="rId29" Type="http://schemas.openxmlformats.org/officeDocument/2006/relationships/image" Target="../media/image146.png"/><Relationship Id="rId1" Type="http://schemas.openxmlformats.org/officeDocument/2006/relationships/slideLayout" Target="../slideLayouts/slideLayout3.xml"/><Relationship Id="rId6" Type="http://schemas.openxmlformats.org/officeDocument/2006/relationships/image" Target="../media/image123.png"/><Relationship Id="rId11" Type="http://schemas.openxmlformats.org/officeDocument/2006/relationships/image" Target="../media/image128.png"/><Relationship Id="rId24" Type="http://schemas.openxmlformats.org/officeDocument/2006/relationships/image" Target="../media/image141.png"/><Relationship Id="rId5" Type="http://schemas.openxmlformats.org/officeDocument/2006/relationships/image" Target="../media/image122.png"/><Relationship Id="rId15" Type="http://schemas.openxmlformats.org/officeDocument/2006/relationships/image" Target="../media/image132.png"/><Relationship Id="rId23" Type="http://schemas.openxmlformats.org/officeDocument/2006/relationships/image" Target="../media/image140.png"/><Relationship Id="rId28" Type="http://schemas.openxmlformats.org/officeDocument/2006/relationships/image" Target="../media/image145.png"/><Relationship Id="rId10" Type="http://schemas.openxmlformats.org/officeDocument/2006/relationships/image" Target="../media/image127.png"/><Relationship Id="rId19" Type="http://schemas.openxmlformats.org/officeDocument/2006/relationships/image" Target="../media/image136.png"/><Relationship Id="rId4" Type="http://schemas.openxmlformats.org/officeDocument/2006/relationships/image" Target="../media/image121.png"/><Relationship Id="rId9" Type="http://schemas.openxmlformats.org/officeDocument/2006/relationships/image" Target="../media/image126.png"/><Relationship Id="rId14" Type="http://schemas.openxmlformats.org/officeDocument/2006/relationships/image" Target="../media/image131.png"/><Relationship Id="rId22" Type="http://schemas.openxmlformats.org/officeDocument/2006/relationships/image" Target="../media/image139.png"/><Relationship Id="rId27" Type="http://schemas.openxmlformats.org/officeDocument/2006/relationships/image" Target="../media/image144.png"/><Relationship Id="rId30" Type="http://schemas.openxmlformats.org/officeDocument/2006/relationships/image" Target="../media/image147.png"/></Relationships>
</file>

<file path=ppt/slides/_rels/slide9.xml.rels><?xml version="1.0" encoding="UTF-8" standalone="yes"?>
<Relationships xmlns="http://schemas.openxmlformats.org/package/2006/relationships"><Relationship Id="rId8" Type="http://schemas.openxmlformats.org/officeDocument/2006/relationships/image" Target="../media/image153.png"/><Relationship Id="rId13" Type="http://schemas.openxmlformats.org/officeDocument/2006/relationships/image" Target="../media/image157.png"/><Relationship Id="rId3" Type="http://schemas.openxmlformats.org/officeDocument/2006/relationships/image" Target="../media/image148.png"/><Relationship Id="rId7" Type="http://schemas.openxmlformats.org/officeDocument/2006/relationships/image" Target="../media/image152.png"/><Relationship Id="rId12" Type="http://schemas.openxmlformats.org/officeDocument/2006/relationships/image" Target="../media/image156.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1.png"/><Relationship Id="rId11" Type="http://schemas.openxmlformats.org/officeDocument/2006/relationships/image" Target="../media/image8.png"/><Relationship Id="rId5" Type="http://schemas.openxmlformats.org/officeDocument/2006/relationships/image" Target="../media/image150.png"/><Relationship Id="rId15" Type="http://schemas.openxmlformats.org/officeDocument/2006/relationships/image" Target="../media/image159.png"/><Relationship Id="rId10" Type="http://schemas.openxmlformats.org/officeDocument/2006/relationships/image" Target="../media/image155.png"/><Relationship Id="rId4" Type="http://schemas.openxmlformats.org/officeDocument/2006/relationships/image" Target="../media/image149.png"/><Relationship Id="rId9" Type="http://schemas.openxmlformats.org/officeDocument/2006/relationships/image" Target="../media/image154.png"/><Relationship Id="rId14" Type="http://schemas.openxmlformats.org/officeDocument/2006/relationships/image" Target="../media/image158.png"/></Relationships>
</file>

<file path=ppt/slides/_rels/slide10.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10.xml"/><Relationship Id="rId16" Type="http://schemas.openxmlformats.org/officeDocument/2006/relationships/image" Target="../media/image173.png"/><Relationship Id="rId1" Type="http://schemas.openxmlformats.org/officeDocument/2006/relationships/slideLayout" Target="../slideLayouts/slideLayout3.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Sound Family /igh/;</a:t>
            </a:r>
            <a:br>
              <a:rPr lang="en-US" sz="3000"/>
            </a:br>
            <a:r>
              <a:rPr lang="en-US" sz="3000"/>
              <a:t>i-e</a:t>
            </a:r>
            <a:endParaRPr sz="300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12</a:t>
            </a:r>
            <a:endParaRPr/>
          </a:p>
        </p:txBody>
      </p:sp>
      <p:pic>
        <p:nvPicPr>
          <p:cNvPr id="653" name="Google Shape;653;p1"/>
          <p:cNvPicPr preferRelativeResize="0"/>
          <p:nvPr/>
        </p:nvPicPr>
        <p:blipFill rotWithShape="1">
          <a:blip r:embed="rId3">
            <a:alphaModFix/>
          </a:blip>
          <a:srcRect l="19" r="19"/>
          <a:stretch/>
        </p:blipFill>
        <p:spPr>
          <a:xfrm rot="540305">
            <a:off x="6695728" y="3950203"/>
            <a:ext cx="1208040" cy="1709828"/>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79" r="79"/>
          <a:stretch/>
        </p:blipFill>
        <p:spPr>
          <a:xfrm rot="-278018">
            <a:off x="5552278" y="3960008"/>
            <a:ext cx="1208038" cy="1709829"/>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{7A156FA1-B01E-435D-8D2C-FCB1BAD34879}</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/igh/</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/o</a:t>
                      </a:r>
                      <a:r>
                        <a:rPr lang="en-US" sz="1350" u="none" strike="noStrike" cap="none">
                          <a:solidFill>
                            <a:srgbClr val="D9D9D9"/>
                          </a:solidFill>
                          <a:latin typeface="Poppins"/>
                          <a:ea typeface="Poppins"/>
                          <a:cs typeface="Poppins"/>
                          <a:sym typeface="Poppins"/>
                        </a:rPr>
                        <a:t>a</a:t>
                      </a:r>
                      <a:r>
                        <a:rPr lang="en-US" sz="1600" u="none" strike="noStrike" cap="none">
                          <a:solidFill>
                            <a:srgbClr val="D9D9D9"/>
                          </a:solidFill>
                          <a:latin typeface="Jost"/>
                          <a:ea typeface="Jost"/>
                          <a:cs typeface="Jost"/>
                          <a:sym typeface="Jost"/>
                        </a:rPr>
                        <a:t>/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/igh/</a:t>
            </a:r>
            <a:r>
              <a:rPr lang="en-US"/>
              <a:t> sound family spelling patterns.</a:t>
            </a:r>
            <a:endParaRPr/>
          </a:p>
        </p:txBody>
      </p:sp>
      <p:sp>
        <p:nvSpPr>
          <p:cNvPr id="662" name="Google Shape;662;g2bee4f4af4b_0_204"/>
          <p:cNvSpPr txBox="1">
            <a:spLocks noGrp="1"/>
          </p:cNvSpPr>
          <p:nvPr>
            <p:ph type="body" idx="2"/>
          </p:nvPr>
        </p:nvSpPr>
        <p:spPr>
          <a:xfrm>
            <a:off x="3298550" y="20834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79" r="79"/>
          <a:stretch/>
        </p:blipFill>
        <p:spPr>
          <a:xfrm>
            <a:off x="995626" y="4101860"/>
            <a:ext cx="786850" cy="1113689"/>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l="89" r="79"/>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4637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4296649" y="5256525"/>
            <a:ext cx="1495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t="89" b="79"/>
          <a:stretch/>
        </p:blipFill>
        <p:spPr>
          <a:xfrm>
            <a:off x="4578429" y="4326104"/>
            <a:ext cx="931974" cy="665199"/>
          </a:xfrm>
          <a:prstGeom prst="rect">
            <a:avLst/>
          </a:prstGeom>
          <a:noFill/>
          <a:ln>
            <a:noFill/>
          </a:ln>
          <a:effectLst>
            <a:outerShdw blurRad="71438" dist="19050" dir="5220000" algn="bl" rotWithShape="0">
              <a:srgbClr val="D8D8D8"/>
            </a:outerShdw>
          </a:effectLst>
        </p:spPr>
      </p:pic>
      <p:sp>
        <p:nvSpPr>
          <p:cNvPr id="672" name="Google Shape;672;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3" name="Google Shape;673;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4" name="Google Shape;674;g2bee4f4af4b_0_204"/>
          <p:cNvPicPr preferRelativeResize="0"/>
          <p:nvPr/>
        </p:nvPicPr>
        <p:blipFill rotWithShape="1">
          <a:blip r:embed="rId6">
            <a:alphaModFix/>
          </a:blip>
          <a:srcRect t="89" b="99"/>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5" name="Google Shape;675;g2bee4f4af4b_0_204">
            <a:hlinkClick r:id="rId7" action="ppaction://hlinksldjump"/>
          </p:cNvPr>
          <p:cNvSpPr/>
          <p:nvPr/>
        </p:nvSpPr>
        <p:spPr>
          <a:xfrm>
            <a:off x="925251" y="375450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bee4f4af4b_0_204">
            <a:hlinkClick r:id="rId8" action="ppaction://hlinksldjump"/>
          </p:cNvPr>
          <p:cNvSpPr/>
          <p:nvPr/>
        </p:nvSpPr>
        <p:spPr>
          <a:xfrm>
            <a:off x="3344214" y="377505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bee4f4af4b_0_204">
            <a:hlinkClick r:id="rId9" action="ppaction://hlinksldjump"/>
          </p:cNvPr>
          <p:cNvSpPr/>
          <p:nvPr/>
        </p:nvSpPr>
        <p:spPr>
          <a:xfrm>
            <a:off x="4466728" y="381742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g2bee4f4af4b_0_204">
            <a:hlinkClick r:id="rId10" action="ppaction://hlinksldjump"/>
          </p:cNvPr>
          <p:cNvSpPr/>
          <p:nvPr/>
        </p:nvSpPr>
        <p:spPr>
          <a:xfrm>
            <a:off x="2069680"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5" name="Google Shape;685;g26b641b03cd_0_165"/>
          <p:cNvGrpSpPr/>
          <p:nvPr/>
        </p:nvGrpSpPr>
        <p:grpSpPr>
          <a:xfrm>
            <a:off x="930400" y="2053244"/>
            <a:ext cx="7283200" cy="3724851"/>
            <a:chOff x="930400" y="2129444"/>
            <a:chExt cx="7283200" cy="3724851"/>
          </a:xfrm>
        </p:grpSpPr>
        <p:pic>
          <p:nvPicPr>
            <p:cNvPr id="686" name="Google Shape;686;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5" name="Google Shape;705;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6" name="Google Shape;706;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7" name="Google Shape;707;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8" name="Google Shape;708;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5" name="Google Shape;715;g26b7edf6e71_0_26"/>
          <p:cNvGrpSpPr/>
          <p:nvPr/>
        </p:nvGrpSpPr>
        <p:grpSpPr>
          <a:xfrm>
            <a:off x="930400" y="2053250"/>
            <a:ext cx="7283201" cy="2971674"/>
            <a:chOff x="930400" y="2129450"/>
            <a:chExt cx="7283201" cy="2971674"/>
          </a:xfrm>
        </p:grpSpPr>
        <p:pic>
          <p:nvPicPr>
            <p:cNvPr id="716" name="Google Shape;716;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2" name="Google Shape;722;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6" name="Google Shape;726;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9" name="Google Shape;729;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30" name="Google Shape;730;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31" name="Google Shape;731;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32" name="Google Shape;732;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41" name="Google Shape;741;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42" name="Google Shape;742;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43" name="Google Shape;743;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51" name="Google Shape;751;g2c298da1f27_0_417"/>
          <p:cNvGrpSpPr/>
          <p:nvPr/>
        </p:nvGrpSpPr>
        <p:grpSpPr>
          <a:xfrm>
            <a:off x="930400" y="2053250"/>
            <a:ext cx="7283201" cy="2971674"/>
            <a:chOff x="930400" y="2053250"/>
            <a:chExt cx="7283201" cy="2971674"/>
          </a:xfrm>
        </p:grpSpPr>
        <p:pic>
          <p:nvPicPr>
            <p:cNvPr id="752" name="Google Shape;752;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53" name="Google Shape;753;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4" name="Google Shape;754;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5" name="Google Shape;755;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6" name="Google Shape;756;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72" name="Google Shape;772;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73" name="Google Shape;773;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5" name="Google Shape;775;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9" name="Google Shape;779;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82" name="Google Shape;782;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83" name="Google Shape;783;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9" name="Google Shape;789;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90" name="Google Shape;790;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91" name="Google Shape;791;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9" name="Google Shape;799;g2cdbdd49f8e_0_0"/>
          <p:cNvPicPr preferRelativeResize="0"/>
          <p:nvPr/>
        </p:nvPicPr>
        <p:blipFill rotWithShape="1">
          <a:blip r:embed="rId3">
            <a:alphaModFix/>
          </a:blip>
          <a:srcRect l="79" r="79"/>
          <a:stretch/>
        </p:blipFill>
        <p:spPr>
          <a:xfrm>
            <a:off x="930400" y="2053250"/>
            <a:ext cx="1315420" cy="1861922"/>
          </a:xfrm>
          <a:prstGeom prst="rect">
            <a:avLst/>
          </a:prstGeom>
          <a:noFill/>
          <a:ln>
            <a:noFill/>
          </a:ln>
          <a:effectLst>
            <a:outerShdw blurRad="71438" dist="28575" dir="5400000" algn="bl" rotWithShape="0">
              <a:srgbClr val="000000">
                <a:alpha val="15690"/>
              </a:srgbClr>
            </a:outerShdw>
          </a:effectLst>
        </p:spPr>
      </p:pic>
      <p:pic>
        <p:nvPicPr>
          <p:cNvPr id="800" name="Google Shape;800;g2cdbdd49f8e_0_0"/>
          <p:cNvPicPr preferRelativeResize="0"/>
          <p:nvPr/>
        </p:nvPicPr>
        <p:blipFill rotWithShape="1">
          <a:blip r:embed="rId4">
            <a:alphaModFix/>
          </a:blip>
          <a:srcRect l="79" r="79"/>
          <a:stretch/>
        </p:blipFill>
        <p:spPr>
          <a:xfrm>
            <a:off x="5358480" y="2053250"/>
            <a:ext cx="1315420" cy="1861922"/>
          </a:xfrm>
          <a:prstGeom prst="rect">
            <a:avLst/>
          </a:prstGeom>
          <a:noFill/>
          <a:ln>
            <a:noFill/>
          </a:ln>
          <a:effectLst>
            <a:outerShdw blurRad="71438" dist="28575" dir="5400000" algn="bl" rotWithShape="0">
              <a:srgbClr val="000000">
                <a:alpha val="15690"/>
              </a:srgbClr>
            </a:outerShdw>
          </a:effectLst>
        </p:spPr>
      </p:pic>
      <p:pic>
        <p:nvPicPr>
          <p:cNvPr id="801" name="Google Shape;801;g2cdbdd49f8e_0_0"/>
          <p:cNvPicPr preferRelativeResize="0"/>
          <p:nvPr/>
        </p:nvPicPr>
        <p:blipFill rotWithShape="1">
          <a:blip r:embed="rId5">
            <a:alphaModFix/>
          </a:blip>
          <a:srcRect l="19" r="29"/>
          <a:stretch/>
        </p:blipFill>
        <p:spPr>
          <a:xfrm>
            <a:off x="2406425" y="2053250"/>
            <a:ext cx="1315420" cy="1861926"/>
          </a:xfrm>
          <a:prstGeom prst="rect">
            <a:avLst/>
          </a:prstGeom>
          <a:noFill/>
          <a:ln>
            <a:noFill/>
          </a:ln>
          <a:effectLst>
            <a:outerShdw blurRad="71438" dist="28575" dir="5400000" algn="bl" rotWithShape="0">
              <a:srgbClr val="000000">
                <a:alpha val="15690"/>
              </a:srgbClr>
            </a:outerShdw>
          </a:effectLst>
        </p:spPr>
      </p:pic>
      <p:pic>
        <p:nvPicPr>
          <p:cNvPr id="802" name="Google Shape;802;g2cdbdd49f8e_0_0"/>
          <p:cNvPicPr preferRelativeResize="0"/>
          <p:nvPr/>
        </p:nvPicPr>
        <p:blipFill rotWithShape="1">
          <a:blip r:embed="rId6">
            <a:alphaModFix/>
          </a:blip>
          <a:srcRect l="19" r="29"/>
          <a:stretch/>
        </p:blipFill>
        <p:spPr>
          <a:xfrm>
            <a:off x="3882455" y="2053250"/>
            <a:ext cx="1315420" cy="1861926"/>
          </a:xfrm>
          <a:prstGeom prst="rect">
            <a:avLst/>
          </a:prstGeom>
          <a:noFill/>
          <a:ln>
            <a:noFill/>
          </a:ln>
          <a:effectLst>
            <a:outerShdw blurRad="71438" dist="28575" dir="5400000" algn="bl" rotWithShape="0">
              <a:srgbClr val="000000">
                <a:alpha val="15690"/>
              </a:srgbClr>
            </a:outerShdw>
          </a:effectLst>
        </p:spPr>
      </p:pic>
      <p:pic>
        <p:nvPicPr>
          <p:cNvPr id="803" name="Google Shape;803;g2cdbdd49f8e_0_0"/>
          <p:cNvPicPr preferRelativeResize="0"/>
          <p:nvPr/>
        </p:nvPicPr>
        <p:blipFill rotWithShape="1">
          <a:blip r:embed="rId7">
            <a:alphaModFix/>
          </a:blip>
          <a:srcRect l="19" r="29"/>
          <a:stretch/>
        </p:blipFill>
        <p:spPr>
          <a:xfrm>
            <a:off x="6834506" y="2053250"/>
            <a:ext cx="1315420" cy="1861926"/>
          </a:xfrm>
          <a:prstGeom prst="rect">
            <a:avLst/>
          </a:prstGeom>
          <a:noFill/>
          <a:ln>
            <a:noFill/>
          </a:ln>
          <a:effectLst>
            <a:outerShdw blurRad="71438" dist="28575" dir="5400000" algn="bl" rotWithShape="0">
              <a:srgbClr val="000000">
                <a:alpha val="156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0" name="Google Shape;810;g26b7edf6e71_0_109"/>
          <p:cNvGrpSpPr/>
          <p:nvPr/>
        </p:nvGrpSpPr>
        <p:grpSpPr>
          <a:xfrm>
            <a:off x="865957" y="2135925"/>
            <a:ext cx="7282807" cy="2686611"/>
            <a:chOff x="867357" y="2129450"/>
            <a:chExt cx="7282807" cy="2686611"/>
          </a:xfrm>
        </p:grpSpPr>
        <p:pic>
          <p:nvPicPr>
            <p:cNvPr id="811" name="Google Shape;811;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1" name="Google Shape;831;g2c298d33e0c_0_6"/>
          <p:cNvGrpSpPr/>
          <p:nvPr/>
        </p:nvGrpSpPr>
        <p:grpSpPr>
          <a:xfrm>
            <a:off x="866900" y="2133161"/>
            <a:ext cx="7281864" cy="2684601"/>
            <a:chOff x="868300" y="2129450"/>
            <a:chExt cx="7281864" cy="2684601"/>
          </a:xfrm>
        </p:grpSpPr>
        <p:pic>
          <p:nvPicPr>
            <p:cNvPr id="832" name="Google Shape;832;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4" name="Google Shape;834;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6" name="Google Shape;836;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6" name="Google Shape;866;g2c298da1f27_0_455"/>
          <p:cNvGrpSpPr/>
          <p:nvPr/>
        </p:nvGrpSpPr>
        <p:grpSpPr>
          <a:xfrm>
            <a:off x="868300" y="2129450"/>
            <a:ext cx="7281864" cy="2684601"/>
            <a:chOff x="868300" y="2053250"/>
            <a:chExt cx="7281864" cy="2684601"/>
          </a:xfrm>
        </p:grpSpPr>
        <p:pic>
          <p:nvPicPr>
            <p:cNvPr id="867" name="Google Shape;867;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3" name="Google Shape;873;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4" name="Google Shape;874;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8" name="Google Shape;878;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9" name="Google Shape;879;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6" name="Google Shape;886;g2c298da1f27_1_0"/>
          <p:cNvGrpSpPr/>
          <p:nvPr/>
        </p:nvGrpSpPr>
        <p:grpSpPr>
          <a:xfrm>
            <a:off x="868300" y="2129450"/>
            <a:ext cx="7281864" cy="2688001"/>
            <a:chOff x="868300" y="2129450"/>
            <a:chExt cx="7281864" cy="2688001"/>
          </a:xfrm>
        </p:grpSpPr>
        <p:pic>
          <p:nvPicPr>
            <p:cNvPr id="887" name="Google Shape;887;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3" name="Google Shape;893;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4" name="Google Shape;894;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9" name="Google Shape;899;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00" name="Google Shape;900;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sp>
        <p:nvSpPr>
          <p:cNvPr id="906" name="Google Shape;906;g2d281249418_0_661"/>
          <p:cNvSpPr txBox="1">
            <a:spLocks noGrp="1"/>
          </p:cNvSpPr>
          <p:nvPr>
            <p:ph type="title"/>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 </a:t>
            </a:r>
            <a:br>
              <a:rPr lang="en-US"/>
            </a:br>
            <a:r>
              <a:rPr lang="en-US">
                <a:solidFill>
                  <a:srgbClr val="2356AF"/>
                </a:solidFill>
              </a:rPr>
              <a:t>people</a:t>
            </a:r>
            <a:r>
              <a:rPr lang="en-US"/>
              <a:t>.</a:t>
            </a:r>
            <a:endParaRPr/>
          </a:p>
        </p:txBody>
      </p:sp>
      <p:pic>
        <p:nvPicPr>
          <p:cNvPr id="907" name="Google Shape;907;g2d281249418_0_661"/>
          <p:cNvPicPr preferRelativeResize="0"/>
          <p:nvPr/>
        </p:nvPicPr>
        <p:blipFill rotWithShape="1">
          <a:blip r:embed="rId3">
            <a:alphaModFix/>
          </a:blip>
          <a:srcRect/>
          <a:stretch/>
        </p:blipFill>
        <p:spPr>
          <a:xfrm>
            <a:off x="2792917" y="2129450"/>
            <a:ext cx="3558167" cy="254282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d281249418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4" name="Google Shape;914;g2d281249418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5" name="Google Shape;915;g2d281249418_0_8"/>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16" name="Google Shape;916;g2d281249418_0_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17" name="Google Shape;917;g2d281249418_0_8"/>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r</a:t>
            </a:r>
            <a:r>
              <a:rPr lang="en-US" sz="5800" b="0" i="0" u="none" strike="noStrike" cap="none">
                <a:solidFill>
                  <a:srgbClr val="00904C"/>
                </a:solidFill>
                <a:latin typeface="Jost"/>
                <a:ea typeface="Jost"/>
                <a:cs typeface="Jost"/>
                <a:sym typeface="Jost"/>
              </a:rPr>
              <a:t>igh</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18" name="Google Shape;918;g2d281249418_0_8"/>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n</a:t>
            </a:r>
            <a:r>
              <a:rPr lang="en-US" sz="5800" b="0" i="0" u="none" strike="noStrike" cap="none">
                <a:solidFill>
                  <a:srgbClr val="00904C"/>
                </a:solidFill>
                <a:latin typeface="Jost"/>
                <a:ea typeface="Jost"/>
                <a:cs typeface="Jost"/>
                <a:sym typeface="Jost"/>
              </a:rPr>
              <a:t>igh</a:t>
            </a:r>
            <a:r>
              <a:rPr lang="en-US" sz="5800" b="0" i="0" u="none" strike="noStrike" cap="none">
                <a:solidFill>
                  <a:srgbClr val="2356AF"/>
                </a:solidFill>
                <a:latin typeface="Jost"/>
                <a:ea typeface="Jost"/>
                <a:cs typeface="Jost"/>
                <a:sym typeface="Jost"/>
              </a:rPr>
              <a:t>t</a:t>
            </a:r>
            <a:endParaRPr sz="5800" b="0" i="0" u="none" strike="noStrike" cap="none">
              <a:solidFill>
                <a:srgbClr val="2356AF"/>
              </a:solidFill>
              <a:latin typeface="Jost"/>
              <a:ea typeface="Jost"/>
              <a:cs typeface="Jost"/>
              <a:sym typeface="Jost"/>
            </a:endParaRPr>
          </a:p>
        </p:txBody>
      </p:sp>
      <p:sp>
        <p:nvSpPr>
          <p:cNvPr id="919" name="Google Shape;919;g2d281249418_0_8"/>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00904C"/>
                </a:solidFill>
                <a:latin typeface="Jost"/>
                <a:ea typeface="Jost"/>
                <a:cs typeface="Jost"/>
                <a:sym typeface="Jost"/>
              </a:rPr>
              <a:t>igh</a:t>
            </a:r>
            <a:r>
              <a:rPr lang="en-US" sz="5800" b="0" i="0" u="none" strike="noStrike" cap="none">
                <a:solidFill>
                  <a:srgbClr val="2356AF"/>
                </a:solidFill>
                <a:latin typeface="Jost"/>
                <a:ea typeface="Jost"/>
                <a:cs typeface="Jost"/>
                <a:sym typeface="Jost"/>
              </a:rPr>
              <a:t>t </a:t>
            </a:r>
            <a:endParaRPr sz="5800" b="0" i="0" u="none" strike="noStrike" cap="none">
              <a:solidFill>
                <a:srgbClr val="2356AF"/>
              </a:solidFill>
              <a:latin typeface="Jost"/>
              <a:ea typeface="Jost"/>
              <a:cs typeface="Jost"/>
              <a:sym typeface="Jost"/>
            </a:endParaRPr>
          </a:p>
        </p:txBody>
      </p:sp>
      <p:sp>
        <p:nvSpPr>
          <p:cNvPr id="920" name="Google Shape;920;g2d281249418_0_8"/>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3, Lesson 33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27" name="Google Shape;927;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28" name="Google Shape;928;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9" name="Google Shape;929;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30" name="Google Shape;930;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F7941D"/>
                </a:solidFill>
                <a:latin typeface="Jost"/>
                <a:ea typeface="Jost"/>
                <a:cs typeface="Jost"/>
                <a:sym typeface="Jost"/>
              </a:rPr>
              <a:t>i</a:t>
            </a:r>
            <a:r>
              <a:rPr lang="en-US" sz="5800" b="0" i="0" u="none" strike="noStrike" cap="none">
                <a:solidFill>
                  <a:srgbClr val="2356AF"/>
                </a:solidFill>
                <a:latin typeface="Jost"/>
                <a:ea typeface="Jost"/>
                <a:cs typeface="Jost"/>
                <a:sym typeface="Jost"/>
              </a:rPr>
              <a:t>k</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31" name="Google Shape;931;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sl</a:t>
            </a:r>
            <a:r>
              <a:rPr lang="en-US" sz="5800" b="0" i="0" u="none" strike="noStrike" cap="none">
                <a:solidFill>
                  <a:srgbClr val="F7941D"/>
                </a:solidFill>
                <a:latin typeface="Jost"/>
                <a:ea typeface="Jost"/>
                <a:cs typeface="Jost"/>
                <a:sym typeface="Jost"/>
              </a:rPr>
              <a:t>i</a:t>
            </a:r>
            <a:r>
              <a:rPr lang="en-US" sz="5800" b="0" i="0" u="none" strike="noStrike" cap="none">
                <a:solidFill>
                  <a:srgbClr val="2356AF"/>
                </a:solidFill>
                <a:latin typeface="Jost"/>
                <a:ea typeface="Jost"/>
                <a:cs typeface="Jost"/>
                <a:sym typeface="Jost"/>
              </a:rPr>
              <a:t>m</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32" name="Google Shape;932;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f</a:t>
            </a:r>
            <a:r>
              <a:rPr lang="en-US" sz="5800" b="0" i="0" u="none" strike="noStrike" cap="none">
                <a:solidFill>
                  <a:srgbClr val="F7941D"/>
                </a:solidFill>
                <a:latin typeface="Jost"/>
                <a:ea typeface="Jost"/>
                <a:cs typeface="Jost"/>
                <a:sym typeface="Jost"/>
              </a:rPr>
              <a:t>i</a:t>
            </a:r>
            <a:r>
              <a:rPr lang="en-US" sz="5800" b="0" i="0" u="none" strike="noStrike" cap="none">
                <a:solidFill>
                  <a:srgbClr val="2356AF"/>
                </a:solidFill>
                <a:latin typeface="Jost"/>
                <a:ea typeface="Jost"/>
                <a:cs typeface="Jost"/>
                <a:sym typeface="Jost"/>
              </a:rPr>
              <a:t>v</a:t>
            </a:r>
            <a:r>
              <a:rPr lang="en-US" sz="5800" b="0" i="0" u="none" strike="noStrike" cap="none">
                <a:solidFill>
                  <a:srgbClr val="F7941D"/>
                </a:solidFill>
                <a:latin typeface="Jost"/>
                <a:ea typeface="Jost"/>
                <a:cs typeface="Jost"/>
                <a:sym typeface="Jost"/>
              </a:rPr>
              <a:t>e</a:t>
            </a:r>
            <a:r>
              <a:rPr lang="en-US" sz="5800" b="0" i="0" u="none" strike="noStrike" cap="none">
                <a:solidFill>
                  <a:srgbClr val="2356AF"/>
                </a:solidFill>
                <a:latin typeface="Jost"/>
                <a:ea typeface="Jost"/>
                <a:cs typeface="Jost"/>
                <a:sym typeface="Jost"/>
              </a:rPr>
              <a:t> </a:t>
            </a:r>
            <a:endParaRPr sz="5800" b="0" i="0" u="none" strike="noStrike" cap="none">
              <a:solidFill>
                <a:srgbClr val="2356AF"/>
              </a:solidFill>
              <a:latin typeface="Jost"/>
              <a:ea typeface="Jost"/>
              <a:cs typeface="Jost"/>
              <a:sym typeface="Jost"/>
            </a:endParaRPr>
          </a:p>
        </p:txBody>
      </p:sp>
      <p:sp>
        <p:nvSpPr>
          <p:cNvPr id="933" name="Google Shape;933;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23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g2d281249418_0_130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40" name="Google Shape;940;g2d281249418_0_130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41" name="Google Shape;941;g2d281249418_0_130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42" name="Google Shape;942;g2d281249418_0_130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
        <p:nvSpPr>
          <p:cNvPr id="943" name="Google Shape;943;g2d281249418_0_130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r</a:t>
            </a:r>
            <a:r>
              <a:rPr lang="en-US" sz="5800" b="0" i="0" u="none" strike="noStrike" cap="none">
                <a:solidFill>
                  <a:srgbClr val="F7941D"/>
                </a:solidFill>
                <a:latin typeface="Jost"/>
                <a:ea typeface="Jost"/>
                <a:cs typeface="Jost"/>
                <a:sym typeface="Jost"/>
              </a:rPr>
              <a:t>i</a:t>
            </a:r>
            <a:r>
              <a:rPr lang="en-US" sz="5800" b="0" i="0" u="none" strike="noStrike" cap="none">
                <a:solidFill>
                  <a:srgbClr val="2356AF"/>
                </a:solidFill>
                <a:latin typeface="Jost"/>
                <a:ea typeface="Jost"/>
                <a:cs typeface="Jost"/>
                <a:sym typeface="Jost"/>
              </a:rPr>
              <a:t>c</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44" name="Google Shape;944;g2d281249418_0_130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pr</a:t>
            </a:r>
            <a:r>
              <a:rPr lang="en-US" sz="5800" b="0" i="0" u="none" strike="noStrike" cap="none">
                <a:solidFill>
                  <a:srgbClr val="F7941D"/>
                </a:solidFill>
                <a:latin typeface="Jost"/>
                <a:ea typeface="Jost"/>
                <a:cs typeface="Jost"/>
                <a:sym typeface="Jost"/>
              </a:rPr>
              <a:t>i</a:t>
            </a:r>
            <a:r>
              <a:rPr lang="en-US" sz="5800" b="0" i="0" u="none" strike="noStrike" cap="none">
                <a:solidFill>
                  <a:srgbClr val="2356AF"/>
                </a:solidFill>
                <a:latin typeface="Jost"/>
                <a:ea typeface="Jost"/>
                <a:cs typeface="Jost"/>
                <a:sym typeface="Jost"/>
              </a:rPr>
              <a:t>c</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45" name="Google Shape;945;g2d281249418_0_130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sl</a:t>
            </a:r>
            <a:r>
              <a:rPr lang="en-US" sz="5800" b="0" i="0" u="none" strike="noStrike" cap="none">
                <a:solidFill>
                  <a:srgbClr val="F7941D"/>
                </a:solidFill>
                <a:latin typeface="Jost"/>
                <a:ea typeface="Jost"/>
                <a:cs typeface="Jost"/>
                <a:sym typeface="Jost"/>
              </a:rPr>
              <a:t>i</a:t>
            </a:r>
            <a:r>
              <a:rPr lang="en-US" sz="5800" b="0" i="0" u="none" strike="noStrike" cap="none">
                <a:solidFill>
                  <a:srgbClr val="2356AF"/>
                </a:solidFill>
                <a:latin typeface="Jost"/>
                <a:ea typeface="Jost"/>
                <a:cs typeface="Jost"/>
                <a:sym typeface="Jost"/>
              </a:rPr>
              <a:t>c</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46" name="Google Shape;946;g2d281249418_0_130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600"/>
              <a:buNone/>
            </a:pPr>
            <a:r>
              <a:rPr lang="en-US"/>
              <a:t>Phase 5, Lesson 23 + Phase 5, Lesson 29 </a:t>
            </a:r>
            <a:endParaRPr/>
          </a:p>
        </p:txBody>
      </p:sp>
      <p:pic>
        <p:nvPicPr>
          <p:cNvPr id="947" name="Google Shape;947;g2d281249418_0_1305"/>
          <p:cNvPicPr preferRelativeResize="0"/>
          <p:nvPr/>
        </p:nvPicPr>
        <p:blipFill rotWithShape="1">
          <a:blip r:embed="rId4">
            <a:alphaModFix/>
          </a:blip>
          <a:srcRect l="79" r="79"/>
          <a:stretch/>
        </p:blipFill>
        <p:spPr>
          <a:xfrm>
            <a:off x="3237249" y="3183101"/>
            <a:ext cx="1381576" cy="1955551"/>
          </a:xfrm>
          <a:prstGeom prst="rect">
            <a:avLst/>
          </a:prstGeom>
          <a:noFill/>
          <a:ln>
            <a:noFill/>
          </a:ln>
          <a:effectLst>
            <a:outerShdw blurRad="142875" dist="19050" dir="5400000" algn="bl" rotWithShape="0">
              <a:srgbClr val="000000">
                <a:alpha val="27058"/>
              </a:srgbClr>
            </a:outerShdw>
          </a:effectLst>
        </p:spPr>
      </p:pic>
      <p:sp>
        <p:nvSpPr>
          <p:cNvPr id="948" name="Google Shape;948;g2d281249418_0_1305"/>
          <p:cNvSpPr/>
          <p:nvPr/>
        </p:nvSpPr>
        <p:spPr>
          <a:xfrm>
            <a:off x="2935326" y="3946100"/>
            <a:ext cx="429600" cy="429600"/>
          </a:xfrm>
          <a:prstGeom prst="ellipse">
            <a:avLst/>
          </a:prstGeom>
          <a:solidFill>
            <a:srgbClr val="8ED8F8"/>
          </a:solidFill>
          <a:ln>
            <a:noFill/>
          </a:ln>
          <a:effectLst>
            <a:outerShdw blurRad="28575" dist="9525" dir="5400000" algn="bl" rotWithShape="0">
              <a:srgbClr val="000000">
                <a:alpha val="9803"/>
              </a:srgbClr>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1" i="0" u="none" strike="noStrike" cap="none">
                <a:solidFill>
                  <a:srgbClr val="FFFFFF"/>
                </a:solidFill>
                <a:latin typeface="Poppins"/>
                <a:ea typeface="Poppins"/>
                <a:cs typeface="Poppins"/>
                <a:sym typeface="Poppins"/>
              </a:rPr>
              <a:t>+</a:t>
            </a:r>
            <a:endParaRPr sz="2500" b="1" i="0" u="none" strike="noStrike" cap="none">
              <a:solidFill>
                <a:srgbClr val="FFFFFF"/>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5" name="Google Shape;95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6" name="Google Shape;956;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7" name="Google Shape;95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64" name="Google Shape;96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65" name="Google Shape;965;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966" name="Google Shape;96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JL692</a:t>
            </a:r>
            <a:endParaRPr/>
          </a:p>
        </p:txBody>
      </p:sp>
      <p:sp>
        <p:nvSpPr>
          <p:cNvPr id="973" name="Google Shape;97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4" name="Google Shape;974;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5" name="Google Shape;97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82" name="Google Shape;98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83" name="Google Shape;983;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84" name="Google Shape;98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6b641b03cd_0_301"/>
          <p:cNvSpPr txBox="1">
            <a:spLocks noGrp="1"/>
          </p:cNvSpPr>
          <p:nvPr>
            <p:ph type="title"/>
          </p:nvPr>
        </p:nvSpPr>
        <p:spPr>
          <a:xfrm>
            <a:off x="757000" y="5568500"/>
            <a:ext cx="76299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91" name="Google Shape;99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92" name="Google Shape;99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93" name="Google Shape;993;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00" name="Google Shape;1000;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01" name="Google Shape;1001;g26b641b03cd_0_308"/>
          <p:cNvSpPr txBox="1">
            <a:spLocks noGrp="1"/>
          </p:cNvSpPr>
          <p:nvPr>
            <p:ph type="title"/>
          </p:nvPr>
        </p:nvSpPr>
        <p:spPr>
          <a:xfrm>
            <a:off x="782375" y="5568500"/>
            <a:ext cx="75792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02" name="Google Shape;1002;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09" name="Google Shape;1009;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0" name="Google Shape;1010;g2d1eea302f1_0_6"/>
          <p:cNvGrpSpPr/>
          <p:nvPr/>
        </p:nvGrpSpPr>
        <p:grpSpPr>
          <a:xfrm>
            <a:off x="3024000" y="209875"/>
            <a:ext cx="3096000" cy="454800"/>
            <a:chOff x="3024000" y="209875"/>
            <a:chExt cx="3096000" cy="454800"/>
          </a:xfrm>
        </p:grpSpPr>
        <p:sp>
          <p:nvSpPr>
            <p:cNvPr id="1011" name="Google Shape;1011;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2" name="Google Shape;1012;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3" name="Google Shape;1013;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4" name="Google Shape;1014;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5" name="Google Shape;1015;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6" name="Google Shape;1016;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7" name="Google Shape;1017;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8" name="Google Shape;1018;g2d1eea302f1_0_6"/>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19" name="Google Shape;1019;g2d1eea302f1_0_6"/>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20" name="Google Shape;1020;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1" name="Google Shape;1021;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22" name="Google Shape;1022;g2d1eea302f1_0_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23" name="Google Shape;1023;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24" name="Google Shape;1024;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025" name="Google Shape;1025;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26" name="Google Shape;1026;g2d1eea302f1_0_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27" name="Google Shape;1027;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28" name="Google Shape;1028;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FFD403"/>
              </a:solidFill>
              <a:latin typeface="Jost"/>
              <a:ea typeface="Jost"/>
              <a:cs typeface="Jost"/>
              <a:sym typeface="Jost"/>
            </a:endParaRPr>
          </a:p>
        </p:txBody>
      </p:sp>
      <p:sp>
        <p:nvSpPr>
          <p:cNvPr id="1029" name="Google Shape;1029;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30" name="Google Shape;1030;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1" name="Google Shape;1031;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2" name="Google Shape;1032;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33" name="Google Shape;1033;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cxnSp>
        <p:nvCxnSpPr>
          <p:cNvPr id="1034" name="Google Shape;1034;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g2d281249418_0_137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41" name="Google Shape;1041;g2d281249418_0_137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42" name="Google Shape;1042;g2d281249418_0_1372"/>
          <p:cNvGrpSpPr/>
          <p:nvPr/>
        </p:nvGrpSpPr>
        <p:grpSpPr>
          <a:xfrm>
            <a:off x="3024000" y="209875"/>
            <a:ext cx="3096000" cy="454800"/>
            <a:chOff x="3024000" y="209875"/>
            <a:chExt cx="3096000" cy="454800"/>
          </a:xfrm>
        </p:grpSpPr>
        <p:sp>
          <p:nvSpPr>
            <p:cNvPr id="1043" name="Google Shape;1043;g2d281249418_0_137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4" name="Google Shape;1044;g2d281249418_0_137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45" name="Google Shape;1045;g2d281249418_0_137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46" name="Google Shape;1046;g2d281249418_0_1372"/>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47" name="Google Shape;1047;g2d281249418_0_1372"/>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8" name="Google Shape;1048;g2d281249418_0_1372"/>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9" name="Google Shape;1049;g2d281249418_0_1372"/>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50" name="Google Shape;1050;g2d281249418_0_1372"/>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51" name="Google Shape;1051;g2d281249418_0_1372"/>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2" name="Google Shape;1052;g2d281249418_0_1372"/>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53" name="Google Shape;1053;g2d281249418_0_1372"/>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54" name="Google Shape;1054;g2d281249418_0_1372"/>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55" name="Google Shape;1055;g2d281249418_0_1372"/>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ice bike dice stripe file fine nine mice rice vine</a:t>
            </a:r>
            <a:endParaRPr sz="1800" b="0" i="0" u="none" strike="noStrike" cap="none">
              <a:solidFill>
                <a:srgbClr val="B7B7B7"/>
              </a:solidFill>
              <a:latin typeface="Jost"/>
              <a:ea typeface="Jost"/>
              <a:cs typeface="Jost"/>
              <a:sym typeface="Jost"/>
            </a:endParaRPr>
          </a:p>
        </p:txBody>
      </p:sp>
      <p:sp>
        <p:nvSpPr>
          <p:cNvPr id="1056" name="Google Shape;1056;g2d281249418_0_137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LAYOUT B</a:t>
            </a:r>
            <a:endParaRPr/>
          </a:p>
        </p:txBody>
      </p:sp>
      <p:sp>
        <p:nvSpPr>
          <p:cNvPr id="1057" name="Google Shape;1057;g2d281249418_0_1372"/>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58" name="Google Shape;1058;g2d281249418_0_1372"/>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59" name="Google Shape;1059;g2d281249418_0_1372"/>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i-e</a:t>
            </a:r>
            <a:endParaRPr sz="5500" b="0" i="0" u="none" strike="noStrike" cap="none">
              <a:solidFill>
                <a:srgbClr val="F7941D"/>
              </a:solidFill>
              <a:latin typeface="Jost"/>
              <a:ea typeface="Jost"/>
              <a:cs typeface="Jost"/>
              <a:sym typeface="Jost"/>
            </a:endParaRPr>
          </a:p>
        </p:txBody>
      </p:sp>
      <p:sp>
        <p:nvSpPr>
          <p:cNvPr id="1060" name="Google Shape;1060;g2d281249418_0_1372"/>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61" name="Google Shape;1061;g2d281249418_0_1372"/>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v</a:t>
            </a:r>
            <a:endParaRPr sz="5500" b="0" i="0" u="none" strike="noStrike" cap="none">
              <a:solidFill>
                <a:srgbClr val="2356AF"/>
              </a:solidFill>
              <a:latin typeface="Jost"/>
              <a:ea typeface="Jost"/>
              <a:cs typeface="Jost"/>
              <a:sym typeface="Jost"/>
            </a:endParaRPr>
          </a:p>
        </p:txBody>
      </p:sp>
      <p:sp>
        <p:nvSpPr>
          <p:cNvPr id="1062" name="Google Shape;1062;g2d281249418_0_1372"/>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63" name="Google Shape;1063;g2d281249418_0_1372"/>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FFD403"/>
              </a:solidFill>
              <a:latin typeface="Jost"/>
              <a:ea typeface="Jost"/>
              <a:cs typeface="Jost"/>
              <a:sym typeface="Jost"/>
            </a:endParaRPr>
          </a:p>
        </p:txBody>
      </p:sp>
      <p:sp>
        <p:nvSpPr>
          <p:cNvPr id="1064" name="Google Shape;1064;g2d281249418_0_1372"/>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65" name="Google Shape;1065;g2d281249418_0_1372"/>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6" name="Google Shape;1066;g2d281249418_0_1372"/>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67" name="Google Shape;1067;g2d281249418_0_1372"/>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068" name="Google Shape;1068;g2d281249418_0_1372"/>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434</Words>
  <Application>Microsoft Office PowerPoint</Application>
  <PresentationFormat>On-screen Show (4:3)</PresentationFormat>
  <Paragraphs>146</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Jost</vt:lpstr>
      <vt:lpstr>Calibri</vt:lpstr>
      <vt:lpstr>Arial</vt:lpstr>
      <vt:lpstr>Nunito Black</vt:lpstr>
      <vt:lpstr>Poppins SemiBold</vt:lpstr>
      <vt:lpstr>Poppins Medium</vt:lpstr>
      <vt:lpstr>Poppins</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  people.</vt:lpstr>
      <vt:lpstr>Review Grapheme Caption</vt:lpstr>
      <vt:lpstr>Review Grapheme Caption</vt:lpstr>
      <vt:lpstr>Review Grapheme Caption</vt:lpstr>
      <vt:lpstr>Build a Decodable Word</vt:lpstr>
      <vt:lpstr>Build a Decodable Word</vt:lpstr>
      <vt:lpstr>Practise with Alien Words</vt:lpstr>
      <vt:lpstr>Practise with Alien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2026-05-22T04:45:06Z</dcterms:modified>
</cp:coreProperties>
</file>