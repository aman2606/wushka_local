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Mulish" panose="020B0604020202020204" charset="0"/>
      <p:regular r:id="rId32"/>
      <p:bold r:id="rId33"/>
      <p:italic r:id="rId34"/>
      <p:boldItalic r:id="rId35"/>
    </p:embeddedFont>
    <p:embeddedFont>
      <p:font typeface="Nunito Black" pitchFamily="2" charset="0"/>
      <p:bold r:id="rId36"/>
      <p:boldItalic r:id="rId37"/>
    </p:embeddedFont>
    <p:embeddedFont>
      <p:font typeface="Poppins" panose="00000500000000000000" pitchFamily="2" charset="0"/>
      <p:regular r:id="rId38"/>
      <p:bold r:id="rId39"/>
      <p:italic r:id="rId40"/>
      <p:boldItalic r:id="rId41"/>
    </p:embeddedFont>
    <p:embeddedFont>
      <p:font typeface="Poppins Medium" panose="00000600000000000000" pitchFamily="2" charset="0"/>
      <p:regular r:id="rId42"/>
      <p:bold r:id="rId43"/>
      <p:italic r:id="rId44"/>
      <p:boldItalic r:id="rId45"/>
    </p:embeddedFont>
    <p:embeddedFont>
      <p:font typeface="Poppins SemiBold" panose="000007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AX/v0+OduDeeHlSbo7FOiipkk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544DB1-7909-41E5-BB26-C5AA65AAE538}">
  <a:tblStyle styleId="{E3544DB1-7909-41E5-BB26-C5AA65AAE53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d05f3e42a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d05f3e42a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d05f3e42a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31b17dae8eb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31b17dae8eb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31b17dae8eb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d05f3e42ad_0_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d05f3e42ad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d05f3e42ad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2d9dd347dec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g2d9dd347de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7" name="Google Shape;877;g2d9dd347de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05f3e42ad_0_8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05f3e42ad_0_8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05f3e42ad_0_8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d05f3e42ad_0_89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d05f3e42ad_0_8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d05f3e42ad_0_8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6" name="Google Shape;1086;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6" name="Google Shape;1096;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2d05f3e42ad_0_9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1" name="Google Shape;1131;g2d05f3e42ad_0_9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2" name="Google Shape;1132;g2d05f3e42ad_0_9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cxnSp>
        <p:nvCxnSpPr>
          <p:cNvPr id="57" name="Google Shape;57;p15"/>
          <p:cNvCxnSpPr/>
          <p:nvPr/>
        </p:nvCxnSpPr>
        <p:spPr>
          <a:xfrm>
            <a:off x="865586" y="31545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9" name="Google Shape;59;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77"/>
        <p:cNvGrpSpPr/>
        <p:nvPr/>
      </p:nvGrpSpPr>
      <p:grpSpPr>
        <a:xfrm>
          <a:off x="0" y="0"/>
          <a:ext cx="0" cy="0"/>
          <a:chOff x="0" y="0"/>
          <a:chExt cx="0" cy="0"/>
        </a:xfrm>
      </p:grpSpPr>
      <p:sp>
        <p:nvSpPr>
          <p:cNvPr id="78" name="Google Shape;78;g2d05f3e42ad_0_816"/>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d05f3e42ad_0_816"/>
          <p:cNvGrpSpPr/>
          <p:nvPr/>
        </p:nvGrpSpPr>
        <p:grpSpPr>
          <a:xfrm>
            <a:off x="357775" y="5983875"/>
            <a:ext cx="586800" cy="571500"/>
            <a:chOff x="662575" y="6212475"/>
            <a:chExt cx="586800" cy="571500"/>
          </a:xfrm>
        </p:grpSpPr>
        <p:sp>
          <p:nvSpPr>
            <p:cNvPr id="80" name="Google Shape;80;g2d05f3e42ad_0_81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d05f3e42ad_0_816">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d05f3e42ad_0_816">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d05f3e42ad_0_816"/>
          <p:cNvGrpSpPr/>
          <p:nvPr/>
        </p:nvGrpSpPr>
        <p:grpSpPr>
          <a:xfrm>
            <a:off x="8199150" y="5983875"/>
            <a:ext cx="586800" cy="571500"/>
            <a:chOff x="7894350" y="6212475"/>
            <a:chExt cx="586800" cy="571500"/>
          </a:xfrm>
        </p:grpSpPr>
        <p:sp>
          <p:nvSpPr>
            <p:cNvPr id="84" name="Google Shape;84;g2d05f3e42ad_0_81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d05f3e42ad_0_816">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d05f3e42ad_0_816">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d05f3e42ad_0_81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grpSp>
        <p:nvGrpSpPr>
          <p:cNvPr id="88" name="Google Shape;88;g2d05f3e42ad_0_816"/>
          <p:cNvGrpSpPr/>
          <p:nvPr/>
        </p:nvGrpSpPr>
        <p:grpSpPr>
          <a:xfrm>
            <a:off x="-36800" y="-52000"/>
            <a:ext cx="9236100" cy="543750"/>
            <a:chOff x="-36800" y="-52000"/>
            <a:chExt cx="9236100" cy="543750"/>
          </a:xfrm>
        </p:grpSpPr>
        <p:sp>
          <p:nvSpPr>
            <p:cNvPr id="89" name="Google Shape;89;g2d05f3e42ad_0_816"/>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d05f3e42ad_0_816"/>
            <p:cNvGrpSpPr/>
            <p:nvPr/>
          </p:nvGrpSpPr>
          <p:grpSpPr>
            <a:xfrm>
              <a:off x="565600" y="88250"/>
              <a:ext cx="1337400" cy="403500"/>
              <a:chOff x="565600" y="88250"/>
              <a:chExt cx="1337400" cy="403500"/>
            </a:xfrm>
          </p:grpSpPr>
          <p:grpSp>
            <p:nvGrpSpPr>
              <p:cNvPr id="91" name="Google Shape;91;g2d05f3e42ad_0_816"/>
              <p:cNvGrpSpPr/>
              <p:nvPr/>
            </p:nvGrpSpPr>
            <p:grpSpPr>
              <a:xfrm>
                <a:off x="565600" y="88250"/>
                <a:ext cx="1337400" cy="403500"/>
                <a:chOff x="565600" y="88250"/>
                <a:chExt cx="1337400" cy="403500"/>
              </a:xfrm>
            </p:grpSpPr>
            <p:sp>
              <p:nvSpPr>
                <p:cNvPr id="92" name="Google Shape;92;g2d05f3e42ad_0_816"/>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 name="Google Shape;93;g2d05f3e42ad_0_816"/>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4" name="Google Shape;94;g2d05f3e42ad_0_816"/>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5" name="Google Shape;95;g2d05f3e42ad_0_816"/>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d05f3e42ad_0_816"/>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d05f3e42ad_0_816"/>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d05f3e42ad_0_816"/>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d05f3e42ad_0_816"/>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d05f3e42ad_0_816"/>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d05f3e42ad_0_816"/>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d05f3e42ad_0_816"/>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d05f3e42ad_0_816"/>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d05f3e42ad_0_816"/>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2">
  <p:cSld name="Alien Word of the Day_2_1_1_3">
    <p:spTree>
      <p:nvGrpSpPr>
        <p:cNvPr id="1" name="Shape 105"/>
        <p:cNvGrpSpPr/>
        <p:nvPr/>
      </p:nvGrpSpPr>
      <p:grpSpPr>
        <a:xfrm>
          <a:off x="0" y="0"/>
          <a:ext cx="0" cy="0"/>
          <a:chOff x="0" y="0"/>
          <a:chExt cx="0" cy="0"/>
        </a:xfrm>
      </p:grpSpPr>
      <p:sp>
        <p:nvSpPr>
          <p:cNvPr id="106" name="Google Shape;106;g2d9dd347dec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7" name="Google Shape;107;g2d9dd347dec_0_768"/>
          <p:cNvGrpSpPr/>
          <p:nvPr/>
        </p:nvGrpSpPr>
        <p:grpSpPr>
          <a:xfrm>
            <a:off x="357775" y="5983875"/>
            <a:ext cx="586800" cy="571500"/>
            <a:chOff x="662575" y="6212475"/>
            <a:chExt cx="586800" cy="571500"/>
          </a:xfrm>
        </p:grpSpPr>
        <p:sp>
          <p:nvSpPr>
            <p:cNvPr id="108" name="Google Shape;108;g2d9dd347dec_0_76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d9dd347dec_0_76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d9dd347dec_0_76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d9dd347dec_0_768"/>
          <p:cNvGrpSpPr/>
          <p:nvPr/>
        </p:nvGrpSpPr>
        <p:grpSpPr>
          <a:xfrm>
            <a:off x="8199150" y="5983875"/>
            <a:ext cx="586800" cy="571500"/>
            <a:chOff x="7894350" y="6212475"/>
            <a:chExt cx="586800" cy="571500"/>
          </a:xfrm>
        </p:grpSpPr>
        <p:sp>
          <p:nvSpPr>
            <p:cNvPr id="112" name="Google Shape;112;g2d9dd347dec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d9dd347dec_0_76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d9dd347dec_0_76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5" name="Google Shape;115;g2d9dd347dec_0_76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116" name="Google Shape;116;g2d9dd347dec_0_768"/>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17" name="Google Shape;117;g2d9dd347dec_0_768"/>
          <p:cNvGrpSpPr/>
          <p:nvPr/>
        </p:nvGrpSpPr>
        <p:grpSpPr>
          <a:xfrm>
            <a:off x="-36800" y="-52000"/>
            <a:ext cx="9236100" cy="543750"/>
            <a:chOff x="-36800" y="-52000"/>
            <a:chExt cx="9236100" cy="543750"/>
          </a:xfrm>
        </p:grpSpPr>
        <p:sp>
          <p:nvSpPr>
            <p:cNvPr id="118" name="Google Shape;118;g2d9dd347dec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9" name="Google Shape;119;g2d9dd347dec_0_768"/>
            <p:cNvGrpSpPr/>
            <p:nvPr/>
          </p:nvGrpSpPr>
          <p:grpSpPr>
            <a:xfrm>
              <a:off x="565600" y="88250"/>
              <a:ext cx="1337400" cy="403500"/>
              <a:chOff x="565600" y="88250"/>
              <a:chExt cx="1337400" cy="403500"/>
            </a:xfrm>
          </p:grpSpPr>
          <p:grpSp>
            <p:nvGrpSpPr>
              <p:cNvPr id="120" name="Google Shape;120;g2d9dd347dec_0_768"/>
              <p:cNvGrpSpPr/>
              <p:nvPr/>
            </p:nvGrpSpPr>
            <p:grpSpPr>
              <a:xfrm>
                <a:off x="565600" y="88250"/>
                <a:ext cx="1337400" cy="403500"/>
                <a:chOff x="565600" y="88250"/>
                <a:chExt cx="1337400" cy="403500"/>
              </a:xfrm>
            </p:grpSpPr>
            <p:sp>
              <p:nvSpPr>
                <p:cNvPr id="121" name="Google Shape;121;g2d9dd347dec_0_768"/>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d9dd347dec_0_768"/>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3" name="Google Shape;123;g2d9dd347dec_0_768"/>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24" name="Google Shape;124;g2d9dd347dec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5" name="Google Shape;125;g2d9dd347dec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d9dd347dec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d9dd347dec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d9dd347dec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9" name="Google Shape;129;g2d9dd347dec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 name="Google Shape;130;g2d9dd347dec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31" name="Google Shape;131;g2d9dd347dec_0_768"/>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d9dd347dec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33" name="Google Shape;133;g2d9dd347dec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4"/>
        <p:cNvGrpSpPr/>
        <p:nvPr/>
      </p:nvGrpSpPr>
      <p:grpSpPr>
        <a:xfrm>
          <a:off x="0" y="0"/>
          <a:ext cx="0" cy="0"/>
          <a:chOff x="0" y="0"/>
          <a:chExt cx="0" cy="0"/>
        </a:xfrm>
      </p:grpSpPr>
      <p:sp>
        <p:nvSpPr>
          <p:cNvPr id="135" name="Google Shape;135;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0" name="Google Shape;14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41" name="Google Shape;141;g26b641b03cd_0_33"/>
          <p:cNvGrpSpPr/>
          <p:nvPr/>
        </p:nvGrpSpPr>
        <p:grpSpPr>
          <a:xfrm>
            <a:off x="662575" y="6212475"/>
            <a:ext cx="586800" cy="571500"/>
            <a:chOff x="662575" y="6212475"/>
            <a:chExt cx="586800" cy="571500"/>
          </a:xfrm>
        </p:grpSpPr>
        <p:sp>
          <p:nvSpPr>
            <p:cNvPr id="142" name="Google Shape;142;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4" name="Google Shape;144;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5" name="Google Shape;145;g26b641b03cd_0_33"/>
          <p:cNvGrpSpPr/>
          <p:nvPr/>
        </p:nvGrpSpPr>
        <p:grpSpPr>
          <a:xfrm>
            <a:off x="7894350" y="6212475"/>
            <a:ext cx="586800" cy="571500"/>
            <a:chOff x="7894350" y="6212475"/>
            <a:chExt cx="586800" cy="571500"/>
          </a:xfrm>
        </p:grpSpPr>
        <p:sp>
          <p:nvSpPr>
            <p:cNvPr id="146" name="Google Shape;146;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9" name="Google Shape;14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 'u'</a:t>
            </a:r>
            <a:endParaRPr sz="1800" b="0" i="0" u="none" strike="noStrike" cap="none">
              <a:solidFill>
                <a:srgbClr val="FFFFFF"/>
              </a:solidFill>
              <a:latin typeface="Poppins SemiBold"/>
              <a:ea typeface="Poppins SemiBold"/>
              <a:cs typeface="Poppins SemiBold"/>
              <a:sym typeface="Poppins SemiBold"/>
            </a:endParaRPr>
          </a:p>
        </p:txBody>
      </p:sp>
      <p:sp>
        <p:nvSpPr>
          <p:cNvPr id="150" name="Google Shape;15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7 - Friday</a:t>
            </a:r>
            <a:endParaRPr sz="1800" b="0" i="0" u="none" strike="noStrike" cap="none">
              <a:solidFill>
                <a:srgbClr val="F7941D"/>
              </a:solidFill>
              <a:latin typeface="Poppins Medium"/>
              <a:ea typeface="Poppins Medium"/>
              <a:cs typeface="Poppins Medium"/>
              <a:sym typeface="Poppins Medium"/>
            </a:endParaRPr>
          </a:p>
        </p:txBody>
      </p:sp>
      <p:sp>
        <p:nvSpPr>
          <p:cNvPr id="151" name="Google Shape;15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35</a:t>
            </a:r>
            <a:endParaRPr sz="1800" b="0" i="0" u="none" strike="noStrike" cap="none">
              <a:solidFill>
                <a:srgbClr val="F7941D"/>
              </a:solidFill>
              <a:latin typeface="Poppins Medium"/>
              <a:ea typeface="Poppins Medium"/>
              <a:cs typeface="Poppins Medium"/>
              <a:sym typeface="Poppins Medium"/>
            </a:endParaRPr>
          </a:p>
        </p:txBody>
      </p:sp>
      <p:sp>
        <p:nvSpPr>
          <p:cNvPr id="152" name="Google Shape;152;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53" name="Google Shape;15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54" name="Google Shape;15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55" name="Google Shape;15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56" name="Google Shape;15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191"/>
        <p:cNvGrpSpPr/>
        <p:nvPr/>
      </p:nvGrpSpPr>
      <p:grpSpPr>
        <a:xfrm>
          <a:off x="0" y="0"/>
          <a:ext cx="0" cy="0"/>
          <a:chOff x="0" y="0"/>
          <a:chExt cx="0" cy="0"/>
        </a:xfrm>
      </p:grpSpPr>
      <p:sp>
        <p:nvSpPr>
          <p:cNvPr id="192" name="Google Shape;192;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3" name="Google Shape;193;g26b641b03cd_1_92"/>
          <p:cNvGrpSpPr/>
          <p:nvPr/>
        </p:nvGrpSpPr>
        <p:grpSpPr>
          <a:xfrm>
            <a:off x="357775" y="5983875"/>
            <a:ext cx="586800" cy="571500"/>
            <a:chOff x="662575" y="6212475"/>
            <a:chExt cx="586800" cy="571500"/>
          </a:xfrm>
        </p:grpSpPr>
        <p:sp>
          <p:nvSpPr>
            <p:cNvPr id="194" name="Google Shape;194;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7" name="Google Shape;197;g26b641b03cd_1_92"/>
          <p:cNvGrpSpPr/>
          <p:nvPr/>
        </p:nvGrpSpPr>
        <p:grpSpPr>
          <a:xfrm>
            <a:off x="8199150" y="5983875"/>
            <a:ext cx="586800" cy="571500"/>
            <a:chOff x="7894350" y="6212475"/>
            <a:chExt cx="586800" cy="571500"/>
          </a:xfrm>
        </p:grpSpPr>
        <p:sp>
          <p:nvSpPr>
            <p:cNvPr id="198" name="Google Shape;198;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1" name="Google Shape;201;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202" name="Google Shape;202;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203" name="Google Shape;203;g26b641b03cd_1_92"/>
          <p:cNvGrpSpPr/>
          <p:nvPr/>
        </p:nvGrpSpPr>
        <p:grpSpPr>
          <a:xfrm>
            <a:off x="-36800" y="-52000"/>
            <a:ext cx="9236100" cy="543750"/>
            <a:chOff x="-36800" y="-52000"/>
            <a:chExt cx="9236100" cy="543750"/>
          </a:xfrm>
        </p:grpSpPr>
        <p:sp>
          <p:nvSpPr>
            <p:cNvPr id="204" name="Google Shape;204;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5" name="Google Shape;205;g26b641b03cd_1_92"/>
            <p:cNvGrpSpPr/>
            <p:nvPr/>
          </p:nvGrpSpPr>
          <p:grpSpPr>
            <a:xfrm>
              <a:off x="565600" y="88250"/>
              <a:ext cx="1337400" cy="403500"/>
              <a:chOff x="565600" y="88250"/>
              <a:chExt cx="1337400" cy="403500"/>
            </a:xfrm>
          </p:grpSpPr>
          <p:grpSp>
            <p:nvGrpSpPr>
              <p:cNvPr id="206" name="Google Shape;206;g26b641b03cd_1_92"/>
              <p:cNvGrpSpPr/>
              <p:nvPr/>
            </p:nvGrpSpPr>
            <p:grpSpPr>
              <a:xfrm>
                <a:off x="565600" y="88250"/>
                <a:ext cx="1337400" cy="403500"/>
                <a:chOff x="565600" y="88250"/>
                <a:chExt cx="1337400" cy="403500"/>
              </a:xfrm>
            </p:grpSpPr>
            <p:sp>
              <p:nvSpPr>
                <p:cNvPr id="207" name="Google Shape;207;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210" name="Google Shape;21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13" name="Google Shape;213;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15" name="Google Shape;21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7" name="Google Shape;21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9" name="Google Shape;21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220"/>
        <p:cNvGrpSpPr/>
        <p:nvPr/>
      </p:nvGrpSpPr>
      <p:grpSpPr>
        <a:xfrm>
          <a:off x="0" y="0"/>
          <a:ext cx="0" cy="0"/>
          <a:chOff x="0" y="0"/>
          <a:chExt cx="0" cy="0"/>
        </a:xfrm>
      </p:grpSpPr>
      <p:sp>
        <p:nvSpPr>
          <p:cNvPr id="221" name="Google Shape;22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222" name="Google Shape;22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223" name="Google Shape;22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224" name="Google Shape;22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6" name="Google Shape;226;g26b641b03cd_0_260"/>
          <p:cNvGrpSpPr/>
          <p:nvPr/>
        </p:nvGrpSpPr>
        <p:grpSpPr>
          <a:xfrm>
            <a:off x="8199150" y="5983875"/>
            <a:ext cx="586800" cy="571500"/>
            <a:chOff x="7894350" y="6212475"/>
            <a:chExt cx="586800" cy="571500"/>
          </a:xfrm>
        </p:grpSpPr>
        <p:sp>
          <p:nvSpPr>
            <p:cNvPr id="227" name="Google Shape;22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0" name="Google Shape;23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31" name="Google Shape;231;g26b641b03cd_0_260"/>
          <p:cNvGrpSpPr/>
          <p:nvPr/>
        </p:nvGrpSpPr>
        <p:grpSpPr>
          <a:xfrm>
            <a:off x="-36800" y="-52000"/>
            <a:ext cx="9236100" cy="543750"/>
            <a:chOff x="-36800" y="-52000"/>
            <a:chExt cx="9236100" cy="543750"/>
          </a:xfrm>
        </p:grpSpPr>
        <p:sp>
          <p:nvSpPr>
            <p:cNvPr id="232" name="Google Shape;23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3" name="Google Shape;233;g26b641b03cd_0_260"/>
            <p:cNvGrpSpPr/>
            <p:nvPr/>
          </p:nvGrpSpPr>
          <p:grpSpPr>
            <a:xfrm>
              <a:off x="565600" y="88250"/>
              <a:ext cx="1337400" cy="403500"/>
              <a:chOff x="565600" y="88250"/>
              <a:chExt cx="1337400" cy="403500"/>
            </a:xfrm>
          </p:grpSpPr>
          <p:grpSp>
            <p:nvGrpSpPr>
              <p:cNvPr id="234" name="Google Shape;234;g26b641b03cd_0_260"/>
              <p:cNvGrpSpPr/>
              <p:nvPr/>
            </p:nvGrpSpPr>
            <p:grpSpPr>
              <a:xfrm>
                <a:off x="565600" y="88250"/>
                <a:ext cx="1337400" cy="403500"/>
                <a:chOff x="565600" y="88250"/>
                <a:chExt cx="1337400" cy="403500"/>
              </a:xfrm>
            </p:grpSpPr>
            <p:sp>
              <p:nvSpPr>
                <p:cNvPr id="235" name="Google Shape;23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238" name="Google Shape;23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39" name="Google Shape;23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41" name="Google Shape;24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43" name="Google Shape;24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45" name="Google Shape;24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47" name="Google Shape;24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48"/>
        <p:cNvGrpSpPr/>
        <p:nvPr/>
      </p:nvGrpSpPr>
      <p:grpSpPr>
        <a:xfrm>
          <a:off x="0" y="0"/>
          <a:ext cx="0" cy="0"/>
          <a:chOff x="0" y="0"/>
          <a:chExt cx="0" cy="0"/>
        </a:xfrm>
      </p:grpSpPr>
      <p:sp>
        <p:nvSpPr>
          <p:cNvPr id="249" name="Google Shape;24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0" name="Google Shape;250;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6" name="Google Shape;256;g2c235dd0dad_1_87"/>
          <p:cNvGrpSpPr/>
          <p:nvPr/>
        </p:nvGrpSpPr>
        <p:grpSpPr>
          <a:xfrm>
            <a:off x="662575" y="6212475"/>
            <a:ext cx="586800" cy="571500"/>
            <a:chOff x="662575" y="6212475"/>
            <a:chExt cx="586800" cy="571500"/>
          </a:xfrm>
        </p:grpSpPr>
        <p:sp>
          <p:nvSpPr>
            <p:cNvPr id="257" name="Google Shape;25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0" name="Google Shape;260;g2c235dd0dad_1_87"/>
          <p:cNvGrpSpPr/>
          <p:nvPr/>
        </p:nvGrpSpPr>
        <p:grpSpPr>
          <a:xfrm>
            <a:off x="7894350" y="6212475"/>
            <a:ext cx="586800" cy="571500"/>
            <a:chOff x="7894350" y="6212475"/>
            <a:chExt cx="586800" cy="571500"/>
          </a:xfrm>
        </p:grpSpPr>
        <p:sp>
          <p:nvSpPr>
            <p:cNvPr id="261" name="Google Shape;26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4" name="Google Shape;264;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6" name="Google Shape;266;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67" name="Google Shape;26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8" name="Google Shape;26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9" name="Google Shape;26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0" name="Google Shape;27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71" name="Google Shape;27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72" name="Google Shape;27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3" name="Google Shape;27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4" name="Google Shape;27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5" name="Google Shape;27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6" name="Google Shape;27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7" name="Google Shape;27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78" name="Google Shape;27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9" name="Google Shape;27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80"/>
        <p:cNvGrpSpPr/>
        <p:nvPr/>
      </p:nvGrpSpPr>
      <p:grpSpPr>
        <a:xfrm>
          <a:off x="0" y="0"/>
          <a:ext cx="0" cy="0"/>
          <a:chOff x="0" y="0"/>
          <a:chExt cx="0" cy="0"/>
        </a:xfrm>
      </p:grpSpPr>
      <p:sp>
        <p:nvSpPr>
          <p:cNvPr id="281" name="Google Shape;281;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4" name="Google Shape;284;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87" name="Google Shape;287;g1f3daf8a844_0_32"/>
          <p:cNvGrpSpPr/>
          <p:nvPr/>
        </p:nvGrpSpPr>
        <p:grpSpPr>
          <a:xfrm>
            <a:off x="662575" y="6212475"/>
            <a:ext cx="586800" cy="571500"/>
            <a:chOff x="662575" y="6212475"/>
            <a:chExt cx="586800" cy="571500"/>
          </a:xfrm>
        </p:grpSpPr>
        <p:sp>
          <p:nvSpPr>
            <p:cNvPr id="288" name="Google Shape;28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1" name="Google Shape;291;g1f3daf8a844_0_32"/>
          <p:cNvGrpSpPr/>
          <p:nvPr/>
        </p:nvGrpSpPr>
        <p:grpSpPr>
          <a:xfrm>
            <a:off x="7894350" y="6212475"/>
            <a:ext cx="586800" cy="571500"/>
            <a:chOff x="7894350" y="6212475"/>
            <a:chExt cx="586800" cy="571500"/>
          </a:xfrm>
        </p:grpSpPr>
        <p:sp>
          <p:nvSpPr>
            <p:cNvPr id="292" name="Google Shape;29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5" name="Google Shape;295;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96" name="Google Shape;29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98" name="Google Shape;29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9" name="Google Shape;29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0" name="Google Shape;30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301" name="Google Shape;30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302" name="Google Shape;30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303" name="Google Shape;30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304" name="Google Shape;30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305" name="Google Shape;30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06" name="Google Shape;30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07" name="Google Shape;30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308" name="Google Shape;30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309" name="Google Shape;30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10"/>
        <p:cNvGrpSpPr/>
        <p:nvPr/>
      </p:nvGrpSpPr>
      <p:grpSpPr>
        <a:xfrm>
          <a:off x="0" y="0"/>
          <a:ext cx="0" cy="0"/>
          <a:chOff x="0" y="0"/>
          <a:chExt cx="0" cy="0"/>
        </a:xfrm>
      </p:grpSpPr>
      <p:sp>
        <p:nvSpPr>
          <p:cNvPr id="311" name="Google Shape;311;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4" name="Google Shape;314;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17" name="Google Shape;317;g2c157a2fb06_0_53"/>
          <p:cNvGrpSpPr/>
          <p:nvPr/>
        </p:nvGrpSpPr>
        <p:grpSpPr>
          <a:xfrm>
            <a:off x="662575" y="6212475"/>
            <a:ext cx="586800" cy="571500"/>
            <a:chOff x="662575" y="6212475"/>
            <a:chExt cx="586800" cy="571500"/>
          </a:xfrm>
        </p:grpSpPr>
        <p:sp>
          <p:nvSpPr>
            <p:cNvPr id="318" name="Google Shape;31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53"/>
          <p:cNvGrpSpPr/>
          <p:nvPr/>
        </p:nvGrpSpPr>
        <p:grpSpPr>
          <a:xfrm>
            <a:off x="7894350" y="6212475"/>
            <a:ext cx="586800" cy="571500"/>
            <a:chOff x="7894350" y="6212475"/>
            <a:chExt cx="586800" cy="571500"/>
          </a:xfrm>
        </p:grpSpPr>
        <p:sp>
          <p:nvSpPr>
            <p:cNvPr id="322" name="Google Shape;32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0" name="Google Shape;33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1" name="Google Shape;33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32" name="Google Shape;33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3" name="Google Shape;33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4" name="Google Shape;33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5" name="Google Shape;33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6" name="Google Shape;33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 name="Google Shape;33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 name="Google Shape;33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 name="Google Shape;33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 name="Google Shape;34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41" name="Google Shape;341;g2c157a2fb06_0_53"/>
          <p:cNvGrpSpPr/>
          <p:nvPr/>
        </p:nvGrpSpPr>
        <p:grpSpPr>
          <a:xfrm>
            <a:off x="1403031" y="6958923"/>
            <a:ext cx="6774848" cy="1291477"/>
            <a:chOff x="717231" y="7263723"/>
            <a:chExt cx="6774848" cy="1291477"/>
          </a:xfrm>
        </p:grpSpPr>
        <p:sp>
          <p:nvSpPr>
            <p:cNvPr id="342" name="Google Shape;34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43" name="Google Shape;34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44" name="Google Shape;34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45" name="Google Shape;34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46" name="Google Shape;34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47" name="Google Shape;34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48" name="Google Shape;34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49" name="Google Shape;34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50" name="Google Shape;35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3" name="Google Shape;35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54" name="Google Shape;35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55"/>
        <p:cNvGrpSpPr/>
        <p:nvPr/>
      </p:nvGrpSpPr>
      <p:grpSpPr>
        <a:xfrm>
          <a:off x="0" y="0"/>
          <a:ext cx="0" cy="0"/>
          <a:chOff x="0" y="0"/>
          <a:chExt cx="0" cy="0"/>
        </a:xfrm>
      </p:grpSpPr>
      <p:pic>
        <p:nvPicPr>
          <p:cNvPr id="356" name="Google Shape;35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57" name="Google Shape;357;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1" name="Google Shape;361;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3" name="Google Shape;363;g2c157a2fb06_0_158"/>
          <p:cNvGrpSpPr/>
          <p:nvPr/>
        </p:nvGrpSpPr>
        <p:grpSpPr>
          <a:xfrm>
            <a:off x="662575" y="6212475"/>
            <a:ext cx="586800" cy="571500"/>
            <a:chOff x="662575" y="6212475"/>
            <a:chExt cx="586800" cy="571500"/>
          </a:xfrm>
        </p:grpSpPr>
        <p:sp>
          <p:nvSpPr>
            <p:cNvPr id="364" name="Google Shape;364;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7" name="Google Shape;367;g2c157a2fb06_0_158"/>
          <p:cNvGrpSpPr/>
          <p:nvPr/>
        </p:nvGrpSpPr>
        <p:grpSpPr>
          <a:xfrm>
            <a:off x="7894350" y="6212475"/>
            <a:ext cx="586800" cy="571500"/>
            <a:chOff x="7894350" y="6212475"/>
            <a:chExt cx="586800" cy="571500"/>
          </a:xfrm>
        </p:grpSpPr>
        <p:sp>
          <p:nvSpPr>
            <p:cNvPr id="368" name="Google Shape;368;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1" name="Google Shape;371;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2" name="Google Shape;372;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3" name="Google Shape;373;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5" name="Google Shape;375;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6" name="Google Shape;37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77" name="Google Shape;37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78" name="Google Shape;378;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9" name="Google Shape;379;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0" name="Google Shape;380;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3" name="Google Shape;38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84"/>
        <p:cNvGrpSpPr/>
        <p:nvPr/>
      </p:nvGrpSpPr>
      <p:grpSpPr>
        <a:xfrm>
          <a:off x="0" y="0"/>
          <a:ext cx="0" cy="0"/>
          <a:chOff x="0" y="0"/>
          <a:chExt cx="0" cy="0"/>
        </a:xfrm>
      </p:grpSpPr>
      <p:sp>
        <p:nvSpPr>
          <p:cNvPr id="385" name="Google Shape;385;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1" name="Google Shape;391;g2c157a2fb06_0_263"/>
          <p:cNvGrpSpPr/>
          <p:nvPr/>
        </p:nvGrpSpPr>
        <p:grpSpPr>
          <a:xfrm>
            <a:off x="662575" y="6212475"/>
            <a:ext cx="586800" cy="571500"/>
            <a:chOff x="662575" y="6212475"/>
            <a:chExt cx="586800" cy="571500"/>
          </a:xfrm>
        </p:grpSpPr>
        <p:sp>
          <p:nvSpPr>
            <p:cNvPr id="392" name="Google Shape;39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5" name="Google Shape;395;g2c157a2fb06_0_263"/>
          <p:cNvGrpSpPr/>
          <p:nvPr/>
        </p:nvGrpSpPr>
        <p:grpSpPr>
          <a:xfrm>
            <a:off x="7894350" y="6212475"/>
            <a:ext cx="586800" cy="571500"/>
            <a:chOff x="7894350" y="6212475"/>
            <a:chExt cx="586800" cy="571500"/>
          </a:xfrm>
        </p:grpSpPr>
        <p:sp>
          <p:nvSpPr>
            <p:cNvPr id="396" name="Google Shape;39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99" name="Google Shape;399;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0" name="Google Shape;400;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1" name="Google Shape;401;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3" name="Google Shape;403;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4" name="Google Shape;4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405" name="Google Shape;4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406" name="Google Shape;406;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7" name="Google Shape;407;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8" name="Google Shape;408;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9" name="Google Shape;409;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10" name="Google Shape;410;g2c157a2fb06_0_263"/>
          <p:cNvSpPr>
            <a:spLocks noGrp="1"/>
          </p:cNvSpPr>
          <p:nvPr>
            <p:ph type="pic" idx="8"/>
          </p:nvPr>
        </p:nvSpPr>
        <p:spPr>
          <a:xfrm>
            <a:off x="5086375" y="4412425"/>
            <a:ext cx="2668800" cy="1291500"/>
          </a:xfrm>
          <a:prstGeom prst="rect">
            <a:avLst/>
          </a:prstGeom>
          <a:noFill/>
          <a:ln>
            <a:noFill/>
          </a:ln>
        </p:spPr>
      </p:sp>
      <p:sp>
        <p:nvSpPr>
          <p:cNvPr id="411" name="Google Shape;411;g2c157a2fb06_0_263"/>
          <p:cNvSpPr>
            <a:spLocks noGrp="1"/>
          </p:cNvSpPr>
          <p:nvPr>
            <p:ph type="pic" idx="9"/>
          </p:nvPr>
        </p:nvSpPr>
        <p:spPr>
          <a:xfrm>
            <a:off x="5086375" y="797675"/>
            <a:ext cx="2668800" cy="1291500"/>
          </a:xfrm>
          <a:prstGeom prst="rect">
            <a:avLst/>
          </a:prstGeom>
          <a:noFill/>
          <a:ln>
            <a:noFill/>
          </a:ln>
        </p:spPr>
      </p:sp>
      <p:sp>
        <p:nvSpPr>
          <p:cNvPr id="412" name="Google Shape;412;g2c157a2fb06_0_263"/>
          <p:cNvSpPr>
            <a:spLocks noGrp="1"/>
          </p:cNvSpPr>
          <p:nvPr>
            <p:ph type="pic" idx="13"/>
          </p:nvPr>
        </p:nvSpPr>
        <p:spPr>
          <a:xfrm>
            <a:off x="5086375" y="2002592"/>
            <a:ext cx="2668800" cy="1291500"/>
          </a:xfrm>
          <a:prstGeom prst="rect">
            <a:avLst/>
          </a:prstGeom>
          <a:noFill/>
          <a:ln>
            <a:noFill/>
          </a:ln>
        </p:spPr>
      </p:sp>
      <p:sp>
        <p:nvSpPr>
          <p:cNvPr id="413" name="Google Shape;413;g2c157a2fb06_0_263"/>
          <p:cNvSpPr>
            <a:spLocks noGrp="1"/>
          </p:cNvSpPr>
          <p:nvPr>
            <p:ph type="pic" idx="14"/>
          </p:nvPr>
        </p:nvSpPr>
        <p:spPr>
          <a:xfrm>
            <a:off x="5086375" y="3207508"/>
            <a:ext cx="2668800" cy="1291500"/>
          </a:xfrm>
          <a:prstGeom prst="rect">
            <a:avLst/>
          </a:prstGeom>
          <a:noFill/>
          <a:ln>
            <a:noFill/>
          </a:ln>
        </p:spPr>
      </p:sp>
      <p:sp>
        <p:nvSpPr>
          <p:cNvPr id="414" name="Google Shape;4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5" name="Google Shape;4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416"/>
        <p:cNvGrpSpPr/>
        <p:nvPr/>
      </p:nvGrpSpPr>
      <p:grpSpPr>
        <a:xfrm>
          <a:off x="0" y="0"/>
          <a:ext cx="0" cy="0"/>
          <a:chOff x="0" y="0"/>
          <a:chExt cx="0" cy="0"/>
        </a:xfrm>
      </p:grpSpPr>
      <p:cxnSp>
        <p:nvCxnSpPr>
          <p:cNvPr id="417" name="Google Shape;41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8" name="Google Shape;41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9" name="Google Shape;41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20" name="Google Shape;420;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3" name="Google Shape;423;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6" name="Google Shape;426;g2c157a2fb06_0_467"/>
          <p:cNvGrpSpPr/>
          <p:nvPr/>
        </p:nvGrpSpPr>
        <p:grpSpPr>
          <a:xfrm>
            <a:off x="662575" y="6212475"/>
            <a:ext cx="586800" cy="571500"/>
            <a:chOff x="662575" y="6212475"/>
            <a:chExt cx="586800" cy="571500"/>
          </a:xfrm>
        </p:grpSpPr>
        <p:sp>
          <p:nvSpPr>
            <p:cNvPr id="427" name="Google Shape;42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0" name="Google Shape;430;g2c157a2fb06_0_467"/>
          <p:cNvGrpSpPr/>
          <p:nvPr/>
        </p:nvGrpSpPr>
        <p:grpSpPr>
          <a:xfrm>
            <a:off x="7894350" y="6212475"/>
            <a:ext cx="586800" cy="571500"/>
            <a:chOff x="7894350" y="6212475"/>
            <a:chExt cx="586800" cy="571500"/>
          </a:xfrm>
        </p:grpSpPr>
        <p:sp>
          <p:nvSpPr>
            <p:cNvPr id="431" name="Google Shape;43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4" name="Google Shape;434;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5" name="Google Shape;435;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6" name="Google Shape;436;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9" name="Google Shape;4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0" name="Google Shape;4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41" name="Google Shape;4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2" name="Google Shape;4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43"/>
        <p:cNvGrpSpPr/>
        <p:nvPr/>
      </p:nvGrpSpPr>
      <p:grpSpPr>
        <a:xfrm>
          <a:off x="0" y="0"/>
          <a:ext cx="0" cy="0"/>
          <a:chOff x="0" y="0"/>
          <a:chExt cx="0" cy="0"/>
        </a:xfrm>
      </p:grpSpPr>
      <p:cxnSp>
        <p:nvCxnSpPr>
          <p:cNvPr id="444" name="Google Shape;44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46" name="Google Shape;446;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9" name="Google Shape;449;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2" name="Google Shape;452;g2c157a2fb06_0_629"/>
          <p:cNvGrpSpPr/>
          <p:nvPr/>
        </p:nvGrpSpPr>
        <p:grpSpPr>
          <a:xfrm>
            <a:off x="662575" y="6212475"/>
            <a:ext cx="586800" cy="571500"/>
            <a:chOff x="662575" y="6212475"/>
            <a:chExt cx="586800" cy="571500"/>
          </a:xfrm>
        </p:grpSpPr>
        <p:sp>
          <p:nvSpPr>
            <p:cNvPr id="453" name="Google Shape;45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6" name="Google Shape;456;g2c157a2fb06_0_629"/>
          <p:cNvGrpSpPr/>
          <p:nvPr/>
        </p:nvGrpSpPr>
        <p:grpSpPr>
          <a:xfrm>
            <a:off x="7894350" y="6212475"/>
            <a:ext cx="586800" cy="571500"/>
            <a:chOff x="7894350" y="6212475"/>
            <a:chExt cx="586800" cy="571500"/>
          </a:xfrm>
        </p:grpSpPr>
        <p:sp>
          <p:nvSpPr>
            <p:cNvPr id="457" name="Google Shape;45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0" name="Google Shape;460;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1" name="Google Shape;461;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2" name="Google Shape;462;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6" name="Google Shape;46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67" name="Google Shape;46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70"/>
        <p:cNvGrpSpPr/>
        <p:nvPr/>
      </p:nvGrpSpPr>
      <p:grpSpPr>
        <a:xfrm>
          <a:off x="0" y="0"/>
          <a:ext cx="0" cy="0"/>
          <a:chOff x="0" y="0"/>
          <a:chExt cx="0" cy="0"/>
        </a:xfrm>
      </p:grpSpPr>
      <p:cxnSp>
        <p:nvCxnSpPr>
          <p:cNvPr id="471" name="Google Shape;471;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2" name="Google Shape;472;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3" name="Google Shape;473;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4" name="Google Shape;474;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75" name="Google Shape;475;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8" name="Google Shape;478;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1" name="Google Shape;481;g2c157a2fb06_0_798"/>
          <p:cNvGrpSpPr/>
          <p:nvPr/>
        </p:nvGrpSpPr>
        <p:grpSpPr>
          <a:xfrm>
            <a:off x="662575" y="6212475"/>
            <a:ext cx="586800" cy="571500"/>
            <a:chOff x="662575" y="6212475"/>
            <a:chExt cx="586800" cy="571500"/>
          </a:xfrm>
        </p:grpSpPr>
        <p:sp>
          <p:nvSpPr>
            <p:cNvPr id="482" name="Google Shape;48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5" name="Google Shape;485;g2c157a2fb06_0_798"/>
          <p:cNvGrpSpPr/>
          <p:nvPr/>
        </p:nvGrpSpPr>
        <p:grpSpPr>
          <a:xfrm>
            <a:off x="7894350" y="6212475"/>
            <a:ext cx="586800" cy="571500"/>
            <a:chOff x="7894350" y="6212475"/>
            <a:chExt cx="586800" cy="571500"/>
          </a:xfrm>
        </p:grpSpPr>
        <p:sp>
          <p:nvSpPr>
            <p:cNvPr id="486" name="Google Shape;48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9" name="Google Shape;489;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90" name="Google Shape;49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1" name="Google Shape;491;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4" name="Google Shape;49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96" name="Google Shape;49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7" name="Google Shape;49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98"/>
        <p:cNvGrpSpPr/>
        <p:nvPr/>
      </p:nvGrpSpPr>
      <p:grpSpPr>
        <a:xfrm>
          <a:off x="0" y="0"/>
          <a:ext cx="0" cy="0"/>
          <a:chOff x="0" y="0"/>
          <a:chExt cx="0" cy="0"/>
        </a:xfrm>
      </p:grpSpPr>
      <p:cxnSp>
        <p:nvCxnSpPr>
          <p:cNvPr id="499" name="Google Shape;499;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0" name="Google Shape;500;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1" name="Google Shape;501;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2" name="Google Shape;502;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503" name="Google Shape;503;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9" name="Google Shape;509;g2c157a2fb06_0_825"/>
          <p:cNvGrpSpPr/>
          <p:nvPr/>
        </p:nvGrpSpPr>
        <p:grpSpPr>
          <a:xfrm>
            <a:off x="662575" y="6212475"/>
            <a:ext cx="586800" cy="571500"/>
            <a:chOff x="662575" y="6212475"/>
            <a:chExt cx="586800" cy="571500"/>
          </a:xfrm>
        </p:grpSpPr>
        <p:sp>
          <p:nvSpPr>
            <p:cNvPr id="510" name="Google Shape;51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825"/>
          <p:cNvGrpSpPr/>
          <p:nvPr/>
        </p:nvGrpSpPr>
        <p:grpSpPr>
          <a:xfrm>
            <a:off x="7894350" y="6212475"/>
            <a:ext cx="586800" cy="571500"/>
            <a:chOff x="7894350" y="6212475"/>
            <a:chExt cx="586800" cy="571500"/>
          </a:xfrm>
        </p:grpSpPr>
        <p:sp>
          <p:nvSpPr>
            <p:cNvPr id="514" name="Google Shape;51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7" name="Google Shape;517;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8" name="Google Shape;518;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9" name="Google Shape;519;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0" name="Google Shape;52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1" name="Google Shape;52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2" name="Google Shape;52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3" name="Google Shape;52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524" name="Google Shape;52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526"/>
        <p:cNvGrpSpPr/>
        <p:nvPr/>
      </p:nvGrpSpPr>
      <p:grpSpPr>
        <a:xfrm>
          <a:off x="0" y="0"/>
          <a:ext cx="0" cy="0"/>
          <a:chOff x="0" y="0"/>
          <a:chExt cx="0" cy="0"/>
        </a:xfrm>
      </p:grpSpPr>
      <p:sp>
        <p:nvSpPr>
          <p:cNvPr id="527" name="Google Shape;527;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36" name="Google Shape;536;g2c157a2fb06_0_700"/>
          <p:cNvGrpSpPr/>
          <p:nvPr/>
        </p:nvGrpSpPr>
        <p:grpSpPr>
          <a:xfrm>
            <a:off x="662575" y="6212475"/>
            <a:ext cx="586800" cy="571500"/>
            <a:chOff x="662575" y="6212475"/>
            <a:chExt cx="586800" cy="571500"/>
          </a:xfrm>
        </p:grpSpPr>
        <p:sp>
          <p:nvSpPr>
            <p:cNvPr id="537" name="Google Shape;53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700"/>
          <p:cNvGrpSpPr/>
          <p:nvPr/>
        </p:nvGrpSpPr>
        <p:grpSpPr>
          <a:xfrm>
            <a:off x="7894350" y="6212475"/>
            <a:ext cx="586800" cy="571500"/>
            <a:chOff x="7894350" y="6212475"/>
            <a:chExt cx="586800" cy="571500"/>
          </a:xfrm>
        </p:grpSpPr>
        <p:sp>
          <p:nvSpPr>
            <p:cNvPr id="541" name="Google Shape;54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45" name="Google Shape;54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47" name="Google Shape;54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8" name="Google Shape;54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9" name="Google Shape;54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50" name="Google Shape;55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1" name="Google Shape;55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2" name="Google Shape;55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3" name="Google Shape;55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4" name="Google Shape;55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6" name="Google Shape;55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8" name="Google Shape;55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0" name="Google Shape;56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2" name="Google Shape;56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4" name="Google Shape;56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5" name="Google Shape;56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66"/>
        <p:cNvGrpSpPr/>
        <p:nvPr/>
      </p:nvGrpSpPr>
      <p:grpSpPr>
        <a:xfrm>
          <a:off x="0" y="0"/>
          <a:ext cx="0" cy="0"/>
          <a:chOff x="0" y="0"/>
          <a:chExt cx="0" cy="0"/>
        </a:xfrm>
      </p:grpSpPr>
      <p:sp>
        <p:nvSpPr>
          <p:cNvPr id="567" name="Google Shape;567;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0" name="Google Shape;570;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73" name="Google Shape;573;g2c157a2fb06_0_932"/>
          <p:cNvGrpSpPr/>
          <p:nvPr/>
        </p:nvGrpSpPr>
        <p:grpSpPr>
          <a:xfrm>
            <a:off x="662575" y="6212475"/>
            <a:ext cx="586800" cy="571500"/>
            <a:chOff x="662575" y="6212475"/>
            <a:chExt cx="586800" cy="571500"/>
          </a:xfrm>
        </p:grpSpPr>
        <p:sp>
          <p:nvSpPr>
            <p:cNvPr id="574" name="Google Shape;574;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932"/>
          <p:cNvGrpSpPr/>
          <p:nvPr/>
        </p:nvGrpSpPr>
        <p:grpSpPr>
          <a:xfrm>
            <a:off x="7894350" y="6212475"/>
            <a:ext cx="586800" cy="571500"/>
            <a:chOff x="7894350" y="6212475"/>
            <a:chExt cx="586800" cy="571500"/>
          </a:xfrm>
        </p:grpSpPr>
        <p:sp>
          <p:nvSpPr>
            <p:cNvPr id="578" name="Google Shape;578;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1" name="Google Shape;581;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84" name="Google Shape;58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5" name="Google Shape;58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6" name="Google Shape;58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87" name="Google Shape;58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8" name="Google Shape;58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9" name="Google Shape;58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0" name="Google Shape;59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1" name="Google Shape;59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2" name="Google Shape;59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3" name="Google Shape;59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4" name="Google Shape;59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95" name="Google Shape;59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6" name="Google Shape;59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97" name="Google Shape;59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8" name="Google Shape;59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9" name="Google Shape;59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0" name="Google Shape;60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1" name="Google Shape;60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2" name="Google Shape;60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3" name="Google Shape;60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4" name="Google Shape;60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5" name="Google Shape;60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606"/>
        <p:cNvGrpSpPr/>
        <p:nvPr/>
      </p:nvGrpSpPr>
      <p:grpSpPr>
        <a:xfrm>
          <a:off x="0" y="0"/>
          <a:ext cx="0" cy="0"/>
          <a:chOff x="0" y="0"/>
          <a:chExt cx="0" cy="0"/>
        </a:xfrm>
      </p:grpSpPr>
      <p:cxnSp>
        <p:nvCxnSpPr>
          <p:cNvPr id="607" name="Google Shape;607;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608" name="Google Shape;608;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609" name="Google Shape;609;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0" name="Google Shape;610;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1" name="Google Shape;611;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2" name="Google Shape;612;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3" name="Google Shape;613;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4" name="Google Shape;614;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5" name="Google Shape;615;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6" name="Google Shape;616;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4" name="Google Shape;624;g2c157a2fb06_0_1045"/>
          <p:cNvGrpSpPr/>
          <p:nvPr/>
        </p:nvGrpSpPr>
        <p:grpSpPr>
          <a:xfrm>
            <a:off x="662575" y="6212475"/>
            <a:ext cx="586800" cy="571500"/>
            <a:chOff x="662575" y="6212475"/>
            <a:chExt cx="586800" cy="571500"/>
          </a:xfrm>
        </p:grpSpPr>
        <p:sp>
          <p:nvSpPr>
            <p:cNvPr id="625" name="Google Shape;62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8" name="Google Shape;628;g2c157a2fb06_0_1045"/>
          <p:cNvGrpSpPr/>
          <p:nvPr/>
        </p:nvGrpSpPr>
        <p:grpSpPr>
          <a:xfrm>
            <a:off x="7894350" y="6212475"/>
            <a:ext cx="586800" cy="571500"/>
            <a:chOff x="7894350" y="6212475"/>
            <a:chExt cx="586800" cy="571500"/>
          </a:xfrm>
        </p:grpSpPr>
        <p:sp>
          <p:nvSpPr>
            <p:cNvPr id="629" name="Google Shape;62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2" name="Google Shape;632;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3" name="Google Shape;63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4" name="Google Shape;634;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5" name="Google Shape;63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6" name="Google Shape;63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7" name="Google Shape;63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38" name="Google Shape;63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39" name="Google Shape;63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0" name="Google Shape;64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41" name="Google Shape;64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2" name="Google Shape;64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43"/>
        <p:cNvGrpSpPr/>
        <p:nvPr/>
      </p:nvGrpSpPr>
      <p:grpSpPr>
        <a:xfrm>
          <a:off x="0" y="0"/>
          <a:ext cx="0" cy="0"/>
          <a:chOff x="0" y="0"/>
          <a:chExt cx="0" cy="0"/>
        </a:xfrm>
      </p:grpSpPr>
      <p:sp>
        <p:nvSpPr>
          <p:cNvPr id="644" name="Google Shape;644;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7" name="Google Shape;647;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50" name="Google Shape;650;g2c157a2fb06_0_1110"/>
          <p:cNvGrpSpPr/>
          <p:nvPr/>
        </p:nvGrpSpPr>
        <p:grpSpPr>
          <a:xfrm>
            <a:off x="662575" y="6212475"/>
            <a:ext cx="586800" cy="571500"/>
            <a:chOff x="662575" y="6212475"/>
            <a:chExt cx="586800" cy="571500"/>
          </a:xfrm>
        </p:grpSpPr>
        <p:sp>
          <p:nvSpPr>
            <p:cNvPr id="651" name="Google Shape;65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4" name="Google Shape;654;g2c157a2fb06_0_1110"/>
          <p:cNvGrpSpPr/>
          <p:nvPr/>
        </p:nvGrpSpPr>
        <p:grpSpPr>
          <a:xfrm>
            <a:off x="7894350" y="6212475"/>
            <a:ext cx="586800" cy="571500"/>
            <a:chOff x="7894350" y="6212475"/>
            <a:chExt cx="586800" cy="571500"/>
          </a:xfrm>
        </p:grpSpPr>
        <p:sp>
          <p:nvSpPr>
            <p:cNvPr id="655" name="Google Shape;65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8" name="Google Shape;658;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59" name="Google Shape;659;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60" name="Google Shape;660;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61" name="Google Shape;66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2" name="Google Shape;662;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3" name="Google Shape;66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64" name="Google Shape;66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65" name="Google Shape;665;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6" name="Google Shape;66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7" name="Google Shape;66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8" name="Google Shape;66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69" name="Google Shape;669;g2c157a2fb06_0_1110"/>
          <p:cNvGrpSpPr/>
          <p:nvPr/>
        </p:nvGrpSpPr>
        <p:grpSpPr>
          <a:xfrm>
            <a:off x="5806200" y="1807463"/>
            <a:ext cx="756300" cy="146700"/>
            <a:chOff x="5806200" y="1807463"/>
            <a:chExt cx="756300" cy="146700"/>
          </a:xfrm>
        </p:grpSpPr>
        <p:sp>
          <p:nvSpPr>
            <p:cNvPr id="670" name="Google Shape;67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73" name="Google Shape;67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74" name="Google Shape;67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75" name="Google Shape;675;g2c157a2fb06_0_1110"/>
          <p:cNvGrpSpPr/>
          <p:nvPr/>
        </p:nvGrpSpPr>
        <p:grpSpPr>
          <a:xfrm>
            <a:off x="5806200" y="2842438"/>
            <a:ext cx="756300" cy="146700"/>
            <a:chOff x="5806200" y="1807463"/>
            <a:chExt cx="756300" cy="146700"/>
          </a:xfrm>
        </p:grpSpPr>
        <p:sp>
          <p:nvSpPr>
            <p:cNvPr id="676" name="Google Shape;676;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9" name="Google Shape;679;g2c157a2fb06_0_1110"/>
          <p:cNvGrpSpPr/>
          <p:nvPr/>
        </p:nvGrpSpPr>
        <p:grpSpPr>
          <a:xfrm>
            <a:off x="5806200" y="3877413"/>
            <a:ext cx="756300" cy="146700"/>
            <a:chOff x="5806200" y="1807463"/>
            <a:chExt cx="756300" cy="146700"/>
          </a:xfrm>
        </p:grpSpPr>
        <p:sp>
          <p:nvSpPr>
            <p:cNvPr id="680" name="Google Shape;68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1" name="Google Shape;68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2" name="Google Shape;68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3"/>
        <p:cNvGrpSpPr/>
        <p:nvPr/>
      </p:nvGrpSpPr>
      <p:grpSpPr>
        <a:xfrm>
          <a:off x="0" y="0"/>
          <a:ext cx="0" cy="0"/>
          <a:chOff x="0" y="0"/>
          <a:chExt cx="0" cy="0"/>
        </a:xfrm>
      </p:grpSpPr>
      <p:sp>
        <p:nvSpPr>
          <p:cNvPr id="684" name="Google Shape;68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88" name="Google Shape;68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1" name="Google Shape;69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2" name="Google Shape;69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7" name="Google Shape;697;p30"/>
          <p:cNvGrpSpPr/>
          <p:nvPr/>
        </p:nvGrpSpPr>
        <p:grpSpPr>
          <a:xfrm>
            <a:off x="6022940" y="5341706"/>
            <a:ext cx="594501" cy="305904"/>
            <a:chOff x="5672081" y="1914352"/>
            <a:chExt cx="792668" cy="305904"/>
          </a:xfrm>
        </p:grpSpPr>
        <p:sp>
          <p:nvSpPr>
            <p:cNvPr id="698" name="Google Shape;69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9" name="Google Shape;69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0" name="Google Shape;70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1" name="Google Shape;70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3" name="Google Shape;70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09" name="Google Shape;70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0" name="Google Shape;71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1" name="Google Shape;71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2" name="Google Shape;71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18" name="Google Shape;71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19" name="Google Shape;71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4" name="Google Shape;72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5" name="Google Shape;72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6" name="Google Shape;72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7" name="Google Shape;72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28" name="Google Shape;72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29"/>
        <p:cNvGrpSpPr/>
        <p:nvPr/>
      </p:nvGrpSpPr>
      <p:grpSpPr>
        <a:xfrm>
          <a:off x="0" y="0"/>
          <a:ext cx="0" cy="0"/>
          <a:chOff x="0" y="0"/>
          <a:chExt cx="0" cy="0"/>
        </a:xfrm>
      </p:grpSpPr>
      <p:sp>
        <p:nvSpPr>
          <p:cNvPr id="730" name="Google Shape;73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1" name="Google Shape;73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2" name="Google Shape;73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3"/>
        <p:cNvGrpSpPr/>
        <p:nvPr/>
      </p:nvGrpSpPr>
      <p:grpSpPr>
        <a:xfrm>
          <a:off x="0" y="0"/>
          <a:ext cx="0" cy="0"/>
          <a:chOff x="0" y="0"/>
          <a:chExt cx="0" cy="0"/>
        </a:xfrm>
      </p:grpSpPr>
      <p:sp>
        <p:nvSpPr>
          <p:cNvPr id="734" name="Google Shape;73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5" name="Google Shape;73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6" name="Google Shape;73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Review Content 1 1">
  <p:cSld name="Alien Word of the Day_2_1_1_2_1">
    <p:spTree>
      <p:nvGrpSpPr>
        <p:cNvPr id="1" name="Shape 737"/>
        <p:cNvGrpSpPr/>
        <p:nvPr/>
      </p:nvGrpSpPr>
      <p:grpSpPr>
        <a:xfrm>
          <a:off x="0" y="0"/>
          <a:ext cx="0" cy="0"/>
          <a:chOff x="0" y="0"/>
          <a:chExt cx="0" cy="0"/>
        </a:xfrm>
      </p:grpSpPr>
      <p:sp>
        <p:nvSpPr>
          <p:cNvPr id="738" name="Google Shape;738;g31b17dae8eb_0_753"/>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9" name="Google Shape;739;g31b17dae8eb_0_753"/>
          <p:cNvGrpSpPr/>
          <p:nvPr/>
        </p:nvGrpSpPr>
        <p:grpSpPr>
          <a:xfrm>
            <a:off x="357775" y="5983875"/>
            <a:ext cx="586800" cy="571500"/>
            <a:chOff x="662575" y="6212475"/>
            <a:chExt cx="586800" cy="571500"/>
          </a:xfrm>
        </p:grpSpPr>
        <p:sp>
          <p:nvSpPr>
            <p:cNvPr id="740" name="Google Shape;740;g31b17dae8eb_0_7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31b17dae8eb_0_7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31b17dae8eb_0_7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43" name="Google Shape;743;g31b17dae8eb_0_753"/>
          <p:cNvGrpSpPr/>
          <p:nvPr/>
        </p:nvGrpSpPr>
        <p:grpSpPr>
          <a:xfrm>
            <a:off x="8199150" y="5983875"/>
            <a:ext cx="586800" cy="571500"/>
            <a:chOff x="7894350" y="6212475"/>
            <a:chExt cx="586800" cy="571500"/>
          </a:xfrm>
        </p:grpSpPr>
        <p:sp>
          <p:nvSpPr>
            <p:cNvPr id="744" name="Google Shape;744;g31b17dae8eb_0_7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31b17dae8eb_0_7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31b17dae8eb_0_7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47" name="Google Shape;747;g31b17dae8eb_0_7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748" name="Google Shape;748;g31b17dae8eb_0_753"/>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749" name="Google Shape;749;g31b17dae8eb_0_753"/>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50" name="Google Shape;750;g31b17dae8eb_0_753"/>
          <p:cNvGrpSpPr/>
          <p:nvPr/>
        </p:nvGrpSpPr>
        <p:grpSpPr>
          <a:xfrm>
            <a:off x="-36800" y="-52000"/>
            <a:ext cx="9236100" cy="543750"/>
            <a:chOff x="-36800" y="-52000"/>
            <a:chExt cx="9236100" cy="543750"/>
          </a:xfrm>
        </p:grpSpPr>
        <p:sp>
          <p:nvSpPr>
            <p:cNvPr id="751" name="Google Shape;751;g31b17dae8eb_0_753"/>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52" name="Google Shape;752;g31b17dae8eb_0_753"/>
            <p:cNvGrpSpPr/>
            <p:nvPr/>
          </p:nvGrpSpPr>
          <p:grpSpPr>
            <a:xfrm>
              <a:off x="565600" y="88250"/>
              <a:ext cx="1337400" cy="403500"/>
              <a:chOff x="565600" y="88250"/>
              <a:chExt cx="1337400" cy="403500"/>
            </a:xfrm>
          </p:grpSpPr>
          <p:grpSp>
            <p:nvGrpSpPr>
              <p:cNvPr id="753" name="Google Shape;753;g31b17dae8eb_0_753"/>
              <p:cNvGrpSpPr/>
              <p:nvPr/>
            </p:nvGrpSpPr>
            <p:grpSpPr>
              <a:xfrm>
                <a:off x="565600" y="88250"/>
                <a:ext cx="1337400" cy="403500"/>
                <a:chOff x="565600" y="88250"/>
                <a:chExt cx="1337400" cy="403500"/>
              </a:xfrm>
            </p:grpSpPr>
            <p:sp>
              <p:nvSpPr>
                <p:cNvPr id="754" name="Google Shape;754;g31b17dae8eb_0_753"/>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5" name="Google Shape;755;g31b17dae8eb_0_753"/>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56" name="Google Shape;756;g31b17dae8eb_0_753"/>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7" name="Google Shape;757;g31b17dae8eb_0_753"/>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58" name="Google Shape;758;g31b17dae8eb_0_753"/>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9" name="Google Shape;759;g31b17dae8eb_0_753"/>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60" name="Google Shape;760;g31b17dae8eb_0_753"/>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1" name="Google Shape;761;g31b17dae8eb_0_753"/>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62" name="Google Shape;762;g31b17dae8eb_0_753"/>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3" name="Google Shape;763;g31b17dae8eb_0_753"/>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64" name="Google Shape;764;g31b17dae8eb_0_753"/>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5" name="Google Shape;765;g31b17dae8eb_0_753"/>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6" name="Google Shape;766;g31b17dae8eb_0_753"/>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20.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9.xml"/><Relationship Id="rId4" Type="http://schemas.openxmlformats.org/officeDocument/2006/relationships/image" Target="../media/image9.png"/><Relationship Id="rId9" Type="http://schemas.openxmlformats.org/officeDocument/2006/relationships/slide" Target="slide7.xml"/><Relationship Id="rId14"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8.png"/><Relationship Id="rId3" Type="http://schemas.openxmlformats.org/officeDocument/2006/relationships/image" Target="../media/image11.png"/><Relationship Id="rId21" Type="http://schemas.openxmlformats.org/officeDocument/2006/relationships/image" Target="../media/image28.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1.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0.png"/><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2.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1.png"/><Relationship Id="rId2" Type="http://schemas.openxmlformats.org/officeDocument/2006/relationships/notesSlide" Target="../notesSlides/notesSlide4.xml"/><Relationship Id="rId16" Type="http://schemas.openxmlformats.org/officeDocument/2006/relationships/image" Target="../media/image45.png"/><Relationship Id="rId1" Type="http://schemas.openxmlformats.org/officeDocument/2006/relationships/slideLayout" Target="../slideLayouts/slideLayout24.xml"/><Relationship Id="rId6" Type="http://schemas.openxmlformats.org/officeDocument/2006/relationships/image" Target="../media/image36.png"/><Relationship Id="rId11" Type="http://schemas.openxmlformats.org/officeDocument/2006/relationships/image" Target="../media/image40.png"/><Relationship Id="rId5" Type="http://schemas.openxmlformats.org/officeDocument/2006/relationships/image" Target="../media/image35.png"/><Relationship Id="rId15" Type="http://schemas.openxmlformats.org/officeDocument/2006/relationships/image" Target="../media/image44.png"/><Relationship Id="rId10" Type="http://schemas.openxmlformats.org/officeDocument/2006/relationships/image" Target="../media/image6.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56.png"/><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 'u'</a:t>
            </a:r>
            <a:endParaRPr/>
          </a:p>
        </p:txBody>
      </p:sp>
      <p:sp>
        <p:nvSpPr>
          <p:cNvPr id="772" name="Google Shape;772;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3" name="Google Shape;773;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4" name="Google Shape;774;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35</a:t>
            </a:r>
            <a:endParaRPr/>
          </a:p>
        </p:txBody>
      </p:sp>
      <p:pic>
        <p:nvPicPr>
          <p:cNvPr id="775" name="Google Shape;775;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1176"/>
              </a:srgbClr>
            </a:outerShdw>
          </a:effectLst>
        </p:spPr>
      </p:pic>
      <p:pic>
        <p:nvPicPr>
          <p:cNvPr id="776" name="Google Shape;776;p1"/>
          <p:cNvPicPr preferRelativeResize="0"/>
          <p:nvPr/>
        </p:nvPicPr>
        <p:blipFill rotWithShape="1">
          <a:blip r:embed="rId4">
            <a:alphaModFix/>
          </a:blip>
          <a:srcRect l="139" r="14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777" name="Google Shape;777;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778" name="Google Shape;778;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779" name="Google Shape;779;p1"/>
          <p:cNvGraphicFramePr/>
          <p:nvPr/>
        </p:nvGraphicFramePr>
        <p:xfrm>
          <a:off x="4844200" y="1853397"/>
          <a:ext cx="3785000" cy="754625"/>
        </p:xfrm>
        <a:graphic>
          <a:graphicData uri="http://schemas.openxmlformats.org/drawingml/2006/table">
            <a:tbl>
              <a:tblPr firstRow="1" bandRow="1">
                <a:noFill/>
                <a:tableStyleId>{E3544DB1-7909-41E5-BB26-C5AA65AAE538}</a:tableStyleId>
              </a:tblPr>
              <a:tblGrid>
                <a:gridCol w="757000">
                  <a:extLst>
                    <a:ext uri="{9D8B030D-6E8A-4147-A177-3AD203B41FA5}">
                      <a16:colId xmlns:a16="http://schemas.microsoft.com/office/drawing/2014/main" val="20000"/>
                    </a:ext>
                  </a:extLst>
                </a:gridCol>
                <a:gridCol w="757000">
                  <a:extLst>
                    <a:ext uri="{9D8B030D-6E8A-4147-A177-3AD203B41FA5}">
                      <a16:colId xmlns:a16="http://schemas.microsoft.com/office/drawing/2014/main" val="20001"/>
                    </a:ext>
                  </a:extLst>
                </a:gridCol>
                <a:gridCol w="757000">
                  <a:extLst>
                    <a:ext uri="{9D8B030D-6E8A-4147-A177-3AD203B41FA5}">
                      <a16:colId xmlns:a16="http://schemas.microsoft.com/office/drawing/2014/main" val="20002"/>
                    </a:ext>
                  </a:extLst>
                </a:gridCol>
                <a:gridCol w="757000">
                  <a:extLst>
                    <a:ext uri="{9D8B030D-6E8A-4147-A177-3AD203B41FA5}">
                      <a16:colId xmlns:a16="http://schemas.microsoft.com/office/drawing/2014/main" val="20003"/>
                    </a:ext>
                  </a:extLst>
                </a:gridCol>
                <a:gridCol w="757000">
                  <a:extLst>
                    <a:ext uri="{9D8B030D-6E8A-4147-A177-3AD203B41FA5}">
                      <a16:colId xmlns:a16="http://schemas.microsoft.com/office/drawing/2014/main" val="20004"/>
                    </a:ext>
                  </a:extLst>
                </a:gridCol>
              </a:tblGrid>
              <a:tr h="754625">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Review short vowel </a:t>
            </a:r>
            <a:r>
              <a:rPr lang="en-US">
                <a:solidFill>
                  <a:srgbClr val="8DC63F"/>
                </a:solidFill>
              </a:rPr>
              <a:t>u</a:t>
            </a:r>
            <a:r>
              <a:rPr lang="en-US"/>
              <a:t>.</a:t>
            </a:r>
            <a:endParaRPr/>
          </a:p>
        </p:txBody>
      </p:sp>
      <p:sp>
        <p:nvSpPr>
          <p:cNvPr id="786" name="Google Shape;786;g2bee4f4af4b_0_204"/>
          <p:cNvSpPr txBox="1">
            <a:spLocks noGrp="1"/>
          </p:cNvSpPr>
          <p:nvPr>
            <p:ph type="body" idx="2"/>
          </p:nvPr>
        </p:nvSpPr>
        <p:spPr>
          <a:xfrm>
            <a:off x="3298550" y="1895350"/>
            <a:ext cx="5012400" cy="10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a:p>
            <a:pPr marL="457200" lvl="0" indent="-330200" algn="l" rtl="0">
              <a:lnSpc>
                <a:spcPct val="100000"/>
              </a:lnSpc>
              <a:spcBef>
                <a:spcPts val="0"/>
              </a:spcBef>
              <a:spcAft>
                <a:spcPts val="0"/>
              </a:spcAft>
              <a:buSzPts val="1600"/>
              <a:buChar char="•"/>
            </a:pPr>
            <a:r>
              <a:rPr lang="en-US"/>
              <a:t>Review Vowel song.</a:t>
            </a:r>
            <a:endParaRPr/>
          </a:p>
        </p:txBody>
      </p:sp>
      <p:sp>
        <p:nvSpPr>
          <p:cNvPr id="787" name="Google Shape;787;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88" name="Google Shape;788;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89" name="Google Shape;789;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90" name="Google Shape;790;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91" name="Google Shape;791;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92" name="Google Shape;792;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93" name="Google Shape;793;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94" name="Google Shape;794;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95" name="Google Shape;795;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96" name="Google Shape;796;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97" name="Google Shape;797;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98" name="Google Shape;798;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99" name="Google Shape;799;g2bee4f4af4b_0_204"/>
          <p:cNvPicPr preferRelativeResize="0"/>
          <p:nvPr/>
        </p:nvPicPr>
        <p:blipFill rotWithShape="1">
          <a:blip r:embed="rId6">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800" name="Google Shape;800;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801" name="Google Shape;801;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802" name="Google Shape;802;g2bee4f4af4b_0_204"/>
          <p:cNvPicPr preferRelativeResize="0"/>
          <p:nvPr/>
        </p:nvPicPr>
        <p:blipFill rotWithShape="1">
          <a:blip r:embed="rId7">
            <a:alphaModFix/>
          </a:blip>
          <a:srcRect t="89" b="9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803" name="Google Shape;80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804" name="Google Shape;80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805" name="Google Shape;805;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806" name="Google Shape;806;g2bee4f4af4b_0_204">
            <a:hlinkClick r:id="rId9" action="ppaction://hlinksldjump"/>
          </p:cNvPr>
          <p:cNvSpPr/>
          <p:nvPr/>
        </p:nvSpPr>
        <p:spPr>
          <a:xfrm>
            <a:off x="1044069"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7" name="Google Shape;807;g2bee4f4af4b_0_204">
            <a:hlinkClick r:id="rId10" action="ppaction://hlinksldjump"/>
          </p:cNvPr>
          <p:cNvSpPr/>
          <p:nvPr/>
        </p:nvSpPr>
        <p:spPr>
          <a:xfrm>
            <a:off x="2502734" y="375989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8" name="Google Shape;808;g2bee4f4af4b_0_204">
            <a:hlinkClick r:id="rId11" action="ppaction://hlinksldjump"/>
          </p:cNvPr>
          <p:cNvSpPr/>
          <p:nvPr/>
        </p:nvSpPr>
        <p:spPr>
          <a:xfrm>
            <a:off x="3670438" y="336244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9" name="Google Shape;809;g2bee4f4af4b_0_204">
            <a:hlinkClick r:id="rId12" action="ppaction://hlinksldjump"/>
          </p:cNvPr>
          <p:cNvSpPr/>
          <p:nvPr/>
        </p:nvSpPr>
        <p:spPr>
          <a:xfrm>
            <a:off x="4877835" y="377417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0" name="Google Shape;810;g2bee4f4af4b_0_204">
            <a:hlinkClick r:id="rId13" action="ppaction://hlinksldjump"/>
          </p:cNvPr>
          <p:cNvSpPr/>
          <p:nvPr/>
        </p:nvSpPr>
        <p:spPr>
          <a:xfrm>
            <a:off x="5946074" y="382089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1" name="Google Shape;811;g2bee4f4af4b_0_204">
            <a:hlinkClick r:id="rId14" action="ppaction://hlinksldjump"/>
          </p:cNvPr>
          <p:cNvSpPr/>
          <p:nvPr/>
        </p:nvSpPr>
        <p:spPr>
          <a:xfrm>
            <a:off x="7386591" y="377417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d05f3e42ad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cxnSp>
        <p:nvCxnSpPr>
          <p:cNvPr id="818" name="Google Shape;818;g2d05f3e42ad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19" name="Google Shape;819;g2d05f3e42ad_0_0"/>
          <p:cNvGrpSpPr/>
          <p:nvPr/>
        </p:nvGrpSpPr>
        <p:grpSpPr>
          <a:xfrm>
            <a:off x="930400" y="2129444"/>
            <a:ext cx="7283200" cy="3724851"/>
            <a:chOff x="930400" y="2129444"/>
            <a:chExt cx="7283200" cy="3724851"/>
          </a:xfrm>
        </p:grpSpPr>
        <p:pic>
          <p:nvPicPr>
            <p:cNvPr id="820" name="Google Shape;820;g2d05f3e42ad_0_0"/>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821" name="Google Shape;821;g2d05f3e42ad_0_0"/>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822" name="Google Shape;822;g2d05f3e42ad_0_0"/>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823" name="Google Shape;823;g2d05f3e42ad_0_0"/>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824" name="Google Shape;824;g2d05f3e42ad_0_0"/>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825" name="Google Shape;825;g2d05f3e42ad_0_0"/>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826" name="Google Shape;826;g2d05f3e42ad_0_0"/>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827" name="Google Shape;827;g2d05f3e42ad_0_0"/>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828" name="Google Shape;828;g2d05f3e42ad_0_0"/>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829" name="Google Shape;829;g2d05f3e42ad_0_0"/>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830" name="Google Shape;830;g2d05f3e42ad_0_0"/>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831" name="Google Shape;831;g2d05f3e42ad_0_0"/>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832" name="Google Shape;832;g2d05f3e42ad_0_0"/>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833" name="Google Shape;833;g2d05f3e42ad_0_0"/>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834" name="Google Shape;834;g2d05f3e42ad_0_0"/>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835" name="Google Shape;835;g2d05f3e42ad_0_0"/>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836" name="Google Shape;836;g2d05f3e42ad_0_0"/>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837" name="Google Shape;837;g2d05f3e42ad_0_0"/>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38" name="Google Shape;838;g2d05f3e42ad_0_0"/>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39" name="Google Shape;839;g2d05f3e42ad_0_0"/>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40" name="Google Shape;840;g2d05f3e42ad_0_0"/>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41" name="Google Shape;841;g2d05f3e42ad_0_0"/>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42" name="Google Shape;842;g2d05f3e42ad_0_0"/>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31b17dae8eb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849" name="Google Shape;849;g31b17dae8eb_0_1"/>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2 Common Exception Words </a:t>
            </a:r>
            <a:br>
              <a:rPr lang="en-US">
                <a:solidFill>
                  <a:schemeClr val="dk1"/>
                </a:solidFill>
              </a:rPr>
            </a:br>
            <a:r>
              <a:rPr lang="en-US">
                <a:solidFill>
                  <a:srgbClr val="2356AF"/>
                </a:solidFill>
              </a:rPr>
              <a:t>as I is no go to into the put his has of pull full</a:t>
            </a:r>
            <a:r>
              <a:rPr lang="en-US">
                <a:solidFill>
                  <a:schemeClr val="dk1"/>
                </a:solidFill>
              </a:rPr>
              <a:t>.</a:t>
            </a:r>
            <a:endParaRPr/>
          </a:p>
        </p:txBody>
      </p:sp>
      <p:cxnSp>
        <p:nvCxnSpPr>
          <p:cNvPr id="850" name="Google Shape;850;g31b17dae8eb_0_1"/>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51" name="Google Shape;851;g31b17dae8eb_0_1"/>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2" name="Google Shape;852;g31b17dae8eb_0_1"/>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31b17dae8eb_0_1"/>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31b17dae8eb_0_1"/>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31b17dae8eb_0_1"/>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31b17dae8eb_0_1"/>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31b17dae8eb_0_1"/>
          <p:cNvPicPr preferRelativeResize="0"/>
          <p:nvPr/>
        </p:nvPicPr>
        <p:blipFill rotWithShape="1">
          <a:blip r:embed="rId9">
            <a:alphaModFix/>
          </a:blip>
          <a:srcRect l="99" r="99"/>
          <a:stretch/>
        </p:blipFill>
        <p:spPr>
          <a:xfrm>
            <a:off x="868744" y="306027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31b17dae8eb_0_1"/>
          <p:cNvPicPr preferRelativeResize="0"/>
          <p:nvPr/>
        </p:nvPicPr>
        <p:blipFill rotWithShape="1">
          <a:blip r:embed="rId10">
            <a:alphaModFix/>
          </a:blip>
          <a:srcRect l="99" r="99"/>
          <a:stretch/>
        </p:blipFill>
        <p:spPr>
          <a:xfrm>
            <a:off x="3321246" y="3060270"/>
            <a:ext cx="1148707" cy="821565"/>
          </a:xfrm>
          <a:prstGeom prst="rect">
            <a:avLst/>
          </a:prstGeom>
          <a:noFill/>
          <a:ln>
            <a:noFill/>
          </a:ln>
          <a:effectLst>
            <a:outerShdw blurRad="71438" dist="19050" dir="5400000" algn="bl" rotWithShape="0">
              <a:srgbClr val="000000">
                <a:alpha val="18430"/>
              </a:srgbClr>
            </a:outerShdw>
          </a:effectLst>
        </p:spPr>
      </p:pic>
      <p:pic>
        <p:nvPicPr>
          <p:cNvPr id="859" name="Google Shape;859;g31b17dae8eb_0_1"/>
          <p:cNvPicPr preferRelativeResize="0"/>
          <p:nvPr/>
        </p:nvPicPr>
        <p:blipFill rotWithShape="1">
          <a:blip r:embed="rId11">
            <a:alphaModFix/>
          </a:blip>
          <a:srcRect l="99" r="99"/>
          <a:stretch/>
        </p:blipFill>
        <p:spPr>
          <a:xfrm>
            <a:off x="4548155"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31b17dae8eb_0_1"/>
          <p:cNvPicPr preferRelativeResize="0"/>
          <p:nvPr/>
        </p:nvPicPr>
        <p:blipFill rotWithShape="1">
          <a:blip r:embed="rId12">
            <a:alphaModFix/>
          </a:blip>
          <a:srcRect l="189" r="179"/>
          <a:stretch/>
        </p:blipFill>
        <p:spPr>
          <a:xfrm>
            <a:off x="5775064"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31b17dae8eb_0_1"/>
          <p:cNvPicPr preferRelativeResize="0"/>
          <p:nvPr/>
        </p:nvPicPr>
        <p:blipFill rotWithShape="1">
          <a:blip r:embed="rId13">
            <a:alphaModFix/>
          </a:blip>
          <a:srcRect l="99" r="99"/>
          <a:stretch/>
        </p:blipFill>
        <p:spPr>
          <a:xfrm>
            <a:off x="7001973"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31b17dae8eb_0_1"/>
          <p:cNvPicPr preferRelativeResize="0"/>
          <p:nvPr/>
        </p:nvPicPr>
        <p:blipFill rotWithShape="1">
          <a:blip r:embed="rId14">
            <a:alphaModFix/>
          </a:blip>
          <a:srcRect l="19" r="9"/>
          <a:stretch/>
        </p:blipFill>
        <p:spPr>
          <a:xfrm>
            <a:off x="867357" y="3994495"/>
            <a:ext cx="1148707" cy="821564"/>
          </a:xfrm>
          <a:prstGeom prst="rect">
            <a:avLst/>
          </a:prstGeom>
          <a:noFill/>
          <a:ln>
            <a:noFill/>
          </a:ln>
          <a:effectLst>
            <a:outerShdw blurRad="71438" dist="19050" dir="5400000" algn="bl" rotWithShape="0">
              <a:srgbClr val="000000">
                <a:alpha val="18430"/>
              </a:srgbClr>
            </a:outerShdw>
          </a:effectLst>
        </p:spPr>
      </p:pic>
      <p:pic>
        <p:nvPicPr>
          <p:cNvPr id="863" name="Google Shape;863;g31b17dae8eb_0_1"/>
          <p:cNvPicPr preferRelativeResize="0"/>
          <p:nvPr/>
        </p:nvPicPr>
        <p:blipFill rotWithShape="1">
          <a:blip r:embed="rId15">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pic>
        <p:nvPicPr>
          <p:cNvPr id="864" name="Google Shape;864;g31b17dae8eb_0_1"/>
          <p:cNvPicPr preferRelativeResize="0"/>
          <p:nvPr/>
        </p:nvPicPr>
        <p:blipFill rotWithShape="1">
          <a:blip r:embed="rId16">
            <a:alphaModFix/>
          </a:blip>
          <a:srcRect l="248" r="238"/>
          <a:stretch/>
        </p:blipFill>
        <p:spPr>
          <a:xfrm>
            <a:off x="2094526" y="3060270"/>
            <a:ext cx="1147320" cy="822956"/>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d05f3e42ad_0_5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871" name="Google Shape;871;g2d05f3e42ad_0_50"/>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872" name="Google Shape;872;g2d05f3e42ad_0_50"/>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cxnSp>
        <p:nvCxnSpPr>
          <p:cNvPr id="873" name="Google Shape;873;g2d05f3e42ad_0_5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g2d9dd347dec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80" name="Google Shape;880;g2d9dd347dec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81" name="Google Shape;881;g2d9dd347dec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882" name="Google Shape;882;g2d9dd347dec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89" name="Google Shape;889;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0" name="Google Shape;890;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91" name="Google Shape;891;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98" name="Google Shape;898;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9" name="Google Shape;899;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0" name="Google Shape;90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07" name="Google Shape;90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08" name="Google Shape;908;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909" name="Google Shape;90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16" name="Google Shape;916;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917" name="Google Shape;917;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918" name="Google Shape;918;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25" name="Google Shape;92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6" name="Google Shape;92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3" name="Google Shape;933;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4" name="Google Shape;934;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9" name="Google Shape;939;g2c2ffdd0de5_0_0"/>
          <p:cNvGrpSpPr/>
          <p:nvPr/>
        </p:nvGrpSpPr>
        <p:grpSpPr>
          <a:xfrm>
            <a:off x="304250" y="6984600"/>
            <a:ext cx="8330829" cy="808600"/>
            <a:chOff x="-152950" y="7365600"/>
            <a:chExt cx="8330829" cy="808600"/>
          </a:xfrm>
        </p:grpSpPr>
        <p:sp>
          <p:nvSpPr>
            <p:cNvPr id="940" name="Google Shape;940;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1" name="Google Shape;941;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2" name="Google Shape;942;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3" name="Google Shape;943;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4" name="Google Shape;944;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5" name="Google Shape;945;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6" name="Google Shape;946;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7" name="Google Shape;947;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8" name="Google Shape;948;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c2ffdd0de5_0_0"/>
          <p:cNvSpPr/>
          <p:nvPr/>
        </p:nvSpPr>
        <p:spPr>
          <a:xfrm>
            <a:off x="3020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c2ffdd0de5_0_0"/>
          <p:cNvSpPr/>
          <p:nvPr/>
        </p:nvSpPr>
        <p:spPr>
          <a:xfrm>
            <a:off x="44912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c2ffdd0de5_0_0"/>
          <p:cNvSpPr/>
          <p:nvPr/>
        </p:nvSpPr>
        <p:spPr>
          <a:xfrm>
            <a:off x="5733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3" name="Google Shape;953;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4" name="Google Shape;954;g2c2ffdd0de5_0_0"/>
          <p:cNvSpPr txBox="1">
            <a:spLocks noGrp="1"/>
          </p:cNvSpPr>
          <p:nvPr>
            <p:ph type="subTitle" idx="4294967295"/>
          </p:nvPr>
        </p:nvSpPr>
        <p:spPr>
          <a:xfrm>
            <a:off x="5163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55" name="Google Shape;955;g2c2ffdd0de5_0_0"/>
          <p:cNvSpPr txBox="1">
            <a:spLocks noGrp="1"/>
          </p:cNvSpPr>
          <p:nvPr>
            <p:ph type="subTitle" idx="4294967295"/>
          </p:nvPr>
        </p:nvSpPr>
        <p:spPr>
          <a:xfrm>
            <a:off x="2450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56" name="Google Shape;956;g2c2ffdd0de5_0_0"/>
          <p:cNvSpPr txBox="1">
            <a:spLocks noGrp="1"/>
          </p:cNvSpPr>
          <p:nvPr>
            <p:ph type="subTitle" idx="4294967295"/>
          </p:nvPr>
        </p:nvSpPr>
        <p:spPr>
          <a:xfrm>
            <a:off x="39216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05f3e42ad_0_8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d05f3e42ad_0_8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05f3e42ad_0_86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d05f3e42ad_0_86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d05f3e42ad_0_86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5f3e42ad_0_86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5f3e42ad_0_86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9" name="Google Shape;969;g2d05f3e42ad_0_862"/>
          <p:cNvGrpSpPr/>
          <p:nvPr/>
        </p:nvGrpSpPr>
        <p:grpSpPr>
          <a:xfrm>
            <a:off x="304250" y="6984600"/>
            <a:ext cx="8330829" cy="808600"/>
            <a:chOff x="-152950" y="7365600"/>
            <a:chExt cx="8330829" cy="808600"/>
          </a:xfrm>
        </p:grpSpPr>
        <p:sp>
          <p:nvSpPr>
            <p:cNvPr id="970" name="Google Shape;970;g2d05f3e42ad_0_86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1" name="Google Shape;971;g2d05f3e42ad_0_86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2" name="Google Shape;972;g2d05f3e42ad_0_86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3" name="Google Shape;973;g2d05f3e42ad_0_86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4" name="Google Shape;974;g2d05f3e42ad_0_86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5" name="Google Shape;975;g2d05f3e42ad_0_86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6" name="Google Shape;976;g2d05f3e42ad_0_86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7" name="Google Shape;977;g2d05f3e42ad_0_86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78" name="Google Shape;978;g2d05f3e42ad_0_86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d05f3e42ad_0_86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d05f3e42ad_0_862"/>
          <p:cNvSpPr/>
          <p:nvPr/>
        </p:nvSpPr>
        <p:spPr>
          <a:xfrm>
            <a:off x="3287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5f3e42ad_0_862"/>
          <p:cNvSpPr/>
          <p:nvPr/>
        </p:nvSpPr>
        <p:spPr>
          <a:xfrm>
            <a:off x="4300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d05f3e42ad_0_862"/>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3" name="Google Shape;983;g2d05f3e42ad_0_86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4" name="Google Shape;984;g2d05f3e42ad_0_862"/>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85" name="Google Shape;985;g2d05f3e42ad_0_862"/>
          <p:cNvSpPr txBox="1">
            <a:spLocks noGrp="1"/>
          </p:cNvSpPr>
          <p:nvPr>
            <p:ph type="subTitle" idx="4294967295"/>
          </p:nvPr>
        </p:nvSpPr>
        <p:spPr>
          <a:xfrm>
            <a:off x="2717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86" name="Google Shape;986;g2d05f3e42ad_0_862"/>
          <p:cNvSpPr txBox="1">
            <a:spLocks noGrp="1"/>
          </p:cNvSpPr>
          <p:nvPr>
            <p:ph type="subTitle" idx="4294967295"/>
          </p:nvPr>
        </p:nvSpPr>
        <p:spPr>
          <a:xfrm>
            <a:off x="3731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d05f3e42ad_0_89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3" name="Google Shape;993;g2d05f3e42ad_0_89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4" name="Google Shape;994;g2d05f3e42ad_0_89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5f3e42ad_0_89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d05f3e42ad_0_89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d05f3e42ad_0_89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d05f3e42ad_0_89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9" name="Google Shape;999;g2d05f3e42ad_0_891"/>
          <p:cNvGrpSpPr/>
          <p:nvPr/>
        </p:nvGrpSpPr>
        <p:grpSpPr>
          <a:xfrm>
            <a:off x="304250" y="6984600"/>
            <a:ext cx="8330829" cy="808600"/>
            <a:chOff x="-152950" y="7365600"/>
            <a:chExt cx="8330829" cy="808600"/>
          </a:xfrm>
        </p:grpSpPr>
        <p:sp>
          <p:nvSpPr>
            <p:cNvPr id="1000" name="Google Shape;1000;g2d05f3e42ad_0_89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1" name="Google Shape;1001;g2d05f3e42ad_0_89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2" name="Google Shape;1002;g2d05f3e42ad_0_89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3" name="Google Shape;1003;g2d05f3e42ad_0_89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4" name="Google Shape;1004;g2d05f3e42ad_0_89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5" name="Google Shape;1005;g2d05f3e42ad_0_89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6" name="Google Shape;1006;g2d05f3e42ad_0_89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7" name="Google Shape;1007;g2d05f3e42ad_0_89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08" name="Google Shape;1008;g2d05f3e42ad_0_89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d05f3e42ad_0_89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d05f3e42ad_0_891"/>
          <p:cNvSpPr/>
          <p:nvPr/>
        </p:nvSpPr>
        <p:spPr>
          <a:xfrm>
            <a:off x="315190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2d05f3e42ad_0_891"/>
          <p:cNvSpPr/>
          <p:nvPr/>
        </p:nvSpPr>
        <p:spPr>
          <a:xfrm>
            <a:off x="436126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d05f3e42ad_0_891"/>
          <p:cNvSpPr/>
          <p:nvPr/>
        </p:nvSpPr>
        <p:spPr>
          <a:xfrm>
            <a:off x="548350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3" name="Google Shape;1013;g2d05f3e42ad_0_89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4" name="Google Shape;1014;g2d05f3e42ad_0_891"/>
          <p:cNvSpPr txBox="1">
            <a:spLocks noGrp="1"/>
          </p:cNvSpPr>
          <p:nvPr>
            <p:ph type="subTitle" idx="4294967295"/>
          </p:nvPr>
        </p:nvSpPr>
        <p:spPr>
          <a:xfrm>
            <a:off x="491385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15" name="Google Shape;1015;g2d05f3e42ad_0_891"/>
          <p:cNvSpPr txBox="1">
            <a:spLocks noGrp="1"/>
          </p:cNvSpPr>
          <p:nvPr>
            <p:ph type="subTitle" idx="4294967295"/>
          </p:nvPr>
        </p:nvSpPr>
        <p:spPr>
          <a:xfrm>
            <a:off x="258220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16" name="Google Shape;1016;g2d05f3e42ad_0_891"/>
          <p:cNvSpPr txBox="1">
            <a:spLocks noGrp="1"/>
          </p:cNvSpPr>
          <p:nvPr>
            <p:ph type="subTitle" idx="4294967295"/>
          </p:nvPr>
        </p:nvSpPr>
        <p:spPr>
          <a:xfrm>
            <a:off x="374803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023" name="Google Shape;102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4" name="Google Shape;102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31" name="Google Shape;103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2" name="Google Shape;1032;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33" name="Google Shape;103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40" name="Google Shape;104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1" name="Google Shape;1041;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2" name="Google Shape;104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49" name="Google Shape;104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0" name="Google Shape;1050;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1" name="Google Shape;105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58" name="Google Shape;105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9" name="Google Shape;1059;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0" name="Google Shape;106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67" name="Google Shape;1067;g26b641b03cd_0_301"/>
          <p:cNvPicPr preferRelativeResize="0"/>
          <p:nvPr/>
        </p:nvPicPr>
        <p:blipFill rotWithShape="1">
          <a:blip r:embed="rId3">
            <a:alphaModFix/>
          </a:blip>
          <a:srcRect l="59" r="59"/>
          <a:stretch/>
        </p:blipFill>
        <p:spPr>
          <a:xfrm>
            <a:off x="1820367" y="1058475"/>
            <a:ext cx="2686351" cy="1919750"/>
          </a:xfrm>
          <a:prstGeom prst="rect">
            <a:avLst/>
          </a:prstGeom>
          <a:noFill/>
          <a:ln>
            <a:noFill/>
          </a:ln>
          <a:effectLst>
            <a:outerShdw blurRad="57150" dist="19050" dir="5400000" algn="bl" rotWithShape="0">
              <a:srgbClr val="000000">
                <a:alpha val="20000"/>
              </a:srgbClr>
            </a:outerShdw>
          </a:effectLst>
        </p:spPr>
      </p:pic>
      <p:sp>
        <p:nvSpPr>
          <p:cNvPr id="1068" name="Google Shape;106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9" name="Google Shape;1069;g26b641b03cd_0_301"/>
          <p:cNvPicPr preferRelativeResize="0"/>
          <p:nvPr/>
        </p:nvPicPr>
        <p:blipFill rotWithShape="1">
          <a:blip r:embed="rId4">
            <a:alphaModFix/>
          </a:blip>
          <a:srcRect t="19" b="29"/>
          <a:stretch/>
        </p:blipFill>
        <p:spPr>
          <a:xfrm>
            <a:off x="4637283" y="1058475"/>
            <a:ext cx="2686351" cy="1919749"/>
          </a:xfrm>
          <a:prstGeom prst="rect">
            <a:avLst/>
          </a:prstGeom>
          <a:noFill/>
          <a:ln>
            <a:noFill/>
          </a:ln>
          <a:effectLst>
            <a:outerShdw blurRad="57150" dist="19050" dir="5400000" algn="bl" rotWithShape="0">
              <a:srgbClr val="000000">
                <a:alpha val="20000"/>
              </a:srgbClr>
            </a:outerShdw>
          </a:effectLst>
        </p:spPr>
      </p:pic>
      <p:pic>
        <p:nvPicPr>
          <p:cNvPr id="1070" name="Google Shape;1070;g26b641b03cd_0_301"/>
          <p:cNvPicPr preferRelativeResize="0"/>
          <p:nvPr/>
        </p:nvPicPr>
        <p:blipFill rotWithShape="1">
          <a:blip r:embed="rId5">
            <a:alphaModFix/>
          </a:blip>
          <a:srcRect l="59" r="59"/>
          <a:stretch/>
        </p:blipFill>
        <p:spPr>
          <a:xfrm>
            <a:off x="3228825" y="3183112"/>
            <a:ext cx="2686351" cy="1919750"/>
          </a:xfrm>
          <a:prstGeom prst="rect">
            <a:avLst/>
          </a:prstGeom>
          <a:noFill/>
          <a:ln>
            <a:noFill/>
          </a:ln>
          <a:effectLst>
            <a:outerShdw blurRad="57150" dist="19050" dir="5400000" algn="bl" rotWithShape="0">
              <a:srgbClr val="000000">
                <a:alpha val="20000"/>
              </a:srgbClr>
            </a:outerShdw>
          </a:effectLst>
        </p:spPr>
      </p:pic>
      <p:sp>
        <p:nvSpPr>
          <p:cNvPr id="1071" name="Google Shape;1071;g26b641b03cd_0_301"/>
          <p:cNvSpPr txBox="1">
            <a:spLocks noGrp="1"/>
          </p:cNvSpPr>
          <p:nvPr>
            <p:ph type="title"/>
          </p:nvPr>
        </p:nvSpPr>
        <p:spPr>
          <a:xfrm>
            <a:off x="711000" y="5568500"/>
            <a:ext cx="7722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26b641b03cd_0_308"/>
          <p:cNvSpPr txBox="1">
            <a:spLocks noGrp="1"/>
          </p:cNvSpPr>
          <p:nvPr>
            <p:ph type="title"/>
          </p:nvPr>
        </p:nvSpPr>
        <p:spPr>
          <a:xfrm>
            <a:off x="711000" y="5568500"/>
            <a:ext cx="7722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78" name="Google Shape;107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79" name="Google Shape;107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80" name="Google Shape;1080;g26b641b03cd_0_308"/>
          <p:cNvPicPr preferRelativeResize="0"/>
          <p:nvPr/>
        </p:nvPicPr>
        <p:blipFill rotWithShape="1">
          <a:blip r:embed="rId3">
            <a:alphaModFix/>
          </a:blip>
          <a:srcRect/>
          <a:stretch/>
        </p:blipFill>
        <p:spPr>
          <a:xfrm>
            <a:off x="1820367" y="1058475"/>
            <a:ext cx="2686350" cy="1919750"/>
          </a:xfrm>
          <a:prstGeom prst="rect">
            <a:avLst/>
          </a:prstGeom>
          <a:noFill/>
          <a:ln>
            <a:noFill/>
          </a:ln>
          <a:effectLst>
            <a:outerShdw blurRad="57150" dist="19050" dir="5400000" algn="bl" rotWithShape="0">
              <a:srgbClr val="000000">
                <a:alpha val="20000"/>
              </a:srgbClr>
            </a:outerShdw>
          </a:effectLst>
        </p:spPr>
      </p:pic>
      <p:pic>
        <p:nvPicPr>
          <p:cNvPr id="1081" name="Google Shape;1081;g26b641b03cd_0_308"/>
          <p:cNvPicPr preferRelativeResize="0"/>
          <p:nvPr/>
        </p:nvPicPr>
        <p:blipFill rotWithShape="1">
          <a:blip r:embed="rId4">
            <a:alphaModFix/>
          </a:blip>
          <a:srcRect t="79" b="89"/>
          <a:stretch/>
        </p:blipFill>
        <p:spPr>
          <a:xfrm>
            <a:off x="4637283" y="1058475"/>
            <a:ext cx="2686350" cy="1919749"/>
          </a:xfrm>
          <a:prstGeom prst="rect">
            <a:avLst/>
          </a:prstGeom>
          <a:noFill/>
          <a:ln>
            <a:noFill/>
          </a:ln>
          <a:effectLst>
            <a:outerShdw blurRad="57150" dist="19050" dir="5400000" algn="bl" rotWithShape="0">
              <a:srgbClr val="000000">
                <a:alpha val="20000"/>
              </a:srgbClr>
            </a:outerShdw>
          </a:effectLst>
        </p:spPr>
      </p:pic>
      <p:pic>
        <p:nvPicPr>
          <p:cNvPr id="1082" name="Google Shape;1082;g26b641b03cd_0_308"/>
          <p:cNvPicPr preferRelativeResize="0"/>
          <p:nvPr/>
        </p:nvPicPr>
        <p:blipFill rotWithShape="1">
          <a:blip r:embed="rId5">
            <a:alphaModFix/>
          </a:blip>
          <a:srcRect/>
          <a:stretch/>
        </p:blipFill>
        <p:spPr>
          <a:xfrm>
            <a:off x="3228825" y="3183112"/>
            <a:ext cx="2686350" cy="19197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g26b641b03cd_0_315"/>
          <p:cNvSpPr txBox="1">
            <a:spLocks noGrp="1"/>
          </p:cNvSpPr>
          <p:nvPr>
            <p:ph type="title"/>
          </p:nvPr>
        </p:nvSpPr>
        <p:spPr>
          <a:xfrm>
            <a:off x="939850" y="5568500"/>
            <a:ext cx="7264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1089" name="Google Shape;1089;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90" name="Google Shape;1090;g26b641b03cd_0_315"/>
          <p:cNvPicPr preferRelativeResize="0"/>
          <p:nvPr/>
        </p:nvPicPr>
        <p:blipFill rotWithShape="1">
          <a:blip r:embed="rId3">
            <a:alphaModFix/>
          </a:blip>
          <a:srcRect t="89" b="99"/>
          <a:stretch/>
        </p:blipFill>
        <p:spPr>
          <a:xfrm>
            <a:off x="1326039" y="1998350"/>
            <a:ext cx="3115750" cy="2337950"/>
          </a:xfrm>
          <a:prstGeom prst="rect">
            <a:avLst/>
          </a:prstGeom>
          <a:noFill/>
          <a:ln>
            <a:noFill/>
          </a:ln>
          <a:effectLst>
            <a:outerShdw blurRad="57150" dist="19050" dir="5400000" algn="bl" rotWithShape="0">
              <a:srgbClr val="000000">
                <a:alpha val="20000"/>
              </a:srgbClr>
            </a:outerShdw>
          </a:effectLst>
        </p:spPr>
      </p:pic>
      <p:sp>
        <p:nvSpPr>
          <p:cNvPr id="1091" name="Google Shape;1091;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92" name="Google Shape;1092;g26b641b03cd_0_315"/>
          <p:cNvPicPr preferRelativeResize="0"/>
          <p:nvPr/>
        </p:nvPicPr>
        <p:blipFill rotWithShape="1">
          <a:blip r:embed="rId4">
            <a:alphaModFix/>
          </a:blip>
          <a:srcRect t="89" b="99"/>
          <a:stretch/>
        </p:blipFill>
        <p:spPr>
          <a:xfrm>
            <a:off x="4702210" y="1998350"/>
            <a:ext cx="3115750" cy="23379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99" name="Google Shape;109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100" name="Google Shape;1100;g26b641b03cd_1_0"/>
          <p:cNvPicPr preferRelativeResize="0"/>
          <p:nvPr/>
        </p:nvPicPr>
        <p:blipFill rotWithShape="1">
          <a:blip r:embed="rId3">
            <a:alphaModFix/>
          </a:blip>
          <a:srcRect t="19" b="29"/>
          <a:stretch/>
        </p:blipFill>
        <p:spPr>
          <a:xfrm>
            <a:off x="1326039" y="1998350"/>
            <a:ext cx="3115750" cy="2337950"/>
          </a:xfrm>
          <a:prstGeom prst="rect">
            <a:avLst/>
          </a:prstGeom>
          <a:noFill/>
          <a:ln>
            <a:noFill/>
          </a:ln>
          <a:effectLst>
            <a:outerShdw blurRad="57150" dist="19050" dir="5400000" algn="bl" rotWithShape="0">
              <a:srgbClr val="000000">
                <a:alpha val="20000"/>
              </a:srgbClr>
            </a:outerShdw>
          </a:effectLst>
        </p:spPr>
      </p:pic>
      <p:pic>
        <p:nvPicPr>
          <p:cNvPr id="1101" name="Google Shape;1101;g26b641b03cd_1_0"/>
          <p:cNvPicPr preferRelativeResize="0"/>
          <p:nvPr/>
        </p:nvPicPr>
        <p:blipFill rotWithShape="1">
          <a:blip r:embed="rId4">
            <a:alphaModFix/>
          </a:blip>
          <a:srcRect t="19" b="29"/>
          <a:stretch/>
        </p:blipFill>
        <p:spPr>
          <a:xfrm>
            <a:off x="4702210" y="1998350"/>
            <a:ext cx="3115750" cy="2337950"/>
          </a:xfrm>
          <a:prstGeom prst="rect">
            <a:avLst/>
          </a:prstGeom>
          <a:noFill/>
          <a:ln>
            <a:noFill/>
          </a:ln>
          <a:effectLst>
            <a:outerShdw blurRad="57150" dist="19050" dir="5400000" algn="bl" rotWithShape="0">
              <a:srgbClr val="000000">
                <a:alpha val="20000"/>
              </a:srgbClr>
            </a:outerShdw>
          </a:effectLst>
        </p:spPr>
      </p:pic>
      <p:sp>
        <p:nvSpPr>
          <p:cNvPr id="1102" name="Google Shape;1102;g26b641b03cd_1_0"/>
          <p:cNvSpPr txBox="1">
            <a:spLocks noGrp="1"/>
          </p:cNvSpPr>
          <p:nvPr>
            <p:ph type="title"/>
          </p:nvPr>
        </p:nvSpPr>
        <p:spPr>
          <a:xfrm>
            <a:off x="939850" y="5568500"/>
            <a:ext cx="7264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9" name="Google Shape;110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110" name="Google Shape;1110;g1f3daf8a844_0_64"/>
          <p:cNvGrpSpPr/>
          <p:nvPr/>
        </p:nvGrpSpPr>
        <p:grpSpPr>
          <a:xfrm>
            <a:off x="3024000" y="209875"/>
            <a:ext cx="3096000" cy="454800"/>
            <a:chOff x="3024000" y="209875"/>
            <a:chExt cx="3096000" cy="454800"/>
          </a:xfrm>
        </p:grpSpPr>
        <p:sp>
          <p:nvSpPr>
            <p:cNvPr id="1111" name="Google Shape;111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2" name="Google Shape;111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3" name="Google Shape;111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4" name="Google Shape;111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6" name="Google Shape;111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7" name="Google Shape;111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8" name="Google Shape;1118;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9" name="Google Shape;111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0" name="Google Shape;112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1" name="Google Shape;112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2" name="Google Shape;112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3" name="Google Shape;112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24" name="Google Shape;1124;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5" name="Google Shape;1125;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26" name="Google Shape;1126;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27" name="Google Shape;1127;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u</a:t>
            </a:r>
            <a:endParaRPr sz="5500" b="0" i="0" u="none" strike="noStrike" cap="none">
              <a:solidFill>
                <a:srgbClr val="E11E26"/>
              </a:solidFill>
              <a:latin typeface="Jost"/>
              <a:ea typeface="Jost"/>
              <a:cs typeface="Jost"/>
              <a:sym typeface="Jost"/>
            </a:endParaRPr>
          </a:p>
        </p:txBody>
      </p:sp>
      <p:cxnSp>
        <p:nvCxnSpPr>
          <p:cNvPr id="1128" name="Google Shape;112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g2d05f3e42ad_0_95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5" name="Google Shape;1135;g2d05f3e42ad_0_95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136" name="Google Shape;1136;g2d05f3e42ad_0_957"/>
          <p:cNvGrpSpPr/>
          <p:nvPr/>
        </p:nvGrpSpPr>
        <p:grpSpPr>
          <a:xfrm>
            <a:off x="3024000" y="209875"/>
            <a:ext cx="3096000" cy="454800"/>
            <a:chOff x="3024000" y="209875"/>
            <a:chExt cx="3096000" cy="454800"/>
          </a:xfrm>
        </p:grpSpPr>
        <p:sp>
          <p:nvSpPr>
            <p:cNvPr id="1137" name="Google Shape;1137;g2d05f3e42ad_0_95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8" name="Google Shape;1138;g2d05f3e42ad_0_95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9" name="Google Shape;1139;g2d05f3e42ad_0_95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0" name="Google Shape;1140;g2d05f3e42ad_0_95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1" name="Google Shape;1141;g2d05f3e42ad_0_95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2" name="Google Shape;1142;g2d05f3e42ad_0_95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3" name="Google Shape;1143;g2d05f3e42ad_0_95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4" name="Google Shape;1144;g2d05f3e42ad_0_95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5" name="Google Shape;1145;g2d05f3e42ad_0_95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nut sun dug duck mud cup tug mug up</a:t>
            </a:r>
            <a:endParaRPr sz="1800" b="0" i="0" u="none" strike="noStrike" cap="none">
              <a:solidFill>
                <a:srgbClr val="B7B7B7"/>
              </a:solidFill>
              <a:latin typeface="Jost"/>
              <a:ea typeface="Jost"/>
              <a:cs typeface="Jost"/>
              <a:sym typeface="Jost"/>
            </a:endParaRPr>
          </a:p>
        </p:txBody>
      </p:sp>
      <p:sp>
        <p:nvSpPr>
          <p:cNvPr id="1146" name="Google Shape;1146;g2d05f3e42ad_0_957"/>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7" name="Google Shape;1147;g2d05f3e42ad_0_957"/>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8" name="Google Shape;1148;g2d05f3e42ad_0_95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9" name="Google Shape;1149;g2d05f3e42ad_0_957"/>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50" name="Google Shape;1150;g2d05f3e42ad_0_957"/>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51" name="Google Shape;1151;g2d05f3e42ad_0_95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2" name="Google Shape;1152;g2d05f3e42ad_0_95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53" name="Google Shape;1153;g2d05f3e42ad_0_957"/>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4" name="Google Shape;1154;g2d05f3e42ad_0_957"/>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55" name="Google Shape;1155;g2d05f3e42ad_0_957"/>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56" name="Google Shape;1156;g2d05f3e42ad_0_957"/>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u</a:t>
            </a:r>
            <a:endParaRPr sz="5500" b="0" i="0" u="none" strike="noStrike" cap="none">
              <a:solidFill>
                <a:srgbClr val="E11E26"/>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495</Words>
  <Application>Microsoft Office PowerPoint</Application>
  <PresentationFormat>On-screen Show (4:3)</PresentationFormat>
  <Paragraphs>164</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Poppins</vt:lpstr>
      <vt:lpstr>Poppins Medium</vt:lpstr>
      <vt:lpstr>Poppins SemiBold</vt:lpstr>
      <vt:lpstr>Calibri</vt:lpstr>
      <vt:lpstr>Jost</vt:lpstr>
      <vt:lpstr>Nunito Black</vt:lpstr>
      <vt:lpstr>Arial</vt:lpstr>
      <vt:lpstr>Mulish</vt:lpstr>
      <vt:lpstr>Office Theme</vt:lpstr>
      <vt:lpstr>PowerPoint Presentation</vt:lpstr>
      <vt:lpstr>PowerPoint Presentation</vt:lpstr>
      <vt:lpstr>Recall all GPCs learned so far using flashcards.</vt:lpstr>
      <vt:lpstr>PowerPoint Presentation</vt:lpstr>
      <vt:lpstr>PowerPoint Presentation</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2026-04-28T03:03:50Z</dcterms:modified>
</cp:coreProperties>
</file>