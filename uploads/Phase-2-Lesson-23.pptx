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Finger Paint" panose="020B0604020202020204" charset="0"/>
      <p:regular r:id="rId28"/>
    </p:embeddedFont>
    <p:embeddedFont>
      <p:font typeface="Jost" panose="020B0604020202020204" charset="0"/>
      <p:regular r:id="rId29"/>
      <p:bold r:id="rId30"/>
      <p:italic r:id="rId31"/>
      <p:boldItalic r:id="rId32"/>
    </p:embeddedFont>
    <p:embeddedFont>
      <p:font typeface="Mulish" panose="020B0604020202020204" charset="0"/>
      <p:regular r:id="rId33"/>
      <p:bold r:id="rId34"/>
      <p:italic r:id="rId35"/>
      <p:boldItalic r:id="rId36"/>
    </p:embeddedFont>
    <p:embeddedFont>
      <p:font typeface="Nunito Black" pitchFamily="2" charset="0"/>
      <p:bold r:id="rId37"/>
      <p:boldItalic r:id="rId38"/>
    </p:embeddedFont>
    <p:embeddedFont>
      <p:font typeface="Poppins" panose="00000500000000000000" pitchFamily="2" charset="0"/>
      <p:regular r:id="rId39"/>
      <p:bold r:id="rId40"/>
      <p:italic r:id="rId41"/>
      <p:boldItalic r:id="rId42"/>
    </p:embeddedFont>
    <p:embeddedFont>
      <p:font typeface="Poppins Medium" panose="00000600000000000000" pitchFamily="2" charset="0"/>
      <p:regular r:id="rId43"/>
      <p:bold r:id="rId44"/>
      <p:italic r:id="rId45"/>
      <p:boldItalic r:id="rId46"/>
    </p:embeddedFont>
    <p:embeddedFont>
      <p:font typeface="Poppins SemiBold" panose="000007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hvXt3c7/F9Qv4jCnFfohSz7ujZu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3566A5-D3C8-437E-9C50-96383BEDA9E8}">
  <a:tblStyle styleId="{BC3566A5-D3C8-437E-9C50-96383BEDA9E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50" Type="http://schemas.openxmlformats.org/officeDocument/2006/relationships/font" Target="fonts/font2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font" Target="fonts/font22.fntdata"/><Relationship Id="rId5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7" name="Google Shape;72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8" name="Google Shape;72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2c51100a3b0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g2c51100a3b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2" name="Google Shape;752;g2c51100a3b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2d9e0bdf023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6" name="Google Shape;766;g2d9e0bdf02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7" name="Google Shape;767;g2d9e0bdf02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4" name="Google Shape;784;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2" name="Google Shape;792;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3" name="Google Shape;793;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1" name="Google Shape;801;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2" name="Google Shape;802;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8" name="Google Shape;818;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9" name="Google Shape;819;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c51100a3b0_0_7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c51100a3b0_0_7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9" name="Google Shape;849;g2c51100a3b0_0_7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c51100a3b0_0_8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2c51100a3b0_0_8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2c51100a3b0_0_8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8" name="Google Shape;908;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c51100a3b0_0_85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c51100a3b0_0_8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2c51100a3b0_0_8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i="0" u="none" strike="noStrike" cap="none">
                    <a:solidFill>
                      <a:srgbClr val="FFFFFF"/>
                    </a:solidFill>
                    <a:latin typeface="Poppins SemiBold"/>
                    <a:ea typeface="Poppins SemiBold"/>
                    <a:cs typeface="Poppins SemiBold"/>
                    <a:sym typeface="Poppins SemiBold"/>
                  </a:rPr>
                  <a:t>Phase 2</a:t>
                </a:r>
                <a:endParaRPr sz="130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1881705"/>
            <a:ext cx="4850100" cy="11004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i="0" u="none" strike="noStrike" cap="none">
                    <a:solidFill>
                      <a:srgbClr val="FFFFFF"/>
                    </a:solidFill>
                    <a:latin typeface="Poppins SemiBold"/>
                    <a:ea typeface="Poppins SemiBold"/>
                    <a:cs typeface="Poppins SemiBold"/>
                    <a:sym typeface="Poppins SemiBold"/>
                  </a:rPr>
                  <a:t>Phase 2</a:t>
                </a:r>
                <a:endParaRPr sz="130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8" name="Google Shape;8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9" name="Google Shape;89;g26b641b03cd_1_92"/>
          <p:cNvGrpSpPr/>
          <p:nvPr/>
        </p:nvGrpSpPr>
        <p:grpSpPr>
          <a:xfrm>
            <a:off x="-36800" y="-52000"/>
            <a:ext cx="9236100" cy="543750"/>
            <a:chOff x="-36800" y="-52000"/>
            <a:chExt cx="9236100" cy="543750"/>
          </a:xfrm>
        </p:grpSpPr>
        <p:sp>
          <p:nvSpPr>
            <p:cNvPr id="90" name="Google Shape;90;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91" name="Google Shape;91;g26b641b03cd_1_92"/>
            <p:cNvGrpSpPr/>
            <p:nvPr/>
          </p:nvGrpSpPr>
          <p:grpSpPr>
            <a:xfrm>
              <a:off x="565600" y="88250"/>
              <a:ext cx="1337400" cy="403500"/>
              <a:chOff x="565600" y="88250"/>
              <a:chExt cx="1337400" cy="403500"/>
            </a:xfrm>
          </p:grpSpPr>
          <p:grpSp>
            <p:nvGrpSpPr>
              <p:cNvPr id="92" name="Google Shape;92;g26b641b03cd_1_92"/>
              <p:cNvGrpSpPr/>
              <p:nvPr/>
            </p:nvGrpSpPr>
            <p:grpSpPr>
              <a:xfrm>
                <a:off x="565600" y="88250"/>
                <a:ext cx="1337400" cy="403500"/>
                <a:chOff x="565600" y="88250"/>
                <a:chExt cx="1337400" cy="403500"/>
              </a:xfrm>
            </p:grpSpPr>
            <p:sp>
              <p:nvSpPr>
                <p:cNvPr id="93" name="Google Shape;93;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4" name="Google Shape;94;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
            <p:nvSpPr>
              <p:cNvPr id="95" name="Google Shape;95;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i="0" u="none" strike="noStrike" cap="none">
                    <a:solidFill>
                      <a:srgbClr val="FFFFFF"/>
                    </a:solidFill>
                    <a:latin typeface="Poppins SemiBold"/>
                    <a:ea typeface="Poppins SemiBold"/>
                    <a:cs typeface="Poppins SemiBold"/>
                    <a:sym typeface="Poppins SemiBold"/>
                  </a:rPr>
                  <a:t>Phase 2</a:t>
                </a:r>
                <a:endParaRPr sz="1300" i="0" u="none" strike="noStrike" cap="none">
                  <a:solidFill>
                    <a:srgbClr val="FFFFFF"/>
                  </a:solidFill>
                  <a:latin typeface="Poppins SemiBold"/>
                  <a:ea typeface="Poppins SemiBold"/>
                  <a:cs typeface="Poppins SemiBold"/>
                  <a:sym typeface="Poppins SemiBold"/>
                </a:endParaRPr>
              </a:p>
            </p:txBody>
          </p:sp>
        </p:grpSp>
        <p:sp>
          <p:nvSpPr>
            <p:cNvPr id="96" name="Google Shape;96;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8" name="Google Shape;98;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0" name="Google Shape;100;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2" name="Google Shape;102;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103" name="Google Shape;103;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4" name="Google Shape;104;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05" name="Google Shape;105;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6"/>
        <p:cNvGrpSpPr/>
        <p:nvPr/>
      </p:nvGrpSpPr>
      <p:grpSpPr>
        <a:xfrm>
          <a:off x="0" y="0"/>
          <a:ext cx="0" cy="0"/>
          <a:chOff x="0" y="0"/>
          <a:chExt cx="0" cy="0"/>
        </a:xfrm>
      </p:grpSpPr>
      <p:sp>
        <p:nvSpPr>
          <p:cNvPr id="107" name="Google Shape;107;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 name="Google Shape;111;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Letter Sound 'f'</a:t>
            </a:r>
            <a:endParaRPr sz="1800" i="0" u="none" strike="noStrike" cap="none">
              <a:solidFill>
                <a:srgbClr val="FFFFFF"/>
              </a:solidFill>
              <a:latin typeface="Poppins SemiBold"/>
              <a:ea typeface="Poppins SemiBold"/>
              <a:cs typeface="Poppins SemiBold"/>
              <a:sym typeface="Poppins SemiBold"/>
            </a:endParaRPr>
          </a:p>
        </p:txBody>
      </p:sp>
      <p:sp>
        <p:nvSpPr>
          <p:cNvPr id="122" name="Google Shape;12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5 - Wednesday</a:t>
            </a:r>
            <a:endParaRPr sz="1800" b="0" i="0" u="none" strike="noStrike" cap="none">
              <a:solidFill>
                <a:srgbClr val="F7941D"/>
              </a:solidFill>
              <a:latin typeface="Poppins Medium"/>
              <a:ea typeface="Poppins Medium"/>
              <a:cs typeface="Poppins Medium"/>
              <a:sym typeface="Poppins Medium"/>
            </a:endParaRPr>
          </a:p>
        </p:txBody>
      </p:sp>
      <p:sp>
        <p:nvSpPr>
          <p:cNvPr id="123" name="Google Shape;12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23</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2 - Letter Sounds</a:t>
            </a:r>
            <a:endParaRPr sz="1800" i="0" u="none" strike="noStrike" cap="none">
              <a:solidFill>
                <a:srgbClr val="FFFFFF"/>
              </a:solidFill>
              <a:latin typeface="Poppins SemiBold"/>
              <a:ea typeface="Poppins SemiBold"/>
              <a:cs typeface="Poppins SemiBold"/>
              <a:sym typeface="Poppins SemiBold"/>
            </a:endParaRPr>
          </a:p>
        </p:txBody>
      </p:sp>
      <p:sp>
        <p:nvSpPr>
          <p:cNvPr id="125" name="Google Shape;12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6" name="Google Shape;12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7" name="Google Shape;12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8" name="Google Shape;12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9"/>
        <p:cNvGrpSpPr/>
        <p:nvPr/>
      </p:nvGrpSpPr>
      <p:grpSpPr>
        <a:xfrm>
          <a:off x="0" y="0"/>
          <a:ext cx="0" cy="0"/>
          <a:chOff x="0" y="0"/>
          <a:chExt cx="0" cy="0"/>
        </a:xfrm>
      </p:grpSpPr>
      <p:sp>
        <p:nvSpPr>
          <p:cNvPr id="130" name="Google Shape;13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1" name="Google Shape;13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2" name="Google Shape;13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3" name="Google Shape;13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5" name="Google Shape;135;g26b641b03cd_0_260"/>
          <p:cNvGrpSpPr/>
          <p:nvPr/>
        </p:nvGrpSpPr>
        <p:grpSpPr>
          <a:xfrm>
            <a:off x="8199150" y="5983875"/>
            <a:ext cx="586800" cy="571500"/>
            <a:chOff x="7894350" y="6212475"/>
            <a:chExt cx="586800" cy="571500"/>
          </a:xfrm>
        </p:grpSpPr>
        <p:sp>
          <p:nvSpPr>
            <p:cNvPr id="136" name="Google Shape;13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9" name="Google Shape;139;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0" name="Google Shape;140;g26b641b03cd_0_260"/>
          <p:cNvGrpSpPr/>
          <p:nvPr/>
        </p:nvGrpSpPr>
        <p:grpSpPr>
          <a:xfrm>
            <a:off x="-36800" y="-52000"/>
            <a:ext cx="9236100" cy="543750"/>
            <a:chOff x="-36800" y="-52000"/>
            <a:chExt cx="9236100" cy="543750"/>
          </a:xfrm>
        </p:grpSpPr>
        <p:sp>
          <p:nvSpPr>
            <p:cNvPr id="141" name="Google Shape;14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142" name="Google Shape;142;g26b641b03cd_0_260"/>
            <p:cNvGrpSpPr/>
            <p:nvPr/>
          </p:nvGrpSpPr>
          <p:grpSpPr>
            <a:xfrm>
              <a:off x="565600" y="88250"/>
              <a:ext cx="1337400" cy="403500"/>
              <a:chOff x="565600" y="88250"/>
              <a:chExt cx="1337400" cy="403500"/>
            </a:xfrm>
          </p:grpSpPr>
          <p:grpSp>
            <p:nvGrpSpPr>
              <p:cNvPr id="143" name="Google Shape;143;g26b641b03cd_0_260"/>
              <p:cNvGrpSpPr/>
              <p:nvPr/>
            </p:nvGrpSpPr>
            <p:grpSpPr>
              <a:xfrm>
                <a:off x="565600" y="88250"/>
                <a:ext cx="1337400" cy="403500"/>
                <a:chOff x="565600" y="88250"/>
                <a:chExt cx="1337400" cy="403500"/>
              </a:xfrm>
            </p:grpSpPr>
            <p:sp>
              <p:nvSpPr>
                <p:cNvPr id="144" name="Google Shape;144;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45" name="Google Shape;145;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
            <p:nvSpPr>
              <p:cNvPr id="146" name="Google Shape;146;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i="0" u="none" strike="noStrike" cap="none">
                    <a:solidFill>
                      <a:srgbClr val="FFFFFF"/>
                    </a:solidFill>
                    <a:latin typeface="Poppins SemiBold"/>
                    <a:ea typeface="Poppins SemiBold"/>
                    <a:cs typeface="Poppins SemiBold"/>
                    <a:sym typeface="Poppins SemiBold"/>
                  </a:rPr>
                  <a:t>Phase 2</a:t>
                </a:r>
                <a:endParaRPr sz="1300" i="0" u="none" strike="noStrike" cap="none">
                  <a:solidFill>
                    <a:srgbClr val="FFFFFF"/>
                  </a:solidFill>
                  <a:latin typeface="Poppins SemiBold"/>
                  <a:ea typeface="Poppins SemiBold"/>
                  <a:cs typeface="Poppins SemiBold"/>
                  <a:sym typeface="Poppins SemiBold"/>
                </a:endParaRPr>
              </a:p>
            </p:txBody>
          </p:sp>
        </p:grpSp>
        <p:sp>
          <p:nvSpPr>
            <p:cNvPr id="147" name="Google Shape;147;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49" name="Google Shape;149;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1" name="Google Shape;151;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152" name="Google Shape;152;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3" name="Google Shape;153;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154" name="Google Shape;154;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5" name="Google Shape;155;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56" name="Google Shape;156;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1"/>
        <p:cNvGrpSpPr/>
        <p:nvPr/>
      </p:nvGrpSpPr>
      <p:grpSpPr>
        <a:xfrm>
          <a:off x="0" y="0"/>
          <a:ext cx="0" cy="0"/>
          <a:chOff x="0" y="0"/>
          <a:chExt cx="0" cy="0"/>
        </a:xfrm>
      </p:grpSpPr>
      <p:sp>
        <p:nvSpPr>
          <p:cNvPr id="192" name="Google Shape;192;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3" name="Google Shape;193;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99" name="Google Shape;199;g2c235dd0dad_1_87"/>
          <p:cNvGrpSpPr/>
          <p:nvPr/>
        </p:nvGrpSpPr>
        <p:grpSpPr>
          <a:xfrm>
            <a:off x="662575" y="6212475"/>
            <a:ext cx="586800" cy="571500"/>
            <a:chOff x="662575" y="6212475"/>
            <a:chExt cx="586800" cy="571500"/>
          </a:xfrm>
        </p:grpSpPr>
        <p:sp>
          <p:nvSpPr>
            <p:cNvPr id="200" name="Google Shape;20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3" name="Google Shape;203;g2c235dd0dad_1_87"/>
          <p:cNvGrpSpPr/>
          <p:nvPr/>
        </p:nvGrpSpPr>
        <p:grpSpPr>
          <a:xfrm>
            <a:off x="7894350" y="6212475"/>
            <a:ext cx="586800" cy="571500"/>
            <a:chOff x="7894350" y="6212475"/>
            <a:chExt cx="586800" cy="571500"/>
          </a:xfrm>
        </p:grpSpPr>
        <p:sp>
          <p:nvSpPr>
            <p:cNvPr id="204" name="Google Shape;20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7" name="Google Shape;207;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208" name="Google Shape;208;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9" name="Google Shape;209;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10" name="Google Shape;210;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1" name="Google Shape;211;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3" name="Google Shape;213;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4" name="Google Shape;214;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5" name="Google Shape;215;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6" name="Google Shape;216;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7" name="Google Shape;217;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8" name="Google Shape;218;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19" name="Google Shape;219;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0" name="Google Shape;220;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1" name="Google Shape;221;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2" name="Google Shape;222;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3"/>
        <p:cNvGrpSpPr/>
        <p:nvPr/>
      </p:nvGrpSpPr>
      <p:grpSpPr>
        <a:xfrm>
          <a:off x="0" y="0"/>
          <a:ext cx="0" cy="0"/>
          <a:chOff x="0" y="0"/>
          <a:chExt cx="0" cy="0"/>
        </a:xfrm>
      </p:grpSpPr>
      <p:sp>
        <p:nvSpPr>
          <p:cNvPr id="224" name="Google Shape;224;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0" name="Google Shape;230;g1f3daf8a844_0_32"/>
          <p:cNvGrpSpPr/>
          <p:nvPr/>
        </p:nvGrpSpPr>
        <p:grpSpPr>
          <a:xfrm>
            <a:off x="662575" y="6212475"/>
            <a:ext cx="586800" cy="571500"/>
            <a:chOff x="662575" y="6212475"/>
            <a:chExt cx="586800" cy="571500"/>
          </a:xfrm>
        </p:grpSpPr>
        <p:sp>
          <p:nvSpPr>
            <p:cNvPr id="231" name="Google Shape;23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4" name="Google Shape;234;g1f3daf8a844_0_32"/>
          <p:cNvGrpSpPr/>
          <p:nvPr/>
        </p:nvGrpSpPr>
        <p:grpSpPr>
          <a:xfrm>
            <a:off x="7894350" y="6212475"/>
            <a:ext cx="586800" cy="571500"/>
            <a:chOff x="7894350" y="6212475"/>
            <a:chExt cx="586800" cy="571500"/>
          </a:xfrm>
        </p:grpSpPr>
        <p:sp>
          <p:nvSpPr>
            <p:cNvPr id="235" name="Google Shape;23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8" name="Google Shape;238;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239" name="Google Shape;23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0" name="Google Shape;24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41" name="Google Shape;24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2" name="Google Shape;24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3" name="Google Shape;24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4" name="Google Shape;24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5" name="Google Shape;24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6" name="Google Shape;24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7" name="Google Shape;24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8" name="Google Shape;24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9" name="Google Shape;24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1" name="Google Shape;25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2" name="Google Shape;25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3"/>
        <p:cNvGrpSpPr/>
        <p:nvPr/>
      </p:nvGrpSpPr>
      <p:grpSpPr>
        <a:xfrm>
          <a:off x="0" y="0"/>
          <a:ext cx="0" cy="0"/>
          <a:chOff x="0" y="0"/>
          <a:chExt cx="0" cy="0"/>
        </a:xfrm>
      </p:grpSpPr>
      <p:sp>
        <p:nvSpPr>
          <p:cNvPr id="254" name="Google Shape;254;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0" name="Google Shape;260;g2c157a2fb06_0_53"/>
          <p:cNvGrpSpPr/>
          <p:nvPr/>
        </p:nvGrpSpPr>
        <p:grpSpPr>
          <a:xfrm>
            <a:off x="662575" y="6212475"/>
            <a:ext cx="586800" cy="571500"/>
            <a:chOff x="662575" y="6212475"/>
            <a:chExt cx="586800" cy="571500"/>
          </a:xfrm>
        </p:grpSpPr>
        <p:sp>
          <p:nvSpPr>
            <p:cNvPr id="261" name="Google Shape;261;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4" name="Google Shape;264;g2c157a2fb06_0_53"/>
          <p:cNvGrpSpPr/>
          <p:nvPr/>
        </p:nvGrpSpPr>
        <p:grpSpPr>
          <a:xfrm>
            <a:off x="7894350" y="6212475"/>
            <a:ext cx="586800" cy="571500"/>
            <a:chOff x="7894350" y="6212475"/>
            <a:chExt cx="586800" cy="571500"/>
          </a:xfrm>
        </p:grpSpPr>
        <p:sp>
          <p:nvSpPr>
            <p:cNvPr id="265" name="Google Shape;265;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8" name="Google Shape;268;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269" name="Google Shape;269;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0" name="Google Shape;270;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71" name="Google Shape;27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2" name="Google Shape;27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4" name="Google Shape;27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5" name="Google Shape;27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6" name="Google Shape;27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9" name="Google Shape;27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0" name="Google Shape;28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4" name="Google Shape;284;g2c157a2fb06_0_53"/>
          <p:cNvGrpSpPr/>
          <p:nvPr/>
        </p:nvGrpSpPr>
        <p:grpSpPr>
          <a:xfrm>
            <a:off x="1403031" y="6958923"/>
            <a:ext cx="6774848" cy="1291477"/>
            <a:chOff x="717231" y="7263723"/>
            <a:chExt cx="6774848" cy="1291477"/>
          </a:xfrm>
        </p:grpSpPr>
        <p:sp>
          <p:nvSpPr>
            <p:cNvPr id="285" name="Google Shape;28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6" name="Google Shape;28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2" name="Google Shape;29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3" name="Google Shape;29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6" name="Google Shape;29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7" name="Google Shape;29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8"/>
        <p:cNvGrpSpPr/>
        <p:nvPr/>
      </p:nvGrpSpPr>
      <p:grpSpPr>
        <a:xfrm>
          <a:off x="0" y="0"/>
          <a:ext cx="0" cy="0"/>
          <a:chOff x="0" y="0"/>
          <a:chExt cx="0" cy="0"/>
        </a:xfrm>
      </p:grpSpPr>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3" name="Google Shape;303;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6" name="Google Shape;306;g2c157a2fb06_0_158"/>
          <p:cNvGrpSpPr/>
          <p:nvPr/>
        </p:nvGrpSpPr>
        <p:grpSpPr>
          <a:xfrm>
            <a:off x="662575" y="6212475"/>
            <a:ext cx="586800" cy="571500"/>
            <a:chOff x="662575" y="6212475"/>
            <a:chExt cx="586800" cy="571500"/>
          </a:xfrm>
        </p:grpSpPr>
        <p:sp>
          <p:nvSpPr>
            <p:cNvPr id="307" name="Google Shape;30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0" name="Google Shape;310;g2c157a2fb06_0_158"/>
          <p:cNvGrpSpPr/>
          <p:nvPr/>
        </p:nvGrpSpPr>
        <p:grpSpPr>
          <a:xfrm>
            <a:off x="7894350" y="6212475"/>
            <a:ext cx="586800" cy="571500"/>
            <a:chOff x="7894350" y="6212475"/>
            <a:chExt cx="586800" cy="571500"/>
          </a:xfrm>
        </p:grpSpPr>
        <p:sp>
          <p:nvSpPr>
            <p:cNvPr id="311" name="Google Shape;31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4" name="Google Shape;314;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315" name="Google Shape;315;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6" name="Google Shape;316;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17" name="Google Shape;31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8" name="Google Shape;31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0" name="Google Shape;32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1" name="Google Shape;32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2" name="Google Shape;32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5" name="Google Shape;32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6" name="Google Shape;32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7"/>
        <p:cNvGrpSpPr/>
        <p:nvPr/>
      </p:nvGrpSpPr>
      <p:grpSpPr>
        <a:xfrm>
          <a:off x="0" y="0"/>
          <a:ext cx="0" cy="0"/>
          <a:chOff x="0" y="0"/>
          <a:chExt cx="0" cy="0"/>
        </a:xfrm>
      </p:grpSpPr>
      <p:sp>
        <p:nvSpPr>
          <p:cNvPr id="328" name="Google Shape;328;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4" name="Google Shape;334;g2c157a2fb06_0_263"/>
          <p:cNvGrpSpPr/>
          <p:nvPr/>
        </p:nvGrpSpPr>
        <p:grpSpPr>
          <a:xfrm>
            <a:off x="662575" y="6212475"/>
            <a:ext cx="586800" cy="571500"/>
            <a:chOff x="662575" y="6212475"/>
            <a:chExt cx="586800" cy="571500"/>
          </a:xfrm>
        </p:grpSpPr>
        <p:sp>
          <p:nvSpPr>
            <p:cNvPr id="335" name="Google Shape;335;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6" name="Google Shape;336;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8" name="Google Shape;338;g2c157a2fb06_0_263"/>
          <p:cNvGrpSpPr/>
          <p:nvPr/>
        </p:nvGrpSpPr>
        <p:grpSpPr>
          <a:xfrm>
            <a:off x="7894350" y="6212475"/>
            <a:ext cx="586800" cy="571500"/>
            <a:chOff x="7894350" y="6212475"/>
            <a:chExt cx="586800" cy="571500"/>
          </a:xfrm>
        </p:grpSpPr>
        <p:sp>
          <p:nvSpPr>
            <p:cNvPr id="339" name="Google Shape;339;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2" name="Google Shape;342;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343" name="Google Shape;343;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4" name="Google Shape;344;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45" name="Google Shape;34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6" name="Google Shape;34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8" name="Google Shape;34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49" name="Google Shape;34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0" name="Google Shape;35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263"/>
          <p:cNvSpPr>
            <a:spLocks noGrp="1"/>
          </p:cNvSpPr>
          <p:nvPr>
            <p:ph type="pic" idx="8"/>
          </p:nvPr>
        </p:nvSpPr>
        <p:spPr>
          <a:xfrm>
            <a:off x="5086375" y="4412425"/>
            <a:ext cx="2668800" cy="1291500"/>
          </a:xfrm>
          <a:prstGeom prst="rect">
            <a:avLst/>
          </a:prstGeom>
          <a:noFill/>
          <a:ln>
            <a:noFill/>
          </a:ln>
        </p:spPr>
      </p:sp>
      <p:sp>
        <p:nvSpPr>
          <p:cNvPr id="354" name="Google Shape;354;g2c157a2fb06_0_263"/>
          <p:cNvSpPr>
            <a:spLocks noGrp="1"/>
          </p:cNvSpPr>
          <p:nvPr>
            <p:ph type="pic" idx="9"/>
          </p:nvPr>
        </p:nvSpPr>
        <p:spPr>
          <a:xfrm>
            <a:off x="5086375" y="797675"/>
            <a:ext cx="2668800" cy="1291500"/>
          </a:xfrm>
          <a:prstGeom prst="rect">
            <a:avLst/>
          </a:prstGeom>
          <a:noFill/>
          <a:ln>
            <a:noFill/>
          </a:ln>
        </p:spPr>
      </p:sp>
      <p:sp>
        <p:nvSpPr>
          <p:cNvPr id="355" name="Google Shape;355;g2c157a2fb06_0_263"/>
          <p:cNvSpPr>
            <a:spLocks noGrp="1"/>
          </p:cNvSpPr>
          <p:nvPr>
            <p:ph type="pic" idx="13"/>
          </p:nvPr>
        </p:nvSpPr>
        <p:spPr>
          <a:xfrm>
            <a:off x="5086375" y="2002592"/>
            <a:ext cx="2668800" cy="1291500"/>
          </a:xfrm>
          <a:prstGeom prst="rect">
            <a:avLst/>
          </a:prstGeom>
          <a:noFill/>
          <a:ln>
            <a:noFill/>
          </a:ln>
        </p:spPr>
      </p:sp>
      <p:sp>
        <p:nvSpPr>
          <p:cNvPr id="356" name="Google Shape;356;g2c157a2fb06_0_263"/>
          <p:cNvSpPr>
            <a:spLocks noGrp="1"/>
          </p:cNvSpPr>
          <p:nvPr>
            <p:ph type="pic" idx="14"/>
          </p:nvPr>
        </p:nvSpPr>
        <p:spPr>
          <a:xfrm>
            <a:off x="5086375" y="3207508"/>
            <a:ext cx="2668800" cy="1291500"/>
          </a:xfrm>
          <a:prstGeom prst="rect">
            <a:avLst/>
          </a:prstGeom>
          <a:noFill/>
          <a:ln>
            <a:noFill/>
          </a:ln>
        </p:spPr>
      </p:sp>
      <p:sp>
        <p:nvSpPr>
          <p:cNvPr id="357" name="Google Shape;35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8" name="Google Shape;35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9"/>
        <p:cNvGrpSpPr/>
        <p:nvPr/>
      </p:nvGrpSpPr>
      <p:grpSpPr>
        <a:xfrm>
          <a:off x="0" y="0"/>
          <a:ext cx="0" cy="0"/>
          <a:chOff x="0" y="0"/>
          <a:chExt cx="0" cy="0"/>
        </a:xfrm>
      </p:grpSpPr>
      <p:cxnSp>
        <p:nvCxnSpPr>
          <p:cNvPr id="360" name="Google Shape;360;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1" name="Google Shape;361;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2" name="Google Shape;362;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6" name="Google Shape;366;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9" name="Google Shape;369;g2c157a2fb06_0_467"/>
          <p:cNvGrpSpPr/>
          <p:nvPr/>
        </p:nvGrpSpPr>
        <p:grpSpPr>
          <a:xfrm>
            <a:off x="662575" y="6212475"/>
            <a:ext cx="586800" cy="571500"/>
            <a:chOff x="662575" y="6212475"/>
            <a:chExt cx="586800" cy="571500"/>
          </a:xfrm>
        </p:grpSpPr>
        <p:sp>
          <p:nvSpPr>
            <p:cNvPr id="370" name="Google Shape;37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3" name="Google Shape;373;g2c157a2fb06_0_467"/>
          <p:cNvGrpSpPr/>
          <p:nvPr/>
        </p:nvGrpSpPr>
        <p:grpSpPr>
          <a:xfrm>
            <a:off x="7894350" y="6212475"/>
            <a:ext cx="586800" cy="571500"/>
            <a:chOff x="7894350" y="6212475"/>
            <a:chExt cx="586800" cy="571500"/>
          </a:xfrm>
        </p:grpSpPr>
        <p:sp>
          <p:nvSpPr>
            <p:cNvPr id="374" name="Google Shape;37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7" name="Google Shape;377;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378" name="Google Shape;378;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9" name="Google Shape;379;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80" name="Google Shape;38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1" name="Google Shape;38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2" name="Google Shape;38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3" name="Google Shape;38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4" name="Google Shape;38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5" name="Google Shape;38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6"/>
        <p:cNvGrpSpPr/>
        <p:nvPr/>
      </p:nvGrpSpPr>
      <p:grpSpPr>
        <a:xfrm>
          <a:off x="0" y="0"/>
          <a:ext cx="0" cy="0"/>
          <a:chOff x="0" y="0"/>
          <a:chExt cx="0" cy="0"/>
        </a:xfrm>
      </p:grpSpPr>
      <p:cxnSp>
        <p:nvCxnSpPr>
          <p:cNvPr id="387" name="Google Shape;387;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8" name="Google Shape;388;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9" name="Google Shape;389;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5" name="Google Shape;395;g2c157a2fb06_0_629"/>
          <p:cNvGrpSpPr/>
          <p:nvPr/>
        </p:nvGrpSpPr>
        <p:grpSpPr>
          <a:xfrm>
            <a:off x="662575" y="6212475"/>
            <a:ext cx="586800" cy="571500"/>
            <a:chOff x="662575" y="6212475"/>
            <a:chExt cx="586800" cy="571500"/>
          </a:xfrm>
        </p:grpSpPr>
        <p:sp>
          <p:nvSpPr>
            <p:cNvPr id="396" name="Google Shape;39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629"/>
          <p:cNvGrpSpPr/>
          <p:nvPr/>
        </p:nvGrpSpPr>
        <p:grpSpPr>
          <a:xfrm>
            <a:off x="7894350" y="6212475"/>
            <a:ext cx="586800" cy="571500"/>
            <a:chOff x="7894350" y="6212475"/>
            <a:chExt cx="586800" cy="571500"/>
          </a:xfrm>
        </p:grpSpPr>
        <p:sp>
          <p:nvSpPr>
            <p:cNvPr id="400" name="Google Shape;40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04" name="Google Shape;40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5" name="Google Shape;405;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06" name="Google Shape;40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7" name="Google Shape;40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8" name="Google Shape;40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09" name="Google Shape;40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10" name="Google Shape;41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1" name="Google Shape;41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2" name="Google Shape;41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1" name="Google Shape;421;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4" name="Google Shape;424;g2c157a2fb06_0_798"/>
          <p:cNvGrpSpPr/>
          <p:nvPr/>
        </p:nvGrpSpPr>
        <p:grpSpPr>
          <a:xfrm>
            <a:off x="662575" y="6212475"/>
            <a:ext cx="586800" cy="571500"/>
            <a:chOff x="662575" y="6212475"/>
            <a:chExt cx="586800" cy="571500"/>
          </a:xfrm>
        </p:grpSpPr>
        <p:sp>
          <p:nvSpPr>
            <p:cNvPr id="425" name="Google Shape;425;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8" name="Google Shape;428;g2c157a2fb06_0_798"/>
          <p:cNvGrpSpPr/>
          <p:nvPr/>
        </p:nvGrpSpPr>
        <p:grpSpPr>
          <a:xfrm>
            <a:off x="7894350" y="6212475"/>
            <a:ext cx="586800" cy="571500"/>
            <a:chOff x="7894350" y="6212475"/>
            <a:chExt cx="586800" cy="571500"/>
          </a:xfrm>
        </p:grpSpPr>
        <p:sp>
          <p:nvSpPr>
            <p:cNvPr id="429" name="Google Shape;429;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2" name="Google Shape;432;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33" name="Google Shape;43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4" name="Google Shape;434;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35" name="Google Shape;43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6" name="Google Shape;43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8" name="Google Shape;43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39" name="Google Shape;43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0" name="Google Shape;44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1"/>
        <p:cNvGrpSpPr/>
        <p:nvPr/>
      </p:nvGrpSpPr>
      <p:grpSpPr>
        <a:xfrm>
          <a:off x="0" y="0"/>
          <a:ext cx="0" cy="0"/>
          <a:chOff x="0" y="0"/>
          <a:chExt cx="0" cy="0"/>
        </a:xfrm>
      </p:grpSpPr>
      <p:cxnSp>
        <p:nvCxnSpPr>
          <p:cNvPr id="442" name="Google Shape;442;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3" name="Google Shape;443;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4" name="Google Shape;444;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5" name="Google Shape;445;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6" name="Google Shape;446;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9" name="Google Shape;449;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2" name="Google Shape;452;g2c157a2fb06_0_825"/>
          <p:cNvGrpSpPr/>
          <p:nvPr/>
        </p:nvGrpSpPr>
        <p:grpSpPr>
          <a:xfrm>
            <a:off x="662575" y="6212475"/>
            <a:ext cx="586800" cy="571500"/>
            <a:chOff x="662575" y="6212475"/>
            <a:chExt cx="586800" cy="571500"/>
          </a:xfrm>
        </p:grpSpPr>
        <p:sp>
          <p:nvSpPr>
            <p:cNvPr id="453" name="Google Shape;45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6" name="Google Shape;456;g2c157a2fb06_0_825"/>
          <p:cNvGrpSpPr/>
          <p:nvPr/>
        </p:nvGrpSpPr>
        <p:grpSpPr>
          <a:xfrm>
            <a:off x="7894350" y="6212475"/>
            <a:ext cx="586800" cy="571500"/>
            <a:chOff x="7894350" y="6212475"/>
            <a:chExt cx="586800" cy="571500"/>
          </a:xfrm>
        </p:grpSpPr>
        <p:sp>
          <p:nvSpPr>
            <p:cNvPr id="457" name="Google Shape;45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0" name="Google Shape;460;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61" name="Google Shape;46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2" name="Google Shape;462;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4" name="Google Shape;46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6" name="Google Shape;46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7" name="Google Shape;46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8" name="Google Shape;46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9"/>
        <p:cNvGrpSpPr/>
        <p:nvPr/>
      </p:nvGrpSpPr>
      <p:grpSpPr>
        <a:xfrm>
          <a:off x="0" y="0"/>
          <a:ext cx="0" cy="0"/>
          <a:chOff x="0" y="0"/>
          <a:chExt cx="0" cy="0"/>
        </a:xfrm>
      </p:grpSpPr>
      <p:sp>
        <p:nvSpPr>
          <p:cNvPr id="470" name="Google Shape;470;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79" name="Google Shape;479;g2c157a2fb06_0_700"/>
          <p:cNvGrpSpPr/>
          <p:nvPr/>
        </p:nvGrpSpPr>
        <p:grpSpPr>
          <a:xfrm>
            <a:off x="662575" y="6212475"/>
            <a:ext cx="586800" cy="571500"/>
            <a:chOff x="662575" y="6212475"/>
            <a:chExt cx="586800" cy="571500"/>
          </a:xfrm>
        </p:grpSpPr>
        <p:sp>
          <p:nvSpPr>
            <p:cNvPr id="480" name="Google Shape;48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3" name="Google Shape;483;g2c157a2fb06_0_700"/>
          <p:cNvGrpSpPr/>
          <p:nvPr/>
        </p:nvGrpSpPr>
        <p:grpSpPr>
          <a:xfrm>
            <a:off x="7894350" y="6212475"/>
            <a:ext cx="586800" cy="571500"/>
            <a:chOff x="7894350" y="6212475"/>
            <a:chExt cx="586800" cy="571500"/>
          </a:xfrm>
        </p:grpSpPr>
        <p:sp>
          <p:nvSpPr>
            <p:cNvPr id="484" name="Google Shape;48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7" name="Google Shape;487;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88" name="Google Shape;488;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9" name="Google Shape;489;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90" name="Google Shape;49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1" name="Google Shape;49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3" name="Google Shape;49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4" name="Google Shape;49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9" name="Google Shape;49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3" name="Google Shape;50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5" name="Google Shape;50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7" name="Google Shape;50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8" name="Google Shape;50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9"/>
        <p:cNvGrpSpPr/>
        <p:nvPr/>
      </p:nvGrpSpPr>
      <p:grpSpPr>
        <a:xfrm>
          <a:off x="0" y="0"/>
          <a:ext cx="0" cy="0"/>
          <a:chOff x="0" y="0"/>
          <a:chExt cx="0" cy="0"/>
        </a:xfrm>
      </p:grpSpPr>
      <p:sp>
        <p:nvSpPr>
          <p:cNvPr id="510" name="Google Shape;510;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3" name="Google Shape;513;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6" name="Google Shape;516;g2c157a2fb06_0_932"/>
          <p:cNvGrpSpPr/>
          <p:nvPr/>
        </p:nvGrpSpPr>
        <p:grpSpPr>
          <a:xfrm>
            <a:off x="662575" y="6212475"/>
            <a:ext cx="586800" cy="571500"/>
            <a:chOff x="662575" y="6212475"/>
            <a:chExt cx="586800" cy="571500"/>
          </a:xfrm>
        </p:grpSpPr>
        <p:sp>
          <p:nvSpPr>
            <p:cNvPr id="517" name="Google Shape;51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0" name="Google Shape;520;g2c157a2fb06_0_932"/>
          <p:cNvGrpSpPr/>
          <p:nvPr/>
        </p:nvGrpSpPr>
        <p:grpSpPr>
          <a:xfrm>
            <a:off x="7894350" y="6212475"/>
            <a:ext cx="586800" cy="571500"/>
            <a:chOff x="7894350" y="6212475"/>
            <a:chExt cx="586800" cy="571500"/>
          </a:xfrm>
        </p:grpSpPr>
        <p:sp>
          <p:nvSpPr>
            <p:cNvPr id="521" name="Google Shape;52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4" name="Google Shape;524;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525" name="Google Shape;525;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527" name="Google Shape;52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8" name="Google Shape;52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9" name="Google Shape;52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30" name="Google Shape;53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1" name="Google Shape;53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8" name="Google Shape;53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9" name="Google Shape;53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0" name="Google Shape;54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1" name="Google Shape;54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9"/>
        <p:cNvGrpSpPr/>
        <p:nvPr/>
      </p:nvGrpSpPr>
      <p:grpSpPr>
        <a:xfrm>
          <a:off x="0" y="0"/>
          <a:ext cx="0" cy="0"/>
          <a:chOff x="0" y="0"/>
          <a:chExt cx="0" cy="0"/>
        </a:xfrm>
      </p:grpSpPr>
      <p:cxnSp>
        <p:nvCxnSpPr>
          <p:cNvPr id="550" name="Google Shape;55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1" name="Google Shape;55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2" name="Google Shape;55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4" name="Google Shape;564;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7" name="Google Shape;567;g2c157a2fb06_0_1045"/>
          <p:cNvGrpSpPr/>
          <p:nvPr/>
        </p:nvGrpSpPr>
        <p:grpSpPr>
          <a:xfrm>
            <a:off x="662575" y="6212475"/>
            <a:ext cx="586800" cy="571500"/>
            <a:chOff x="662575" y="6212475"/>
            <a:chExt cx="586800" cy="571500"/>
          </a:xfrm>
        </p:grpSpPr>
        <p:sp>
          <p:nvSpPr>
            <p:cNvPr id="568" name="Google Shape;56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045"/>
          <p:cNvGrpSpPr/>
          <p:nvPr/>
        </p:nvGrpSpPr>
        <p:grpSpPr>
          <a:xfrm>
            <a:off x="7894350" y="6212475"/>
            <a:ext cx="586800" cy="571500"/>
            <a:chOff x="7894350" y="6212475"/>
            <a:chExt cx="586800" cy="571500"/>
          </a:xfrm>
        </p:grpSpPr>
        <p:sp>
          <p:nvSpPr>
            <p:cNvPr id="572" name="Google Shape;57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576" name="Google Shape;576;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1" name="Google Shape;58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2" name="Google Shape;58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3" name="Google Shape;58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4" name="Google Shape;58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5" name="Google Shape;58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6"/>
        <p:cNvGrpSpPr/>
        <p:nvPr/>
      </p:nvGrpSpPr>
      <p:grpSpPr>
        <a:xfrm>
          <a:off x="0" y="0"/>
          <a:ext cx="0" cy="0"/>
          <a:chOff x="0" y="0"/>
          <a:chExt cx="0" cy="0"/>
        </a:xfrm>
      </p:grpSpPr>
      <p:sp>
        <p:nvSpPr>
          <p:cNvPr id="587" name="Google Shape;587;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0" name="Google Shape;590;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3" name="Google Shape;593;g2c157a2fb06_0_1110"/>
          <p:cNvGrpSpPr/>
          <p:nvPr/>
        </p:nvGrpSpPr>
        <p:grpSpPr>
          <a:xfrm>
            <a:off x="662575" y="6212475"/>
            <a:ext cx="586800" cy="571500"/>
            <a:chOff x="662575" y="6212475"/>
            <a:chExt cx="586800" cy="571500"/>
          </a:xfrm>
        </p:grpSpPr>
        <p:sp>
          <p:nvSpPr>
            <p:cNvPr id="594" name="Google Shape;594;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7894350" y="6212475"/>
            <a:ext cx="586800" cy="571500"/>
            <a:chOff x="7894350" y="6212475"/>
            <a:chExt cx="586800" cy="571500"/>
          </a:xfrm>
        </p:grpSpPr>
        <p:sp>
          <p:nvSpPr>
            <p:cNvPr id="598" name="Google Shape;598;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1" name="Google Shape;601;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602" name="Google Shape;602;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3" name="Google Shape;603;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604" name="Google Shape;60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5" name="Google Shape;60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7" name="Google Shape;60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8" name="Google Shape;60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9" name="Google Shape;60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2" name="Google Shape;612;g2c157a2fb06_0_1110"/>
          <p:cNvGrpSpPr/>
          <p:nvPr/>
        </p:nvGrpSpPr>
        <p:grpSpPr>
          <a:xfrm>
            <a:off x="5806200" y="180746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6" name="Google Shape;61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7" name="Google Shape;61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8" name="Google Shape;618;g2c157a2fb06_0_1110"/>
          <p:cNvGrpSpPr/>
          <p:nvPr/>
        </p:nvGrpSpPr>
        <p:grpSpPr>
          <a:xfrm>
            <a:off x="5806200" y="2842438"/>
            <a:ext cx="756300" cy="146700"/>
            <a:chOff x="5806200" y="1807463"/>
            <a:chExt cx="756300" cy="146700"/>
          </a:xfrm>
        </p:grpSpPr>
        <p:sp>
          <p:nvSpPr>
            <p:cNvPr id="619" name="Google Shape;619;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2" name="Google Shape;622;g2c157a2fb06_0_1110"/>
          <p:cNvGrpSpPr/>
          <p:nvPr/>
        </p:nvGrpSpPr>
        <p:grpSpPr>
          <a:xfrm>
            <a:off x="5806200" y="3877413"/>
            <a:ext cx="756300" cy="146700"/>
            <a:chOff x="5806200" y="1807463"/>
            <a:chExt cx="756300" cy="146700"/>
          </a:xfrm>
        </p:grpSpPr>
        <p:sp>
          <p:nvSpPr>
            <p:cNvPr id="623" name="Google Shape;623;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6"/>
        <p:cNvGrpSpPr/>
        <p:nvPr/>
      </p:nvGrpSpPr>
      <p:grpSpPr>
        <a:xfrm>
          <a:off x="0" y="0"/>
          <a:ext cx="0" cy="0"/>
          <a:chOff x="0" y="0"/>
          <a:chExt cx="0" cy="0"/>
        </a:xfrm>
      </p:grpSpPr>
      <p:sp>
        <p:nvSpPr>
          <p:cNvPr id="627" name="Google Shape;62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1" name="Google Shape;63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0" name="Google Shape;640;p30"/>
          <p:cNvGrpSpPr/>
          <p:nvPr/>
        </p:nvGrpSpPr>
        <p:grpSpPr>
          <a:xfrm>
            <a:off x="6022940" y="5341706"/>
            <a:ext cx="594501" cy="305904"/>
            <a:chOff x="5672081" y="1914352"/>
            <a:chExt cx="792668" cy="305904"/>
          </a:xfrm>
        </p:grpSpPr>
        <p:sp>
          <p:nvSpPr>
            <p:cNvPr id="641" name="Google Shape;64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3" name="Google Shape;64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4" name="Google Shape;64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3" name="Google Shape;65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7" name="Google Shape;66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8" name="Google Shape;66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0" name="Google Shape;67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1" name="Google Shape;67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2"/>
        <p:cNvGrpSpPr/>
        <p:nvPr/>
      </p:nvGrpSpPr>
      <p:grpSpPr>
        <a:xfrm>
          <a:off x="0" y="0"/>
          <a:ext cx="0" cy="0"/>
          <a:chOff x="0" y="0"/>
          <a:chExt cx="0" cy="0"/>
        </a:xfrm>
      </p:grpSpPr>
      <p:sp>
        <p:nvSpPr>
          <p:cNvPr id="673" name="Google Shape;67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4" name="Google Shape;67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5" name="Google Shape;67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6"/>
        <p:cNvGrpSpPr/>
        <p:nvPr/>
      </p:nvGrpSpPr>
      <p:grpSpPr>
        <a:xfrm>
          <a:off x="0" y="0"/>
          <a:ext cx="0" cy="0"/>
          <a:chOff x="0" y="0"/>
          <a:chExt cx="0" cy="0"/>
        </a:xfrm>
      </p:grpSpPr>
      <p:sp>
        <p:nvSpPr>
          <p:cNvPr id="677" name="Google Shape;67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8" name="Google Shape;67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9" name="Google Shape;67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1.xml"/><Relationship Id="rId13" Type="http://schemas.openxmlformats.org/officeDocument/2006/relationships/image" Target="../media/image10.png"/><Relationship Id="rId3" Type="http://schemas.openxmlformats.org/officeDocument/2006/relationships/slide" Target="slide6.xml"/><Relationship Id="rId7" Type="http://schemas.openxmlformats.org/officeDocument/2006/relationships/slide" Target="slide19.xml"/><Relationship Id="rId12"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8.xml"/><Relationship Id="rId11" Type="http://schemas.openxmlformats.org/officeDocument/2006/relationships/image" Target="../media/image5.png"/><Relationship Id="rId5" Type="http://schemas.openxmlformats.org/officeDocument/2006/relationships/slide" Target="slide16.xml"/><Relationship Id="rId10" Type="http://schemas.openxmlformats.org/officeDocument/2006/relationships/image" Target="../media/image9.png"/><Relationship Id="rId4" Type="http://schemas.openxmlformats.org/officeDocument/2006/relationships/slide" Target="slide8.xml"/><Relationship Id="rId9" Type="http://schemas.openxmlformats.org/officeDocument/2006/relationships/image" Target="../media/image8.png"/><Relationship Id="rId1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'f'</a:t>
            </a:r>
            <a:endParaRPr/>
          </a:p>
        </p:txBody>
      </p:sp>
      <p:sp>
        <p:nvSpPr>
          <p:cNvPr id="685" name="Google Shape;685;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23</a:t>
            </a:r>
            <a:endParaRPr/>
          </a:p>
        </p:txBody>
      </p:sp>
      <p:pic>
        <p:nvPicPr>
          <p:cNvPr id="688" name="Google Shape;688;p1"/>
          <p:cNvPicPr preferRelativeResize="0"/>
          <p:nvPr/>
        </p:nvPicPr>
        <p:blipFill rotWithShape="1">
          <a:blip r:embed="rId3">
            <a:alphaModFix/>
          </a:blip>
          <a:srcRect t="99" b="109"/>
          <a:stretch/>
        </p:blipFill>
        <p:spPr>
          <a:xfrm rot="-149497">
            <a:off x="3185766" y="4326235"/>
            <a:ext cx="2493520" cy="997851"/>
          </a:xfrm>
          <a:prstGeom prst="rect">
            <a:avLst/>
          </a:prstGeom>
          <a:noFill/>
          <a:ln>
            <a:noFill/>
          </a:ln>
          <a:effectLst>
            <a:outerShdw blurRad="71438" dist="38100" dir="5220000" algn="bl" rotWithShape="0">
              <a:srgbClr val="000000">
                <a:alpha val="21176"/>
              </a:srgbClr>
            </a:outerShdw>
          </a:effectLst>
        </p:spPr>
      </p:pic>
      <p:pic>
        <p:nvPicPr>
          <p:cNvPr id="689" name="Google Shape;689;p1"/>
          <p:cNvPicPr preferRelativeResize="0"/>
          <p:nvPr/>
        </p:nvPicPr>
        <p:blipFill rotWithShape="1">
          <a:blip r:embed="rId4">
            <a:alphaModFix/>
          </a:blip>
          <a:srcRect l="59" r="59"/>
          <a:stretch/>
        </p:blipFill>
        <p:spPr>
          <a:xfrm rot="342607">
            <a:off x="4903837" y="4228652"/>
            <a:ext cx="1800026" cy="1288524"/>
          </a:xfrm>
          <a:prstGeom prst="rect">
            <a:avLst/>
          </a:prstGeom>
          <a:noFill/>
          <a:ln>
            <a:noFill/>
          </a:ln>
          <a:effectLst>
            <a:outerShdw blurRad="57150" dist="38100" dir="5400000" algn="bl" rotWithShape="0">
              <a:srgbClr val="000000">
                <a:alpha val="20000"/>
              </a:srgbClr>
            </a:outerShdw>
          </a:effectLst>
        </p:spPr>
      </p:pic>
      <p:pic>
        <p:nvPicPr>
          <p:cNvPr id="690" name="Google Shape;690;p1"/>
          <p:cNvPicPr preferRelativeResize="0"/>
          <p:nvPr/>
        </p:nvPicPr>
        <p:blipFill rotWithShape="1">
          <a:blip r:embed="rId5">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91" name="Google Shape;691;p1"/>
          <p:cNvPicPr preferRelativeResize="0"/>
          <p:nvPr/>
        </p:nvPicPr>
        <p:blipFill rotWithShape="1">
          <a:blip r:embed="rId6">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692" name="Google Shape;692;p1"/>
          <p:cNvGraphicFramePr/>
          <p:nvPr/>
        </p:nvGraphicFramePr>
        <p:xfrm>
          <a:off x="4844200" y="1891197"/>
          <a:ext cx="3785000" cy="1678950"/>
        </p:xfrm>
        <a:graphic>
          <a:graphicData uri="http://schemas.openxmlformats.org/drawingml/2006/table">
            <a:tbl>
              <a:tblPr firstRow="1" bandRow="1">
                <a:noFill/>
                <a:tableStyleId>{BC3566A5-D3C8-437E-9C50-96383BEDA9E8}</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b</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Jost"/>
                          <a:ea typeface="Jost"/>
                          <a:cs typeface="Jost"/>
                          <a:sym typeface="Jost"/>
                        </a:rPr>
                        <a:t>f</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a:hlinkClick r:id="rId3" action="ppaction://hlinksldjump"/>
          </p:cNvPr>
          <p:cNvSpPr/>
          <p:nvPr/>
        </p:nvSpPr>
        <p:spPr>
          <a:xfrm>
            <a:off x="948525" y="4265558"/>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g2bee4f4af4b_0_204">
            <a:hlinkClick r:id="rId4" action="ppaction://hlinksldjump"/>
          </p:cNvPr>
          <p:cNvSpPr/>
          <p:nvPr/>
        </p:nvSpPr>
        <p:spPr>
          <a:xfrm>
            <a:off x="2422575"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g2bee4f4af4b_0_204">
            <a:hlinkClick r:id="rId5" action="ppaction://hlinksldjump"/>
          </p:cNvPr>
          <p:cNvSpPr/>
          <p:nvPr/>
        </p:nvSpPr>
        <p:spPr>
          <a:xfrm>
            <a:off x="35792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1" name="Google Shape;701;g2bee4f4af4b_0_204">
            <a:hlinkClick r:id="rId6" action="ppaction://hlinksldjump"/>
          </p:cNvPr>
          <p:cNvSpPr/>
          <p:nvPr/>
        </p:nvSpPr>
        <p:spPr>
          <a:xfrm>
            <a:off x="4859463" y="412775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2" name="Google Shape;702;g2bee4f4af4b_0_204">
            <a:hlinkClick r:id="rId7" action="ppaction://hlinksldjump"/>
          </p:cNvPr>
          <p:cNvSpPr/>
          <p:nvPr/>
        </p:nvSpPr>
        <p:spPr>
          <a:xfrm>
            <a:off x="59543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3" name="Google Shape;703;g2bee4f4af4b_0_204">
            <a:hlinkClick r:id="rId8" action="ppaction://hlinksldjump"/>
          </p:cNvPr>
          <p:cNvSpPr/>
          <p:nvPr/>
        </p:nvSpPr>
        <p:spPr>
          <a:xfrm>
            <a:off x="7350525"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4" name="Google Shape;70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f</a:t>
            </a:r>
            <a:r>
              <a:rPr lang="en-US"/>
              <a:t>.</a:t>
            </a:r>
            <a:endParaRPr/>
          </a:p>
        </p:txBody>
      </p:sp>
      <p:sp>
        <p:nvSpPr>
          <p:cNvPr id="705" name="Google Shape;705;g2bee4f4af4b_0_204"/>
          <p:cNvSpPr txBox="1">
            <a:spLocks noGrp="1"/>
          </p:cNvSpPr>
          <p:nvPr>
            <p:ph type="body" idx="2"/>
          </p:nvPr>
        </p:nvSpPr>
        <p:spPr>
          <a:xfrm>
            <a:off x="3298550" y="1881705"/>
            <a:ext cx="4850100" cy="11004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 a t p i n m d g o c k ck e u r h b</a:t>
            </a:r>
            <a:r>
              <a:rPr lang="en-US"/>
              <a:t> using flashcards.</a:t>
            </a:r>
            <a:endParaRPr/>
          </a:p>
          <a:p>
            <a:pPr marL="457200" lvl="0" indent="-330200" algn="l" rtl="0">
              <a:lnSpc>
                <a:spcPct val="100000"/>
              </a:lnSpc>
              <a:spcBef>
                <a:spcPts val="1000"/>
              </a:spcBef>
              <a:spcAft>
                <a:spcPts val="1000"/>
              </a:spcAft>
              <a:buSzPts val="1600"/>
              <a:buChar char="•"/>
            </a:pPr>
            <a:r>
              <a:rPr lang="en-US"/>
              <a:t>Recall Common Exception Words </a:t>
            </a:r>
            <a:r>
              <a:rPr lang="en-US">
                <a:solidFill>
                  <a:srgbClr val="2356AF"/>
                </a:solidFill>
              </a:rPr>
              <a:t>as I is no go to into the put</a:t>
            </a:r>
            <a:r>
              <a:rPr lang="en-US"/>
              <a:t>.</a:t>
            </a:r>
            <a:endParaRPr/>
          </a:p>
        </p:txBody>
      </p:sp>
      <p:sp>
        <p:nvSpPr>
          <p:cNvPr id="706" name="Google Shape;706;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7" name="Google Shape;707;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9" name="Google Shape;709;g2bee4f4af4b_0_204"/>
          <p:cNvPicPr preferRelativeResize="0"/>
          <p:nvPr/>
        </p:nvPicPr>
        <p:blipFill rotWithShape="1">
          <a:blip r:embed="rId9">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10" name="Google Shape;710;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11" name="Google Shape;711;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12" name="Google Shape;712;g2bee4f4af4b_0_204"/>
          <p:cNvPicPr preferRelativeResize="0"/>
          <p:nvPr/>
        </p:nvPicPr>
        <p:blipFill rotWithShape="1">
          <a:blip r:embed="rId10">
            <a:alphaModFix/>
          </a:blip>
          <a:srcRect l="69" r="6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13" name="Google Shape;713;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14" name="Google Shape;714;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15" name="Google Shape;715;g2bee4f4af4b_0_204"/>
          <p:cNvPicPr preferRelativeResize="0"/>
          <p:nvPr/>
        </p:nvPicPr>
        <p:blipFill rotWithShape="1">
          <a:blip r:embed="rId11">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16" name="Google Shape;716;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7" name="Google Shape;717;g2bee4f4af4b_0_204"/>
          <p:cNvSpPr txBox="1"/>
          <p:nvPr/>
        </p:nvSpPr>
        <p:spPr>
          <a:xfrm>
            <a:off x="5814702" y="5256525"/>
            <a:ext cx="1507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8" name="Google Shape;718;g2bee4f4af4b_0_204"/>
          <p:cNvPicPr preferRelativeResize="0"/>
          <p:nvPr/>
        </p:nvPicPr>
        <p:blipFill rotWithShape="1">
          <a:blip r:embed="rId12">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19" name="Google Shape;719;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20" name="Google Shape;720;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21" name="Google Shape;721;g2bee4f4af4b_0_204"/>
          <p:cNvPicPr preferRelativeResize="0"/>
          <p:nvPr/>
        </p:nvPicPr>
        <p:blipFill rotWithShape="1">
          <a:blip r:embed="rId13">
            <a:alphaModFix/>
          </a:blip>
          <a:srcRect/>
          <a:stretch/>
        </p:blipFill>
        <p:spPr>
          <a:xfrm>
            <a:off x="7455246" y="4363493"/>
            <a:ext cx="786850" cy="590422"/>
          </a:xfrm>
          <a:prstGeom prst="rect">
            <a:avLst/>
          </a:prstGeom>
          <a:noFill/>
          <a:ln>
            <a:noFill/>
          </a:ln>
          <a:effectLst>
            <a:outerShdw blurRad="71438" dist="19050" dir="5220000" algn="bl" rotWithShape="0">
              <a:srgbClr val="D8D8D8"/>
            </a:outerShdw>
          </a:effectLst>
        </p:spPr>
      </p:pic>
      <p:sp>
        <p:nvSpPr>
          <p:cNvPr id="722" name="Google Shape;72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23" name="Google Shape;723;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24" name="Google Shape;724;g2bee4f4af4b_0_204"/>
          <p:cNvPicPr preferRelativeResize="0"/>
          <p:nvPr/>
        </p:nvPicPr>
        <p:blipFill rotWithShape="1">
          <a:blip r:embed="rId14">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 d g o c k ck e u r h b</a:t>
            </a:r>
            <a:r>
              <a:rPr lang="en-US"/>
              <a:t> using flashcards.</a:t>
            </a:r>
            <a:endParaRPr/>
          </a:p>
        </p:txBody>
      </p:sp>
      <p:pic>
        <p:nvPicPr>
          <p:cNvPr id="731" name="Google Shape;73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86"/>
              </a:srgbClr>
            </a:outerShdw>
          </a:effectLst>
        </p:spPr>
      </p:pic>
      <p:pic>
        <p:nvPicPr>
          <p:cNvPr id="732" name="Google Shape;73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3" name="Google Shape;73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4" name="Google Shape;73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86"/>
              </a:srgbClr>
            </a:outerShdw>
          </a:effectLst>
        </p:spPr>
      </p:pic>
      <p:pic>
        <p:nvPicPr>
          <p:cNvPr id="735" name="Google Shape;73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6" name="Google Shape;73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86"/>
              </a:srgbClr>
            </a:outerShdw>
          </a:effectLst>
        </p:spPr>
      </p:pic>
      <p:pic>
        <p:nvPicPr>
          <p:cNvPr id="737" name="Google Shape;73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86"/>
              </a:srgbClr>
            </a:outerShdw>
          </a:effectLst>
        </p:spPr>
      </p:pic>
      <p:pic>
        <p:nvPicPr>
          <p:cNvPr id="738" name="Google Shape;73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9" name="Google Shape;73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86"/>
              </a:srgbClr>
            </a:outerShdw>
          </a:effectLst>
        </p:spPr>
      </p:pic>
      <p:pic>
        <p:nvPicPr>
          <p:cNvPr id="740" name="Google Shape;74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686"/>
              </a:srgbClr>
            </a:outerShdw>
          </a:effectLst>
        </p:spPr>
      </p:pic>
      <p:pic>
        <p:nvPicPr>
          <p:cNvPr id="741" name="Google Shape;74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86"/>
              </a:srgbClr>
            </a:outerShdw>
          </a:effectLst>
        </p:spPr>
      </p:pic>
      <p:pic>
        <p:nvPicPr>
          <p:cNvPr id="742" name="Google Shape;74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686"/>
              </a:srgbClr>
            </a:outerShdw>
          </a:effectLst>
        </p:spPr>
      </p:pic>
      <p:pic>
        <p:nvPicPr>
          <p:cNvPr id="743" name="Google Shape;74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686"/>
              </a:srgbClr>
            </a:outerShdw>
          </a:effectLst>
        </p:spPr>
      </p:pic>
      <p:pic>
        <p:nvPicPr>
          <p:cNvPr id="744" name="Google Shape;74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686"/>
              </a:srgbClr>
            </a:outerShdw>
          </a:effectLst>
        </p:spPr>
      </p:pic>
      <p:pic>
        <p:nvPicPr>
          <p:cNvPr id="745" name="Google Shape;74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686"/>
              </a:srgbClr>
            </a:outerShdw>
          </a:effectLst>
        </p:spPr>
      </p:pic>
      <p:pic>
        <p:nvPicPr>
          <p:cNvPr id="746" name="Google Shape;74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686"/>
              </a:srgbClr>
            </a:outerShdw>
          </a:effectLst>
        </p:spPr>
      </p:pic>
      <p:pic>
        <p:nvPicPr>
          <p:cNvPr id="747" name="Google Shape;74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686"/>
              </a:srgbClr>
            </a:outerShdw>
          </a:effectLst>
        </p:spPr>
      </p:pic>
      <p:pic>
        <p:nvPicPr>
          <p:cNvPr id="748" name="Google Shape;748;g26b641b03cd_0_165"/>
          <p:cNvPicPr preferRelativeResize="0"/>
          <p:nvPr/>
        </p:nvPicPr>
        <p:blipFill rotWithShape="1">
          <a:blip r:embed="rId20">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g2c51100a3b0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a:t>
            </a:r>
            <a:r>
              <a:rPr lang="en-US"/>
              <a:t>.</a:t>
            </a:r>
            <a:endParaRPr/>
          </a:p>
        </p:txBody>
      </p:sp>
      <p:pic>
        <p:nvPicPr>
          <p:cNvPr id="755" name="Google Shape;755;g2c51100a3b0_0_0"/>
          <p:cNvPicPr preferRelativeResize="0"/>
          <p:nvPr/>
        </p:nvPicPr>
        <p:blipFill rotWithShape="1">
          <a:blip r:embed="rId3">
            <a:alphaModFix/>
          </a:blip>
          <a:srcRect/>
          <a:stretch/>
        </p:blipFill>
        <p:spPr>
          <a:xfrm>
            <a:off x="868300" y="2129450"/>
            <a:ext cx="1729714" cy="1236108"/>
          </a:xfrm>
          <a:prstGeom prst="rect">
            <a:avLst/>
          </a:prstGeom>
          <a:noFill/>
          <a:ln>
            <a:noFill/>
          </a:ln>
          <a:effectLst>
            <a:outerShdw blurRad="71438" dist="19050" dir="5400000" algn="bl" rotWithShape="0">
              <a:srgbClr val="000000">
                <a:alpha val="18823"/>
              </a:srgbClr>
            </a:outerShdw>
          </a:effectLst>
        </p:spPr>
      </p:pic>
      <p:pic>
        <p:nvPicPr>
          <p:cNvPr id="756" name="Google Shape;756;g2c51100a3b0_0_0"/>
          <p:cNvPicPr preferRelativeResize="0"/>
          <p:nvPr/>
        </p:nvPicPr>
        <p:blipFill rotWithShape="1">
          <a:blip r:embed="rId4">
            <a:alphaModFix/>
          </a:blip>
          <a:srcRect l="99" r="99"/>
          <a:stretch/>
        </p:blipFill>
        <p:spPr>
          <a:xfrm>
            <a:off x="2717790" y="2129450"/>
            <a:ext cx="1730477" cy="1241248"/>
          </a:xfrm>
          <a:prstGeom prst="rect">
            <a:avLst/>
          </a:prstGeom>
          <a:noFill/>
          <a:ln>
            <a:noFill/>
          </a:ln>
          <a:effectLst>
            <a:outerShdw blurRad="71438" dist="19050" dir="5400000" algn="bl" rotWithShape="0">
              <a:srgbClr val="000000">
                <a:alpha val="18823"/>
              </a:srgbClr>
            </a:outerShdw>
          </a:effectLst>
        </p:spPr>
      </p:pic>
      <p:pic>
        <p:nvPicPr>
          <p:cNvPr id="757" name="Google Shape;757;g2c51100a3b0_0_0"/>
          <p:cNvPicPr preferRelativeResize="0"/>
          <p:nvPr/>
        </p:nvPicPr>
        <p:blipFill rotWithShape="1">
          <a:blip r:embed="rId5">
            <a:alphaModFix/>
          </a:blip>
          <a:srcRect l="99" r="99"/>
          <a:stretch/>
        </p:blipFill>
        <p:spPr>
          <a:xfrm>
            <a:off x="4568044" y="2129450"/>
            <a:ext cx="1730477" cy="1239151"/>
          </a:xfrm>
          <a:prstGeom prst="rect">
            <a:avLst/>
          </a:prstGeom>
          <a:noFill/>
          <a:ln>
            <a:noFill/>
          </a:ln>
          <a:effectLst>
            <a:outerShdw blurRad="71438" dist="19050" dir="5400000" algn="bl" rotWithShape="0">
              <a:srgbClr val="000000">
                <a:alpha val="18823"/>
              </a:srgbClr>
            </a:outerShdw>
          </a:effectLst>
        </p:spPr>
      </p:pic>
      <p:pic>
        <p:nvPicPr>
          <p:cNvPr id="758" name="Google Shape;758;g2c51100a3b0_0_0"/>
          <p:cNvPicPr preferRelativeResize="0"/>
          <p:nvPr/>
        </p:nvPicPr>
        <p:blipFill rotWithShape="1">
          <a:blip r:embed="rId6">
            <a:alphaModFix/>
          </a:blip>
          <a:srcRect l="99" r="99"/>
          <a:stretch/>
        </p:blipFill>
        <p:spPr>
          <a:xfrm>
            <a:off x="6418298" y="2129450"/>
            <a:ext cx="1730477" cy="1239151"/>
          </a:xfrm>
          <a:prstGeom prst="rect">
            <a:avLst/>
          </a:prstGeom>
          <a:noFill/>
          <a:ln>
            <a:noFill/>
          </a:ln>
          <a:effectLst>
            <a:outerShdw blurRad="71438" dist="19050" dir="5400000" algn="bl" rotWithShape="0">
              <a:srgbClr val="000000">
                <a:alpha val="18823"/>
              </a:srgbClr>
            </a:outerShdw>
          </a:effectLst>
        </p:spPr>
      </p:pic>
      <p:pic>
        <p:nvPicPr>
          <p:cNvPr id="759" name="Google Shape;759;g2c51100a3b0_0_0"/>
          <p:cNvPicPr preferRelativeResize="0"/>
          <p:nvPr/>
        </p:nvPicPr>
        <p:blipFill rotWithShape="1">
          <a:blip r:embed="rId7">
            <a:alphaModFix/>
          </a:blip>
          <a:srcRect l="99" r="99"/>
          <a:stretch/>
        </p:blipFill>
        <p:spPr>
          <a:xfrm>
            <a:off x="868300" y="3459285"/>
            <a:ext cx="1730477" cy="1239151"/>
          </a:xfrm>
          <a:prstGeom prst="rect">
            <a:avLst/>
          </a:prstGeom>
          <a:noFill/>
          <a:ln>
            <a:noFill/>
          </a:ln>
          <a:effectLst>
            <a:outerShdw blurRad="71438" dist="19050" dir="5400000" algn="bl" rotWithShape="0">
              <a:srgbClr val="000000">
                <a:alpha val="18823"/>
              </a:srgbClr>
            </a:outerShdw>
          </a:effectLst>
        </p:spPr>
      </p:pic>
      <p:pic>
        <p:nvPicPr>
          <p:cNvPr id="760" name="Google Shape;760;g2c51100a3b0_0_0"/>
          <p:cNvPicPr preferRelativeResize="0"/>
          <p:nvPr/>
        </p:nvPicPr>
        <p:blipFill rotWithShape="1">
          <a:blip r:embed="rId8">
            <a:alphaModFix/>
          </a:blip>
          <a:srcRect l="99" r="99"/>
          <a:stretch/>
        </p:blipFill>
        <p:spPr>
          <a:xfrm>
            <a:off x="2717790" y="3459285"/>
            <a:ext cx="1730477" cy="1239151"/>
          </a:xfrm>
          <a:prstGeom prst="rect">
            <a:avLst/>
          </a:prstGeom>
          <a:noFill/>
          <a:ln>
            <a:noFill/>
          </a:ln>
          <a:effectLst>
            <a:outerShdw blurRad="71438" dist="19050" dir="5400000" algn="bl" rotWithShape="0">
              <a:srgbClr val="000000">
                <a:alpha val="18823"/>
              </a:srgbClr>
            </a:outerShdw>
          </a:effectLst>
        </p:spPr>
      </p:pic>
      <p:pic>
        <p:nvPicPr>
          <p:cNvPr id="761" name="Google Shape;761;g2c51100a3b0_0_0"/>
          <p:cNvPicPr preferRelativeResize="0"/>
          <p:nvPr/>
        </p:nvPicPr>
        <p:blipFill rotWithShape="1">
          <a:blip r:embed="rId9">
            <a:alphaModFix/>
          </a:blip>
          <a:srcRect l="99" r="99"/>
          <a:stretch/>
        </p:blipFill>
        <p:spPr>
          <a:xfrm>
            <a:off x="4568044" y="3457188"/>
            <a:ext cx="1730477" cy="1241248"/>
          </a:xfrm>
          <a:prstGeom prst="rect">
            <a:avLst/>
          </a:prstGeom>
          <a:noFill/>
          <a:ln>
            <a:noFill/>
          </a:ln>
          <a:effectLst>
            <a:outerShdw blurRad="71438" dist="19050" dir="5400000" algn="bl" rotWithShape="0">
              <a:srgbClr val="000000">
                <a:alpha val="18823"/>
              </a:srgbClr>
            </a:outerShdw>
          </a:effectLst>
        </p:spPr>
      </p:pic>
      <p:pic>
        <p:nvPicPr>
          <p:cNvPr id="762" name="Google Shape;762;g2c51100a3b0_0_0"/>
          <p:cNvPicPr preferRelativeResize="0"/>
          <p:nvPr/>
        </p:nvPicPr>
        <p:blipFill rotWithShape="1">
          <a:blip r:embed="rId10">
            <a:alphaModFix/>
          </a:blip>
          <a:srcRect l="99" r="99"/>
          <a:stretch/>
        </p:blipFill>
        <p:spPr>
          <a:xfrm>
            <a:off x="6416205" y="3457188"/>
            <a:ext cx="1732569" cy="1239151"/>
          </a:xfrm>
          <a:prstGeom prst="rect">
            <a:avLst/>
          </a:prstGeom>
          <a:noFill/>
          <a:ln>
            <a:noFill/>
          </a:ln>
          <a:effectLst>
            <a:outerShdw blurRad="71438" dist="19050" dir="5400000" algn="bl" rotWithShape="0">
              <a:srgbClr val="000000">
                <a:alpha val="18823"/>
              </a:srgbClr>
            </a:outerShdw>
          </a:effectLst>
        </p:spPr>
      </p:pic>
      <p:pic>
        <p:nvPicPr>
          <p:cNvPr id="763" name="Google Shape;763;g2c51100a3b0_0_0"/>
          <p:cNvPicPr preferRelativeResize="0"/>
          <p:nvPr/>
        </p:nvPicPr>
        <p:blipFill rotWithShape="1">
          <a:blip r:embed="rId11">
            <a:alphaModFix/>
          </a:blip>
          <a:srcRect l="99" r="99"/>
          <a:stretch/>
        </p:blipFill>
        <p:spPr>
          <a:xfrm>
            <a:off x="3705715" y="4786988"/>
            <a:ext cx="1732569" cy="1239151"/>
          </a:xfrm>
          <a:prstGeom prst="rect">
            <a:avLst/>
          </a:prstGeom>
          <a:noFill/>
          <a:ln>
            <a:noFill/>
          </a:ln>
          <a:effectLst>
            <a:outerShdw blurRad="71438" dist="19050" dir="5400000" algn="bl" rotWithShape="0">
              <a:srgbClr val="000000">
                <a:alpha val="1882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g2d9e0bdf023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70" name="Google Shape;770;g2d9e0bdf023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71" name="Google Shape;771;g2d9e0bdf023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78" name="Google Shape;778;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79" name="Google Shape;779;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80" name="Google Shape;780;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7" name="Google Shape;787;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8" name="Google Shape;788;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89" name="Google Shape;789;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96" name="Google Shape;796;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97" name="Google Shape;797;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798" name="Google Shape;798;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5" name="Google Shape;805;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06" name="Google Shape;806;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807" name="Google Shape;807;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14" name="Google Shape;81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15" name="Google Shape;81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2" name="Google Shape;822;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3" name="Google Shape;823;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4" name="Google Shape;824;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5" name="Google Shape;825;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6" name="Google Shape;826;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7" name="Google Shape;827;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28" name="Google Shape;828;g2c2ffdd0de5_0_0"/>
          <p:cNvGrpSpPr/>
          <p:nvPr/>
        </p:nvGrpSpPr>
        <p:grpSpPr>
          <a:xfrm>
            <a:off x="304250" y="6984600"/>
            <a:ext cx="8330829" cy="808600"/>
            <a:chOff x="-152950" y="7365600"/>
            <a:chExt cx="8330829" cy="808600"/>
          </a:xfrm>
        </p:grpSpPr>
        <p:sp>
          <p:nvSpPr>
            <p:cNvPr id="829" name="Google Shape;829;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0" name="Google Shape;830;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1" name="Google Shape;831;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2" name="Google Shape;832;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3" name="Google Shape;833;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34" name="Google Shape;834;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35" name="Google Shape;835;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36" name="Google Shape;836;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37" name="Google Shape;837;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8" name="Google Shape;838;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9" name="Google Shape;839;g2c2ffdd0de5_0_0"/>
          <p:cNvSpPr/>
          <p:nvPr/>
        </p:nvSpPr>
        <p:spPr>
          <a:xfrm>
            <a:off x="3249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0" name="Google Shape;840;g2c2ffdd0de5_0_0"/>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1" name="Google Shape;841;g2c2ffdd0de5_0_0"/>
          <p:cNvSpPr/>
          <p:nvPr/>
        </p:nvSpPr>
        <p:spPr>
          <a:xfrm>
            <a:off x="5504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2" name="Google Shape;842;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3" name="Google Shape;843;g2c2ffdd0de5_0_0"/>
          <p:cNvSpPr txBox="1">
            <a:spLocks noGrp="1"/>
          </p:cNvSpPr>
          <p:nvPr>
            <p:ph type="subTitle" idx="4294967295"/>
          </p:nvPr>
        </p:nvSpPr>
        <p:spPr>
          <a:xfrm>
            <a:off x="4935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44" name="Google Shape;844;g2c2ffdd0de5_0_0"/>
          <p:cNvSpPr txBox="1">
            <a:spLocks noGrp="1"/>
          </p:cNvSpPr>
          <p:nvPr>
            <p:ph type="subTitle" idx="4294967295"/>
          </p:nvPr>
        </p:nvSpPr>
        <p:spPr>
          <a:xfrm>
            <a:off x="2679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845" name="Google Shape;845;g2c2ffdd0de5_0_0"/>
          <p:cNvSpPr txBox="1"/>
          <p:nvPr/>
        </p:nvSpPr>
        <p:spPr>
          <a:xfrm>
            <a:off x="36461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g2c51100a3b0_0_77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2" name="Google Shape;852;g2c51100a3b0_0_77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3" name="Google Shape;853;g2c51100a3b0_0_77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4" name="Google Shape;854;g2c51100a3b0_0_77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5" name="Google Shape;855;g2c51100a3b0_0_77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6" name="Google Shape;856;g2c51100a3b0_0_77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7" name="Google Shape;857;g2c51100a3b0_0_77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58" name="Google Shape;858;g2c51100a3b0_0_779"/>
          <p:cNvGrpSpPr/>
          <p:nvPr/>
        </p:nvGrpSpPr>
        <p:grpSpPr>
          <a:xfrm>
            <a:off x="304250" y="6984600"/>
            <a:ext cx="8330829" cy="808600"/>
            <a:chOff x="-152950" y="7365600"/>
            <a:chExt cx="8330829" cy="808600"/>
          </a:xfrm>
        </p:grpSpPr>
        <p:sp>
          <p:nvSpPr>
            <p:cNvPr id="859" name="Google Shape;859;g2c51100a3b0_0_77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0" name="Google Shape;860;g2c51100a3b0_0_77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1" name="Google Shape;861;g2c51100a3b0_0_77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2" name="Google Shape;862;g2c51100a3b0_0_77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3" name="Google Shape;863;g2c51100a3b0_0_77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4" name="Google Shape;864;g2c51100a3b0_0_77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5" name="Google Shape;865;g2c51100a3b0_0_77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6" name="Google Shape;866;g2c51100a3b0_0_77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67" name="Google Shape;867;g2c51100a3b0_0_77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8" name="Google Shape;868;g2c51100a3b0_0_77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9" name="Google Shape;869;g2c51100a3b0_0_779"/>
          <p:cNvSpPr/>
          <p:nvPr/>
        </p:nvSpPr>
        <p:spPr>
          <a:xfrm>
            <a:off x="3401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0" name="Google Shape;870;g2c51100a3b0_0_779"/>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1" name="Google Shape;871;g2c51100a3b0_0_779"/>
          <p:cNvSpPr/>
          <p:nvPr/>
        </p:nvSpPr>
        <p:spPr>
          <a:xfrm>
            <a:off x="5428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2" name="Google Shape;872;g2c51100a3b0_0_77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3" name="Google Shape;873;g2c51100a3b0_0_779"/>
          <p:cNvSpPr txBox="1">
            <a:spLocks noGrp="1"/>
          </p:cNvSpPr>
          <p:nvPr>
            <p:ph type="subTitle" idx="4294967295"/>
          </p:nvPr>
        </p:nvSpPr>
        <p:spPr>
          <a:xfrm>
            <a:off x="48588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74" name="Google Shape;874;g2c51100a3b0_0_779"/>
          <p:cNvSpPr txBox="1">
            <a:spLocks noGrp="1"/>
          </p:cNvSpPr>
          <p:nvPr>
            <p:ph type="subTitle" idx="4294967295"/>
          </p:nvPr>
        </p:nvSpPr>
        <p:spPr>
          <a:xfrm>
            <a:off x="2831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875" name="Google Shape;875;g2c51100a3b0_0_779"/>
          <p:cNvSpPr txBox="1">
            <a:spLocks noGrp="1"/>
          </p:cNvSpPr>
          <p:nvPr>
            <p:ph type="subTitle" idx="4294967295"/>
          </p:nvPr>
        </p:nvSpPr>
        <p:spPr>
          <a:xfrm>
            <a:off x="37692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2c51100a3b0_0_8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2" name="Google Shape;882;g2c51100a3b0_0_80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83" name="Google Shape;883;g2c51100a3b0_0_808"/>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4" name="Google Shape;884;g2c51100a3b0_0_808"/>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5" name="Google Shape;885;g2c51100a3b0_0_808"/>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6" name="Google Shape;886;g2c51100a3b0_0_80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7" name="Google Shape;887;g2c51100a3b0_0_80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8" name="Google Shape;888;g2c51100a3b0_0_808"/>
          <p:cNvGrpSpPr/>
          <p:nvPr/>
        </p:nvGrpSpPr>
        <p:grpSpPr>
          <a:xfrm>
            <a:off x="304250" y="6984600"/>
            <a:ext cx="8330829" cy="808600"/>
            <a:chOff x="-152950" y="7365600"/>
            <a:chExt cx="8330829" cy="808600"/>
          </a:xfrm>
        </p:grpSpPr>
        <p:sp>
          <p:nvSpPr>
            <p:cNvPr id="889" name="Google Shape;889;g2c51100a3b0_0_808"/>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0" name="Google Shape;890;g2c51100a3b0_0_808"/>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1" name="Google Shape;891;g2c51100a3b0_0_808"/>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2" name="Google Shape;892;g2c51100a3b0_0_808"/>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3" name="Google Shape;893;g2c51100a3b0_0_808"/>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4" name="Google Shape;894;g2c51100a3b0_0_808"/>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5" name="Google Shape;895;g2c51100a3b0_0_808"/>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96" name="Google Shape;896;g2c51100a3b0_0_808"/>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97" name="Google Shape;897;g2c51100a3b0_0_808"/>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8" name="Google Shape;898;g2c51100a3b0_0_808"/>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9" name="Google Shape;899;g2c51100a3b0_0_808"/>
          <p:cNvSpPr/>
          <p:nvPr/>
        </p:nvSpPr>
        <p:spPr>
          <a:xfrm>
            <a:off x="3249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0" name="Google Shape;900;g2c51100a3b0_0_808"/>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1" name="Google Shape;901;g2c51100a3b0_0_808"/>
          <p:cNvSpPr/>
          <p:nvPr/>
        </p:nvSpPr>
        <p:spPr>
          <a:xfrm>
            <a:off x="5580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2" name="Google Shape;902;g2c51100a3b0_0_80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3" name="Google Shape;903;g2c51100a3b0_0_808"/>
          <p:cNvSpPr txBox="1">
            <a:spLocks noGrp="1"/>
          </p:cNvSpPr>
          <p:nvPr>
            <p:ph type="subTitle" idx="4294967295"/>
          </p:nvPr>
        </p:nvSpPr>
        <p:spPr>
          <a:xfrm>
            <a:off x="5011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04" name="Google Shape;904;g2c51100a3b0_0_808"/>
          <p:cNvSpPr txBox="1">
            <a:spLocks noGrp="1"/>
          </p:cNvSpPr>
          <p:nvPr>
            <p:ph type="subTitle" idx="4294967295"/>
          </p:nvPr>
        </p:nvSpPr>
        <p:spPr>
          <a:xfrm>
            <a:off x="2679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05" name="Google Shape;905;g2c51100a3b0_0_808"/>
          <p:cNvSpPr txBox="1">
            <a:spLocks noGrp="1"/>
          </p:cNvSpPr>
          <p:nvPr>
            <p:ph type="subTitle" idx="4294967295"/>
          </p:nvPr>
        </p:nvSpPr>
        <p:spPr>
          <a:xfrm>
            <a:off x="37692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12" name="Google Shape;912;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13" name="Google Shape;913;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20" name="Google Shape;920;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21" name="Google Shape;921;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22" name="Google Shape;922;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29" name="Google Shape;929;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30" name="Google Shape;930;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31" name="Google Shape;931;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38" name="Google Shape;938;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39" name="Google Shape;939;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40" name="Google Shape;940;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47" name="Google Shape;947;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48" name="Google Shape;948;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49" name="Google Shape;949;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6b641b03cd_0_301"/>
          <p:cNvSpPr txBox="1">
            <a:spLocks noGrp="1"/>
          </p:cNvSpPr>
          <p:nvPr>
            <p:ph type="title"/>
          </p:nvPr>
        </p:nvSpPr>
        <p:spPr>
          <a:xfrm>
            <a:off x="945650" y="5568500"/>
            <a:ext cx="7252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56" name="Google Shape;956;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57" name="Google Shape;957;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58" name="Google Shape;958;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6b641b03cd_0_308"/>
          <p:cNvSpPr txBox="1">
            <a:spLocks noGrp="1"/>
          </p:cNvSpPr>
          <p:nvPr>
            <p:ph type="title"/>
          </p:nvPr>
        </p:nvSpPr>
        <p:spPr>
          <a:xfrm>
            <a:off x="958175" y="5568500"/>
            <a:ext cx="7227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65" name="Google Shape;965;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66" name="Google Shape;966;g26b641b03cd_0_308"/>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67" name="Google Shape;967;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74" name="Google Shape;974;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JL688</a:t>
            </a:r>
            <a:endParaRPr/>
          </a:p>
        </p:txBody>
      </p:sp>
      <p:pic>
        <p:nvPicPr>
          <p:cNvPr id="975" name="Google Shape;975;g26b641b03cd_0_315"/>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76" name="Google Shape;976;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83" name="Google Shape;983;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84" name="Google Shape;984;g26b641b03cd_1_0"/>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85" name="Google Shape;985;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92" name="Google Shape;99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93" name="Google Shape;993;g1f3daf8a844_0_64"/>
          <p:cNvGrpSpPr/>
          <p:nvPr/>
        </p:nvGrpSpPr>
        <p:grpSpPr>
          <a:xfrm>
            <a:off x="3024000" y="209875"/>
            <a:ext cx="3096000" cy="454800"/>
            <a:chOff x="3024000" y="209875"/>
            <a:chExt cx="3096000" cy="454800"/>
          </a:xfrm>
        </p:grpSpPr>
        <p:sp>
          <p:nvSpPr>
            <p:cNvPr id="994" name="Google Shape;99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96" name="Google Shape;99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7" name="Google Shape;99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8" name="Google Shape;99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9" name="Google Shape;99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00" name="Google Shape;100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01" name="Google Shape;1001;g1f3daf8a844_0_64"/>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02" name="Google Shape;1002;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03" name="Google Shape;1003;g1f3daf8a844_0_64"/>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ED1C24"/>
              </a:solidFill>
              <a:latin typeface="Jost"/>
              <a:ea typeface="Jost"/>
              <a:cs typeface="Jost"/>
              <a:sym typeface="Jost"/>
            </a:endParaRPr>
          </a:p>
        </p:txBody>
      </p:sp>
      <p:sp>
        <p:nvSpPr>
          <p:cNvPr id="1004" name="Google Shape;1004;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05" name="Google Shape;1005;g1f3daf8a844_0_64"/>
          <p:cNvSpPr txBox="1"/>
          <p:nvPr/>
        </p:nvSpPr>
        <p:spPr>
          <a:xfrm>
            <a:off x="348680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06" name="Google Shape;1006;g1f3daf8a844_0_64"/>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07" name="Google Shape;1007;g1f3daf8a844_0_64"/>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
        <p:nvSpPr>
          <p:cNvPr id="1008" name="Google Shape;1008;g1f3daf8a844_0_64"/>
          <p:cNvSpPr txBox="1"/>
          <p:nvPr/>
        </p:nvSpPr>
        <p:spPr>
          <a:xfrm>
            <a:off x="463965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cxnSp>
        <p:nvCxnSpPr>
          <p:cNvPr id="1009" name="Google Shape;100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c51100a3b0_0_85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16" name="Google Shape;1016;g2c51100a3b0_0_85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017" name="Google Shape;1017;g2c51100a3b0_0_857"/>
          <p:cNvGrpSpPr/>
          <p:nvPr/>
        </p:nvGrpSpPr>
        <p:grpSpPr>
          <a:xfrm>
            <a:off x="3024000" y="209875"/>
            <a:ext cx="3096000" cy="454800"/>
            <a:chOff x="3024000" y="209875"/>
            <a:chExt cx="3096000" cy="454800"/>
          </a:xfrm>
        </p:grpSpPr>
        <p:sp>
          <p:nvSpPr>
            <p:cNvPr id="1018" name="Google Shape;1018;g2c51100a3b0_0_85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9" name="Google Shape;1019;g2c51100a3b0_0_85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20" name="Google Shape;1020;g2c51100a3b0_0_85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21" name="Google Shape;1021;g2c51100a3b0_0_857"/>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22" name="Google Shape;1022;g2c51100a3b0_0_857"/>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3" name="Google Shape;1023;g2c51100a3b0_0_857"/>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4" name="Google Shape;1024;g2c51100a3b0_0_857"/>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25" name="Google Shape;1025;g2c51100a3b0_0_857"/>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26" name="Google Shape;1026;g2c51100a3b0_0_857"/>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f</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if f</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 fin fig fit fun fog of</a:t>
            </a:r>
            <a:endParaRPr sz="1800" b="0" i="0" u="none" strike="noStrike" cap="none">
              <a:solidFill>
                <a:srgbClr val="B7B7B7"/>
              </a:solidFill>
              <a:latin typeface="Jost"/>
              <a:ea typeface="Jost"/>
              <a:cs typeface="Jost"/>
              <a:sym typeface="Jost"/>
            </a:endParaRPr>
          </a:p>
        </p:txBody>
      </p:sp>
      <p:sp>
        <p:nvSpPr>
          <p:cNvPr id="1027" name="Google Shape;1027;g2c51100a3b0_0_857"/>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28" name="Google Shape;1028;g2c51100a3b0_0_857"/>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29" name="Google Shape;1029;g2c51100a3b0_0_857"/>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ED1C24"/>
              </a:solidFill>
              <a:latin typeface="Jost"/>
              <a:ea typeface="Jost"/>
              <a:cs typeface="Jost"/>
              <a:sym typeface="Jost"/>
            </a:endParaRPr>
          </a:p>
        </p:txBody>
      </p:sp>
      <p:cxnSp>
        <p:nvCxnSpPr>
          <p:cNvPr id="1030" name="Google Shape;1030;g2c51100a3b0_0_857"/>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31" name="Google Shape;1031;g2c51100a3b0_0_857"/>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32" name="Google Shape;1032;g2c51100a3b0_0_857"/>
          <p:cNvSpPr txBox="1"/>
          <p:nvPr/>
        </p:nvSpPr>
        <p:spPr>
          <a:xfrm>
            <a:off x="348680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33" name="Google Shape;1033;g2c51100a3b0_0_857"/>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34" name="Google Shape;1034;g2c51100a3b0_0_857"/>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
        <p:nvSpPr>
          <p:cNvPr id="1035" name="Google Shape;1035;g2c51100a3b0_0_857"/>
          <p:cNvSpPr txBox="1"/>
          <p:nvPr/>
        </p:nvSpPr>
        <p:spPr>
          <a:xfrm>
            <a:off x="463965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‘Five Little Speckled Frogs'.</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f</a:t>
            </a:r>
            <a:r>
              <a:rPr lang="en-US"/>
              <a:t>’ in a variety of sizes and media, for example using chalk to</a:t>
            </a:r>
            <a:endParaRPr/>
          </a:p>
          <a:p>
            <a:pPr marL="457200" lvl="0" indent="-330200" algn="l" rtl="0">
              <a:lnSpc>
                <a:spcPct val="115000"/>
              </a:lnSpc>
              <a:spcBef>
                <a:spcPts val="0"/>
              </a:spcBef>
              <a:spcAft>
                <a:spcPts val="0"/>
              </a:spcAft>
              <a:buSzPts val="1600"/>
              <a:buChar char="•"/>
            </a:pPr>
            <a:r>
              <a:rPr lang="en-US"/>
              <a:t>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a:p>
            <a:pPr marL="457200" lvl="0" indent="-330200" algn="l" rtl="0">
              <a:lnSpc>
                <a:spcPct val="115000"/>
              </a:lnSpc>
              <a:spcBef>
                <a:spcPts val="0"/>
              </a:spcBef>
              <a:spcAft>
                <a:spcPts val="0"/>
              </a:spcAft>
              <a:buSzPts val="1600"/>
              <a:buChar char="•"/>
            </a:pPr>
            <a:r>
              <a:rPr lang="en-US"/>
              <a:t>Using pipe cleaners make an '</a:t>
            </a:r>
            <a:r>
              <a:rPr lang="en-US">
                <a:solidFill>
                  <a:srgbClr val="8DC63F"/>
                </a:solidFill>
              </a:rPr>
              <a:t>f</a:t>
            </a:r>
            <a:r>
              <a:rPr lang="en-US"/>
              <a:t>' shape.</a:t>
            </a:r>
            <a:endParaRPr/>
          </a:p>
          <a:p>
            <a:pPr marL="457200" lvl="0" indent="-330200" algn="l" rtl="0">
              <a:lnSpc>
                <a:spcPct val="115000"/>
              </a:lnSpc>
              <a:spcBef>
                <a:spcPts val="0"/>
              </a:spcBef>
              <a:spcAft>
                <a:spcPts val="0"/>
              </a:spcAft>
              <a:buSzPts val="1600"/>
              <a:buChar char="•"/>
            </a:pPr>
            <a:r>
              <a:rPr lang="en-US"/>
              <a:t>Draw or paint a frog or a fish.</a:t>
            </a:r>
            <a:endParaRPr/>
          </a:p>
        </p:txBody>
      </p:sp>
      <p:sp>
        <p:nvSpPr>
          <p:cNvPr id="1042" name="Google Shape;1042;g2c186218c5a_0_118"/>
          <p:cNvSpPr txBox="1"/>
          <p:nvPr/>
        </p:nvSpPr>
        <p:spPr>
          <a:xfrm>
            <a:off x="2323802" y="2314492"/>
            <a:ext cx="293700" cy="71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2356AF"/>
                </a:solidFill>
                <a:latin typeface="Finger Paint"/>
                <a:ea typeface="Finger Paint"/>
                <a:cs typeface="Finger Paint"/>
                <a:sym typeface="Finger Paint"/>
              </a:rPr>
              <a:t>f</a:t>
            </a:r>
            <a:endParaRPr sz="10000" b="0" i="0" u="none" strike="noStrike" cap="none">
              <a:solidFill>
                <a:srgbClr val="2356AF"/>
              </a:solidFill>
              <a:latin typeface="Finger Paint"/>
              <a:ea typeface="Finger Paint"/>
              <a:cs typeface="Finger Paint"/>
              <a:sym typeface="Finger Paint"/>
            </a:endParaRPr>
          </a:p>
        </p:txBody>
      </p:sp>
      <p:pic>
        <p:nvPicPr>
          <p:cNvPr id="1043" name="Google Shape;1043;g2c186218c5a_0_118"/>
          <p:cNvPicPr preferRelativeResize="0"/>
          <p:nvPr/>
        </p:nvPicPr>
        <p:blipFill rotWithShape="1">
          <a:blip r:embed="rId3">
            <a:alphaModFix/>
          </a:blip>
          <a:srcRect/>
          <a:stretch/>
        </p:blipFill>
        <p:spPr>
          <a:xfrm rot="-347961">
            <a:off x="1220905" y="2859002"/>
            <a:ext cx="673487" cy="137629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511</Words>
  <Application>Microsoft Office PowerPoint</Application>
  <PresentationFormat>On-screen Show (4:3)</PresentationFormat>
  <Paragraphs>180</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Finger Paint</vt:lpstr>
      <vt:lpstr>Arial</vt:lpstr>
      <vt:lpstr>Nunito Black</vt:lpstr>
      <vt:lpstr>Mulish</vt:lpstr>
      <vt:lpstr>Poppins Medium</vt:lpstr>
      <vt:lpstr>Calibri</vt:lpstr>
      <vt:lpstr>Poppins</vt:lpstr>
      <vt:lpstr>Jost</vt:lpstr>
      <vt:lpstr>Poppins SemiBold</vt:lpstr>
      <vt:lpstr>Office Theme</vt:lpstr>
      <vt:lpstr>PowerPoint Presentation</vt:lpstr>
      <vt:lpstr>PowerPoint Presentation</vt:lpstr>
      <vt:lpstr>Recall s a t p i n m d g o c k ck e u r h b using flashcards.</vt:lpstr>
      <vt:lpstr>Review Phase 2 Common Exception Words  as I is no go to into the put.</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2026-04-28T00:55:02Z</dcterms:modified>
</cp:coreProperties>
</file>