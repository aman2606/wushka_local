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VcXSlYJKwqPvg2SR1FCUoFGMM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DBD30F-FE66-4A4C-8CCD-30108932669E}">
  <a:tblStyle styleId="{98DBD30F-FE66-4A4C-8CCD-30108932669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cfe3aecf0a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cfe3aecf0a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cfe3aecf0a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cfe3aecf0a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cfe3aecf0a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cfe3aecf0a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9" name="Google Shape;111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8" name="Google Shape;112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9" name="Google Shape;112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2cfe3aecf0a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2" name="Google Shape;1152;g2cfe3aecf0a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3" name="Google Shape;1153;g2cfe3aecf0a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7192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Split Digraph 'u-e'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6 - Wednesday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28</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2.xml"/><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9.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9" Type="http://schemas.openxmlformats.org/officeDocument/2006/relationships/image" Target="../media/image98.png"/><Relationship Id="rId21" Type="http://schemas.openxmlformats.org/officeDocument/2006/relationships/image" Target="../media/image80.png"/><Relationship Id="rId34" Type="http://schemas.openxmlformats.org/officeDocument/2006/relationships/image" Target="../media/image93.png"/><Relationship Id="rId7"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41"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37" Type="http://schemas.openxmlformats.org/officeDocument/2006/relationships/image" Target="../media/image96.png"/><Relationship Id="rId40" Type="http://schemas.openxmlformats.org/officeDocument/2006/relationships/image" Target="../media/image99.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36" Type="http://schemas.openxmlformats.org/officeDocument/2006/relationships/image" Target="../media/image95.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94.png"/><Relationship Id="rId8" Type="http://schemas.openxmlformats.org/officeDocument/2006/relationships/image" Target="../media/image67.png"/><Relationship Id="rId3" Type="http://schemas.openxmlformats.org/officeDocument/2006/relationships/image" Target="../media/image62.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2.png"/><Relationship Id="rId38" Type="http://schemas.openxmlformats.org/officeDocument/2006/relationships/image" Target="../media/image97.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30.png"/><Relationship Id="rId26" Type="http://schemas.openxmlformats.org/officeDocument/2006/relationships/image" Target="../media/image138.png"/><Relationship Id="rId3" Type="http://schemas.openxmlformats.org/officeDocument/2006/relationships/image" Target="../media/image115.png"/><Relationship Id="rId21" Type="http://schemas.openxmlformats.org/officeDocument/2006/relationships/image" Target="../media/image133.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9.png"/><Relationship Id="rId25" Type="http://schemas.openxmlformats.org/officeDocument/2006/relationships/image" Target="../media/image137.png"/><Relationship Id="rId2" Type="http://schemas.openxmlformats.org/officeDocument/2006/relationships/notesSlide" Target="../notesSlides/notesSlide7.xml"/><Relationship Id="rId16" Type="http://schemas.openxmlformats.org/officeDocument/2006/relationships/image" Target="../media/image128.png"/><Relationship Id="rId20" Type="http://schemas.openxmlformats.org/officeDocument/2006/relationships/image" Target="../media/image132.png"/><Relationship Id="rId29"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24" Type="http://schemas.openxmlformats.org/officeDocument/2006/relationships/image" Target="../media/image136.png"/><Relationship Id="rId5" Type="http://schemas.openxmlformats.org/officeDocument/2006/relationships/image" Target="../media/image117.png"/><Relationship Id="rId15" Type="http://schemas.openxmlformats.org/officeDocument/2006/relationships/image" Target="../media/image127.png"/><Relationship Id="rId23" Type="http://schemas.openxmlformats.org/officeDocument/2006/relationships/image" Target="../media/image135.png"/><Relationship Id="rId28" Type="http://schemas.openxmlformats.org/officeDocument/2006/relationships/image" Target="../media/image140.png"/><Relationship Id="rId10" Type="http://schemas.openxmlformats.org/officeDocument/2006/relationships/image" Target="../media/image122.png"/><Relationship Id="rId19" Type="http://schemas.openxmlformats.org/officeDocument/2006/relationships/image" Target="../media/image131.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4.png"/><Relationship Id="rId27" Type="http://schemas.openxmlformats.org/officeDocument/2006/relationships/image" Target="../media/image139.png"/><Relationship Id="rId30" Type="http://schemas.openxmlformats.org/officeDocument/2006/relationships/image" Target="../media/image142.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9.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5" Type="http://schemas.openxmlformats.org/officeDocument/2006/relationships/image" Target="../media/image16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79677"/>
            <a:ext cx="38826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262626"/>
              </a:buClr>
              <a:buSzPts val="3600"/>
              <a:buNone/>
            </a:pPr>
            <a:r>
              <a:rPr lang="en-US" sz="3000"/>
              <a:t>Split Digraph 'u-e' (/y-oo/)</a:t>
            </a:r>
            <a:endParaRPr sz="3000"/>
          </a:p>
        </p:txBody>
      </p:sp>
      <p:sp>
        <p:nvSpPr>
          <p:cNvPr id="668" name="Google Shape;668;p1"/>
          <p:cNvSpPr txBox="1">
            <a:spLocks noGrp="1"/>
          </p:cNvSpPr>
          <p:nvPr>
            <p:ph type="subTitle" idx="2"/>
          </p:nvPr>
        </p:nvSpPr>
        <p:spPr>
          <a:xfrm>
            <a:off x="884092" y="3717122"/>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28</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{98DBD30F-FE66-4A4C-8CCD-30108932669E}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t="99" b="109"/>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71" name="Google Shape;671;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72" name="Google Shape;672;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3" name="Google Shape;673;p1"/>
          <p:cNvPicPr preferRelativeResize="0"/>
          <p:nvPr/>
        </p:nvPicPr>
        <p:blipFill rotWithShape="1">
          <a:blip r:embed="rId6">
            <a:alphaModFix/>
          </a:blip>
          <a:srcRect l="19" r="19"/>
          <a:stretch/>
        </p:blipFill>
        <p:spPr>
          <a:xfrm rot="540306">
            <a:off x="7336182" y="3887252"/>
            <a:ext cx="1208038"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bee4f4af4b_0_204"/>
          <p:cNvSpPr txBox="1">
            <a:spLocks noGrp="1"/>
          </p:cNvSpPr>
          <p:nvPr>
            <p:ph type="body" idx="1"/>
          </p:nvPr>
        </p:nvSpPr>
        <p:spPr>
          <a:xfrm>
            <a:off x="3298550" y="1032250"/>
            <a:ext cx="5164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split digraph </a:t>
            </a:r>
            <a:r>
              <a:rPr lang="en-US">
                <a:solidFill>
                  <a:srgbClr val="8DC63F"/>
                </a:solidFill>
              </a:rPr>
              <a:t>u-e</a:t>
            </a:r>
            <a:r>
              <a:rPr lang="en-US"/>
              <a:t> (</a:t>
            </a:r>
            <a:r>
              <a:rPr lang="en-US">
                <a:solidFill>
                  <a:srgbClr val="8DC63F"/>
                </a:solidFill>
              </a:rPr>
              <a:t>/y-oo/</a:t>
            </a:r>
            <a:r>
              <a:rPr lang="en-US"/>
              <a:t>).</a:t>
            </a:r>
            <a:endParaRPr/>
          </a:p>
        </p:txBody>
      </p:sp>
      <p:sp>
        <p:nvSpPr>
          <p:cNvPr id="680" name="Google Shape;680;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5860124" y="5256525"/>
            <a:ext cx="141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693" name="Google Shape;69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4" name="Google Shape;69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5" name="Google Shape;695;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6" name="Google Shape;696;g2bee4f4af4b_0_204">
            <a:hlinkClick r:id="rId8" action="ppaction://hlinksldjump"/>
          </p:cNvPr>
          <p:cNvSpPr/>
          <p:nvPr/>
        </p:nvSpPr>
        <p:spPr>
          <a:xfrm>
            <a:off x="963913" y="387511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bee4f4af4b_0_204">
            <a:hlinkClick r:id="rId9" action="ppaction://hlinksldjump"/>
          </p:cNvPr>
          <p:cNvSpPr/>
          <p:nvPr/>
        </p:nvSpPr>
        <p:spPr>
          <a:xfrm>
            <a:off x="2411750" y="378708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10" action="ppaction://hlinksldjump"/>
          </p:cNvPr>
          <p:cNvSpPr/>
          <p:nvPr/>
        </p:nvSpPr>
        <p:spPr>
          <a:xfrm>
            <a:off x="3588111" y="378708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1" action="ppaction://hlinksldjump"/>
          </p:cNvPr>
          <p:cNvSpPr/>
          <p:nvPr/>
        </p:nvSpPr>
        <p:spPr>
          <a:xfrm>
            <a:off x="4778412" y="378708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12" action="ppaction://hlinksldjump"/>
          </p:cNvPr>
          <p:cNvSpPr/>
          <p:nvPr/>
        </p:nvSpPr>
        <p:spPr>
          <a:xfrm>
            <a:off x="5974724" y="373711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7" name="Google Shape;707;g26b641b03cd_0_165"/>
          <p:cNvGrpSpPr/>
          <p:nvPr/>
        </p:nvGrpSpPr>
        <p:grpSpPr>
          <a:xfrm>
            <a:off x="930400" y="2053244"/>
            <a:ext cx="7283200" cy="3724851"/>
            <a:chOff x="930400" y="2129444"/>
            <a:chExt cx="7283200" cy="3724851"/>
          </a:xfrm>
        </p:grpSpPr>
        <p:pic>
          <p:nvPicPr>
            <p:cNvPr id="708" name="Google Shape;70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7" name="Google Shape;737;g26b7edf6e71_0_26"/>
          <p:cNvGrpSpPr/>
          <p:nvPr/>
        </p:nvGrpSpPr>
        <p:grpSpPr>
          <a:xfrm>
            <a:off x="930400" y="2053250"/>
            <a:ext cx="7283201" cy="2971674"/>
            <a:chOff x="930400" y="2129450"/>
            <a:chExt cx="7283201" cy="2971674"/>
          </a:xfrm>
        </p:grpSpPr>
        <p:pic>
          <p:nvPicPr>
            <p:cNvPr id="738" name="Google Shape;73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8" name="Google Shape;74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3" name="Google Shape;773;g2c298da1f27_0_417"/>
          <p:cNvPicPr preferRelativeResize="0"/>
          <p:nvPr/>
        </p:nvPicPr>
        <p:blipFill rotWithShape="1">
          <a:blip r:embed="rId3">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4"/>
              </a:srgbClr>
            </a:outerShdw>
          </a:effectLst>
        </p:spPr>
      </p:pic>
      <p:pic>
        <p:nvPicPr>
          <p:cNvPr id="774" name="Google Shape;774;g2c298da1f27_0_417"/>
          <p:cNvPicPr preferRelativeResize="0"/>
          <p:nvPr/>
        </p:nvPicPr>
        <p:blipFill rotWithShape="1">
          <a:blip r:embed="rId4">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5">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6">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7">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8">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9">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0">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1">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2">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3">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4">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5">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6">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1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18">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19">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0">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1">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2">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4" name="Google Shape;794;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5">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26">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7" name="Google Shape;797;g2c298da1f27_0_417"/>
          <p:cNvPicPr preferRelativeResize="0"/>
          <p:nvPr/>
        </p:nvPicPr>
        <p:blipFill rotWithShape="1">
          <a:blip r:embed="rId27">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2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29">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c298da1f27_0_417"/>
          <p:cNvPicPr preferRelativeResize="0"/>
          <p:nvPr/>
        </p:nvPicPr>
        <p:blipFill rotWithShape="1">
          <a:blip r:embed="rId30">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1">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2c298da1f27_0_417"/>
          <p:cNvPicPr preferRelativeResize="0"/>
          <p:nvPr/>
        </p:nvPicPr>
        <p:blipFill rotWithShape="1">
          <a:blip r:embed="rId32">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3">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4">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5">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6">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37">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38">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39">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0">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c298da1f27_0_417"/>
          <p:cNvPicPr preferRelativeResize="0"/>
          <p:nvPr/>
        </p:nvPicPr>
        <p:blipFill rotWithShape="1">
          <a:blip r:embed="rId41">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8" name="Google Shape;818;g26b7edf6e71_0_109"/>
          <p:cNvGrpSpPr/>
          <p:nvPr/>
        </p:nvGrpSpPr>
        <p:grpSpPr>
          <a:xfrm>
            <a:off x="865957" y="2135925"/>
            <a:ext cx="7282807" cy="2686611"/>
            <a:chOff x="867357" y="2129450"/>
            <a:chExt cx="7282807" cy="2686611"/>
          </a:xfrm>
        </p:grpSpPr>
        <p:pic>
          <p:nvPicPr>
            <p:cNvPr id="819" name="Google Shape;81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9" name="Google Shape;839;g2c298d33e0c_0_6"/>
          <p:cNvGrpSpPr/>
          <p:nvPr/>
        </p:nvGrpSpPr>
        <p:grpSpPr>
          <a:xfrm>
            <a:off x="866900" y="2079100"/>
            <a:ext cx="7281864" cy="2684601"/>
            <a:chOff x="868300" y="2129450"/>
            <a:chExt cx="7281864" cy="2684601"/>
          </a:xfrm>
        </p:grpSpPr>
        <p:pic>
          <p:nvPicPr>
            <p:cNvPr id="840" name="Google Shape;840;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4" name="Google Shape;844;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4" name="Google Shape;874;g2c298da1f27_0_455"/>
          <p:cNvGrpSpPr/>
          <p:nvPr/>
        </p:nvGrpSpPr>
        <p:grpSpPr>
          <a:xfrm>
            <a:off x="868300" y="2129450"/>
            <a:ext cx="7281864" cy="2684601"/>
            <a:chOff x="868300" y="2053250"/>
            <a:chExt cx="7281864" cy="2684601"/>
          </a:xfrm>
        </p:grpSpPr>
        <p:pic>
          <p:nvPicPr>
            <p:cNvPr id="875" name="Google Shape;875;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a:t>
            </a:r>
            <a:r>
              <a:rPr lang="en-US"/>
              <a:t>.</a:t>
            </a:r>
            <a:endParaRPr/>
          </a:p>
        </p:txBody>
      </p:sp>
      <p:pic>
        <p:nvPicPr>
          <p:cNvPr id="894" name="Google Shape;89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3" name="Google Shape;91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4" name="Google Shape;914;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5" name="Google Shape;91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22" name="Google Shape;92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23" name="Google Shape;923;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24" name="Google Shape;92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32" name="Google Shape;93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33" name="Google Shape;93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0" name="Google Shape;94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41" name="Google Shape;941;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42" name="Google Shape;94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9" name="Google Shape;94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6" name="Google Shape;95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7" name="Google Shape;95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7" name="Google Shape;967;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8" name="Google Shape;96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9" name="Google Shape;96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c4fb7f6616_1_0"/>
          <p:cNvSpPr/>
          <p:nvPr/>
        </p:nvSpPr>
        <p:spPr>
          <a:xfrm>
            <a:off x="3070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4fb7f6616_1_0"/>
          <p:cNvSpPr/>
          <p:nvPr/>
        </p:nvSpPr>
        <p:spPr>
          <a:xfrm>
            <a:off x="40835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b7f6616_1_0"/>
          <p:cNvSpPr/>
          <p:nvPr/>
        </p:nvSpPr>
        <p:spPr>
          <a:xfrm>
            <a:off x="4868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5" name="Google Shape;97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6" name="Google Shape;976;g2c4fb7f6616_1_0"/>
          <p:cNvSpPr txBox="1">
            <a:spLocks noGrp="1"/>
          </p:cNvSpPr>
          <p:nvPr>
            <p:ph type="subTitle" idx="4294967295"/>
          </p:nvPr>
        </p:nvSpPr>
        <p:spPr>
          <a:xfrm>
            <a:off x="42987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7" name="Google Shape;977;g2c4fb7f6616_1_0"/>
          <p:cNvSpPr txBox="1">
            <a:spLocks noGrp="1"/>
          </p:cNvSpPr>
          <p:nvPr>
            <p:ph type="subTitle" idx="4294967295"/>
          </p:nvPr>
        </p:nvSpPr>
        <p:spPr>
          <a:xfrm>
            <a:off x="2500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78" name="Google Shape;978;g2c4fb7f6616_1_0"/>
          <p:cNvSpPr txBox="1">
            <a:spLocks noGrp="1"/>
          </p:cNvSpPr>
          <p:nvPr>
            <p:ph type="subTitle" idx="4294967295"/>
          </p:nvPr>
        </p:nvSpPr>
        <p:spPr>
          <a:xfrm>
            <a:off x="3513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979" name="Google Shape;97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1" name="Google Shape;981;g2c4fb7f6616_1_0"/>
          <p:cNvSpPr txBox="1">
            <a:spLocks noGrp="1"/>
          </p:cNvSpPr>
          <p:nvPr>
            <p:ph type="subTitle" idx="4294967295"/>
          </p:nvPr>
        </p:nvSpPr>
        <p:spPr>
          <a:xfrm>
            <a:off x="5114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82" name="Google Shape;982;g2c4fb7f6616_1_0"/>
          <p:cNvGrpSpPr/>
          <p:nvPr/>
        </p:nvGrpSpPr>
        <p:grpSpPr>
          <a:xfrm>
            <a:off x="4210063" y="1164625"/>
            <a:ext cx="1737300" cy="933225"/>
            <a:chOff x="4210063" y="1164625"/>
            <a:chExt cx="1737300" cy="933225"/>
          </a:xfrm>
        </p:grpSpPr>
        <p:sp>
          <p:nvSpPr>
            <p:cNvPr id="983" name="Google Shape;983;g2c4fb7f6616_1_0"/>
            <p:cNvSpPr/>
            <p:nvPr/>
          </p:nvSpPr>
          <p:spPr>
            <a:xfrm rot="-5400000">
              <a:off x="38503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c4fb7f6616_1_0"/>
            <p:cNvSpPr/>
            <p:nvPr/>
          </p:nvSpPr>
          <p:spPr>
            <a:xfrm>
              <a:off x="4210063" y="1164625"/>
              <a:ext cx="1737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c4fb7f6616_1_0"/>
            <p:cNvSpPr/>
            <p:nvPr/>
          </p:nvSpPr>
          <p:spPr>
            <a:xfrm rot="5400000">
              <a:off x="54486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cfe3aecf0a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2" name="Google Shape;992;g2cfe3aecf0a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3" name="Google Shape;993;g2cfe3aecf0a_0_5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e3aecf0a_0_5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fe3aecf0a_0_5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fe3aecf0a_0_5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fe3aecf0a_0_5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fe3aecf0a_0_5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9" name="Google Shape;999;g2cfe3aecf0a_0_5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0" name="Google Shape;1000;g2cfe3aecf0a_0_5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1" name="Google Shape;1001;g2cfe3aecf0a_0_5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2" name="Google Shape;1002;g2cfe3aecf0a_0_5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3" name="Google Shape;1003;g2cfe3aecf0a_0_5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4" name="Google Shape;1004;g2cfe3aecf0a_0_5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5" name="Google Shape;1005;g2cfe3aecf0a_0_5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6" name="Google Shape;1006;g2cfe3aecf0a_0_5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fe3aecf0a_0_5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cfe3aecf0a_0_52"/>
          <p:cNvSpPr/>
          <p:nvPr/>
        </p:nvSpPr>
        <p:spPr>
          <a:xfrm>
            <a:off x="3070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fe3aecf0a_0_52"/>
          <p:cNvSpPr/>
          <p:nvPr/>
        </p:nvSpPr>
        <p:spPr>
          <a:xfrm>
            <a:off x="40835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cfe3aecf0a_0_52"/>
          <p:cNvSpPr/>
          <p:nvPr/>
        </p:nvSpPr>
        <p:spPr>
          <a:xfrm>
            <a:off x="50970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1" name="Google Shape;1011;g2cfe3aecf0a_0_5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2" name="Google Shape;1012;g2cfe3aecf0a_0_52"/>
          <p:cNvSpPr txBox="1">
            <a:spLocks noGrp="1"/>
          </p:cNvSpPr>
          <p:nvPr>
            <p:ph type="subTitle" idx="4294967295"/>
          </p:nvPr>
        </p:nvSpPr>
        <p:spPr>
          <a:xfrm>
            <a:off x="4527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13" name="Google Shape;1013;g2cfe3aecf0a_0_52"/>
          <p:cNvSpPr txBox="1">
            <a:spLocks noGrp="1"/>
          </p:cNvSpPr>
          <p:nvPr>
            <p:ph type="subTitle" idx="4294967295"/>
          </p:nvPr>
        </p:nvSpPr>
        <p:spPr>
          <a:xfrm>
            <a:off x="2500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1014" name="Google Shape;1014;g2cfe3aecf0a_0_52"/>
          <p:cNvSpPr txBox="1">
            <a:spLocks noGrp="1"/>
          </p:cNvSpPr>
          <p:nvPr>
            <p:ph type="subTitle" idx="4294967295"/>
          </p:nvPr>
        </p:nvSpPr>
        <p:spPr>
          <a:xfrm>
            <a:off x="3513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1015" name="Google Shape;1015;g2cfe3aecf0a_0_5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fe3aecf0a_0_5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7" name="Google Shape;1017;g2cfe3aecf0a_0_52"/>
          <p:cNvSpPr txBox="1">
            <a:spLocks noGrp="1"/>
          </p:cNvSpPr>
          <p:nvPr>
            <p:ph type="subTitle" idx="4294967295"/>
          </p:nvPr>
        </p:nvSpPr>
        <p:spPr>
          <a:xfrm>
            <a:off x="5495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18" name="Google Shape;1018;g2cfe3aecf0a_0_52"/>
          <p:cNvGrpSpPr/>
          <p:nvPr/>
        </p:nvGrpSpPr>
        <p:grpSpPr>
          <a:xfrm>
            <a:off x="4210063" y="1164625"/>
            <a:ext cx="2118315" cy="933225"/>
            <a:chOff x="4210063" y="1164625"/>
            <a:chExt cx="2118315" cy="933225"/>
          </a:xfrm>
        </p:grpSpPr>
        <p:sp>
          <p:nvSpPr>
            <p:cNvPr id="1019" name="Google Shape;1019;g2cfe3aecf0a_0_52"/>
            <p:cNvSpPr/>
            <p:nvPr/>
          </p:nvSpPr>
          <p:spPr>
            <a:xfrm rot="-5400000">
              <a:off x="38503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cfe3aecf0a_0_52"/>
            <p:cNvSpPr/>
            <p:nvPr/>
          </p:nvSpPr>
          <p:spPr>
            <a:xfrm>
              <a:off x="4210078" y="1164625"/>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cfe3aecf0a_0_52"/>
            <p:cNvSpPr/>
            <p:nvPr/>
          </p:nvSpPr>
          <p:spPr>
            <a:xfrm rot="5400000">
              <a:off x="58296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cfe3aecf0a_0_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8" name="Google Shape;1028;g2cfe3aecf0a_0_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9" name="Google Shape;1029;g2cfe3aecf0a_0_1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fe3aecf0a_0_1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fe3aecf0a_0_1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cfe3aecf0a_0_1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fe3aecf0a_0_1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cfe3aecf0a_0_1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5" name="Google Shape;1035;g2cfe3aecf0a_0_1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6" name="Google Shape;1036;g2cfe3aecf0a_0_1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7" name="Google Shape;1037;g2cfe3aecf0a_0_1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8" name="Google Shape;1038;g2cfe3aecf0a_0_1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9" name="Google Shape;1039;g2cfe3aecf0a_0_1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0" name="Google Shape;1040;g2cfe3aecf0a_0_1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1" name="Google Shape;1041;g2cfe3aecf0a_0_1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2" name="Google Shape;1042;g2cfe3aecf0a_0_1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fe3aecf0a_0_1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cfe3aecf0a_0_18"/>
          <p:cNvSpPr/>
          <p:nvPr/>
        </p:nvSpPr>
        <p:spPr>
          <a:xfrm>
            <a:off x="44127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 </a:t>
            </a:r>
            <a:endParaRPr sz="1400" b="0" i="0" u="none" strike="noStrike" cap="none">
              <a:solidFill>
                <a:srgbClr val="000000"/>
              </a:solidFill>
              <a:latin typeface="Poppins"/>
              <a:ea typeface="Poppins"/>
              <a:cs typeface="Poppins"/>
              <a:sym typeface="Poppins"/>
            </a:endParaRPr>
          </a:p>
        </p:txBody>
      </p:sp>
      <p:sp>
        <p:nvSpPr>
          <p:cNvPr id="1045" name="Google Shape;1045;g2cfe3aecf0a_0_18"/>
          <p:cNvSpPr/>
          <p:nvPr/>
        </p:nvSpPr>
        <p:spPr>
          <a:xfrm>
            <a:off x="51975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2cfe3aecf0a_0_18"/>
          <p:cNvSpPr/>
          <p:nvPr/>
        </p:nvSpPr>
        <p:spPr>
          <a:xfrm>
            <a:off x="60586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7" name="Google Shape;1047;g2cfe3aecf0a_0_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8" name="Google Shape;1048;g2cfe3aecf0a_0_18"/>
          <p:cNvSpPr txBox="1">
            <a:spLocks noGrp="1"/>
          </p:cNvSpPr>
          <p:nvPr>
            <p:ph type="subTitle" idx="4294967295"/>
          </p:nvPr>
        </p:nvSpPr>
        <p:spPr>
          <a:xfrm>
            <a:off x="5488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49" name="Google Shape;1049;g2cfe3aecf0a_0_18"/>
          <p:cNvSpPr txBox="1">
            <a:spLocks noGrp="1"/>
          </p:cNvSpPr>
          <p:nvPr>
            <p:ph type="subTitle" idx="4294967295"/>
          </p:nvPr>
        </p:nvSpPr>
        <p:spPr>
          <a:xfrm>
            <a:off x="38430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1050" name="Google Shape;1050;g2cfe3aecf0a_0_18"/>
          <p:cNvSpPr txBox="1">
            <a:spLocks noGrp="1"/>
          </p:cNvSpPr>
          <p:nvPr>
            <p:ph type="subTitle" idx="4294967295"/>
          </p:nvPr>
        </p:nvSpPr>
        <p:spPr>
          <a:xfrm>
            <a:off x="46278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1051" name="Google Shape;1051;g2cfe3aecf0a_0_1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cfe3aecf0a_0_1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53" name="Google Shape;1053;g2cfe3aecf0a_0_18"/>
          <p:cNvSpPr txBox="1">
            <a:spLocks noGrp="1"/>
          </p:cNvSpPr>
          <p:nvPr>
            <p:ph type="subTitle" idx="4294967295"/>
          </p:nvPr>
        </p:nvSpPr>
        <p:spPr>
          <a:xfrm>
            <a:off x="6456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54" name="Google Shape;1054;g2cfe3aecf0a_0_18"/>
          <p:cNvGrpSpPr/>
          <p:nvPr/>
        </p:nvGrpSpPr>
        <p:grpSpPr>
          <a:xfrm>
            <a:off x="5171638" y="1164625"/>
            <a:ext cx="1737300" cy="933225"/>
            <a:chOff x="5171638" y="1164625"/>
            <a:chExt cx="1737300" cy="933225"/>
          </a:xfrm>
        </p:grpSpPr>
        <p:sp>
          <p:nvSpPr>
            <p:cNvPr id="1055" name="Google Shape;1055;g2cfe3aecf0a_0_18"/>
            <p:cNvSpPr/>
            <p:nvPr/>
          </p:nvSpPr>
          <p:spPr>
            <a:xfrm rot="-5400000">
              <a:off x="4811938"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6" name="Google Shape;1056;g2cfe3aecf0a_0_18"/>
            <p:cNvSpPr/>
            <p:nvPr/>
          </p:nvSpPr>
          <p:spPr>
            <a:xfrm>
              <a:off x="5171638" y="1164625"/>
              <a:ext cx="1737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7" name="Google Shape;1057;g2cfe3aecf0a_0_18"/>
            <p:cNvSpPr/>
            <p:nvPr/>
          </p:nvSpPr>
          <p:spPr>
            <a:xfrm rot="5400000">
              <a:off x="6410188"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58" name="Google Shape;1058;g2cfe3aecf0a_0_18"/>
          <p:cNvSpPr txBox="1">
            <a:spLocks noGrp="1"/>
          </p:cNvSpPr>
          <p:nvPr>
            <p:ph type="subTitle" idx="4294967295"/>
          </p:nvPr>
        </p:nvSpPr>
        <p:spPr>
          <a:xfrm>
            <a:off x="30810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59" name="Google Shape;1059;g2cfe3aecf0a_0_18"/>
          <p:cNvSpPr txBox="1">
            <a:spLocks noGrp="1"/>
          </p:cNvSpPr>
          <p:nvPr>
            <p:ph type="subTitle" idx="4294967295"/>
          </p:nvPr>
        </p:nvSpPr>
        <p:spPr>
          <a:xfrm>
            <a:off x="2139975" y="13017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60" name="Google Shape;1060;g2cfe3aecf0a_0_18"/>
          <p:cNvSpPr txBox="1">
            <a:spLocks noGrp="1"/>
          </p:cNvSpPr>
          <p:nvPr>
            <p:ph type="subTitle" idx="4294967295"/>
          </p:nvPr>
        </p:nvSpPr>
        <p:spPr>
          <a:xfrm>
            <a:off x="1157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61" name="Google Shape;1061;g2cfe3aecf0a_0_18"/>
          <p:cNvSpPr/>
          <p:nvPr/>
        </p:nvSpPr>
        <p:spPr>
          <a:xfrm>
            <a:off x="36507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 </a:t>
            </a:r>
            <a:endParaRPr sz="1400" b="0" i="0" u="none" strike="noStrike" cap="none">
              <a:solidFill>
                <a:srgbClr val="000000"/>
              </a:solidFill>
              <a:latin typeface="Poppins"/>
              <a:ea typeface="Poppins"/>
              <a:cs typeface="Poppins"/>
              <a:sym typeface="Poppins"/>
            </a:endParaRPr>
          </a:p>
        </p:txBody>
      </p:sp>
      <p:sp>
        <p:nvSpPr>
          <p:cNvPr id="1062" name="Google Shape;1062;g2cfe3aecf0a_0_18"/>
          <p:cNvSpPr/>
          <p:nvPr/>
        </p:nvSpPr>
        <p:spPr>
          <a:xfrm>
            <a:off x="2709675" y="39005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ED1C24"/>
                </a:solidFill>
                <a:latin typeface="Poppins"/>
                <a:ea typeface="Poppins"/>
                <a:cs typeface="Poppins"/>
                <a:sym typeface="Poppins"/>
              </a:rPr>
              <a:t> </a:t>
            </a:r>
            <a:endParaRPr sz="1400" b="0" i="0" u="none" strike="noStrike" cap="none">
              <a:solidFill>
                <a:srgbClr val="ED1C24"/>
              </a:solidFill>
              <a:latin typeface="Poppins"/>
              <a:ea typeface="Poppins"/>
              <a:cs typeface="Poppins"/>
              <a:sym typeface="Poppins"/>
            </a:endParaRPr>
          </a:p>
        </p:txBody>
      </p:sp>
      <p:sp>
        <p:nvSpPr>
          <p:cNvPr id="1063" name="Google Shape;1063;g2cfe3aecf0a_0_18"/>
          <p:cNvSpPr/>
          <p:nvPr/>
        </p:nvSpPr>
        <p:spPr>
          <a:xfrm>
            <a:off x="17276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 </a:t>
            </a:r>
            <a:endParaRPr sz="1400" b="0" i="0" u="none" strike="noStrike" cap="none">
              <a:solidFill>
                <a:srgbClr val="000000"/>
              </a:solidFill>
              <a:latin typeface="Poppins"/>
              <a:ea typeface="Poppins"/>
              <a:cs typeface="Poppins"/>
              <a:sym typeface="Poppins"/>
            </a:endParaRPr>
          </a:p>
        </p:txBody>
      </p:sp>
      <p:sp>
        <p:nvSpPr>
          <p:cNvPr id="1064" name="Google Shape;1064;g2cfe3aecf0a_0_18"/>
          <p:cNvSpPr/>
          <p:nvPr/>
        </p:nvSpPr>
        <p:spPr>
          <a:xfrm>
            <a:off x="4164375" y="38640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1" name="Google Shape;107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8" name="Google Shape;107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9" name="Google Shape;107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0" name="Google Shape;108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7" name="Google Shape;108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8" name="Google Shape;1088;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9" name="Google Shape;108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6" name="Google Shape;109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7" name="Google Shape;1097;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8" name="Google Shape;109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05" name="Google Shape;110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6" name="Google Shape;1106;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7" name="Google Shape;110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26b641b03cd_0_301"/>
          <p:cNvSpPr txBox="1">
            <a:spLocks noGrp="1"/>
          </p:cNvSpPr>
          <p:nvPr>
            <p:ph type="title"/>
          </p:nvPr>
        </p:nvSpPr>
        <p:spPr>
          <a:xfrm>
            <a:off x="845725" y="5568500"/>
            <a:ext cx="7452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14" name="Google Shape;111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115" name="Google Shape;1115;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116" name="Google Shape;111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123" name="Google Shape;112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124" name="Google Shape;112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5" name="Google Shape;1125;g26b641b03cd_0_308"/>
          <p:cNvSpPr txBox="1">
            <a:spLocks noGrp="1"/>
          </p:cNvSpPr>
          <p:nvPr>
            <p:ph type="title"/>
          </p:nvPr>
        </p:nvSpPr>
        <p:spPr>
          <a:xfrm>
            <a:off x="807675"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2" name="Google Shape;113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3" name="Google Shape;1133;g1f3daf8a844_0_64"/>
          <p:cNvGrpSpPr/>
          <p:nvPr/>
        </p:nvGrpSpPr>
        <p:grpSpPr>
          <a:xfrm>
            <a:off x="3024000" y="209875"/>
            <a:ext cx="3096000" cy="454800"/>
            <a:chOff x="3024000" y="209875"/>
            <a:chExt cx="3096000" cy="454800"/>
          </a:xfrm>
        </p:grpSpPr>
        <p:sp>
          <p:nvSpPr>
            <p:cNvPr id="1134" name="Google Shape;113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5" name="Google Shape;113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6" name="Google Shape;113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7" name="Google Shape;113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9" name="Google Shape;113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0" name="Google Shape;114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1" name="Google Shape;114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2" name="Google Shape;114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3" name="Google Shape;114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4" name="Google Shape;114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5" name="Google Shape;114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4600925" y="2160375"/>
            <a:ext cx="1095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148" name="Google Shape;1148;g1f3daf8a844_0_64"/>
          <p:cNvSpPr txBox="1"/>
          <p:nvPr/>
        </p:nvSpPr>
        <p:spPr>
          <a:xfrm>
            <a:off x="34480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49" name="Google Shape;114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g2cfe3aecf0a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6" name="Google Shape;1156;g2cfe3aecf0a_0_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7" name="Google Shape;1157;g2cfe3aecf0a_0_95"/>
          <p:cNvGrpSpPr/>
          <p:nvPr/>
        </p:nvGrpSpPr>
        <p:grpSpPr>
          <a:xfrm>
            <a:off x="3024000" y="209875"/>
            <a:ext cx="3096000" cy="454800"/>
            <a:chOff x="3024000" y="209875"/>
            <a:chExt cx="3096000" cy="454800"/>
          </a:xfrm>
        </p:grpSpPr>
        <p:sp>
          <p:nvSpPr>
            <p:cNvPr id="1158" name="Google Shape;1158;g2cfe3aecf0a_0_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9" name="Google Shape;1159;g2cfe3aecf0a_0_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0" name="Google Shape;1160;g2cfe3aecf0a_0_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1" name="Google Shape;1161;g2cfe3aecf0a_0_9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2" name="Google Shape;1162;g2cfe3aecf0a_0_9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3" name="Google Shape;1163;g2cfe3aecf0a_0_9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4" name="Google Shape;1164;g2cfe3aecf0a_0_9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5" name="Google Shape;1165;g2cfe3aecf0a_0_9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6" name="Google Shape;1166;g2cfe3aecf0a_0_95"/>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cube huge cute mute fume</a:t>
            </a:r>
            <a:endParaRPr sz="1800" b="0" i="0" u="none" strike="noStrike" cap="none">
              <a:solidFill>
                <a:srgbClr val="B7B7B7"/>
              </a:solidFill>
              <a:latin typeface="Jost"/>
              <a:ea typeface="Jost"/>
              <a:cs typeface="Jost"/>
              <a:sym typeface="Jost"/>
            </a:endParaRPr>
          </a:p>
        </p:txBody>
      </p:sp>
      <p:sp>
        <p:nvSpPr>
          <p:cNvPr id="1167" name="Google Shape;1167;g2cfe3aecf0a_0_95"/>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8" name="Google Shape;1168;g2cfe3aecf0a_0_95"/>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9" name="Google Shape;1169;g2cfe3aecf0a_0_9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70" name="Google Shape;1170;g2cfe3aecf0a_0_95"/>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1" name="Google Shape;1171;g2cfe3aecf0a_0_95"/>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72" name="Google Shape;1172;g2cfe3aecf0a_0_9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3" name="Google Shape;1173;g2cfe3aecf0a_0_9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74" name="Google Shape;1174;g2cfe3aecf0a_0_95"/>
          <p:cNvSpPr txBox="1"/>
          <p:nvPr/>
        </p:nvSpPr>
        <p:spPr>
          <a:xfrm>
            <a:off x="4600925" y="2160375"/>
            <a:ext cx="1095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175" name="Google Shape;1175;g2cfe3aecf0a_0_95"/>
          <p:cNvSpPr txBox="1"/>
          <p:nvPr/>
        </p:nvSpPr>
        <p:spPr>
          <a:xfrm>
            <a:off x="34480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433</Words>
  <Application>Microsoft Office PowerPoint</Application>
  <PresentationFormat>On-screen Show (4:3)</PresentationFormat>
  <Paragraphs>173</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Nunito Black</vt:lpstr>
      <vt:lpstr>Arial</vt:lpstr>
      <vt:lpstr>Poppins Medium</vt:lpstr>
      <vt:lpstr>Poppins</vt:lpstr>
      <vt:lpstr>Jost</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2026-05-20T07:06:56Z</dcterms:modified>
</cp:coreProperties>
</file>