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JvpQgqlN0AZesRaBeaeNRCLm+H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62BFF1-4571-408A-8ADB-FE014ADD2595}">
  <a:tblStyle styleId="{A662BFF1-4571-408A-8ADB-FE014ADD259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442add3119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4" name="Google Shape;674;g3442add3119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5" name="Google Shape;675;g3442add3119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3442add3119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g3442add3119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5" name="Google Shape;705;g3442add3119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3442add3119_0_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g3442add3119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3442add3119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442add3119_0_1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442add3119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3442add3119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3442add3119_0_1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3442add3119_0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3442add3119_0_1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3442add3119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3442add3119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3442add3119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3442add3119_0_1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3442add3119_0_1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3442add3119_0_1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3442add3119_0_2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3442add3119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3442add3119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3442add3119_0_2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3442add3119_0_2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3442add3119_0_2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3442add3119_0_9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3442add3119_0_9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3442add3119_0_9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e7c1245cd1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e7c1245cd1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e7c1245cd1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2e7c1245cd1_0_1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g2e7c1245cd1_0_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2" name="Google Shape;1132;g2e7c1245cd1_0_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63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Compare ea - /ee/ and /e/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037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11.3 -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a:t>
            </a:r>
            <a:r>
              <a:rPr lang="en-US" sz="1100">
                <a:solidFill>
                  <a:srgbClr val="53F41A"/>
                </a:solidFill>
                <a:latin typeface="Poppins"/>
                <a:ea typeface="Poppins"/>
                <a:cs typeface="Poppins"/>
                <a:sym typeface="Poppins"/>
              </a:rPr>
              <a:t>a</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a:t>
            </a:r>
            <a:r>
              <a:rPr lang="en-US" sz="1100">
                <a:solidFill>
                  <a:srgbClr val="53F41A"/>
                </a:solidFill>
                <a:latin typeface="Poppins"/>
                <a:ea typeface="Poppins"/>
                <a:cs typeface="Poppins"/>
                <a:sym typeface="Poppins"/>
              </a:rPr>
              <a:t>a</a:t>
            </a:r>
            <a:r>
              <a:rPr lang="en-US" sz="1100" b="0" i="0" u="none" strike="noStrike" cap="none">
                <a:solidFill>
                  <a:srgbClr val="53F41A"/>
                </a:solidFill>
                <a:latin typeface="Poppins"/>
                <a:ea typeface="Poppins"/>
                <a:cs typeface="Poppins"/>
                <a:sym typeface="Poppins"/>
              </a:rPr>
              <a:t>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a:t>
            </a:r>
            <a:r>
              <a:rPr lang="en-US" sz="1100">
                <a:solidFill>
                  <a:srgbClr val="53F41A"/>
                </a:solidFill>
                <a:latin typeface="Poppins"/>
                <a:ea typeface="Poppins"/>
                <a:cs typeface="Poppins"/>
                <a:sym typeface="Poppins"/>
              </a:rPr>
              <a:t>a</a:t>
            </a:r>
            <a:r>
              <a:rPr lang="en-US" sz="1100" b="0" i="0" u="none" strike="noStrike" cap="none">
                <a:solidFill>
                  <a:srgbClr val="53F41A"/>
                </a:solidFill>
                <a:latin typeface="Poppins"/>
                <a:ea typeface="Poppins"/>
                <a:cs typeface="Poppins"/>
                <a:sym typeface="Poppins"/>
              </a:rPr>
              <a:t>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ke</a:t>
            </a:r>
            <a:r>
              <a:rPr lang="en-US" sz="1100" b="0" i="0" u="none" strike="noStrike" cap="none">
                <a:solidFill>
                  <a:srgbClr val="1A1A1A"/>
                </a:solidFill>
                <a:latin typeface="Poppins"/>
                <a:ea typeface="Poppins"/>
                <a:cs typeface="Poppins"/>
                <a:sym typeface="Poppins"/>
              </a:rPr>
              <a:t>, where the 'k' separates the digraph '</a:t>
            </a:r>
            <a:r>
              <a:rPr lang="en-US" sz="1100">
                <a:solidFill>
                  <a:srgbClr val="53F41A"/>
                </a:solidFill>
                <a:latin typeface="Poppins"/>
                <a:ea typeface="Poppins"/>
                <a:cs typeface="Poppins"/>
                <a:sym typeface="Poppins"/>
              </a:rPr>
              <a:t>a</a:t>
            </a:r>
            <a:r>
              <a:rPr lang="en-US" sz="1100" b="0" i="0" u="none" strike="noStrike" cap="none">
                <a:solidFill>
                  <a:srgbClr val="53F41A"/>
                </a:solidFill>
                <a:latin typeface="Poppins"/>
                <a:ea typeface="Poppins"/>
                <a:cs typeface="Poppins"/>
                <a:sym typeface="Poppins"/>
              </a:rPr>
              <a:t>-e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a:t>
            </a:r>
            <a:r>
              <a:rPr lang="en-US" sz="1100">
                <a:solidFill>
                  <a:srgbClr val="53F41A"/>
                </a:solidFill>
                <a:latin typeface="Poppins"/>
                <a:ea typeface="Poppins"/>
                <a:cs typeface="Poppins"/>
                <a:sym typeface="Poppins"/>
              </a:rPr>
              <a:t>a</a:t>
            </a:r>
            <a:r>
              <a:rPr lang="en-US" sz="1100" b="0" i="0" u="none" strike="noStrike" cap="none">
                <a:solidFill>
                  <a:srgbClr val="53F41A"/>
                </a:solidFill>
                <a:latin typeface="Poppins"/>
                <a:ea typeface="Poppins"/>
                <a:cs typeface="Poppins"/>
                <a:sym typeface="Poppins"/>
              </a:rPr>
              <a:t>i/</a:t>
            </a:r>
            <a:r>
              <a:rPr lang="en-US" sz="1100" b="0" i="0" u="none" strike="noStrike" cap="none">
                <a:solidFill>
                  <a:srgbClr val="1A1A1A"/>
                </a:solidFill>
                <a:latin typeface="Poppins"/>
                <a:ea typeface="Poppins"/>
                <a:cs typeface="Poppins"/>
                <a:sym typeface="Poppins"/>
              </a:rPr>
              <a:t>. There are six split digraphs in English spelling: '</a:t>
            </a:r>
            <a:r>
              <a:rPr lang="en-US" sz="1100">
                <a:solidFill>
                  <a:srgbClr val="1A1A1A"/>
                </a:solidFill>
                <a:latin typeface="Poppins"/>
                <a:ea typeface="Poppins"/>
                <a:cs typeface="Poppins"/>
                <a:sym typeface="Poppins"/>
              </a:rPr>
              <a:t>a</a:t>
            </a:r>
            <a:r>
              <a:rPr lang="en-US" sz="1100" b="0" i="0" u="none" strike="noStrike" cap="none">
                <a:solidFill>
                  <a:srgbClr val="1A1A1A"/>
                </a:solidFill>
                <a:latin typeface="Poppins"/>
                <a:ea typeface="Poppins"/>
                <a:cs typeface="Poppins"/>
                <a:sym typeface="Poppins"/>
              </a:rPr>
              <a:t>-e', 'e-e', 'i-e', 'o-e', 'u-e', and 'y- e', as in </a:t>
            </a:r>
            <a:r>
              <a:rPr lang="en-US" sz="1100" b="0" i="0" u="none" strike="noStrike" cap="none">
                <a:solidFill>
                  <a:srgbClr val="1A30E8"/>
                </a:solidFill>
                <a:latin typeface="Poppins"/>
                <a:ea typeface="Poppins"/>
                <a:cs typeface="Poppins"/>
                <a:sym typeface="Poppins"/>
              </a:rPr>
              <a:t>m</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a:t>
            </a:r>
            <a:r>
              <a:rPr lang="en-US" sz="1100">
                <a:solidFill>
                  <a:srgbClr val="1A30E8"/>
                </a:solidFill>
                <a:latin typeface="Poppins"/>
                <a:ea typeface="Poppins"/>
                <a:cs typeface="Poppins"/>
                <a:sym typeface="Poppins"/>
              </a:rPr>
              <a:t>a</a:t>
            </a:r>
            <a:r>
              <a:rPr lang="en-US" sz="1100" b="0" i="0" u="none" strike="noStrike" cap="none">
                <a:solidFill>
                  <a:srgbClr val="1A30E8"/>
                </a:solidFill>
                <a:latin typeface="Poppins"/>
                <a:ea typeface="Poppins"/>
                <a:cs typeface="Poppins"/>
                <a:sym typeface="Poppins"/>
              </a:rPr>
              <a:t>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5.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8.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2.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6.png"/><Relationship Id="rId43" Type="http://schemas.openxmlformats.org/officeDocument/2006/relationships/image" Target="../media/image99.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26" Type="http://schemas.openxmlformats.org/officeDocument/2006/relationships/image" Target="../media/image123.png"/><Relationship Id="rId3" Type="http://schemas.openxmlformats.org/officeDocument/2006/relationships/image" Target="../media/image100.png"/><Relationship Id="rId21" Type="http://schemas.openxmlformats.org/officeDocument/2006/relationships/image" Target="../media/image118.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5" Type="http://schemas.openxmlformats.org/officeDocument/2006/relationships/image" Target="../media/image122.png"/><Relationship Id="rId2" Type="http://schemas.openxmlformats.org/officeDocument/2006/relationships/notesSlide" Target="../notesSlides/notesSlide6.xml"/><Relationship Id="rId16" Type="http://schemas.openxmlformats.org/officeDocument/2006/relationships/image" Target="../media/image113.png"/><Relationship Id="rId20" Type="http://schemas.openxmlformats.org/officeDocument/2006/relationships/image" Target="../media/image117.png"/><Relationship Id="rId29" Type="http://schemas.openxmlformats.org/officeDocument/2006/relationships/image" Target="../media/image125.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24" Type="http://schemas.openxmlformats.org/officeDocument/2006/relationships/image" Target="../media/image121.png"/><Relationship Id="rId5" Type="http://schemas.openxmlformats.org/officeDocument/2006/relationships/image" Target="../media/image102.png"/><Relationship Id="rId15" Type="http://schemas.openxmlformats.org/officeDocument/2006/relationships/image" Target="../media/image112.png"/><Relationship Id="rId23" Type="http://schemas.openxmlformats.org/officeDocument/2006/relationships/image" Target="../media/image120.png"/><Relationship Id="rId28" Type="http://schemas.openxmlformats.org/officeDocument/2006/relationships/image" Target="../media/image5.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9.png"/><Relationship Id="rId27" Type="http://schemas.openxmlformats.org/officeDocument/2006/relationships/image" Target="../media/image124.png"/></Relationships>
</file>

<file path=ppt/slides/_rels/slide7.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notesSlide" Target="../notesSlides/notesSlide7.xml"/><Relationship Id="rId16" Type="http://schemas.openxmlformats.org/officeDocument/2006/relationships/image" Target="../media/image139.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5" Type="http://schemas.openxmlformats.org/officeDocument/2006/relationships/image" Target="../media/image13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8.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0.png"/><Relationship Id="rId18" Type="http://schemas.openxmlformats.org/officeDocument/2006/relationships/image" Target="../media/image155.png"/><Relationship Id="rId26" Type="http://schemas.openxmlformats.org/officeDocument/2006/relationships/image" Target="../media/image163.png"/><Relationship Id="rId3" Type="http://schemas.openxmlformats.org/officeDocument/2006/relationships/image" Target="../media/image140.png"/><Relationship Id="rId21" Type="http://schemas.openxmlformats.org/officeDocument/2006/relationships/image" Target="../media/image158.png"/><Relationship Id="rId7" Type="http://schemas.openxmlformats.org/officeDocument/2006/relationships/image" Target="../media/image144.png"/><Relationship Id="rId12" Type="http://schemas.openxmlformats.org/officeDocument/2006/relationships/image" Target="../media/image149.png"/><Relationship Id="rId17" Type="http://schemas.openxmlformats.org/officeDocument/2006/relationships/image" Target="../media/image154.png"/><Relationship Id="rId25" Type="http://schemas.openxmlformats.org/officeDocument/2006/relationships/image" Target="../media/image162.png"/><Relationship Id="rId2" Type="http://schemas.openxmlformats.org/officeDocument/2006/relationships/notesSlide" Target="../notesSlides/notesSlide8.xml"/><Relationship Id="rId16" Type="http://schemas.openxmlformats.org/officeDocument/2006/relationships/image" Target="../media/image153.png"/><Relationship Id="rId20" Type="http://schemas.openxmlformats.org/officeDocument/2006/relationships/image" Target="../media/image157.png"/><Relationship Id="rId29" Type="http://schemas.openxmlformats.org/officeDocument/2006/relationships/image" Target="../media/image166.png"/><Relationship Id="rId1" Type="http://schemas.openxmlformats.org/officeDocument/2006/relationships/slideLayout" Target="../slideLayouts/slideLayout3.xml"/><Relationship Id="rId6" Type="http://schemas.openxmlformats.org/officeDocument/2006/relationships/image" Target="../media/image143.png"/><Relationship Id="rId11" Type="http://schemas.openxmlformats.org/officeDocument/2006/relationships/image" Target="../media/image148.png"/><Relationship Id="rId24" Type="http://schemas.openxmlformats.org/officeDocument/2006/relationships/image" Target="../media/image161.png"/><Relationship Id="rId5" Type="http://schemas.openxmlformats.org/officeDocument/2006/relationships/image" Target="../media/image142.png"/><Relationship Id="rId15" Type="http://schemas.openxmlformats.org/officeDocument/2006/relationships/image" Target="../media/image152.png"/><Relationship Id="rId23" Type="http://schemas.openxmlformats.org/officeDocument/2006/relationships/image" Target="../media/image160.png"/><Relationship Id="rId28" Type="http://schemas.openxmlformats.org/officeDocument/2006/relationships/image" Target="../media/image165.png"/><Relationship Id="rId10" Type="http://schemas.openxmlformats.org/officeDocument/2006/relationships/image" Target="../media/image147.png"/><Relationship Id="rId19" Type="http://schemas.openxmlformats.org/officeDocument/2006/relationships/image" Target="../media/image156.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51.png"/><Relationship Id="rId22" Type="http://schemas.openxmlformats.org/officeDocument/2006/relationships/image" Target="../media/image159.png"/><Relationship Id="rId27" Type="http://schemas.openxmlformats.org/officeDocument/2006/relationships/image" Target="../media/image164.png"/><Relationship Id="rId30" Type="http://schemas.openxmlformats.org/officeDocument/2006/relationships/image" Target="../media/image167.png"/></Relationships>
</file>

<file path=ppt/slides/_rels/slide9.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7.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1.png"/><Relationship Id="rId11" Type="http://schemas.openxmlformats.org/officeDocument/2006/relationships/image" Target="../media/image175.png"/><Relationship Id="rId5" Type="http://schemas.openxmlformats.org/officeDocument/2006/relationships/image" Target="../media/image170.png"/><Relationship Id="rId15" Type="http://schemas.openxmlformats.org/officeDocument/2006/relationships/image" Target="../media/image179.png"/><Relationship Id="rId10" Type="http://schemas.openxmlformats.org/officeDocument/2006/relationships/image" Target="../media/image7.png"/><Relationship Id="rId4" Type="http://schemas.openxmlformats.org/officeDocument/2006/relationships/image" Target="../media/image169.png"/><Relationship Id="rId9" Type="http://schemas.openxmlformats.org/officeDocument/2006/relationships/image" Target="../media/image174.png"/><Relationship Id="rId14" Type="http://schemas.openxmlformats.org/officeDocument/2006/relationships/image" Target="../media/image178.png"/></Relationships>
</file>

<file path=ppt/slides/_rels/slide10.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90.png"/><Relationship Id="rId3" Type="http://schemas.openxmlformats.org/officeDocument/2006/relationships/image" Target="../media/image180.png"/><Relationship Id="rId7" Type="http://schemas.openxmlformats.org/officeDocument/2006/relationships/image" Target="../media/image184.png"/><Relationship Id="rId12" Type="http://schemas.openxmlformats.org/officeDocument/2006/relationships/image" Target="../media/image189.png"/><Relationship Id="rId2" Type="http://schemas.openxmlformats.org/officeDocument/2006/relationships/notesSlide" Target="../notesSlides/notesSlide10.xml"/><Relationship Id="rId16" Type="http://schemas.openxmlformats.org/officeDocument/2006/relationships/image" Target="../media/image193.png"/><Relationship Id="rId1" Type="http://schemas.openxmlformats.org/officeDocument/2006/relationships/slideLayout" Target="../slideLayouts/slideLayout3.xml"/><Relationship Id="rId6" Type="http://schemas.openxmlformats.org/officeDocument/2006/relationships/image" Target="../media/image183.png"/><Relationship Id="rId11" Type="http://schemas.openxmlformats.org/officeDocument/2006/relationships/image" Target="../media/image188.png"/><Relationship Id="rId5" Type="http://schemas.openxmlformats.org/officeDocument/2006/relationships/image" Target="../media/image182.png"/><Relationship Id="rId15" Type="http://schemas.openxmlformats.org/officeDocument/2006/relationships/image" Target="../media/image192.png"/><Relationship Id="rId10" Type="http://schemas.openxmlformats.org/officeDocument/2006/relationships/image" Target="../media/image187.png"/><Relationship Id="rId4" Type="http://schemas.openxmlformats.org/officeDocument/2006/relationships/image" Target="../media/image181.png"/><Relationship Id="rId9" Type="http://schemas.openxmlformats.org/officeDocument/2006/relationships/image" Target="../media/image186.png"/><Relationship Id="rId14" Type="http://schemas.openxmlformats.org/officeDocument/2006/relationships/image" Target="../media/image191.png"/></Relationships>
</file>

<file path=ppt/slides/_rels/slide11.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4.png"/><Relationship Id="rId18" Type="http://schemas.openxmlformats.org/officeDocument/2006/relationships/image" Target="../media/image209.png"/><Relationship Id="rId26" Type="http://schemas.openxmlformats.org/officeDocument/2006/relationships/image" Target="../media/image217.png"/><Relationship Id="rId3" Type="http://schemas.openxmlformats.org/officeDocument/2006/relationships/image" Target="../media/image194.png"/><Relationship Id="rId21" Type="http://schemas.openxmlformats.org/officeDocument/2006/relationships/image" Target="../media/image212.png"/><Relationship Id="rId7" Type="http://schemas.openxmlformats.org/officeDocument/2006/relationships/image" Target="../media/image198.png"/><Relationship Id="rId12" Type="http://schemas.openxmlformats.org/officeDocument/2006/relationships/image" Target="../media/image203.png"/><Relationship Id="rId17" Type="http://schemas.openxmlformats.org/officeDocument/2006/relationships/image" Target="../media/image208.png"/><Relationship Id="rId25" Type="http://schemas.openxmlformats.org/officeDocument/2006/relationships/image" Target="../media/image216.png"/><Relationship Id="rId2" Type="http://schemas.openxmlformats.org/officeDocument/2006/relationships/notesSlide" Target="../notesSlides/notesSlide11.xml"/><Relationship Id="rId16" Type="http://schemas.openxmlformats.org/officeDocument/2006/relationships/image" Target="../media/image207.png"/><Relationship Id="rId20" Type="http://schemas.openxmlformats.org/officeDocument/2006/relationships/image" Target="../media/image211.png"/><Relationship Id="rId1" Type="http://schemas.openxmlformats.org/officeDocument/2006/relationships/slideLayout" Target="../slideLayouts/slideLayout3.xml"/><Relationship Id="rId6" Type="http://schemas.openxmlformats.org/officeDocument/2006/relationships/image" Target="../media/image197.png"/><Relationship Id="rId11" Type="http://schemas.openxmlformats.org/officeDocument/2006/relationships/image" Target="../media/image202.png"/><Relationship Id="rId24" Type="http://schemas.openxmlformats.org/officeDocument/2006/relationships/image" Target="../media/image215.png"/><Relationship Id="rId5" Type="http://schemas.openxmlformats.org/officeDocument/2006/relationships/image" Target="../media/image196.png"/><Relationship Id="rId15" Type="http://schemas.openxmlformats.org/officeDocument/2006/relationships/image" Target="../media/image206.png"/><Relationship Id="rId23" Type="http://schemas.openxmlformats.org/officeDocument/2006/relationships/image" Target="../media/image214.png"/><Relationship Id="rId10" Type="http://schemas.openxmlformats.org/officeDocument/2006/relationships/image" Target="../media/image201.png"/><Relationship Id="rId19" Type="http://schemas.openxmlformats.org/officeDocument/2006/relationships/image" Target="../media/image210.png"/><Relationship Id="rId4" Type="http://schemas.openxmlformats.org/officeDocument/2006/relationships/image" Target="../media/image195.png"/><Relationship Id="rId9" Type="http://schemas.openxmlformats.org/officeDocument/2006/relationships/image" Target="../media/image200.png"/><Relationship Id="rId14" Type="http://schemas.openxmlformats.org/officeDocument/2006/relationships/image" Target="../media/image205.png"/><Relationship Id="rId22" Type="http://schemas.openxmlformats.org/officeDocument/2006/relationships/image" Target="../media/image213.png"/></Relationships>
</file>

<file path=ppt/slides/_rels/slide12.xml.rels><?xml version="1.0" encoding="UTF-8" standalone="yes"?>
<Relationships xmlns="http://schemas.openxmlformats.org/package/2006/relationships"><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24.png"/></Relationships>
</file>

<file path=ppt/slides/_rels/slide15.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8.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19.png"/><Relationship Id="rId5" Type="http://schemas.openxmlformats.org/officeDocument/2006/relationships/image" Target="../media/image217.png"/><Relationship Id="rId4" Type="http://schemas.openxmlformats.org/officeDocument/2006/relationships/image" Target="../media/image158.png"/></Relationships>
</file>

<file path=ppt/slides/_rels/slide20.xml.rels><?xml version="1.0" encoding="UTF-8" standalone="yes"?>
<Relationships xmlns="http://schemas.openxmlformats.org/package/2006/relationships"><Relationship Id="rId3" Type="http://schemas.openxmlformats.org/officeDocument/2006/relationships/image" Target="../media/image227.png"/><Relationship Id="rId7" Type="http://schemas.openxmlformats.org/officeDocument/2006/relationships/image" Target="../media/image231.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Compare ea; </a:t>
            </a:r>
            <a:br>
              <a:rPr lang="en-US" sz="3000"/>
            </a:br>
            <a:r>
              <a:rPr lang="en-US" sz="3000"/>
              <a:t>/ee/ and /e/</a:t>
            </a:r>
            <a:endParaRPr sz="3000"/>
          </a:p>
        </p:txBody>
      </p:sp>
      <p:sp>
        <p:nvSpPr>
          <p:cNvPr id="652" name="Google Shape;652;p1"/>
          <p:cNvSpPr txBox="1">
            <a:spLocks noGrp="1"/>
          </p:cNvSpPr>
          <p:nvPr>
            <p:ph type="subTitle" idx="2"/>
          </p:nvPr>
        </p:nvSpPr>
        <p:spPr>
          <a:xfrm>
            <a:off x="884092" y="37693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54</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title="JL686-127F.png"/>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5" name="Google Shape;655;p1" title="JL686-82F.png"/>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pSp>
      <p:graphicFrame>
        <p:nvGraphicFramePr>
          <p:cNvPr id="656" name="Google Shape;656;p1"/>
          <p:cNvGraphicFramePr/>
          <p:nvPr/>
        </p:nvGraphicFramePr>
        <p:xfrm>
          <a:off x="4844200" y="1646527"/>
          <a:ext cx="3784875" cy="2032200"/>
        </p:xfrm>
        <a:graphic>
          <a:graphicData uri="http://schemas.openxmlformats.org/drawingml/2006/table">
            <a:tbl>
              <a:tblPr firstRow="1" bandRow="1">
                <a:noFill/>
                <a:tableStyleId>{A662BFF1-4571-408A-8ADB-FE014ADD2595}</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Compare alternative phonemes </a:t>
            </a:r>
            <a:r>
              <a:rPr lang="en-US">
                <a:solidFill>
                  <a:srgbClr val="8DC63F"/>
                </a:solidFill>
              </a:rPr>
              <a:t>/ee/</a:t>
            </a:r>
            <a:r>
              <a:rPr lang="en-US"/>
              <a:t> and </a:t>
            </a:r>
            <a:r>
              <a:rPr lang="en-US">
                <a:solidFill>
                  <a:srgbClr val="8DC63F"/>
                </a:solidFill>
              </a:rPr>
              <a:t>/e/</a:t>
            </a:r>
            <a:r>
              <a:rPr lang="en-US"/>
              <a:t> for grapheme '</a:t>
            </a:r>
            <a:r>
              <a:rPr lang="en-US">
                <a:solidFill>
                  <a:srgbClr val="8DC63F"/>
                </a:solidFill>
              </a:rPr>
              <a:t>ea</a:t>
            </a:r>
            <a:r>
              <a:rPr lang="en-US"/>
              <a:t>'.</a:t>
            </a:r>
            <a:endParaRPr/>
          </a:p>
        </p:txBody>
      </p:sp>
      <p:sp>
        <p:nvSpPr>
          <p:cNvPr id="663" name="Google Shape;663;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4" name="Google Shape;664;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6" name="Google Shape;666;g2bee4f4af4b_0_204" title="JL686-82F.png"/>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7" name="Google Shape;667;g2bee4f4af4b_0_204"/>
          <p:cNvSpPr txBox="1"/>
          <p:nvPr/>
        </p:nvSpPr>
        <p:spPr>
          <a:xfrm>
            <a:off x="23174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68" name="Google Shape;668;g2bee4f4af4b_0_204"/>
          <p:cNvSpPr txBox="1"/>
          <p:nvPr/>
        </p:nvSpPr>
        <p:spPr>
          <a:xfrm>
            <a:off x="2022800" y="5256525"/>
            <a:ext cx="140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669" name="Google Shape;669;g2bee4f4af4b_0_204" title="JL687-32F.png"/>
          <p:cNvPicPr preferRelativeResize="0"/>
          <p:nvPr/>
        </p:nvPicPr>
        <p:blipFill rotWithShape="1">
          <a:blip r:embed="rId4">
            <a:alphaModFix/>
          </a:blip>
          <a:srcRect/>
          <a:stretch/>
        </p:blipFill>
        <p:spPr>
          <a:xfrm>
            <a:off x="2258254" y="4326104"/>
            <a:ext cx="931974" cy="665200"/>
          </a:xfrm>
          <a:prstGeom prst="rect">
            <a:avLst/>
          </a:prstGeom>
          <a:noFill/>
          <a:ln>
            <a:noFill/>
          </a:ln>
          <a:effectLst>
            <a:outerShdw blurRad="71438" dist="19050" dir="5220000" algn="bl" rotWithShape="0">
              <a:srgbClr val="D8D8D8"/>
            </a:outerShdw>
          </a:effectLst>
        </p:spPr>
      </p:pic>
      <p:sp>
        <p:nvSpPr>
          <p:cNvPr id="670" name="Google Shape;670;g2bee4f4af4b_0_204">
            <a:hlinkClick r:id="rId5" action="ppaction://hlinksldjump"/>
          </p:cNvPr>
          <p:cNvSpPr/>
          <p:nvPr/>
        </p:nvSpPr>
        <p:spPr>
          <a:xfrm>
            <a:off x="786176"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bee4f4af4b_0_204">
            <a:hlinkClick r:id="rId6" action="ppaction://hlinksldjump"/>
          </p:cNvPr>
          <p:cNvSpPr/>
          <p:nvPr/>
        </p:nvSpPr>
        <p:spPr>
          <a:xfrm>
            <a:off x="2070350" y="377657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g3442add3119_0_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8" name="Google Shape;678;g3442add3119_0_2"/>
          <p:cNvGrpSpPr/>
          <p:nvPr/>
        </p:nvGrpSpPr>
        <p:grpSpPr>
          <a:xfrm>
            <a:off x="930400" y="2053244"/>
            <a:ext cx="7283200" cy="3724851"/>
            <a:chOff x="930400" y="2129444"/>
            <a:chExt cx="7283200" cy="3724851"/>
          </a:xfrm>
        </p:grpSpPr>
        <p:pic>
          <p:nvPicPr>
            <p:cNvPr id="679" name="Google Shape;679;g3442add3119_0_2"/>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3442add3119_0_2"/>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3442add3119_0_2"/>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3442add3119_0_2"/>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3442add3119_0_2"/>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3442add3119_0_2"/>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3442add3119_0_2"/>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3442add3119_0_2"/>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3442add3119_0_2"/>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3442add3119_0_2"/>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3442add3119_0_2"/>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3442add3119_0_2"/>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3442add3119_0_2"/>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3442add3119_0_2"/>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3442add3119_0_2"/>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3442add3119_0_2"/>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3442add3119_0_2"/>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3442add3119_0_2"/>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3442add3119_0_2"/>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3442add3119_0_2"/>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3442add3119_0_2"/>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3442add3119_0_2"/>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3442add3119_0_2"/>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g3442add3119_0_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8" name="Google Shape;708;g3442add3119_0_31"/>
          <p:cNvGrpSpPr/>
          <p:nvPr/>
        </p:nvGrpSpPr>
        <p:grpSpPr>
          <a:xfrm>
            <a:off x="930400" y="2053250"/>
            <a:ext cx="7283201" cy="2971674"/>
            <a:chOff x="930400" y="2129450"/>
            <a:chExt cx="7283201" cy="2971674"/>
          </a:xfrm>
        </p:grpSpPr>
        <p:pic>
          <p:nvPicPr>
            <p:cNvPr id="709" name="Google Shape;709;g3442add3119_0_31"/>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0" name="Google Shape;710;g3442add3119_0_31"/>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1" name="Google Shape;711;g3442add3119_0_31"/>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3442add3119_0_31"/>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3442add3119_0_31"/>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3442add3119_0_31"/>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3442add3119_0_31"/>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3442add3119_0_31"/>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3442add3119_0_31"/>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3442add3119_0_31"/>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9" name="Google Shape;719;g3442add3119_0_31"/>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3442add3119_0_31"/>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3442add3119_0_31"/>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2" name="Google Shape;722;g3442add3119_0_31"/>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3442add3119_0_31"/>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3442add3119_0_31"/>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3442add3119_0_31"/>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3442add3119_0_31"/>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3442add3119_0_31"/>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3442add3119_0_31"/>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9" name="Google Shape;729;g3442add3119_0_31"/>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0" name="Google Shape;730;g3442add3119_0_31"/>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3442add3119_0_31"/>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3442add3119_0_31"/>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3442add3119_0_31"/>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3442add3119_0_31"/>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3442add3119_0_31"/>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3442add3119_0_31"/>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3442add3119_0_31"/>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3442add3119_0_6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4" name="Google Shape;744;g3442add3119_0_66"/>
          <p:cNvGrpSpPr/>
          <p:nvPr/>
        </p:nvGrpSpPr>
        <p:grpSpPr>
          <a:xfrm>
            <a:off x="930400" y="2053250"/>
            <a:ext cx="7283201" cy="2971674"/>
            <a:chOff x="930400" y="2053250"/>
            <a:chExt cx="7283201" cy="2971674"/>
          </a:xfrm>
        </p:grpSpPr>
        <p:pic>
          <p:nvPicPr>
            <p:cNvPr id="745" name="Google Shape;745;g3442add3119_0_66"/>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6" name="Google Shape;746;g3442add3119_0_66"/>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7" name="Google Shape;747;g3442add3119_0_66"/>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8" name="Google Shape;748;g3442add3119_0_66"/>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9" name="Google Shape;749;g3442add3119_0_66"/>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0" name="Google Shape;750;g3442add3119_0_66"/>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3442add3119_0_66"/>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3442add3119_0_66"/>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3442add3119_0_66"/>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3442add3119_0_66"/>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3442add3119_0_66"/>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3442add3119_0_66"/>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3442add3119_0_66"/>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3442add3119_0_66"/>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3442add3119_0_66"/>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3442add3119_0_66"/>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3442add3119_0_66"/>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3442add3119_0_66"/>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3442add3119_0_66"/>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3442add3119_0_66"/>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3442add3119_0_66"/>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3442add3119_0_66"/>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3442add3119_0_66"/>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3442add3119_0_66"/>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3442add3119_0_66"/>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442add3119_0_66"/>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3442add3119_0_66"/>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3442add3119_0_66"/>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3442add3119_0_66"/>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442add3119_0_66"/>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3442add3119_0_66"/>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3442add3119_0_66"/>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42add3119_0_66"/>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3442add3119_0_66"/>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3442add3119_0_66"/>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442add3119_0_66"/>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442add3119_0_66"/>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3442add3119_0_66"/>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3442add3119_0_66"/>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3442add3119_0_66"/>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3442add3119_0_66"/>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3442add3119_0_11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442add3119_0_113"/>
          <p:cNvGrpSpPr/>
          <p:nvPr/>
        </p:nvGrpSpPr>
        <p:grpSpPr>
          <a:xfrm>
            <a:off x="930400" y="2053250"/>
            <a:ext cx="7218395" cy="2674799"/>
            <a:chOff x="930400" y="2053250"/>
            <a:chExt cx="7218395" cy="2674799"/>
          </a:xfrm>
        </p:grpSpPr>
        <p:pic>
          <p:nvPicPr>
            <p:cNvPr id="793" name="Google Shape;793;g3442add3119_0_113"/>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794" name="Google Shape;794;g3442add3119_0_113"/>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5" name="Google Shape;795;g3442add3119_0_113"/>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6" name="Google Shape;796;g3442add3119_0_113"/>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7" name="Google Shape;797;g3442add3119_0_113"/>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8" name="Google Shape;798;g3442add3119_0_113"/>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799" name="Google Shape;799;g3442add3119_0_113"/>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3442add3119_0_113"/>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3442add3119_0_113"/>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2" name="Google Shape;802;g3442add3119_0_113"/>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3442add3119_0_113"/>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3442add3119_0_113"/>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3442add3119_0_113"/>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3442add3119_0_113"/>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3442add3119_0_113"/>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8" name="Google Shape;808;g3442add3119_0_113"/>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3442add3119_0_113"/>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3442add3119_0_113"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11" name="Google Shape;811;g3442add3119_0_113"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12" name="Google Shape;812;g3442add3119_0_113"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13" name="Google Shape;813;g3442add3119_0_113"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14" name="Google Shape;814;g3442add3119_0_113"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15" name="Google Shape;815;g3442add3119_0_113"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16" name="Google Shape;816;g3442add3119_0_113"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17" name="Google Shape;817;g3442add3119_0_113" title="JL686-128F.png"/>
            <p:cNvPicPr preferRelativeResize="0"/>
            <p:nvPr/>
          </p:nvPicPr>
          <p:blipFill rotWithShape="1">
            <a:blip r:embed="rId27">
              <a:alphaModFix/>
            </a:blip>
            <a:srcRect l="79" r="79"/>
            <a:stretch/>
          </p:blipFill>
          <p:spPr>
            <a:xfrm>
              <a:off x="3581491" y="3892004"/>
              <a:ext cx="590656" cy="836045"/>
            </a:xfrm>
            <a:prstGeom prst="rect">
              <a:avLst/>
            </a:prstGeom>
            <a:noFill/>
            <a:ln>
              <a:noFill/>
            </a:ln>
            <a:effectLst>
              <a:outerShdw blurRad="71438" dist="28575" dir="5400000" algn="bl" rotWithShape="0">
                <a:srgbClr val="000000">
                  <a:alpha val="15290"/>
                </a:srgbClr>
              </a:outerShdw>
            </a:effectLst>
          </p:spPr>
        </p:pic>
        <p:pic>
          <p:nvPicPr>
            <p:cNvPr id="818" name="Google Shape;818;g3442add3119_0_113" title="JL686-127F.png"/>
            <p:cNvPicPr preferRelativeResize="0"/>
            <p:nvPr/>
          </p:nvPicPr>
          <p:blipFill rotWithShape="1">
            <a:blip r:embed="rId28">
              <a:alphaModFix/>
            </a:blip>
            <a:srcRect l="79" r="79"/>
            <a:stretch/>
          </p:blipFill>
          <p:spPr>
            <a:xfrm>
              <a:off x="2918718" y="3892004"/>
              <a:ext cx="590656" cy="836045"/>
            </a:xfrm>
            <a:prstGeom prst="rect">
              <a:avLst/>
            </a:prstGeom>
            <a:noFill/>
            <a:ln>
              <a:noFill/>
            </a:ln>
            <a:effectLst>
              <a:outerShdw blurRad="71438" dist="28575" dir="5400000" algn="bl" rotWithShape="0">
                <a:srgbClr val="000000">
                  <a:alpha val="15290"/>
                </a:srgbClr>
              </a:outerShdw>
            </a:effectLst>
          </p:spPr>
        </p:pic>
        <p:pic>
          <p:nvPicPr>
            <p:cNvPr id="819" name="Google Shape;819;g3442add3119_0_113" title="JL686-126F.png"/>
            <p:cNvPicPr preferRelativeResize="0"/>
            <p:nvPr/>
          </p:nvPicPr>
          <p:blipFill rotWithShape="1">
            <a:blip r:embed="rId29">
              <a:alphaModFix/>
            </a:blip>
            <a:srcRect l="19" r="29"/>
            <a:stretch/>
          </p:blipFill>
          <p:spPr>
            <a:xfrm>
              <a:off x="2255946" y="3892003"/>
              <a:ext cx="590656" cy="83604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3442add3119_0_12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6" name="Google Shape;826;g3442add3119_0_129"/>
          <p:cNvGrpSpPr/>
          <p:nvPr/>
        </p:nvGrpSpPr>
        <p:grpSpPr>
          <a:xfrm>
            <a:off x="865957" y="2135925"/>
            <a:ext cx="7282807" cy="2686611"/>
            <a:chOff x="867357" y="2129450"/>
            <a:chExt cx="7282807" cy="2686611"/>
          </a:xfrm>
        </p:grpSpPr>
        <p:pic>
          <p:nvPicPr>
            <p:cNvPr id="827" name="Google Shape;827;g3442add3119_0_12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8" name="Google Shape;828;g3442add3119_0_12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9" name="Google Shape;829;g3442add3119_0_12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3442add3119_0_12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3442add3119_0_12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3442add3119_0_12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3442add3119_0_12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3442add3119_0_12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5" name="Google Shape;835;g3442add3119_0_12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3442add3119_0_12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3442add3119_0_12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3442add3119_0_12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3442add3119_0_12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0" name="Google Shape;840;g3442add3119_0_12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3442add3119_0_14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7" name="Google Shape;847;g3442add3119_0_149"/>
          <p:cNvGrpSpPr/>
          <p:nvPr/>
        </p:nvGrpSpPr>
        <p:grpSpPr>
          <a:xfrm>
            <a:off x="866900" y="2125438"/>
            <a:ext cx="7281864" cy="2684601"/>
            <a:chOff x="868300" y="2129450"/>
            <a:chExt cx="7281864" cy="2684601"/>
          </a:xfrm>
        </p:grpSpPr>
        <p:pic>
          <p:nvPicPr>
            <p:cNvPr id="848" name="Google Shape;848;g3442add3119_0_14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3442add3119_0_14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3442add3119_0_14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3442add3119_0_14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2" name="Google Shape;852;g3442add3119_0_14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3" name="Google Shape;853;g3442add3119_0_14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4" name="Google Shape;854;g3442add3119_0_14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3442add3119_0_14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442add3119_0_14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3442add3119_0_14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3442add3119_0_14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3442add3119_0_14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3442add3119_0_14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1" name="Google Shape;861;g3442add3119_0_14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2" name="Google Shape;862;g3442add3119_0_14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3442add3119_0_14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3442add3119_0_14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5" name="Google Shape;865;g3442add3119_0_14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3442add3119_0_14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7" name="Google Shape;867;g3442add3119_0_14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8" name="Google Shape;868;g3442add3119_0_14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9" name="Google Shape;869;g3442add3119_0_14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3442add3119_0_14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1" name="Google Shape;871;g3442add3119_0_14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2" name="Google Shape;872;g3442add3119_0_14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3" name="Google Shape;873;g3442add3119_0_14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3442add3119_0_14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5" name="Google Shape;875;g3442add3119_0_14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3442add3119_0_18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2" name="Google Shape;882;g3442add3119_0_183"/>
          <p:cNvGrpSpPr/>
          <p:nvPr/>
        </p:nvGrpSpPr>
        <p:grpSpPr>
          <a:xfrm>
            <a:off x="868300" y="2129450"/>
            <a:ext cx="7281864" cy="2684601"/>
            <a:chOff x="868300" y="2053250"/>
            <a:chExt cx="7281864" cy="2684601"/>
          </a:xfrm>
        </p:grpSpPr>
        <p:pic>
          <p:nvPicPr>
            <p:cNvPr id="883" name="Google Shape;883;g3442add3119_0_183"/>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4" name="Google Shape;884;g3442add3119_0_183"/>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5" name="Google Shape;885;g3442add3119_0_183"/>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6" name="Google Shape;886;g3442add3119_0_183"/>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3442add3119_0_183"/>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3442add3119_0_183"/>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3442add3119_0_183"/>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0" name="Google Shape;890;g3442add3119_0_183"/>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1" name="Google Shape;891;g3442add3119_0_183"/>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2" name="Google Shape;892;g3442add3119_0_183"/>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3" name="Google Shape;893;g3442add3119_0_183"/>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4" name="Google Shape;894;g3442add3119_0_183"/>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5" name="Google Shape;895;g3442add3119_0_183"/>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3442add3119_0_20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02" name="Google Shape;902;g3442add3119_0_202"/>
          <p:cNvGrpSpPr/>
          <p:nvPr/>
        </p:nvGrpSpPr>
        <p:grpSpPr>
          <a:xfrm>
            <a:off x="868300" y="2129450"/>
            <a:ext cx="7281864" cy="2688001"/>
            <a:chOff x="868300" y="2129450"/>
            <a:chExt cx="7281864" cy="2688001"/>
          </a:xfrm>
        </p:grpSpPr>
        <p:pic>
          <p:nvPicPr>
            <p:cNvPr id="903" name="Google Shape;903;g3442add3119_0_202"/>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4" name="Google Shape;904;g3442add3119_0_202"/>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5" name="Google Shape;905;g3442add3119_0_202"/>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6" name="Google Shape;906;g3442add3119_0_202"/>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7" name="Google Shape;907;g3442add3119_0_202"/>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8" name="Google Shape;908;g3442add3119_0_202"/>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3442add3119_0_202"/>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0" name="Google Shape;910;g3442add3119_0_202"/>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1" name="Google Shape;911;g3442add3119_0_202"/>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2" name="Google Shape;912;g3442add3119_0_202"/>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3" name="Google Shape;913;g3442add3119_0_202"/>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4" name="Google Shape;914;g3442add3119_0_202"/>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5" name="Google Shape;915;g3442add3119_0_202"/>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6" name="Google Shape;916;g3442add3119_0_202"/>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3442add3119_0_222"/>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23" name="Google Shape;923;g3442add3119_0_222"/>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4" name="Google Shape;924;g3442add3119_0_222"/>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5" name="Google Shape;925;g3442add3119_0_222"/>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3442add3119_0_222"/>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3442add3119_0_222"/>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8" name="Google Shape;928;g3442add3119_0_222"/>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9" name="Google Shape;929;g3442add3119_0_222"/>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0" name="Google Shape;930;g3442add3119_0_222"/>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1" name="Google Shape;931;g3442add3119_0_222"/>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3442add3119_0_222"/>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3442add3119_0_222"/>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4" name="Google Shape;934;g3442add3119_0_222"/>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35" name="Google Shape;935;g3442add3119_0_222"/>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36" name="Google Shape;936;g3442add3119_0_222"/>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37" name="Google Shape;937;g3442add3119_0_222"/>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3442add3119_0_222"/>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39" name="Google Shape;939;g3442add3119_0_222"/>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40" name="Google Shape;940;g3442add3119_0_222"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41" name="Google Shape;941;g3442add3119_0_222"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42" name="Google Shape;942;g3442add3119_0_222"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43" name="Google Shape;943;g3442add3119_0_222"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44" name="Google Shape;944;g3442add3119_0_222"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45" name="Google Shape;945;g3442add3119_0_222"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46" name="Google Shape;946;g3442add3119_0_222"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3442add3119_0_952"/>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a:t>
            </a:r>
            <a:r>
              <a:rPr lang="en-US" sz="1800"/>
              <a:t>.</a:t>
            </a:r>
            <a:endParaRPr sz="1800"/>
          </a:p>
        </p:txBody>
      </p:sp>
      <p:pic>
        <p:nvPicPr>
          <p:cNvPr id="953" name="Google Shape;953;g3442add3119_0_952"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54" name="Google Shape;954;g3442add3119_0_952"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955" name="Google Shape;955;g3442add3119_0_952"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56" name="Google Shape;956;g3442add3119_0_952"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57" name="Google Shape;957;g3442add3119_0_952"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4" name="Google Shape;96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65" name="Google Shape;96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6" name="Google Shape;966;g2c186218c5a_0_25" title="JL686-82F.png"/>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967" name="Google Shape;967;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68" name="Google Shape;968;g2c186218c5a_0_25" title="JL686-127F.png"/>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5" name="Google Shape;975;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76" name="Google Shape;976;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7" name="Google Shape;977;g2e5653a5c66_0_0" title="JL686-82B.png"/>
          <p:cNvPicPr preferRelativeResize="0"/>
          <p:nvPr/>
        </p:nvPicPr>
        <p:blipFill rotWithShape="1">
          <a:blip r:embed="rId3">
            <a:alphaModFix/>
          </a:blip>
          <a:srcRect t="59" b="49"/>
          <a:stretch/>
        </p:blipFill>
        <p:spPr>
          <a:xfrm>
            <a:off x="1441162" y="1197025"/>
            <a:ext cx="2826423" cy="4000649"/>
          </a:xfrm>
          <a:prstGeom prst="rect">
            <a:avLst/>
          </a:prstGeom>
          <a:noFill/>
          <a:ln>
            <a:noFill/>
          </a:ln>
          <a:effectLst>
            <a:outerShdw blurRad="71438" dist="19050" dir="5400000" algn="bl" rotWithShape="0">
              <a:srgbClr val="000000">
                <a:alpha val="18039"/>
              </a:srgbClr>
            </a:outerShdw>
          </a:effectLst>
        </p:spPr>
      </p:pic>
      <p:cxnSp>
        <p:nvCxnSpPr>
          <p:cNvPr id="978" name="Google Shape;978;g2e5653a5c66_0_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79" name="Google Shape;979;g2e5653a5c66_0_0" title="JL686-127B.png"/>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86" name="Google Shape;98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3" name="Google Shape;99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4" name="Google Shape;994;g2c4fb7f6616_1_0"/>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c4fb7f6616_1_0"/>
          <p:cNvSpPr/>
          <p:nvPr/>
        </p:nvSpPr>
        <p:spPr>
          <a:xfrm>
            <a:off x="5885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6" name="Google Shape;99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7" name="Google Shape;997;g2c4fb7f6616_1_0"/>
          <p:cNvSpPr txBox="1">
            <a:spLocks noGrp="1"/>
          </p:cNvSpPr>
          <p:nvPr>
            <p:ph type="subTitle" idx="4294967295"/>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98" name="Google Shape;998;g2c4fb7f6616_1_0"/>
          <p:cNvSpPr txBox="1">
            <a:spLocks noGrp="1"/>
          </p:cNvSpPr>
          <p:nvPr>
            <p:ph type="subTitle" idx="4294967295"/>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99" name="Google Shape;999;g2c4fb7f6616_1_0"/>
          <p:cNvSpPr txBox="1">
            <a:spLocks noGrp="1"/>
          </p:cNvSpPr>
          <p:nvPr>
            <p:ph type="subTitle" idx="4294967295"/>
          </p:nvPr>
        </p:nvSpPr>
        <p:spPr>
          <a:xfrm>
            <a:off x="3146925" y="1308025"/>
            <a:ext cx="2469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e</a:t>
            </a:r>
            <a:r>
              <a:rPr lang="en-US" sz="12900" b="0" i="0" u="none" strike="noStrike" cap="none">
                <a:solidFill>
                  <a:srgbClr val="815138"/>
                </a:solidFill>
                <a:latin typeface="Poppins"/>
                <a:ea typeface="Poppins"/>
                <a:cs typeface="Poppins"/>
                <a:sym typeface="Poppins"/>
              </a:rPr>
              <a:t>a</a:t>
            </a:r>
            <a:endParaRPr sz="12900" b="0" i="0" u="none" strike="noStrike" cap="none">
              <a:solidFill>
                <a:srgbClr val="815138"/>
              </a:solidFill>
              <a:latin typeface="Poppins"/>
              <a:ea typeface="Poppins"/>
              <a:cs typeface="Poppins"/>
              <a:sym typeface="Poppins"/>
            </a:endParaRPr>
          </a:p>
        </p:txBody>
      </p:sp>
      <p:sp>
        <p:nvSpPr>
          <p:cNvPr id="1000" name="Google Shape;1000;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8" name="Google Shape;1008;g2c4fb7f6616_1_0"/>
          <p:cNvGrpSpPr/>
          <p:nvPr/>
        </p:nvGrpSpPr>
        <p:grpSpPr>
          <a:xfrm>
            <a:off x="-550" y="6984600"/>
            <a:ext cx="8596479" cy="808600"/>
            <a:chOff x="-550" y="6984600"/>
            <a:chExt cx="8596479" cy="808600"/>
          </a:xfrm>
        </p:grpSpPr>
        <p:sp>
          <p:nvSpPr>
            <p:cNvPr id="1009" name="Google Shape;100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0" name="Google Shape;101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1" name="Google Shape;101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2" name="Google Shape;101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3" name="Google Shape;101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4" name="Google Shape;1014;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5" name="Google Shape;101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6" name="Google Shape;101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7" name="Google Shape;101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8" name="Google Shape;1018;g2c4fb7f6616_1_0"/>
          <p:cNvSpPr/>
          <p:nvPr/>
        </p:nvSpPr>
        <p:spPr>
          <a:xfrm>
            <a:off x="3568000" y="4011900"/>
            <a:ext cx="17088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e7c1245cd1_0_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5" name="Google Shape;1025;g2e7c1245cd1_0_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6" name="Google Shape;1026;g2e7c1245cd1_0_15"/>
          <p:cNvSpPr/>
          <p:nvPr/>
        </p:nvSpPr>
        <p:spPr>
          <a:xfrm>
            <a:off x="3548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e7c1245cd1_0_15"/>
          <p:cNvSpPr/>
          <p:nvPr/>
        </p:nvSpPr>
        <p:spPr>
          <a:xfrm>
            <a:off x="6413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8" name="Google Shape;1028;g2e7c1245cd1_0_1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9" name="Google Shape;1029;g2e7c1245cd1_0_15"/>
          <p:cNvSpPr txBox="1">
            <a:spLocks noGrp="1"/>
          </p:cNvSpPr>
          <p:nvPr>
            <p:ph type="subTitle" idx="4294967295"/>
          </p:nvPr>
        </p:nvSpPr>
        <p:spPr>
          <a:xfrm>
            <a:off x="5843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30" name="Google Shape;1030;g2e7c1245cd1_0_15"/>
          <p:cNvSpPr txBox="1">
            <a:spLocks noGrp="1"/>
          </p:cNvSpPr>
          <p:nvPr>
            <p:ph type="subTitle" idx="4294967295"/>
          </p:nvPr>
        </p:nvSpPr>
        <p:spPr>
          <a:xfrm>
            <a:off x="2978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31" name="Google Shape;1031;g2e7c1245cd1_0_15"/>
          <p:cNvSpPr txBox="1">
            <a:spLocks noGrp="1"/>
          </p:cNvSpPr>
          <p:nvPr>
            <p:ph type="subTitle" idx="4294967295"/>
          </p:nvPr>
        </p:nvSpPr>
        <p:spPr>
          <a:xfrm>
            <a:off x="3826650" y="1308025"/>
            <a:ext cx="2469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e</a:t>
            </a:r>
            <a:r>
              <a:rPr lang="en-US" sz="12900" b="0" i="0" u="none" strike="noStrike" cap="none">
                <a:solidFill>
                  <a:srgbClr val="815138"/>
                </a:solidFill>
                <a:latin typeface="Poppins"/>
                <a:ea typeface="Poppins"/>
                <a:cs typeface="Poppins"/>
                <a:sym typeface="Poppins"/>
              </a:rPr>
              <a:t>a</a:t>
            </a:r>
            <a:endParaRPr sz="12900" b="0" i="0" u="none" strike="noStrike" cap="none">
              <a:solidFill>
                <a:srgbClr val="815138"/>
              </a:solidFill>
              <a:latin typeface="Poppins"/>
              <a:ea typeface="Poppins"/>
              <a:cs typeface="Poppins"/>
              <a:sym typeface="Poppins"/>
            </a:endParaRPr>
          </a:p>
        </p:txBody>
      </p:sp>
      <p:sp>
        <p:nvSpPr>
          <p:cNvPr id="1032" name="Google Shape;1032;g2e7c1245cd1_0_1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e7c1245cd1_0_1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e7c1245cd1_0_1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5" name="Google Shape;1035;g2e7c1245cd1_0_1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e7c1245cd1_0_1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e7c1245cd1_0_1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e7c1245cd1_0_1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2e7c1245cd1_0_1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0" name="Google Shape;1040;g2e7c1245cd1_0_15"/>
          <p:cNvGrpSpPr/>
          <p:nvPr/>
        </p:nvGrpSpPr>
        <p:grpSpPr>
          <a:xfrm>
            <a:off x="-550" y="6984600"/>
            <a:ext cx="8596479" cy="808600"/>
            <a:chOff x="-550" y="6984600"/>
            <a:chExt cx="8596479" cy="808600"/>
          </a:xfrm>
        </p:grpSpPr>
        <p:sp>
          <p:nvSpPr>
            <p:cNvPr id="1041" name="Google Shape;1041;g2e7c1245cd1_0_1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42" name="Google Shape;1042;g2e7c1245cd1_0_1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3" name="Google Shape;1043;g2e7c1245cd1_0_1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4" name="Google Shape;1044;g2e7c1245cd1_0_1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5" name="Google Shape;1045;g2e7c1245cd1_0_1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6" name="Google Shape;1046;g2e7c1245cd1_0_1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7" name="Google Shape;1047;g2e7c1245cd1_0_1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8" name="Google Shape;1048;g2e7c1245cd1_0_1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9" name="Google Shape;1049;g2e7c1245cd1_0_1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50" name="Google Shape;1050;g2e7c1245cd1_0_15"/>
          <p:cNvSpPr/>
          <p:nvPr/>
        </p:nvSpPr>
        <p:spPr>
          <a:xfrm>
            <a:off x="4247725" y="4011900"/>
            <a:ext cx="17088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e7c1245cd1_0_15"/>
          <p:cNvSpPr txBox="1">
            <a:spLocks noGrp="1"/>
          </p:cNvSpPr>
          <p:nvPr>
            <p:ph type="subTitle" idx="4294967295"/>
          </p:nvPr>
        </p:nvSpPr>
        <p:spPr>
          <a:xfrm>
            <a:off x="1771250" y="1308025"/>
            <a:ext cx="1875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2900" b="0" i="0" u="none" strike="noStrike" cap="none">
              <a:solidFill>
                <a:srgbClr val="FFD400"/>
              </a:solidFill>
              <a:latin typeface="Poppins"/>
              <a:ea typeface="Poppins"/>
              <a:cs typeface="Poppins"/>
              <a:sym typeface="Poppins"/>
            </a:endParaRPr>
          </a:p>
        </p:txBody>
      </p:sp>
      <p:sp>
        <p:nvSpPr>
          <p:cNvPr id="1052" name="Google Shape;1052;g2e7c1245cd1_0_15"/>
          <p:cNvSpPr/>
          <p:nvPr/>
        </p:nvSpPr>
        <p:spPr>
          <a:xfrm>
            <a:off x="2017800" y="4011900"/>
            <a:ext cx="1285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9" name="Google Shape;105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301"/>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6" name="Google Shape;106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7" name="Google Shape;106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68" name="Google Shape;1068;g26b641b03cd_0_301"/>
          <p:cNvCxnSpPr/>
          <p:nvPr/>
        </p:nvCxnSpPr>
        <p:spPr>
          <a:xfrm>
            <a:off x="3341931" y="989946"/>
            <a:ext cx="0" cy="4242300"/>
          </a:xfrm>
          <a:prstGeom prst="straightConnector1">
            <a:avLst/>
          </a:prstGeom>
          <a:noFill/>
          <a:ln w="9525" cap="flat" cmpd="sng">
            <a:solidFill>
              <a:srgbClr val="BFBFBF"/>
            </a:solidFill>
            <a:prstDash val="solid"/>
            <a:miter lim="800000"/>
            <a:headEnd type="none" w="sm" len="sm"/>
            <a:tailEnd type="none" w="sm" len="sm"/>
          </a:ln>
        </p:spPr>
      </p:cxnSp>
      <p:cxnSp>
        <p:nvCxnSpPr>
          <p:cNvPr id="1069" name="Google Shape;1069;g26b641b03cd_0_301"/>
          <p:cNvCxnSpPr/>
          <p:nvPr/>
        </p:nvCxnSpPr>
        <p:spPr>
          <a:xfrm>
            <a:off x="5802032" y="989946"/>
            <a:ext cx="0" cy="4242300"/>
          </a:xfrm>
          <a:prstGeom prst="straightConnector1">
            <a:avLst/>
          </a:prstGeom>
          <a:noFill/>
          <a:ln w="9525" cap="flat" cmpd="sng">
            <a:solidFill>
              <a:srgbClr val="BFBFBF"/>
            </a:solidFill>
            <a:prstDash val="solid"/>
            <a:miter lim="800000"/>
            <a:headEnd type="none" w="sm" len="sm"/>
            <a:tailEnd type="none" w="sm" len="sm"/>
          </a:ln>
        </p:spPr>
      </p:cxnSp>
      <p:cxnSp>
        <p:nvCxnSpPr>
          <p:cNvPr id="1070" name="Google Shape;1070;g26b641b03cd_0_301"/>
          <p:cNvCxnSpPr/>
          <p:nvPr/>
        </p:nvCxnSpPr>
        <p:spPr>
          <a:xfrm rot="10800000">
            <a:off x="1026495" y="1350844"/>
            <a:ext cx="6856500" cy="0"/>
          </a:xfrm>
          <a:prstGeom prst="straightConnector1">
            <a:avLst/>
          </a:prstGeom>
          <a:noFill/>
          <a:ln w="9525" cap="flat" cmpd="sng">
            <a:solidFill>
              <a:srgbClr val="BFBFBF"/>
            </a:solidFill>
            <a:prstDash val="solid"/>
            <a:miter lim="800000"/>
            <a:headEnd type="none" w="sm" len="sm"/>
            <a:tailEnd type="none" w="sm" len="sm"/>
          </a:ln>
        </p:spPr>
      </p:cxnSp>
      <p:sp>
        <p:nvSpPr>
          <p:cNvPr id="1071" name="Google Shape;1071;g26b641b03cd_0_301"/>
          <p:cNvSpPr txBox="1">
            <a:spLocks noGrp="1"/>
          </p:cNvSpPr>
          <p:nvPr>
            <p:ph type="title"/>
          </p:nvPr>
        </p:nvSpPr>
        <p:spPr>
          <a:xfrm>
            <a:off x="1285010" y="799475"/>
            <a:ext cx="1834200" cy="40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rgbClr val="8DC63F"/>
                </a:solidFill>
              </a:rPr>
              <a:t>/e/</a:t>
            </a:r>
            <a:endParaRPr sz="2000">
              <a:solidFill>
                <a:srgbClr val="8DC63F"/>
              </a:solidFill>
            </a:endParaRPr>
          </a:p>
        </p:txBody>
      </p:sp>
      <p:sp>
        <p:nvSpPr>
          <p:cNvPr id="1072" name="Google Shape;1072;g26b641b03cd_0_301"/>
          <p:cNvSpPr txBox="1">
            <a:spLocks noGrp="1"/>
          </p:cNvSpPr>
          <p:nvPr>
            <p:ph type="title"/>
          </p:nvPr>
        </p:nvSpPr>
        <p:spPr>
          <a:xfrm>
            <a:off x="3654967" y="799475"/>
            <a:ext cx="1834200" cy="40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rgbClr val="8DC63F"/>
                </a:solidFill>
              </a:rPr>
              <a:t>/ee/</a:t>
            </a:r>
            <a:endParaRPr sz="2000">
              <a:solidFill>
                <a:srgbClr val="8DC63F"/>
              </a:solidFill>
            </a:endParaRPr>
          </a:p>
        </p:txBody>
      </p:sp>
      <p:sp>
        <p:nvSpPr>
          <p:cNvPr id="1073" name="Google Shape;1073;g26b641b03cd_0_301"/>
          <p:cNvSpPr txBox="1">
            <a:spLocks noGrp="1"/>
          </p:cNvSpPr>
          <p:nvPr>
            <p:ph type="title"/>
          </p:nvPr>
        </p:nvSpPr>
        <p:spPr>
          <a:xfrm>
            <a:off x="5890484" y="799475"/>
            <a:ext cx="2102700" cy="40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rgbClr val="8DC63F"/>
                </a:solidFill>
              </a:rPr>
              <a:t>/e/ </a:t>
            </a:r>
            <a:r>
              <a:rPr lang="en-US" sz="2000">
                <a:solidFill>
                  <a:srgbClr val="000000"/>
                </a:solidFill>
              </a:rPr>
              <a:t>and</a:t>
            </a:r>
            <a:r>
              <a:rPr lang="en-US" sz="2000">
                <a:solidFill>
                  <a:srgbClr val="8DC63F"/>
                </a:solidFill>
              </a:rPr>
              <a:t> /ee/</a:t>
            </a:r>
            <a:endParaRPr sz="2000">
              <a:solidFill>
                <a:srgbClr val="8DC63F"/>
              </a:solidFill>
            </a:endParaRPr>
          </a:p>
        </p:txBody>
      </p:sp>
      <p:pic>
        <p:nvPicPr>
          <p:cNvPr id="1074" name="Google Shape;1074;g26b641b03cd_0_301" title="JL687-32F.png"/>
          <p:cNvPicPr preferRelativeResize="0"/>
          <p:nvPr/>
        </p:nvPicPr>
        <p:blipFill rotWithShape="1">
          <a:blip r:embed="rId3">
            <a:alphaModFix/>
          </a:blip>
          <a:srcRect t="903" b="903"/>
          <a:stretch/>
        </p:blipFill>
        <p:spPr>
          <a:xfrm>
            <a:off x="1025775" y="1684001"/>
            <a:ext cx="2172260" cy="1522550"/>
          </a:xfrm>
          <a:prstGeom prst="rect">
            <a:avLst/>
          </a:prstGeom>
          <a:noFill/>
          <a:ln>
            <a:noFill/>
          </a:ln>
          <a:effectLst>
            <a:outerShdw blurRad="57150" dist="19050" dir="5400000" algn="bl" rotWithShape="0">
              <a:srgbClr val="000000">
                <a:alpha val="20000"/>
              </a:srgbClr>
            </a:outerShdw>
          </a:effectLst>
        </p:spPr>
      </p:pic>
      <p:pic>
        <p:nvPicPr>
          <p:cNvPr id="1075" name="Google Shape;1075;g26b641b03cd_0_301" title="JL687-17F.png"/>
          <p:cNvPicPr preferRelativeResize="0"/>
          <p:nvPr/>
        </p:nvPicPr>
        <p:blipFill rotWithShape="1">
          <a:blip r:embed="rId4">
            <a:alphaModFix/>
          </a:blip>
          <a:srcRect t="903" b="903"/>
          <a:stretch/>
        </p:blipFill>
        <p:spPr>
          <a:xfrm>
            <a:off x="3485864" y="1684001"/>
            <a:ext cx="2172260" cy="1522550"/>
          </a:xfrm>
          <a:prstGeom prst="rect">
            <a:avLst/>
          </a:prstGeom>
          <a:noFill/>
          <a:ln>
            <a:noFill/>
          </a:ln>
          <a:effectLst>
            <a:outerShdw blurRad="57150" dist="19050" dir="5400000" algn="bl" rotWithShape="0">
              <a:srgbClr val="000000">
                <a:alpha val="20000"/>
              </a:srgbClr>
            </a:outerShdw>
          </a:effectLst>
        </p:spPr>
      </p:pic>
      <p:pic>
        <p:nvPicPr>
          <p:cNvPr id="1076" name="Google Shape;1076;g26b641b03cd_0_301" title="JL687-83F.png"/>
          <p:cNvPicPr preferRelativeResize="0"/>
          <p:nvPr/>
        </p:nvPicPr>
        <p:blipFill rotWithShape="1">
          <a:blip r:embed="rId5">
            <a:alphaModFix/>
          </a:blip>
          <a:srcRect t="961" b="961"/>
          <a:stretch/>
        </p:blipFill>
        <p:spPr>
          <a:xfrm>
            <a:off x="5945965" y="1684001"/>
            <a:ext cx="2172260" cy="1522550"/>
          </a:xfrm>
          <a:prstGeom prst="rect">
            <a:avLst/>
          </a:prstGeom>
          <a:noFill/>
          <a:ln>
            <a:noFill/>
          </a:ln>
          <a:effectLst>
            <a:outerShdw blurRad="57150" dist="19050" dir="5400000" algn="bl" rotWithShape="0">
              <a:srgbClr val="000000">
                <a:alpha val="20000"/>
              </a:srgbClr>
            </a:outerShdw>
          </a:effectLst>
        </p:spPr>
      </p:pic>
      <p:pic>
        <p:nvPicPr>
          <p:cNvPr id="1077" name="Google Shape;1077;g26b641b03cd_0_301" title="JL687-85F.png"/>
          <p:cNvPicPr preferRelativeResize="0"/>
          <p:nvPr/>
        </p:nvPicPr>
        <p:blipFill rotWithShape="1">
          <a:blip r:embed="rId6">
            <a:alphaModFix/>
          </a:blip>
          <a:srcRect t="1047" b="1037"/>
          <a:stretch/>
        </p:blipFill>
        <p:spPr>
          <a:xfrm>
            <a:off x="1025775" y="3413397"/>
            <a:ext cx="2172260" cy="1522550"/>
          </a:xfrm>
          <a:prstGeom prst="rect">
            <a:avLst/>
          </a:prstGeom>
          <a:noFill/>
          <a:ln>
            <a:noFill/>
          </a:ln>
          <a:effectLst>
            <a:outerShdw blurRad="57150" dist="19050" dir="5400000" algn="bl" rotWithShape="0">
              <a:srgbClr val="000000">
                <a:alpha val="20000"/>
              </a:srgbClr>
            </a:outerShdw>
          </a:effectLst>
        </p:spPr>
      </p:pic>
      <p:pic>
        <p:nvPicPr>
          <p:cNvPr id="1078" name="Google Shape;1078;g26b641b03cd_0_301" title="JL687-84F.png"/>
          <p:cNvPicPr preferRelativeResize="0"/>
          <p:nvPr/>
        </p:nvPicPr>
        <p:blipFill rotWithShape="1">
          <a:blip r:embed="rId7">
            <a:alphaModFix/>
          </a:blip>
          <a:srcRect t="961" b="961"/>
          <a:stretch/>
        </p:blipFill>
        <p:spPr>
          <a:xfrm>
            <a:off x="5945965" y="3413397"/>
            <a:ext cx="2172260" cy="15225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5" name="Google Shape;1085;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6" name="Google Shape;1086;g26b641b03cd_0_308"/>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cxnSp>
        <p:nvCxnSpPr>
          <p:cNvPr id="1087" name="Google Shape;1087;g26b641b03cd_0_308"/>
          <p:cNvCxnSpPr/>
          <p:nvPr/>
        </p:nvCxnSpPr>
        <p:spPr>
          <a:xfrm>
            <a:off x="3341931" y="989946"/>
            <a:ext cx="0" cy="4242300"/>
          </a:xfrm>
          <a:prstGeom prst="straightConnector1">
            <a:avLst/>
          </a:prstGeom>
          <a:noFill/>
          <a:ln w="9525" cap="flat" cmpd="sng">
            <a:solidFill>
              <a:srgbClr val="BFBFBF"/>
            </a:solidFill>
            <a:prstDash val="solid"/>
            <a:miter lim="800000"/>
            <a:headEnd type="none" w="sm" len="sm"/>
            <a:tailEnd type="none" w="sm" len="sm"/>
          </a:ln>
        </p:spPr>
      </p:cxnSp>
      <p:cxnSp>
        <p:nvCxnSpPr>
          <p:cNvPr id="1088" name="Google Shape;1088;g26b641b03cd_0_308"/>
          <p:cNvCxnSpPr/>
          <p:nvPr/>
        </p:nvCxnSpPr>
        <p:spPr>
          <a:xfrm>
            <a:off x="5802032" y="989946"/>
            <a:ext cx="0" cy="4242300"/>
          </a:xfrm>
          <a:prstGeom prst="straightConnector1">
            <a:avLst/>
          </a:prstGeom>
          <a:noFill/>
          <a:ln w="9525" cap="flat" cmpd="sng">
            <a:solidFill>
              <a:srgbClr val="BFBFBF"/>
            </a:solidFill>
            <a:prstDash val="solid"/>
            <a:miter lim="800000"/>
            <a:headEnd type="none" w="sm" len="sm"/>
            <a:tailEnd type="none" w="sm" len="sm"/>
          </a:ln>
        </p:spPr>
      </p:cxnSp>
      <p:cxnSp>
        <p:nvCxnSpPr>
          <p:cNvPr id="1089" name="Google Shape;1089;g26b641b03cd_0_308"/>
          <p:cNvCxnSpPr/>
          <p:nvPr/>
        </p:nvCxnSpPr>
        <p:spPr>
          <a:xfrm rot="10800000">
            <a:off x="1026495" y="1350844"/>
            <a:ext cx="6856500" cy="0"/>
          </a:xfrm>
          <a:prstGeom prst="straightConnector1">
            <a:avLst/>
          </a:prstGeom>
          <a:noFill/>
          <a:ln w="9525" cap="flat" cmpd="sng">
            <a:solidFill>
              <a:srgbClr val="BFBFBF"/>
            </a:solidFill>
            <a:prstDash val="solid"/>
            <a:miter lim="800000"/>
            <a:headEnd type="none" w="sm" len="sm"/>
            <a:tailEnd type="none" w="sm" len="sm"/>
          </a:ln>
        </p:spPr>
      </p:cxnSp>
      <p:sp>
        <p:nvSpPr>
          <p:cNvPr id="1090" name="Google Shape;1090;g26b641b03cd_0_308"/>
          <p:cNvSpPr txBox="1">
            <a:spLocks noGrp="1"/>
          </p:cNvSpPr>
          <p:nvPr>
            <p:ph type="title"/>
          </p:nvPr>
        </p:nvSpPr>
        <p:spPr>
          <a:xfrm>
            <a:off x="1285010" y="799475"/>
            <a:ext cx="1834200" cy="40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rgbClr val="8DC63F"/>
                </a:solidFill>
              </a:rPr>
              <a:t>/e/</a:t>
            </a:r>
            <a:endParaRPr sz="2000">
              <a:solidFill>
                <a:srgbClr val="8DC63F"/>
              </a:solidFill>
            </a:endParaRPr>
          </a:p>
        </p:txBody>
      </p:sp>
      <p:sp>
        <p:nvSpPr>
          <p:cNvPr id="1091" name="Google Shape;1091;g26b641b03cd_0_308"/>
          <p:cNvSpPr txBox="1">
            <a:spLocks noGrp="1"/>
          </p:cNvSpPr>
          <p:nvPr>
            <p:ph type="title"/>
          </p:nvPr>
        </p:nvSpPr>
        <p:spPr>
          <a:xfrm>
            <a:off x="3654967" y="799475"/>
            <a:ext cx="1834200" cy="40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rgbClr val="8DC63F"/>
                </a:solidFill>
              </a:rPr>
              <a:t>/ee/</a:t>
            </a:r>
            <a:endParaRPr sz="2000">
              <a:solidFill>
                <a:srgbClr val="8DC63F"/>
              </a:solidFill>
            </a:endParaRPr>
          </a:p>
        </p:txBody>
      </p:sp>
      <p:sp>
        <p:nvSpPr>
          <p:cNvPr id="1092" name="Google Shape;1092;g26b641b03cd_0_308"/>
          <p:cNvSpPr txBox="1">
            <a:spLocks noGrp="1"/>
          </p:cNvSpPr>
          <p:nvPr>
            <p:ph type="title"/>
          </p:nvPr>
        </p:nvSpPr>
        <p:spPr>
          <a:xfrm>
            <a:off x="5890484" y="799475"/>
            <a:ext cx="2102700" cy="40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rgbClr val="8DC63F"/>
                </a:solidFill>
              </a:rPr>
              <a:t>/e/ </a:t>
            </a:r>
            <a:r>
              <a:rPr lang="en-US" sz="2000">
                <a:solidFill>
                  <a:srgbClr val="000000"/>
                </a:solidFill>
              </a:rPr>
              <a:t>and</a:t>
            </a:r>
            <a:r>
              <a:rPr lang="en-US" sz="2000">
                <a:solidFill>
                  <a:srgbClr val="8DC63F"/>
                </a:solidFill>
              </a:rPr>
              <a:t> /ee/</a:t>
            </a:r>
            <a:endParaRPr sz="2000">
              <a:solidFill>
                <a:srgbClr val="8DC63F"/>
              </a:solidFill>
            </a:endParaRPr>
          </a:p>
        </p:txBody>
      </p:sp>
      <p:pic>
        <p:nvPicPr>
          <p:cNvPr id="1093" name="Google Shape;1093;g26b641b03cd_0_308" title="JL687-32B.png"/>
          <p:cNvPicPr preferRelativeResize="0"/>
          <p:nvPr/>
        </p:nvPicPr>
        <p:blipFill rotWithShape="1">
          <a:blip r:embed="rId3">
            <a:alphaModFix/>
          </a:blip>
          <a:srcRect t="903" b="903"/>
          <a:stretch/>
        </p:blipFill>
        <p:spPr>
          <a:xfrm>
            <a:off x="1025775" y="1684001"/>
            <a:ext cx="2172260" cy="1522550"/>
          </a:xfrm>
          <a:prstGeom prst="rect">
            <a:avLst/>
          </a:prstGeom>
          <a:noFill/>
          <a:ln>
            <a:noFill/>
          </a:ln>
          <a:effectLst>
            <a:outerShdw blurRad="57150" dist="19050" dir="5400000" algn="bl" rotWithShape="0">
              <a:srgbClr val="000000">
                <a:alpha val="20000"/>
              </a:srgbClr>
            </a:outerShdw>
          </a:effectLst>
        </p:spPr>
      </p:pic>
      <p:pic>
        <p:nvPicPr>
          <p:cNvPr id="1094" name="Google Shape;1094;g26b641b03cd_0_308" title="JL687-17B.png"/>
          <p:cNvPicPr preferRelativeResize="0"/>
          <p:nvPr/>
        </p:nvPicPr>
        <p:blipFill rotWithShape="1">
          <a:blip r:embed="rId4">
            <a:alphaModFix/>
          </a:blip>
          <a:srcRect t="903" b="903"/>
          <a:stretch/>
        </p:blipFill>
        <p:spPr>
          <a:xfrm>
            <a:off x="3485864" y="1684001"/>
            <a:ext cx="2172260" cy="1522550"/>
          </a:xfrm>
          <a:prstGeom prst="rect">
            <a:avLst/>
          </a:prstGeom>
          <a:noFill/>
          <a:ln>
            <a:noFill/>
          </a:ln>
          <a:effectLst>
            <a:outerShdw blurRad="57150" dist="19050" dir="5400000" algn="bl" rotWithShape="0">
              <a:srgbClr val="000000">
                <a:alpha val="20000"/>
              </a:srgbClr>
            </a:outerShdw>
          </a:effectLst>
        </p:spPr>
      </p:pic>
      <p:pic>
        <p:nvPicPr>
          <p:cNvPr id="1095" name="Google Shape;1095;g26b641b03cd_0_308" title="JL687-83B.png"/>
          <p:cNvPicPr preferRelativeResize="0"/>
          <p:nvPr/>
        </p:nvPicPr>
        <p:blipFill rotWithShape="1">
          <a:blip r:embed="rId5">
            <a:alphaModFix/>
          </a:blip>
          <a:srcRect t="961" b="961"/>
          <a:stretch/>
        </p:blipFill>
        <p:spPr>
          <a:xfrm>
            <a:off x="5945965" y="1684001"/>
            <a:ext cx="2172260" cy="1522550"/>
          </a:xfrm>
          <a:prstGeom prst="rect">
            <a:avLst/>
          </a:prstGeom>
          <a:noFill/>
          <a:ln>
            <a:noFill/>
          </a:ln>
          <a:effectLst>
            <a:outerShdw blurRad="57150" dist="19050" dir="5400000" algn="bl" rotWithShape="0">
              <a:srgbClr val="000000">
                <a:alpha val="20000"/>
              </a:srgbClr>
            </a:outerShdw>
          </a:effectLst>
        </p:spPr>
      </p:pic>
      <p:pic>
        <p:nvPicPr>
          <p:cNvPr id="1096" name="Google Shape;1096;g26b641b03cd_0_308" title="JL687-85B.png"/>
          <p:cNvPicPr preferRelativeResize="0"/>
          <p:nvPr/>
        </p:nvPicPr>
        <p:blipFill rotWithShape="1">
          <a:blip r:embed="rId6">
            <a:alphaModFix/>
          </a:blip>
          <a:srcRect t="1047" b="1037"/>
          <a:stretch/>
        </p:blipFill>
        <p:spPr>
          <a:xfrm>
            <a:off x="1025775" y="3413397"/>
            <a:ext cx="2172260" cy="1522550"/>
          </a:xfrm>
          <a:prstGeom prst="rect">
            <a:avLst/>
          </a:prstGeom>
          <a:noFill/>
          <a:ln>
            <a:noFill/>
          </a:ln>
          <a:effectLst>
            <a:outerShdw blurRad="57150" dist="19050" dir="5400000" algn="bl" rotWithShape="0">
              <a:srgbClr val="000000">
                <a:alpha val="20000"/>
              </a:srgbClr>
            </a:outerShdw>
          </a:effectLst>
        </p:spPr>
      </p:pic>
      <p:pic>
        <p:nvPicPr>
          <p:cNvPr id="1097" name="Google Shape;1097;g26b641b03cd_0_308" title="JL687-84B.png"/>
          <p:cNvPicPr preferRelativeResize="0"/>
          <p:nvPr/>
        </p:nvPicPr>
        <p:blipFill rotWithShape="1">
          <a:blip r:embed="rId7">
            <a:alphaModFix/>
          </a:blip>
          <a:srcRect t="961" b="961"/>
          <a:stretch/>
        </p:blipFill>
        <p:spPr>
          <a:xfrm>
            <a:off x="5945965" y="3413397"/>
            <a:ext cx="2172260" cy="15225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4" name="Google Shape;1104;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5" name="Google Shape;1105;g2d1eea302f1_0_6"/>
          <p:cNvGrpSpPr/>
          <p:nvPr/>
        </p:nvGrpSpPr>
        <p:grpSpPr>
          <a:xfrm>
            <a:off x="3024000" y="209875"/>
            <a:ext cx="3096000" cy="454800"/>
            <a:chOff x="3024000" y="209875"/>
            <a:chExt cx="3096000" cy="454800"/>
          </a:xfrm>
        </p:grpSpPr>
        <p:sp>
          <p:nvSpPr>
            <p:cNvPr id="1106" name="Google Shape;1106;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7" name="Google Shape;1107;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8" name="Google Shape;1108;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9" name="Google Shape;1109;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0" name="Google Shape;1110;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1" name="Google Shape;1111;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2" name="Google Shape;1112;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3" name="Google Shape;1113;g2d1eea302f1_0_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4" name="Google Shape;1114;g2d1eea302f1_0_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15" name="Google Shape;1115;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16" name="Google Shape;1116;g2d1eea302f1_0_6"/>
          <p:cNvSpPr txBox="1"/>
          <p:nvPr/>
        </p:nvSpPr>
        <p:spPr>
          <a:xfrm>
            <a:off x="2333951"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7" name="Google Shape;1117;g2d1eea302f1_0_6"/>
          <p:cNvSpPr txBox="1"/>
          <p:nvPr/>
        </p:nvSpPr>
        <p:spPr>
          <a:xfrm>
            <a:off x="5792506"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8" name="Google Shape;1118;g2d1eea302f1_0_6"/>
          <p:cNvSpPr txBox="1"/>
          <p:nvPr/>
        </p:nvSpPr>
        <p:spPr>
          <a:xfrm>
            <a:off x="1181100"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9" name="Google Shape;1119;g2d1eea302f1_0_6"/>
          <p:cNvSpPr txBox="1"/>
          <p:nvPr/>
        </p:nvSpPr>
        <p:spPr>
          <a:xfrm>
            <a:off x="4639654"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800" b="0" i="0" u="none" strike="noStrike" cap="none">
                <a:solidFill>
                  <a:srgbClr val="815137"/>
                </a:solidFill>
                <a:latin typeface="Poppins"/>
                <a:ea typeface="Poppins"/>
                <a:cs typeface="Poppins"/>
                <a:sym typeface="Poppins"/>
              </a:rPr>
              <a:t>a</a:t>
            </a:r>
            <a:endParaRPr sz="4800" b="0" i="0" u="none" strike="noStrike" cap="none">
              <a:solidFill>
                <a:srgbClr val="815137"/>
              </a:solidFill>
              <a:latin typeface="Poppins"/>
              <a:ea typeface="Poppins"/>
              <a:cs typeface="Poppins"/>
              <a:sym typeface="Poppins"/>
            </a:endParaRPr>
          </a:p>
        </p:txBody>
      </p:sp>
      <p:sp>
        <p:nvSpPr>
          <p:cNvPr id="1120" name="Google Shape;1120;g2d1eea302f1_0_6"/>
          <p:cNvSpPr txBox="1"/>
          <p:nvPr/>
        </p:nvSpPr>
        <p:spPr>
          <a:xfrm>
            <a:off x="6945355"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1" name="Google Shape;1121;g2d1eea302f1_0_6"/>
          <p:cNvSpPr txBox="1"/>
          <p:nvPr/>
        </p:nvSpPr>
        <p:spPr>
          <a:xfrm>
            <a:off x="3486803"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2" name="Google Shape;1122;g2d1eea302f1_0_6"/>
          <p:cNvSpPr txBox="1"/>
          <p:nvPr/>
        </p:nvSpPr>
        <p:spPr>
          <a:xfrm>
            <a:off x="2333951"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3" name="Google Shape;1123;g2d1eea302f1_0_6"/>
          <p:cNvSpPr txBox="1"/>
          <p:nvPr/>
        </p:nvSpPr>
        <p:spPr>
          <a:xfrm>
            <a:off x="5792506"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24" name="Google Shape;1124;g2d1eea302f1_0_6"/>
          <p:cNvSpPr txBox="1"/>
          <p:nvPr/>
        </p:nvSpPr>
        <p:spPr>
          <a:xfrm>
            <a:off x="1181100"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5" name="Google Shape;1125;g2d1eea302f1_0_6"/>
          <p:cNvSpPr txBox="1"/>
          <p:nvPr/>
        </p:nvSpPr>
        <p:spPr>
          <a:xfrm>
            <a:off x="3486803"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6" name="Google Shape;1126;g2d1eea302f1_0_6"/>
          <p:cNvSpPr txBox="1"/>
          <p:nvPr/>
        </p:nvSpPr>
        <p:spPr>
          <a:xfrm>
            <a:off x="4639654"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7" name="Google Shape;1127;g2d1eea302f1_0_6"/>
          <p:cNvSpPr txBox="1"/>
          <p:nvPr/>
        </p:nvSpPr>
        <p:spPr>
          <a:xfrm>
            <a:off x="6945355"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cxnSp>
        <p:nvCxnSpPr>
          <p:cNvPr id="1128" name="Google Shape;1128;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g2e7c1245cd1_0_1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5" name="Google Shape;1135;g2e7c1245cd1_0_1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6" name="Google Shape;1136;g2e7c1245cd1_0_156"/>
          <p:cNvGrpSpPr/>
          <p:nvPr/>
        </p:nvGrpSpPr>
        <p:grpSpPr>
          <a:xfrm>
            <a:off x="3024000" y="209875"/>
            <a:ext cx="3096000" cy="454800"/>
            <a:chOff x="3024000" y="209875"/>
            <a:chExt cx="3096000" cy="454800"/>
          </a:xfrm>
        </p:grpSpPr>
        <p:sp>
          <p:nvSpPr>
            <p:cNvPr id="1137" name="Google Shape;1137;g2e7c1245cd1_0_15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8" name="Google Shape;1138;g2e7c1245cd1_0_15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9" name="Google Shape;1139;g2e7c1245cd1_0_15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0" name="Google Shape;1140;g2e7c1245cd1_0_1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1" name="Google Shape;1141;g2e7c1245cd1_0_1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2e7c1245cd1_0_1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3" name="Google Shape;1143;g2e7c1245cd1_0_1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4" name="Google Shape;1144;g2e7c1245cd1_0_1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5" name="Google Shape;1145;g2e7c1245cd1_0_1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6" name="Google Shape;1146;g2e7c1245cd1_0_1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7" name="Google Shape;1147;g2e7c1245cd1_0_1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48" name="Google Shape;1148;g2e7c1245cd1_0_156"/>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B7B7B7"/>
                </a:solidFill>
                <a:latin typeface="Jost"/>
                <a:ea typeface="Jost"/>
                <a:cs typeface="Jost"/>
                <a:sym typeface="Jost"/>
              </a:rPr>
              <a: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re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le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f ple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se be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ch se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 he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de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bre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th de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f</a:t>
            </a:r>
            <a:endParaRPr sz="1800" b="0" i="0" u="none" strike="noStrike" cap="none">
              <a:solidFill>
                <a:srgbClr val="B7B7B7"/>
              </a:solidFill>
              <a:latin typeface="Jost"/>
              <a:ea typeface="Jost"/>
              <a:cs typeface="Jost"/>
              <a:sym typeface="Jost"/>
            </a:endParaRPr>
          </a:p>
        </p:txBody>
      </p:sp>
      <p:sp>
        <p:nvSpPr>
          <p:cNvPr id="1149" name="Google Shape;1149;g2e7c1245cd1_0_15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50" name="Google Shape;1150;g2e7c1245cd1_0_156"/>
          <p:cNvSpPr txBox="1"/>
          <p:nvPr/>
        </p:nvSpPr>
        <p:spPr>
          <a:xfrm>
            <a:off x="2333951"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1" name="Google Shape;1151;g2e7c1245cd1_0_156"/>
          <p:cNvSpPr txBox="1"/>
          <p:nvPr/>
        </p:nvSpPr>
        <p:spPr>
          <a:xfrm>
            <a:off x="5792506"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52" name="Google Shape;1152;g2e7c1245cd1_0_156"/>
          <p:cNvSpPr txBox="1"/>
          <p:nvPr/>
        </p:nvSpPr>
        <p:spPr>
          <a:xfrm>
            <a:off x="1181100"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3" name="Google Shape;1153;g2e7c1245cd1_0_156"/>
          <p:cNvSpPr txBox="1"/>
          <p:nvPr/>
        </p:nvSpPr>
        <p:spPr>
          <a:xfrm>
            <a:off x="4639654"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800" b="0" i="0" u="none" strike="noStrike" cap="none">
                <a:solidFill>
                  <a:srgbClr val="815137"/>
                </a:solidFill>
                <a:latin typeface="Poppins"/>
                <a:ea typeface="Poppins"/>
                <a:cs typeface="Poppins"/>
                <a:sym typeface="Poppins"/>
              </a:rPr>
              <a:t>a</a:t>
            </a:r>
            <a:endParaRPr sz="4800" b="0" i="0" u="none" strike="noStrike" cap="none">
              <a:solidFill>
                <a:srgbClr val="815137"/>
              </a:solidFill>
              <a:latin typeface="Poppins"/>
              <a:ea typeface="Poppins"/>
              <a:cs typeface="Poppins"/>
              <a:sym typeface="Poppins"/>
            </a:endParaRPr>
          </a:p>
        </p:txBody>
      </p:sp>
      <p:sp>
        <p:nvSpPr>
          <p:cNvPr id="1154" name="Google Shape;1154;g2e7c1245cd1_0_156"/>
          <p:cNvSpPr txBox="1"/>
          <p:nvPr/>
        </p:nvSpPr>
        <p:spPr>
          <a:xfrm>
            <a:off x="6945355"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5" name="Google Shape;1155;g2e7c1245cd1_0_156"/>
          <p:cNvSpPr txBox="1"/>
          <p:nvPr/>
        </p:nvSpPr>
        <p:spPr>
          <a:xfrm>
            <a:off x="3486803" y="883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6" name="Google Shape;1156;g2e7c1245cd1_0_156"/>
          <p:cNvSpPr txBox="1"/>
          <p:nvPr/>
        </p:nvSpPr>
        <p:spPr>
          <a:xfrm>
            <a:off x="2333951"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7" name="Google Shape;1157;g2e7c1245cd1_0_156"/>
          <p:cNvSpPr txBox="1"/>
          <p:nvPr/>
        </p:nvSpPr>
        <p:spPr>
          <a:xfrm>
            <a:off x="5792506"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58" name="Google Shape;1158;g2e7c1245cd1_0_156"/>
          <p:cNvSpPr txBox="1"/>
          <p:nvPr/>
        </p:nvSpPr>
        <p:spPr>
          <a:xfrm>
            <a:off x="1181100"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9" name="Google Shape;1159;g2e7c1245cd1_0_156"/>
          <p:cNvSpPr txBox="1"/>
          <p:nvPr/>
        </p:nvSpPr>
        <p:spPr>
          <a:xfrm>
            <a:off x="3486803"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60" name="Google Shape;1160;g2e7c1245cd1_0_156"/>
          <p:cNvSpPr txBox="1"/>
          <p:nvPr/>
        </p:nvSpPr>
        <p:spPr>
          <a:xfrm>
            <a:off x="4639654"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1" name="Google Shape;1161;g2e7c1245cd1_0_156"/>
          <p:cNvSpPr txBox="1"/>
          <p:nvPr/>
        </p:nvSpPr>
        <p:spPr>
          <a:xfrm>
            <a:off x="6945355"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507</Words>
  <Application>Microsoft Office PowerPoint</Application>
  <PresentationFormat>On-screen Show (4:3)</PresentationFormat>
  <Paragraphs>151</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Poppins</vt:lpstr>
      <vt:lpstr>Arial</vt:lpstr>
      <vt:lpstr>Poppins Medium</vt:lpstr>
      <vt:lpstr>Nunito Black</vt:lpstr>
      <vt:lpstr>Poppins SemiBold</vt:lpstr>
      <vt:lpstr>Jost</vt:lpstr>
      <vt:lpstr>Calibri</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vt:lpstr>
      <vt:lpstr>Review Grapheme Caption</vt:lpstr>
      <vt:lpstr>Review Grapheme Caption</vt:lpstr>
      <vt:lpstr>Explain Decoding</vt:lpstr>
      <vt:lpstr>Model Blending Phonemes</vt:lpstr>
      <vt:lpstr>Model Blending Phonemes</vt:lpstr>
      <vt:lpstr>Explain Encoding</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2026-05-29T02:36:32Z</dcterms:modified>
</cp:coreProperties>
</file>