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6858000" cy="9144000"/>
  <p:embeddedFontLst>
    <p:embeddedFont>
      <p:font typeface="Jost" panose="020B0604020202020204" charset="0"/>
      <p:regular r:id="rId27"/>
      <p:bold r:id="rId28"/>
      <p:italic r:id="rId29"/>
      <p:boldItalic r:id="rId30"/>
    </p:embeddedFont>
    <p:embeddedFont>
      <p:font typeface="Nunito Black" pitchFamily="2" charset="0"/>
      <p:bold r:id="rId31"/>
      <p:boldItalic r:id="rId32"/>
    </p:embeddedFont>
    <p:embeddedFont>
      <p:font typeface="Poppins" panose="00000500000000000000" pitchFamily="2" charset="0"/>
      <p:regular r:id="rId33"/>
      <p:bold r:id="rId34"/>
      <p:italic r:id="rId35"/>
      <p:boldItalic r:id="rId36"/>
    </p:embeddedFont>
    <p:embeddedFont>
      <p:font typeface="Poppins Medium" panose="00000600000000000000" pitchFamily="2" charset="0"/>
      <p:regular r:id="rId37"/>
      <p:bold r:id="rId38"/>
      <p:italic r:id="rId39"/>
      <p:boldItalic r:id="rId40"/>
    </p:embeddedFont>
    <p:embeddedFont>
      <p:font typeface="Poppins SemiBold" panose="00000700000000000000"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h5SjMX2mAUzSDMSrQgfRXuAangE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500AAC0-4DCD-4958-AD99-CDAA4D5F7374}">
  <a:tblStyle styleId="{3500AAC0-4DCD-4958-AD99-CDAA4D5F7374}"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8" Type="http://schemas.openxmlformats.org/officeDocument/2006/relationships/slide" Target="slides/slide7.xml"/><Relationship Id="rId51"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font" Target="fonts/font15.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6" name="Google Shape;67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p:cNvGrpSpPr/>
        <p:nvPr/>
      </p:nvGrpSpPr>
      <p:grpSpPr>
        <a:xfrm>
          <a:off x="0" y="0"/>
          <a:ext cx="0" cy="0"/>
          <a:chOff x="0" y="0"/>
          <a:chExt cx="0" cy="0"/>
        </a:xfrm>
      </p:grpSpPr>
      <p:sp>
        <p:nvSpPr>
          <p:cNvPr id="691" name="Google Shape;691;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2" name="Google Shape;692;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3" name="Google Shape;693;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g341081139bc_0_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9" name="Google Shape;719;g341081139bc_0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0" name="Google Shape;720;g341081139bc_0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Google Shape;748;g341081139bc_0_3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9" name="Google Shape;749;g341081139bc_0_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0" name="Google Shape;750;g341081139bc_0_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3"/>
        <p:cNvGrpSpPr/>
        <p:nvPr/>
      </p:nvGrpSpPr>
      <p:grpSpPr>
        <a:xfrm>
          <a:off x="0" y="0"/>
          <a:ext cx="0" cy="0"/>
          <a:chOff x="0" y="0"/>
          <a:chExt cx="0" cy="0"/>
        </a:xfrm>
      </p:grpSpPr>
      <p:sp>
        <p:nvSpPr>
          <p:cNvPr id="784" name="Google Shape;784;g341081139bc_0_6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5" name="Google Shape;785;g341081139bc_0_6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6" name="Google Shape;786;g341081139bc_0_6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g341081139bc_0_1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3" name="Google Shape;833;g341081139bc_0_1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4" name="Google Shape;834;g341081139bc_0_1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341081139bc_0_15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1" name="Google Shape;871;g341081139bc_0_1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2" name="Google Shape;872;g341081139bc_0_15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p:cNvGrpSpPr/>
        <p:nvPr/>
      </p:nvGrpSpPr>
      <p:grpSpPr>
        <a:xfrm>
          <a:off x="0" y="0"/>
          <a:ext cx="0" cy="0"/>
          <a:chOff x="0" y="0"/>
          <a:chExt cx="0" cy="0"/>
        </a:xfrm>
      </p:grpSpPr>
      <p:sp>
        <p:nvSpPr>
          <p:cNvPr id="891" name="Google Shape;891;g341081139bc_0_17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2" name="Google Shape;892;g341081139bc_0_17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3" name="Google Shape;893;g341081139bc_0_17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5"/>
        <p:cNvGrpSpPr/>
        <p:nvPr/>
      </p:nvGrpSpPr>
      <p:grpSpPr>
        <a:xfrm>
          <a:off x="0" y="0"/>
          <a:ext cx="0" cy="0"/>
          <a:chOff x="0" y="0"/>
          <a:chExt cx="0" cy="0"/>
        </a:xfrm>
      </p:grpSpPr>
      <p:sp>
        <p:nvSpPr>
          <p:cNvPr id="926" name="Google Shape;926;g341081139bc_0_20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7" name="Google Shape;927;g341081139bc_0_20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8" name="Google Shape;928;g341081139bc_0_20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p:cNvGrpSpPr/>
        <p:nvPr/>
      </p:nvGrpSpPr>
      <p:grpSpPr>
        <a:xfrm>
          <a:off x="0" y="0"/>
          <a:ext cx="0" cy="0"/>
          <a:chOff x="0" y="0"/>
          <a:chExt cx="0" cy="0"/>
        </a:xfrm>
      </p:grpSpPr>
      <p:sp>
        <p:nvSpPr>
          <p:cNvPr id="946" name="Google Shape;946;g341081139bc_0_22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7" name="Google Shape;947;g341081139bc_0_2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8" name="Google Shape;948;g341081139bc_0_2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6"/>
        <p:cNvGrpSpPr/>
        <p:nvPr/>
      </p:nvGrpSpPr>
      <p:grpSpPr>
        <a:xfrm>
          <a:off x="0" y="0"/>
          <a:ext cx="0" cy="0"/>
          <a:chOff x="0" y="0"/>
          <a:chExt cx="0" cy="0"/>
        </a:xfrm>
      </p:grpSpPr>
      <p:sp>
        <p:nvSpPr>
          <p:cNvPr id="967" name="Google Shape;967;g341081139bc_0_2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8" name="Google Shape;968;g341081139bc_0_2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9" name="Google Shape;969;g341081139bc_0_2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6"/>
        <p:cNvGrpSpPr/>
        <p:nvPr/>
      </p:nvGrpSpPr>
      <p:grpSpPr>
        <a:xfrm>
          <a:off x="0" y="0"/>
          <a:ext cx="0" cy="0"/>
          <a:chOff x="0" y="0"/>
          <a:chExt cx="0" cy="0"/>
        </a:xfrm>
      </p:grpSpPr>
      <p:sp>
        <p:nvSpPr>
          <p:cNvPr id="997" name="Google Shape;997;g341081139bc_0_27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8" name="Google Shape;998;g341081139bc_0_27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9" name="Google Shape;999;g341081139bc_0_27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9"/>
        <p:cNvGrpSpPr/>
        <p:nvPr/>
      </p:nvGrpSpPr>
      <p:grpSpPr>
        <a:xfrm>
          <a:off x="0" y="0"/>
          <a:ext cx="0" cy="0"/>
          <a:chOff x="0" y="0"/>
          <a:chExt cx="0" cy="0"/>
        </a:xfrm>
      </p:grpSpPr>
      <p:sp>
        <p:nvSpPr>
          <p:cNvPr id="1010" name="Google Shape;1010;g26f40b1072c_1_2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1" name="Google Shape;1011;g26f40b1072c_1_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2" name="Google Shape;1012;g26f40b1072c_1_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0"/>
        <p:cNvGrpSpPr/>
        <p:nvPr/>
      </p:nvGrpSpPr>
      <p:grpSpPr>
        <a:xfrm>
          <a:off x="0" y="0"/>
          <a:ext cx="0" cy="0"/>
          <a:chOff x="0" y="0"/>
          <a:chExt cx="0" cy="0"/>
        </a:xfrm>
      </p:grpSpPr>
      <p:sp>
        <p:nvSpPr>
          <p:cNvPr id="1021" name="Google Shape;1021;g26f40b1072c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2" name="Google Shape;1022;g26f40b1072c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3" name="Google Shape;1023;g26f40b1072c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p:cNvGrpSpPr/>
        <p:nvPr/>
      </p:nvGrpSpPr>
      <p:grpSpPr>
        <a:xfrm>
          <a:off x="0" y="0"/>
          <a:ext cx="0" cy="0"/>
          <a:chOff x="0" y="0"/>
          <a:chExt cx="0" cy="0"/>
        </a:xfrm>
      </p:grpSpPr>
      <p:sp>
        <p:nvSpPr>
          <p:cNvPr id="1033" name="Google Shape;1033;g2ce718e20f2_0_84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4" name="Google Shape;1034;g2ce718e20f2_0_8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5" name="Google Shape;1035;g2ce718e20f2_0_8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4"/>
        <p:cNvGrpSpPr/>
        <p:nvPr/>
      </p:nvGrpSpPr>
      <p:grpSpPr>
        <a:xfrm>
          <a:off x="0" y="0"/>
          <a:ext cx="0" cy="0"/>
          <a:chOff x="0" y="0"/>
          <a:chExt cx="0" cy="0"/>
        </a:xfrm>
      </p:grpSpPr>
      <p:sp>
        <p:nvSpPr>
          <p:cNvPr id="1045" name="Google Shape;1045;g2701ceed56d_4_3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6" name="Google Shape;1046;g2701ceed56d_4_3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7" name="Google Shape;1047;g2701ceed56d_4_3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5"/>
        <p:cNvGrpSpPr/>
        <p:nvPr/>
      </p:nvGrpSpPr>
      <p:grpSpPr>
        <a:xfrm>
          <a:off x="0" y="0"/>
          <a:ext cx="0" cy="0"/>
          <a:chOff x="0" y="0"/>
          <a:chExt cx="0" cy="0"/>
        </a:xfrm>
      </p:grpSpPr>
      <p:sp>
        <p:nvSpPr>
          <p:cNvPr id="1056" name="Google Shape;1056;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7" name="Google Shape;1057;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8" name="Google Shape;1058;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6"/>
        <p:cNvGrpSpPr/>
        <p:nvPr/>
      </p:nvGrpSpPr>
      <p:grpSpPr>
        <a:xfrm>
          <a:off x="0" y="0"/>
          <a:ext cx="0" cy="0"/>
          <a:chOff x="0" y="0"/>
          <a:chExt cx="0" cy="0"/>
        </a:xfrm>
      </p:grpSpPr>
      <p:sp>
        <p:nvSpPr>
          <p:cNvPr id="1067" name="Google Shape;1067;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8" name="Google Shape;1068;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9" name="Google Shape;1069;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7"/>
        <p:cNvGrpSpPr/>
        <p:nvPr/>
      </p:nvGrpSpPr>
      <p:grpSpPr>
        <a:xfrm>
          <a:off x="0" y="0"/>
          <a:ext cx="0" cy="0"/>
          <a:chOff x="0" y="0"/>
          <a:chExt cx="0" cy="0"/>
        </a:xfrm>
      </p:grpSpPr>
      <p:sp>
        <p:nvSpPr>
          <p:cNvPr id="1078" name="Google Shape;1078;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9" name="Google Shape;1079;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0" name="Google Shape;1080;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6"/>
        <p:cNvGrpSpPr/>
        <p:nvPr/>
      </p:nvGrpSpPr>
      <p:grpSpPr>
        <a:xfrm>
          <a:off x="0" y="0"/>
          <a:ext cx="0" cy="0"/>
          <a:chOff x="0" y="0"/>
          <a:chExt cx="0" cy="0"/>
        </a:xfrm>
      </p:grpSpPr>
      <p:sp>
        <p:nvSpPr>
          <p:cNvPr id="1087" name="Google Shape;1087;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8" name="Google Shape;1088;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9" name="Google Shape;1089;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5"/>
        <p:cNvGrpSpPr/>
        <p:nvPr/>
      </p:nvGrpSpPr>
      <p:grpSpPr>
        <a:xfrm>
          <a:off x="0" y="0"/>
          <a:ext cx="0" cy="0"/>
          <a:chOff x="0" y="0"/>
          <a:chExt cx="0" cy="0"/>
        </a:xfrm>
      </p:grpSpPr>
      <p:sp>
        <p:nvSpPr>
          <p:cNvPr id="1096" name="Google Shape;1096;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7" name="Google Shape;1097;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8" name="Google Shape;1098;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2" name="Google Shape;1112;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3" name="Google Shape;1113;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4"/>
        <p:cNvGrpSpPr/>
        <p:nvPr/>
      </p:nvGrpSpPr>
      <p:grpSpPr>
        <a:xfrm>
          <a:off x="0" y="0"/>
          <a:ext cx="0" cy="0"/>
          <a:chOff x="0" y="0"/>
          <a:chExt cx="0" cy="0"/>
        </a:xfrm>
      </p:grpSpPr>
      <p:sp>
        <p:nvSpPr>
          <p:cNvPr id="1125" name="Google Shape;1125;g2701ceed56d_4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6" name="Google Shape;1126;g2701ceed56d_4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7" name="Google Shape;1127;g2701ceed56d_4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4"/>
        <p:cNvGrpSpPr/>
        <p:nvPr/>
      </p:nvGrpSpPr>
      <p:grpSpPr>
        <a:xfrm>
          <a:off x="0" y="0"/>
          <a:ext cx="0" cy="0"/>
          <a:chOff x="0" y="0"/>
          <a:chExt cx="0" cy="0"/>
        </a:xfrm>
      </p:grpSpPr>
      <p:sp>
        <p:nvSpPr>
          <p:cNvPr id="1165" name="Google Shape;1165;g27396dc95f3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6" name="Google Shape;1166;g27396dc95f3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7" name="Google Shape;1167;g27396dc95f3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44553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7986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2358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2006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20140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flipH="1">
            <a:off x="-938345" y="26244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Review Sound Family /zh/ /z/</a:t>
            </a:r>
            <a:endParaRPr sz="1800" b="0" i="0" u="none" strike="noStrike" cap="none">
              <a:solidFill>
                <a:srgbClr val="FFFFFF"/>
              </a:solidFill>
              <a:latin typeface="Poppins SemiBold"/>
              <a:ea typeface="Poppins SemiBold"/>
              <a:cs typeface="Poppins SemiBold"/>
              <a:sym typeface="Poppins SemiBold"/>
            </a:endParaRPr>
          </a:p>
        </p:txBody>
      </p:sp>
      <p:sp>
        <p:nvSpPr>
          <p:cNvPr id="108" name="Google Shape;108;g26b641b03cd_0_33"/>
          <p:cNvSpPr txBox="1"/>
          <p:nvPr/>
        </p:nvSpPr>
        <p:spPr>
          <a:xfrm rot="-5400000">
            <a:off x="-1852558" y="61900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13.2 - Friday</a:t>
            </a:r>
            <a:endParaRPr sz="1800" b="0" i="0" u="none" strike="noStrike" cap="none">
              <a:solidFill>
                <a:srgbClr val="CB3D85"/>
              </a:solidFill>
              <a:latin typeface="Poppins Medium"/>
              <a:ea typeface="Poppins Medium"/>
              <a:cs typeface="Poppins Medium"/>
              <a:sym typeface="Poppins Medium"/>
            </a:endParaRPr>
          </a:p>
        </p:txBody>
      </p:sp>
      <p:sp>
        <p:nvSpPr>
          <p:cNvPr id="109" name="Google Shape;109;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0" name="Google Shape;110;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1" name="Google Shape;111;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2" name="Google Shape;112;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3" name="Google Shape;113;g26b641b03cd_0_33"/>
          <p:cNvGrpSpPr/>
          <p:nvPr/>
        </p:nvGrpSpPr>
        <p:grpSpPr>
          <a:xfrm>
            <a:off x="662575" y="6212475"/>
            <a:ext cx="586800" cy="571500"/>
            <a:chOff x="662575" y="6212475"/>
            <a:chExt cx="586800" cy="571500"/>
          </a:xfrm>
        </p:grpSpPr>
        <p:sp>
          <p:nvSpPr>
            <p:cNvPr id="114" name="Google Shape;114;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 name="Google Shape;115;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 name="Google Shape;116;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7" name="Google Shape;117;g26b641b03cd_0_33"/>
          <p:cNvGrpSpPr/>
          <p:nvPr/>
        </p:nvGrpSpPr>
        <p:grpSpPr>
          <a:xfrm>
            <a:off x="7894350" y="6212475"/>
            <a:ext cx="586800" cy="571500"/>
            <a:chOff x="7894350" y="6212475"/>
            <a:chExt cx="586800" cy="571500"/>
          </a:xfrm>
        </p:grpSpPr>
        <p:sp>
          <p:nvSpPr>
            <p:cNvPr id="118" name="Google Shape;118;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 name="Google Shape;119;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1" name="Google Shape;121;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2" name="Google Shape;122;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23" name="Google Shape;123;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4" name="Google Shape;124;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65</a:t>
            </a:r>
            <a:endParaRPr sz="1800" b="0" i="0" u="none" strike="noStrike" cap="none">
              <a:solidFill>
                <a:srgbClr val="CB3D85"/>
              </a:solidFill>
              <a:latin typeface="Poppins Medium"/>
              <a:ea typeface="Poppins Medium"/>
              <a:cs typeface="Poppins Medium"/>
              <a:sym typeface="Poppins Medium"/>
            </a:endParaRPr>
          </a:p>
        </p:txBody>
      </p:sp>
      <p:sp>
        <p:nvSpPr>
          <p:cNvPr id="125" name="Google Shape;125;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dependent Reading">
  <p:cSld name="End of Session_1_1_1">
    <p:spTree>
      <p:nvGrpSpPr>
        <p:cNvPr id="1" name="Shape 126"/>
        <p:cNvGrpSpPr/>
        <p:nvPr/>
      </p:nvGrpSpPr>
      <p:grpSpPr>
        <a:xfrm>
          <a:off x="0" y="0"/>
          <a:ext cx="0" cy="0"/>
          <a:chOff x="0" y="0"/>
          <a:chExt cx="0" cy="0"/>
        </a:xfrm>
      </p:grpSpPr>
      <p:sp>
        <p:nvSpPr>
          <p:cNvPr id="127" name="Google Shape;127;g2ce718e20f2_0_768"/>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Independent Reading</a:t>
            </a:r>
            <a:endParaRPr sz="3200" b="0" i="0" u="none" strike="noStrike" cap="none">
              <a:solidFill>
                <a:srgbClr val="CB3D85"/>
              </a:solidFill>
              <a:latin typeface="Poppins Medium"/>
              <a:ea typeface="Poppins Medium"/>
              <a:cs typeface="Poppins Medium"/>
              <a:sym typeface="Poppins Medium"/>
            </a:endParaRPr>
          </a:p>
        </p:txBody>
      </p:sp>
      <p:cxnSp>
        <p:nvCxnSpPr>
          <p:cNvPr id="128" name="Google Shape;128;g2ce718e20f2_0_768"/>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29" name="Google Shape;129;g2ce718e20f2_0_768"/>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g2ce718e20f2_0_768"/>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chemeClr val="dk1"/>
                </a:solidFill>
                <a:latin typeface="Poppins"/>
                <a:ea typeface="Poppins"/>
                <a:cs typeface="Poppins"/>
                <a:sym typeface="Poppins"/>
              </a:rPr>
              <a:t>Children are given a decodable reader that covers </a:t>
            </a:r>
            <a:r>
              <a:rPr lang="en-US">
                <a:solidFill>
                  <a:schemeClr val="dk1"/>
                </a:solidFill>
                <a:latin typeface="Poppins"/>
                <a:ea typeface="Poppins"/>
                <a:cs typeface="Poppins"/>
                <a:sym typeface="Poppins"/>
              </a:rPr>
              <a:t>letter sounds</a:t>
            </a:r>
            <a:r>
              <a:rPr lang="en-US" sz="1400" b="0" i="0" u="none" strike="noStrike" cap="none">
                <a:solidFill>
                  <a:schemeClr val="dk1"/>
                </a:solidFill>
                <a:latin typeface="Poppins"/>
                <a:ea typeface="Poppins"/>
                <a:cs typeface="Poppins"/>
                <a:sym typeface="Poppins"/>
              </a:rPr>
              <a:t> previously taught.</a:t>
            </a:r>
            <a:endParaRPr sz="1400" b="0" i="0" u="none" strike="noStrike" cap="none">
              <a:solidFill>
                <a:schemeClr val="dk1"/>
              </a:solidFill>
              <a:latin typeface="Poppins"/>
              <a:ea typeface="Poppins"/>
              <a:cs typeface="Poppins"/>
              <a:sym typeface="Poppins"/>
            </a:endParaRPr>
          </a:p>
        </p:txBody>
      </p:sp>
      <p:sp>
        <p:nvSpPr>
          <p:cNvPr id="131" name="Google Shape;131;g2ce718e20f2_0_768"/>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CB3D85"/>
                </a:solidFill>
                <a:latin typeface="Poppins Medium"/>
                <a:ea typeface="Poppins Medium"/>
                <a:cs typeface="Poppins Medium"/>
                <a:sym typeface="Poppins Medium"/>
              </a:rPr>
              <a:t>Decodable Readers</a:t>
            </a:r>
            <a:endParaRPr sz="1100" b="0" i="0" u="none" strike="noStrike" cap="none">
              <a:solidFill>
                <a:srgbClr val="CB3D85"/>
              </a:solidFill>
              <a:latin typeface="Poppins Medium"/>
              <a:ea typeface="Poppins Medium"/>
              <a:cs typeface="Poppins Medium"/>
              <a:sym typeface="Poppins Medium"/>
            </a:endParaRPr>
          </a:p>
        </p:txBody>
      </p:sp>
      <p:grpSp>
        <p:nvGrpSpPr>
          <p:cNvPr id="133" name="Google Shape;133;g2ce718e20f2_0_768"/>
          <p:cNvGrpSpPr/>
          <p:nvPr/>
        </p:nvGrpSpPr>
        <p:grpSpPr>
          <a:xfrm>
            <a:off x="8199150" y="5983875"/>
            <a:ext cx="586800" cy="571500"/>
            <a:chOff x="7894350" y="6212475"/>
            <a:chExt cx="586800" cy="571500"/>
          </a:xfrm>
        </p:grpSpPr>
        <p:sp>
          <p:nvSpPr>
            <p:cNvPr id="134" name="Google Shape;134;g2ce718e20f2_0_76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5" name="Google Shape;135;g2ce718e20f2_0_76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6" name="Google Shape;136;g2ce718e20f2_0_76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37" name="Google Shape;137;g2ce718e20f2_0_768"/>
          <p:cNvSpPr txBox="1"/>
          <p:nvPr/>
        </p:nvSpPr>
        <p:spPr>
          <a:xfrm>
            <a:off x="5031994" y="2438500"/>
            <a:ext cx="30354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CB3D85"/>
                </a:solidFill>
                <a:latin typeface="Poppins Medium"/>
                <a:ea typeface="Poppins Medium"/>
                <a:cs typeface="Poppins Medium"/>
                <a:sym typeface="Poppins Medium"/>
              </a:rPr>
              <a:t>Sound Family Chart</a:t>
            </a:r>
            <a:endParaRPr sz="1100" b="0" i="1" u="none" strike="noStrike" cap="none">
              <a:solidFill>
                <a:srgbClr val="CB3D85"/>
              </a:solidFill>
              <a:latin typeface="Poppins Medium"/>
              <a:ea typeface="Poppins Medium"/>
              <a:cs typeface="Poppins Medium"/>
              <a:sym typeface="Poppins Medium"/>
            </a:endParaRPr>
          </a:p>
        </p:txBody>
      </p:sp>
      <p:grpSp>
        <p:nvGrpSpPr>
          <p:cNvPr id="138" name="Google Shape;138;g2ce718e20f2_0_768"/>
          <p:cNvGrpSpPr/>
          <p:nvPr/>
        </p:nvGrpSpPr>
        <p:grpSpPr>
          <a:xfrm>
            <a:off x="-36800" y="-52000"/>
            <a:ext cx="9236100" cy="543600"/>
            <a:chOff x="-36800" y="-52000"/>
            <a:chExt cx="9236100" cy="543600"/>
          </a:xfrm>
        </p:grpSpPr>
        <p:sp>
          <p:nvSpPr>
            <p:cNvPr id="139" name="Google Shape;139;g2ce718e20f2_0_768"/>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0" name="Google Shape;140;g2ce718e20f2_0_768"/>
            <p:cNvGrpSpPr/>
            <p:nvPr/>
          </p:nvGrpSpPr>
          <p:grpSpPr>
            <a:xfrm>
              <a:off x="5905920" y="88100"/>
              <a:ext cx="1337400" cy="403500"/>
              <a:chOff x="565600" y="88250"/>
              <a:chExt cx="1337400" cy="403500"/>
            </a:xfrm>
          </p:grpSpPr>
          <p:sp>
            <p:nvSpPr>
              <p:cNvPr id="141" name="Google Shape;141;g2ce718e20f2_0_768"/>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42" name="Google Shape;142;g2ce718e20f2_0_768"/>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43" name="Google Shape;143;g2ce718e20f2_0_768"/>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44" name="Google Shape;144;g2ce718e20f2_0_768"/>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45" name="Google Shape;145;g2ce718e20f2_0_768"/>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46" name="Google Shape;146;g2ce718e20f2_0_768"/>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47" name="Google Shape;147;g2ce718e20f2_0_768"/>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8" name="Google Shape;148;g2ce718e20f2_0_768"/>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49" name="Google Shape;149;g2ce718e20f2_0_768"/>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0" name="Google Shape;150;g2ce718e20f2_0_768"/>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1" name="Google Shape;151;g2ce718e20f2_0_768"/>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52" name="Google Shape;152;g2ce718e20f2_0_768"/>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3" name="Google Shape;153;g2ce718e20f2_0_768"/>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87"/>
        <p:cNvGrpSpPr/>
        <p:nvPr/>
      </p:nvGrpSpPr>
      <p:grpSpPr>
        <a:xfrm>
          <a:off x="0" y="0"/>
          <a:ext cx="0" cy="0"/>
          <a:chOff x="0" y="0"/>
          <a:chExt cx="0" cy="0"/>
        </a:xfrm>
      </p:grpSpPr>
      <p:sp>
        <p:nvSpPr>
          <p:cNvPr id="188" name="Google Shape;188;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89" name="Google Shape;189;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90" name="Google Shape;190;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1" name="Google Shape;191;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 name="Google Shape;192;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94" name="Google Shape;194;g26b641b03cd_0_260"/>
          <p:cNvGrpSpPr/>
          <p:nvPr/>
        </p:nvGrpSpPr>
        <p:grpSpPr>
          <a:xfrm>
            <a:off x="8199150" y="5983875"/>
            <a:ext cx="586800" cy="571500"/>
            <a:chOff x="7894350" y="6212475"/>
            <a:chExt cx="586800" cy="571500"/>
          </a:xfrm>
        </p:grpSpPr>
        <p:sp>
          <p:nvSpPr>
            <p:cNvPr id="195" name="Google Shape;195;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7" name="Google Shape;197;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98" name="Google Shape;198;g26b641b03cd_0_260"/>
          <p:cNvGrpSpPr/>
          <p:nvPr/>
        </p:nvGrpSpPr>
        <p:grpSpPr>
          <a:xfrm>
            <a:off x="-36800" y="-52000"/>
            <a:ext cx="9236100" cy="543600"/>
            <a:chOff x="-36800" y="-52000"/>
            <a:chExt cx="9236100" cy="543600"/>
          </a:xfrm>
        </p:grpSpPr>
        <p:sp>
          <p:nvSpPr>
            <p:cNvPr id="199" name="Google Shape;199;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0" name="Google Shape;200;g26b641b03cd_0_260"/>
            <p:cNvGrpSpPr/>
            <p:nvPr/>
          </p:nvGrpSpPr>
          <p:grpSpPr>
            <a:xfrm>
              <a:off x="5905920" y="88100"/>
              <a:ext cx="1337400" cy="403500"/>
              <a:chOff x="565600" y="88250"/>
              <a:chExt cx="1337400" cy="403500"/>
            </a:xfrm>
          </p:grpSpPr>
          <p:sp>
            <p:nvSpPr>
              <p:cNvPr id="201" name="Google Shape;201;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02" name="Google Shape;202;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203" name="Google Shape;203;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204" name="Google Shape;204;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205" name="Google Shape;205;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206" name="Google Shape;206;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207" name="Google Shape;207;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8" name="Google Shape;208;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09" name="Google Shape;209;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0" name="Google Shape;210;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11" name="Google Shape;211;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212" name="Google Shape;212;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4"/>
        <p:cNvGrpSpPr/>
        <p:nvPr/>
      </p:nvGrpSpPr>
      <p:grpSpPr>
        <a:xfrm>
          <a:off x="0" y="0"/>
          <a:ext cx="0" cy="0"/>
          <a:chOff x="0" y="0"/>
          <a:chExt cx="0" cy="0"/>
        </a:xfrm>
      </p:grpSpPr>
      <p:sp>
        <p:nvSpPr>
          <p:cNvPr id="215" name="Google Shape;215;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6" name="Google Shape;216;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17" name="Google Shape;217;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218" name="Google Shape;218;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19" name="Google Shape;219;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0" name="Google Shape;220;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1" name="Google Shape;221;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2" name="Google Shape;222;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3" name="Google Shape;223;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4" name="Google Shape;224;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5" name="Google Shape;225;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6" name="Google Shape;226;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7" name="Google Shape;227;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8" name="Google Shape;228;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9" name="Google Shape;229;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0" name="Google Shape;230;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3" name="Google Shape;233;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4" name="Google Shape;234;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5" name="Google Shape;235;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6" name="Google Shape;236;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7" name="Google Shape;237;g2c235dd0dad_1_87"/>
          <p:cNvGrpSpPr/>
          <p:nvPr/>
        </p:nvGrpSpPr>
        <p:grpSpPr>
          <a:xfrm>
            <a:off x="662575" y="6212475"/>
            <a:ext cx="586800" cy="571500"/>
            <a:chOff x="662575" y="6212475"/>
            <a:chExt cx="586800" cy="571500"/>
          </a:xfrm>
        </p:grpSpPr>
        <p:sp>
          <p:nvSpPr>
            <p:cNvPr id="238" name="Google Shape;238;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9" name="Google Shape;239;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1" name="Google Shape;241;g2c235dd0dad_1_87"/>
          <p:cNvGrpSpPr/>
          <p:nvPr/>
        </p:nvGrpSpPr>
        <p:grpSpPr>
          <a:xfrm>
            <a:off x="7894350" y="6212475"/>
            <a:ext cx="586800" cy="571500"/>
            <a:chOff x="7894350" y="6212475"/>
            <a:chExt cx="586800" cy="571500"/>
          </a:xfrm>
        </p:grpSpPr>
        <p:sp>
          <p:nvSpPr>
            <p:cNvPr id="242" name="Google Shape;242;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3" name="Google Shape;243;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5"/>
        <p:cNvGrpSpPr/>
        <p:nvPr/>
      </p:nvGrpSpPr>
      <p:grpSpPr>
        <a:xfrm>
          <a:off x="0" y="0"/>
          <a:ext cx="0" cy="0"/>
          <a:chOff x="0" y="0"/>
          <a:chExt cx="0" cy="0"/>
        </a:xfrm>
      </p:grpSpPr>
      <p:sp>
        <p:nvSpPr>
          <p:cNvPr id="246" name="Google Shape;246;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47" name="Google Shape;247;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48" name="Google Shape;248;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49" name="Google Shape;249;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50" name="Google Shape;250;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51" name="Google Shape;251;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2" name="Google Shape;252;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3" name="Google Shape;253;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54" name="Google Shape;254;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55" name="Google Shape;255;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6" name="Google Shape;256;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8" name="Google Shape;258;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2" name="Google Shape;262;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3" name="Google Shape;263;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4" name="Google Shape;264;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6" name="Google Shape;266;g1f3daf8a844_0_32"/>
          <p:cNvGrpSpPr/>
          <p:nvPr/>
        </p:nvGrpSpPr>
        <p:grpSpPr>
          <a:xfrm>
            <a:off x="662575" y="6212475"/>
            <a:ext cx="586800" cy="571500"/>
            <a:chOff x="662575" y="6212475"/>
            <a:chExt cx="586800" cy="571500"/>
          </a:xfrm>
        </p:grpSpPr>
        <p:sp>
          <p:nvSpPr>
            <p:cNvPr id="267" name="Google Shape;267;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8" name="Google Shape;268;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0" name="Google Shape;270;g1f3daf8a844_0_32"/>
          <p:cNvGrpSpPr/>
          <p:nvPr/>
        </p:nvGrpSpPr>
        <p:grpSpPr>
          <a:xfrm>
            <a:off x="7894350" y="6212475"/>
            <a:ext cx="586800" cy="571500"/>
            <a:chOff x="7894350" y="6212475"/>
            <a:chExt cx="586800" cy="571500"/>
          </a:xfrm>
        </p:grpSpPr>
        <p:sp>
          <p:nvSpPr>
            <p:cNvPr id="271" name="Google Shape;271;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2" name="Google Shape;272;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4"/>
        <p:cNvGrpSpPr/>
        <p:nvPr/>
      </p:nvGrpSpPr>
      <p:grpSpPr>
        <a:xfrm>
          <a:off x="0" y="0"/>
          <a:ext cx="0" cy="0"/>
          <a:chOff x="0" y="0"/>
          <a:chExt cx="0" cy="0"/>
        </a:xfrm>
      </p:grpSpPr>
      <p:sp>
        <p:nvSpPr>
          <p:cNvPr id="275" name="Google Shape;275;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6" name="Google Shape;276;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77" name="Google Shape;277;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8" name="Google Shape;278;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9" name="Google Shape;279;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0" name="Google Shape;280;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1" name="Google Shape;281;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2" name="Google Shape;282;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3" name="Google Shape;283;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84" name="Google Shape;284;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6" name="Google Shape;286;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0" name="Google Shape;290;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1" name="Google Shape;291;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2" name="Google Shape;292;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4" name="Google Shape;294;g2c157a2fb06_0_53"/>
          <p:cNvGrpSpPr/>
          <p:nvPr/>
        </p:nvGrpSpPr>
        <p:grpSpPr>
          <a:xfrm>
            <a:off x="662575" y="6212475"/>
            <a:ext cx="586800" cy="571500"/>
            <a:chOff x="662575" y="6212475"/>
            <a:chExt cx="586800" cy="571500"/>
          </a:xfrm>
        </p:grpSpPr>
        <p:sp>
          <p:nvSpPr>
            <p:cNvPr id="295" name="Google Shape;295;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8" name="Google Shape;298;g2c157a2fb06_0_53"/>
          <p:cNvGrpSpPr/>
          <p:nvPr/>
        </p:nvGrpSpPr>
        <p:grpSpPr>
          <a:xfrm>
            <a:off x="7894350" y="6212475"/>
            <a:ext cx="586800" cy="571500"/>
            <a:chOff x="7894350" y="6212475"/>
            <a:chExt cx="586800" cy="571500"/>
          </a:xfrm>
        </p:grpSpPr>
        <p:sp>
          <p:nvSpPr>
            <p:cNvPr id="299" name="Google Shape;299;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0" name="Google Shape;300;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02"/>
        <p:cNvGrpSpPr/>
        <p:nvPr/>
      </p:nvGrpSpPr>
      <p:grpSpPr>
        <a:xfrm>
          <a:off x="0" y="0"/>
          <a:ext cx="0" cy="0"/>
          <a:chOff x="0" y="0"/>
          <a:chExt cx="0" cy="0"/>
        </a:xfrm>
      </p:grpSpPr>
      <p:pic>
        <p:nvPicPr>
          <p:cNvPr id="303" name="Google Shape;303;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4" name="Google Shape;304;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5" name="Google Shape;305;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1" name="Google Shape;311;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312" name="Google Shape;312;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4" name="Google Shape;314;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5" name="Google Shape;315;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8" name="Google Shape;318;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19" name="Google Shape;319;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0" name="Google Shape;320;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1" name="Google Shape;321;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2" name="Google Shape;322;g2c157a2fb06_0_158"/>
          <p:cNvGrpSpPr/>
          <p:nvPr/>
        </p:nvGrpSpPr>
        <p:grpSpPr>
          <a:xfrm>
            <a:off x="662575" y="6212475"/>
            <a:ext cx="586800" cy="571500"/>
            <a:chOff x="662575" y="6212475"/>
            <a:chExt cx="586800" cy="571500"/>
          </a:xfrm>
        </p:grpSpPr>
        <p:sp>
          <p:nvSpPr>
            <p:cNvPr id="323" name="Google Shape;323;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6" name="Google Shape;326;g2c157a2fb06_0_158"/>
          <p:cNvGrpSpPr/>
          <p:nvPr/>
        </p:nvGrpSpPr>
        <p:grpSpPr>
          <a:xfrm>
            <a:off x="7894350" y="6212475"/>
            <a:ext cx="586800" cy="571500"/>
            <a:chOff x="7894350" y="6212475"/>
            <a:chExt cx="586800" cy="571500"/>
          </a:xfrm>
        </p:grpSpPr>
        <p:sp>
          <p:nvSpPr>
            <p:cNvPr id="327" name="Google Shape;327;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30"/>
        <p:cNvGrpSpPr/>
        <p:nvPr/>
      </p:nvGrpSpPr>
      <p:grpSpPr>
        <a:xfrm>
          <a:off x="0" y="0"/>
          <a:ext cx="0" cy="0"/>
          <a:chOff x="0" y="0"/>
          <a:chExt cx="0" cy="0"/>
        </a:xfrm>
      </p:grpSpPr>
      <p:sp>
        <p:nvSpPr>
          <p:cNvPr id="331" name="Google Shape;331;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2" name="Google Shape;332;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33" name="Google Shape;333;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6" name="Google Shape;336;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7" name="Google Shape;337;g2c157a2fb06_0_263"/>
          <p:cNvSpPr>
            <a:spLocks noGrp="1"/>
          </p:cNvSpPr>
          <p:nvPr>
            <p:ph type="pic" idx="5"/>
          </p:nvPr>
        </p:nvSpPr>
        <p:spPr>
          <a:xfrm>
            <a:off x="5086375" y="4412425"/>
            <a:ext cx="2668800" cy="1291500"/>
          </a:xfrm>
          <a:prstGeom prst="rect">
            <a:avLst/>
          </a:prstGeom>
          <a:noFill/>
          <a:ln>
            <a:noFill/>
          </a:ln>
        </p:spPr>
      </p:sp>
      <p:sp>
        <p:nvSpPr>
          <p:cNvPr id="338" name="Google Shape;338;g2c157a2fb06_0_263"/>
          <p:cNvSpPr>
            <a:spLocks noGrp="1"/>
          </p:cNvSpPr>
          <p:nvPr>
            <p:ph type="pic" idx="6"/>
          </p:nvPr>
        </p:nvSpPr>
        <p:spPr>
          <a:xfrm>
            <a:off x="5086375" y="797675"/>
            <a:ext cx="2668800" cy="1291500"/>
          </a:xfrm>
          <a:prstGeom prst="rect">
            <a:avLst/>
          </a:prstGeom>
          <a:noFill/>
          <a:ln>
            <a:noFill/>
          </a:ln>
        </p:spPr>
      </p:sp>
      <p:sp>
        <p:nvSpPr>
          <p:cNvPr id="339" name="Google Shape;339;g2c157a2fb06_0_263"/>
          <p:cNvSpPr>
            <a:spLocks noGrp="1"/>
          </p:cNvSpPr>
          <p:nvPr>
            <p:ph type="pic" idx="7"/>
          </p:nvPr>
        </p:nvSpPr>
        <p:spPr>
          <a:xfrm>
            <a:off x="5086375" y="2002592"/>
            <a:ext cx="2668800" cy="1291500"/>
          </a:xfrm>
          <a:prstGeom prst="rect">
            <a:avLst/>
          </a:prstGeom>
          <a:noFill/>
          <a:ln>
            <a:noFill/>
          </a:ln>
        </p:spPr>
      </p:sp>
      <p:sp>
        <p:nvSpPr>
          <p:cNvPr id="340" name="Google Shape;340;g2c157a2fb06_0_263"/>
          <p:cNvSpPr>
            <a:spLocks noGrp="1"/>
          </p:cNvSpPr>
          <p:nvPr>
            <p:ph type="pic" idx="8"/>
          </p:nvPr>
        </p:nvSpPr>
        <p:spPr>
          <a:xfrm>
            <a:off x="5086375" y="3207508"/>
            <a:ext cx="2668800" cy="1291500"/>
          </a:xfrm>
          <a:prstGeom prst="rect">
            <a:avLst/>
          </a:prstGeom>
          <a:noFill/>
          <a:ln>
            <a:noFill/>
          </a:ln>
        </p:spPr>
      </p:sp>
      <p:sp>
        <p:nvSpPr>
          <p:cNvPr id="341" name="Google Shape;341;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2" name="Google Shape;342;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3" name="Google Shape;343;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5" name="Google Shape;345;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6" name="Google Shape;346;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9" name="Google Shape;349;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50" name="Google Shape;350;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2" name="Google Shape;352;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3" name="Google Shape;353;g2c157a2fb06_0_263"/>
          <p:cNvGrpSpPr/>
          <p:nvPr/>
        </p:nvGrpSpPr>
        <p:grpSpPr>
          <a:xfrm>
            <a:off x="662575" y="6212475"/>
            <a:ext cx="586800" cy="571500"/>
            <a:chOff x="662575" y="6212475"/>
            <a:chExt cx="586800" cy="571500"/>
          </a:xfrm>
        </p:grpSpPr>
        <p:sp>
          <p:nvSpPr>
            <p:cNvPr id="354" name="Google Shape;354;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7" name="Google Shape;357;g2c157a2fb06_0_263"/>
          <p:cNvGrpSpPr/>
          <p:nvPr/>
        </p:nvGrpSpPr>
        <p:grpSpPr>
          <a:xfrm>
            <a:off x="7894350" y="6212475"/>
            <a:ext cx="586800" cy="571500"/>
            <a:chOff x="7894350" y="6212475"/>
            <a:chExt cx="586800" cy="571500"/>
          </a:xfrm>
        </p:grpSpPr>
        <p:sp>
          <p:nvSpPr>
            <p:cNvPr id="358" name="Google Shape;358;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61"/>
        <p:cNvGrpSpPr/>
        <p:nvPr/>
      </p:nvGrpSpPr>
      <p:grpSpPr>
        <a:xfrm>
          <a:off x="0" y="0"/>
          <a:ext cx="0" cy="0"/>
          <a:chOff x="0" y="0"/>
          <a:chExt cx="0" cy="0"/>
        </a:xfrm>
      </p:grpSpPr>
      <p:cxnSp>
        <p:nvCxnSpPr>
          <p:cNvPr id="362" name="Google Shape;362;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3" name="Google Shape;363;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4" name="Google Shape;364;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5" name="Google Shape;365;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6" name="Google Shape;366;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67" name="Google Shape;367;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8" name="Google Shape;368;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9" name="Google Shape;369;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1" name="Google Shape;371;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2" name="Google Shape;372;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5" name="Google Shape;375;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6" name="Google Shape;376;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8" name="Google Shape;378;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9" name="Google Shape;379;g2c157a2fb06_0_467"/>
          <p:cNvGrpSpPr/>
          <p:nvPr/>
        </p:nvGrpSpPr>
        <p:grpSpPr>
          <a:xfrm>
            <a:off x="662575" y="6212475"/>
            <a:ext cx="586800" cy="571500"/>
            <a:chOff x="662575" y="6212475"/>
            <a:chExt cx="586800" cy="571500"/>
          </a:xfrm>
        </p:grpSpPr>
        <p:sp>
          <p:nvSpPr>
            <p:cNvPr id="380" name="Google Shape;380;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3" name="Google Shape;383;g2c157a2fb06_0_467"/>
          <p:cNvGrpSpPr/>
          <p:nvPr/>
        </p:nvGrpSpPr>
        <p:grpSpPr>
          <a:xfrm>
            <a:off x="7894350" y="6212475"/>
            <a:ext cx="586800" cy="571500"/>
            <a:chOff x="7894350" y="6212475"/>
            <a:chExt cx="586800" cy="571500"/>
          </a:xfrm>
        </p:grpSpPr>
        <p:sp>
          <p:nvSpPr>
            <p:cNvPr id="384" name="Google Shape;384;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7"/>
        <p:cNvGrpSpPr/>
        <p:nvPr/>
      </p:nvGrpSpPr>
      <p:grpSpPr>
        <a:xfrm>
          <a:off x="0" y="0"/>
          <a:ext cx="0" cy="0"/>
          <a:chOff x="0" y="0"/>
          <a:chExt cx="0" cy="0"/>
        </a:xfrm>
      </p:grpSpPr>
      <p:cxnSp>
        <p:nvCxnSpPr>
          <p:cNvPr id="388" name="Google Shape;388;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0" name="Google Shape;390;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1" name="Google Shape;391;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92" name="Google Shape;392;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3" name="Google Shape;393;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629"/>
          <p:cNvGrpSpPr/>
          <p:nvPr/>
        </p:nvGrpSpPr>
        <p:grpSpPr>
          <a:xfrm>
            <a:off x="662575" y="6212475"/>
            <a:ext cx="586800" cy="571500"/>
            <a:chOff x="662575" y="6212475"/>
            <a:chExt cx="586800" cy="571500"/>
          </a:xfrm>
        </p:grpSpPr>
        <p:sp>
          <p:nvSpPr>
            <p:cNvPr id="406" name="Google Shape;406;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629"/>
          <p:cNvGrpSpPr/>
          <p:nvPr/>
        </p:nvGrpSpPr>
        <p:grpSpPr>
          <a:xfrm>
            <a:off x="7894350" y="6212475"/>
            <a:ext cx="586800" cy="571500"/>
            <a:chOff x="7894350" y="6212475"/>
            <a:chExt cx="586800" cy="571500"/>
          </a:xfrm>
        </p:grpSpPr>
        <p:sp>
          <p:nvSpPr>
            <p:cNvPr id="410" name="Google Shape;410;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3"/>
        <p:cNvGrpSpPr/>
        <p:nvPr/>
      </p:nvGrpSpPr>
      <p:grpSpPr>
        <a:xfrm>
          <a:off x="0" y="0"/>
          <a:ext cx="0" cy="0"/>
          <a:chOff x="0" y="0"/>
          <a:chExt cx="0" cy="0"/>
        </a:xfrm>
      </p:grpSpPr>
      <p:cxnSp>
        <p:nvCxnSpPr>
          <p:cNvPr id="414" name="Google Shape;414;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798"/>
          <p:cNvGrpSpPr/>
          <p:nvPr/>
        </p:nvGrpSpPr>
        <p:grpSpPr>
          <a:xfrm>
            <a:off x="662575" y="6212475"/>
            <a:ext cx="586800" cy="571500"/>
            <a:chOff x="662575" y="6212475"/>
            <a:chExt cx="586800" cy="571500"/>
          </a:xfrm>
        </p:grpSpPr>
        <p:sp>
          <p:nvSpPr>
            <p:cNvPr id="433" name="Google Shape;433;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798"/>
          <p:cNvGrpSpPr/>
          <p:nvPr/>
        </p:nvGrpSpPr>
        <p:grpSpPr>
          <a:xfrm>
            <a:off x="7894350" y="6212475"/>
            <a:ext cx="586800" cy="571500"/>
            <a:chOff x="7894350" y="6212475"/>
            <a:chExt cx="586800" cy="571500"/>
          </a:xfrm>
        </p:grpSpPr>
        <p:sp>
          <p:nvSpPr>
            <p:cNvPr id="437" name="Google Shape;437;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40"/>
        <p:cNvGrpSpPr/>
        <p:nvPr/>
      </p:nvGrpSpPr>
      <p:grpSpPr>
        <a:xfrm>
          <a:off x="0" y="0"/>
          <a:ext cx="0" cy="0"/>
          <a:chOff x="0" y="0"/>
          <a:chExt cx="0" cy="0"/>
        </a:xfrm>
      </p:grpSpPr>
      <p:cxnSp>
        <p:nvCxnSpPr>
          <p:cNvPr id="441" name="Google Shape;441;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2" name="Google Shape;442;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3" name="Google Shape;443;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4" name="Google Shape;444;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5" name="Google Shape;44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47" name="Google Shape;44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8" name="Google Shape;44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49" name="Google Shape;449;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1" name="Google Shape;451;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2" name="Google Shape;452;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5" name="Google Shape;455;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56" name="Google Shape;456;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57" name="Google Shape;457;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58" name="Google Shape;458;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1" name="Google Shape;471;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72" name="Google Shape;472;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3" name="Google Shape;473;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6" name="Google Shape;476;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8" name="Google Shape;478;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0" name="Google Shape;480;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1" name="Google Shape;481;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2" name="Google Shape;482;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4" name="Google Shape;484;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5" name="Google Shape;485;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7" name="Google Shape;487;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88" name="Google Shape;488;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0" name="Google Shape;490;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1" name="Google Shape;491;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4" name="Google Shape;494;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95" name="Google Shape;495;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96" name="Google Shape;496;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97" name="Google Shape;497;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98" name="Google Shape;498;g2c157a2fb06_0_700"/>
          <p:cNvGrpSpPr/>
          <p:nvPr/>
        </p:nvGrpSpPr>
        <p:grpSpPr>
          <a:xfrm>
            <a:off x="662575" y="6212475"/>
            <a:ext cx="586800" cy="571500"/>
            <a:chOff x="662575" y="6212475"/>
            <a:chExt cx="586800" cy="571500"/>
          </a:xfrm>
        </p:grpSpPr>
        <p:sp>
          <p:nvSpPr>
            <p:cNvPr id="499" name="Google Shape;499;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2" name="Google Shape;502;g2c157a2fb06_0_700"/>
          <p:cNvGrpSpPr/>
          <p:nvPr/>
        </p:nvGrpSpPr>
        <p:grpSpPr>
          <a:xfrm>
            <a:off x="7894350" y="6212475"/>
            <a:ext cx="586800" cy="571500"/>
            <a:chOff x="7894350" y="6212475"/>
            <a:chExt cx="586800" cy="571500"/>
          </a:xfrm>
        </p:grpSpPr>
        <p:sp>
          <p:nvSpPr>
            <p:cNvPr id="503" name="Google Shape;503;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6"/>
        <p:cNvGrpSpPr/>
        <p:nvPr/>
      </p:nvGrpSpPr>
      <p:grpSpPr>
        <a:xfrm>
          <a:off x="0" y="0"/>
          <a:ext cx="0" cy="0"/>
          <a:chOff x="0" y="0"/>
          <a:chExt cx="0" cy="0"/>
        </a:xfrm>
      </p:grpSpPr>
      <p:sp>
        <p:nvSpPr>
          <p:cNvPr id="507" name="Google Shape;507;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508" name="Google Shape;508;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9" name="Google Shape;509;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5" name="Google Shape;515;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6" name="Google Shape;516;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7" name="Google Shape;517;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8" name="Google Shape;518;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6" name="Google Shape;526;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7" name="Google Shape;527;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29" name="Google Shape;529;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0" name="Google Shape;530;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1" name="Google Shape;531;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3" name="Google Shape;533;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34" name="Google Shape;534;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35" name="Google Shape;535;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36" name="Google Shape;536;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37" name="Google Shape;537;g2c157a2fb06_0_932"/>
          <p:cNvGrpSpPr/>
          <p:nvPr/>
        </p:nvGrpSpPr>
        <p:grpSpPr>
          <a:xfrm>
            <a:off x="662575" y="6212475"/>
            <a:ext cx="586800" cy="571500"/>
            <a:chOff x="662575" y="6212475"/>
            <a:chExt cx="586800" cy="571500"/>
          </a:xfrm>
        </p:grpSpPr>
        <p:sp>
          <p:nvSpPr>
            <p:cNvPr id="538" name="Google Shape;538;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1" name="Google Shape;541;g2c157a2fb06_0_932"/>
          <p:cNvGrpSpPr/>
          <p:nvPr/>
        </p:nvGrpSpPr>
        <p:grpSpPr>
          <a:xfrm>
            <a:off x="7894350" y="6212475"/>
            <a:ext cx="586800" cy="571500"/>
            <a:chOff x="7894350" y="6212475"/>
            <a:chExt cx="586800" cy="571500"/>
          </a:xfrm>
        </p:grpSpPr>
        <p:sp>
          <p:nvSpPr>
            <p:cNvPr id="542" name="Google Shape;542;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4" name="Google Shape;544;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5"/>
        <p:cNvGrpSpPr/>
        <p:nvPr/>
      </p:nvGrpSpPr>
      <p:grpSpPr>
        <a:xfrm>
          <a:off x="0" y="0"/>
          <a:ext cx="0" cy="0"/>
          <a:chOff x="0" y="0"/>
          <a:chExt cx="0" cy="0"/>
        </a:xfrm>
      </p:grpSpPr>
      <p:cxnSp>
        <p:nvCxnSpPr>
          <p:cNvPr id="546" name="Google Shape;54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7" name="Google Shape;54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8" name="Google Shape;54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6" name="Google Shape;55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7" name="Google Shape;557;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8" name="Google Shape;558;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59" name="Google Shape;559;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1" name="Google Shape;561;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2" name="Google Shape;562;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63" name="Google Shape;563;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65" name="Google Shape;565;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6" name="Google Shape;566;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9" name="Google Shape;569;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70" name="Google Shape;570;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71" name="Google Shape;571;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72" name="Google Shape;572;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73" name="Google Shape;573;g2c157a2fb06_0_1045"/>
          <p:cNvGrpSpPr/>
          <p:nvPr/>
        </p:nvGrpSpPr>
        <p:grpSpPr>
          <a:xfrm>
            <a:off x="662575" y="6212475"/>
            <a:ext cx="586800" cy="571500"/>
            <a:chOff x="662575" y="6212475"/>
            <a:chExt cx="586800" cy="571500"/>
          </a:xfrm>
        </p:grpSpPr>
        <p:sp>
          <p:nvSpPr>
            <p:cNvPr id="574" name="Google Shape;574;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7" name="Google Shape;577;g2c157a2fb06_0_1045"/>
          <p:cNvGrpSpPr/>
          <p:nvPr/>
        </p:nvGrpSpPr>
        <p:grpSpPr>
          <a:xfrm>
            <a:off x="7894350" y="6212475"/>
            <a:ext cx="586800" cy="571500"/>
            <a:chOff x="7894350" y="6212475"/>
            <a:chExt cx="586800" cy="571500"/>
          </a:xfrm>
        </p:grpSpPr>
        <p:sp>
          <p:nvSpPr>
            <p:cNvPr id="578" name="Google Shape;578;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1"/>
        <p:cNvGrpSpPr/>
        <p:nvPr/>
      </p:nvGrpSpPr>
      <p:grpSpPr>
        <a:xfrm>
          <a:off x="0" y="0"/>
          <a:ext cx="0" cy="0"/>
          <a:chOff x="0" y="0"/>
          <a:chExt cx="0" cy="0"/>
        </a:xfrm>
      </p:grpSpPr>
      <p:sp>
        <p:nvSpPr>
          <p:cNvPr id="582" name="Google Shape;582;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3" name="Google Shape;583;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7" name="Google Shape;587;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8" name="Google Shape;588;g2c157a2fb06_0_1110"/>
          <p:cNvGrpSpPr/>
          <p:nvPr/>
        </p:nvGrpSpPr>
        <p:grpSpPr>
          <a:xfrm>
            <a:off x="5806200" y="1807463"/>
            <a:ext cx="756300" cy="146700"/>
            <a:chOff x="5806200" y="1807463"/>
            <a:chExt cx="756300" cy="146700"/>
          </a:xfrm>
        </p:grpSpPr>
        <p:sp>
          <p:nvSpPr>
            <p:cNvPr id="589" name="Google Shape;589;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2" name="Google Shape;592;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3" name="Google Shape;593;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4" name="Google Shape;594;g2c157a2fb06_0_1110"/>
          <p:cNvGrpSpPr/>
          <p:nvPr/>
        </p:nvGrpSpPr>
        <p:grpSpPr>
          <a:xfrm>
            <a:off x="5806200" y="2842438"/>
            <a:ext cx="756300" cy="146700"/>
            <a:chOff x="5806200" y="1807463"/>
            <a:chExt cx="756300" cy="146700"/>
          </a:xfrm>
        </p:grpSpPr>
        <p:sp>
          <p:nvSpPr>
            <p:cNvPr id="595" name="Google Shape;595;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7" name="Google Shape;597;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8" name="Google Shape;598;g2c157a2fb06_0_1110"/>
          <p:cNvGrpSpPr/>
          <p:nvPr/>
        </p:nvGrpSpPr>
        <p:grpSpPr>
          <a:xfrm>
            <a:off x="5806200" y="3877413"/>
            <a:ext cx="756300" cy="146700"/>
            <a:chOff x="5806200" y="1807463"/>
            <a:chExt cx="756300" cy="146700"/>
          </a:xfrm>
        </p:grpSpPr>
        <p:sp>
          <p:nvSpPr>
            <p:cNvPr id="599" name="Google Shape;599;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1" name="Google Shape;601;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2" name="Google Shape;602;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04" name="Google Shape;604;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5" name="Google Shape;605;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8" name="Google Shape;608;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609" name="Google Shape;609;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610" name="Google Shape;610;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611" name="Google Shape;611;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612" name="Google Shape;612;g2c157a2fb06_0_1110"/>
          <p:cNvGrpSpPr/>
          <p:nvPr/>
        </p:nvGrpSpPr>
        <p:grpSpPr>
          <a:xfrm>
            <a:off x="662575" y="6212475"/>
            <a:ext cx="586800" cy="571500"/>
            <a:chOff x="662575" y="6212475"/>
            <a:chExt cx="586800" cy="571500"/>
          </a:xfrm>
        </p:grpSpPr>
        <p:sp>
          <p:nvSpPr>
            <p:cNvPr id="613" name="Google Shape;613;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7894350" y="6212475"/>
            <a:ext cx="586800" cy="571500"/>
            <a:chOff x="7894350" y="6212475"/>
            <a:chExt cx="586800" cy="571500"/>
          </a:xfrm>
        </p:grpSpPr>
        <p:sp>
          <p:nvSpPr>
            <p:cNvPr id="617" name="Google Shape;617;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0"/>
        <p:cNvGrpSpPr/>
        <p:nvPr/>
      </p:nvGrpSpPr>
      <p:grpSpPr>
        <a:xfrm>
          <a:off x="0" y="0"/>
          <a:ext cx="0" cy="0"/>
          <a:chOff x="0" y="0"/>
          <a:chExt cx="0" cy="0"/>
        </a:xfrm>
      </p:grpSpPr>
      <p:sp>
        <p:nvSpPr>
          <p:cNvPr id="621" name="Google Shape;621;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5" name="Google Shape;625;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28" name="Google Shape;628;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29" name="Google Shape;629;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0" name="Google Shape;630;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1" name="Google Shape;631;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4" name="Google Shape;634;p30"/>
          <p:cNvGrpSpPr/>
          <p:nvPr/>
        </p:nvGrpSpPr>
        <p:grpSpPr>
          <a:xfrm>
            <a:off x="6022940" y="5341706"/>
            <a:ext cx="594501" cy="305904"/>
            <a:chOff x="5672081" y="1914352"/>
            <a:chExt cx="792668" cy="305904"/>
          </a:xfrm>
        </p:grpSpPr>
        <p:sp>
          <p:nvSpPr>
            <p:cNvPr id="635" name="Google Shape;635;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6" name="Google Shape;636;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37" name="Google Shape;637;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38" name="Google Shape;638;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46" name="Google Shape;646;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47" name="Google Shape;647;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0" name="Google Shape;650;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1" name="Google Shape;651;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5" name="Google Shape;655;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56" name="Google Shape;656;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57" name="Google Shape;657;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58" name="Google Shape;658;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1" name="Google Shape;661;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2" name="Google Shape;662;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4" name="Google Shape;664;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5" name="Google Shape;665;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66"/>
        <p:cNvGrpSpPr/>
        <p:nvPr/>
      </p:nvGrpSpPr>
      <p:grpSpPr>
        <a:xfrm>
          <a:off x="0" y="0"/>
          <a:ext cx="0" cy="0"/>
          <a:chOff x="0" y="0"/>
          <a:chExt cx="0" cy="0"/>
        </a:xfrm>
      </p:grpSpPr>
      <p:sp>
        <p:nvSpPr>
          <p:cNvPr id="667" name="Google Shape;667;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68" name="Google Shape;668;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69" name="Google Shape;669;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0"/>
        <p:cNvGrpSpPr/>
        <p:nvPr/>
      </p:nvGrpSpPr>
      <p:grpSpPr>
        <a:xfrm>
          <a:off x="0" y="0"/>
          <a:ext cx="0" cy="0"/>
          <a:chOff x="0" y="0"/>
          <a:chExt cx="0" cy="0"/>
        </a:xfrm>
      </p:grpSpPr>
      <p:sp>
        <p:nvSpPr>
          <p:cNvPr id="671" name="Google Shape;671;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3" name="Google Shape;673;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slide" Target="slide2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slide" Target="slide13.xml"/><Relationship Id="rId5" Type="http://schemas.openxmlformats.org/officeDocument/2006/relationships/image" Target="../media/image9.png"/><Relationship Id="rId10" Type="http://schemas.openxmlformats.org/officeDocument/2006/relationships/slide" Target="slide20.xml"/><Relationship Id="rId4" Type="http://schemas.openxmlformats.org/officeDocument/2006/relationships/image" Target="../media/image8.png"/><Relationship Id="rId9" Type="http://schemas.openxmlformats.org/officeDocument/2006/relationships/slide" Target="slide18.xml"/></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21" Type="http://schemas.openxmlformats.org/officeDocument/2006/relationships/image" Target="../media/image30.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5" Type="http://schemas.openxmlformats.org/officeDocument/2006/relationships/image" Target="../media/image34.png"/><Relationship Id="rId2" Type="http://schemas.openxmlformats.org/officeDocument/2006/relationships/notesSlide" Target="../notesSlides/notesSlide3.xml"/><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3.xml"/><Relationship Id="rId6" Type="http://schemas.openxmlformats.org/officeDocument/2006/relationships/image" Target="../media/image15.png"/><Relationship Id="rId11" Type="http://schemas.openxmlformats.org/officeDocument/2006/relationships/image" Target="../media/image20.png"/><Relationship Id="rId24" Type="http://schemas.openxmlformats.org/officeDocument/2006/relationships/image" Target="../media/image33.png"/><Relationship Id="rId5" Type="http://schemas.openxmlformats.org/officeDocument/2006/relationships/image" Target="../media/image14.png"/><Relationship Id="rId15" Type="http://schemas.openxmlformats.org/officeDocument/2006/relationships/image" Target="../media/image24.png"/><Relationship Id="rId23" Type="http://schemas.openxmlformats.org/officeDocument/2006/relationships/image" Target="../media/image32.png"/><Relationship Id="rId10" Type="http://schemas.openxmlformats.org/officeDocument/2006/relationships/image" Target="../media/image19.png"/><Relationship Id="rId19" Type="http://schemas.openxmlformats.org/officeDocument/2006/relationships/image" Target="../media/image28.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 Id="rId22" Type="http://schemas.openxmlformats.org/officeDocument/2006/relationships/image" Target="../media/image31.png"/></Relationships>
</file>

<file path=ppt/slides/_rels/slide4.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18" Type="http://schemas.openxmlformats.org/officeDocument/2006/relationships/image" Target="../media/image50.png"/><Relationship Id="rId26" Type="http://schemas.openxmlformats.org/officeDocument/2006/relationships/image" Target="../media/image57.png"/><Relationship Id="rId3" Type="http://schemas.openxmlformats.org/officeDocument/2006/relationships/image" Target="../media/image35.png"/><Relationship Id="rId21" Type="http://schemas.openxmlformats.org/officeDocument/2006/relationships/image" Target="../media/image53.png"/><Relationship Id="rId7" Type="http://schemas.openxmlformats.org/officeDocument/2006/relationships/image" Target="../media/image39.png"/><Relationship Id="rId12" Type="http://schemas.openxmlformats.org/officeDocument/2006/relationships/image" Target="../media/image44.png"/><Relationship Id="rId17" Type="http://schemas.openxmlformats.org/officeDocument/2006/relationships/image" Target="../media/image49.png"/><Relationship Id="rId25" Type="http://schemas.openxmlformats.org/officeDocument/2006/relationships/image" Target="../media/image7.png"/><Relationship Id="rId2" Type="http://schemas.openxmlformats.org/officeDocument/2006/relationships/notesSlide" Target="../notesSlides/notesSlide4.xml"/><Relationship Id="rId16" Type="http://schemas.openxmlformats.org/officeDocument/2006/relationships/image" Target="../media/image48.png"/><Relationship Id="rId20" Type="http://schemas.openxmlformats.org/officeDocument/2006/relationships/image" Target="../media/image52.png"/><Relationship Id="rId29" Type="http://schemas.openxmlformats.org/officeDocument/2006/relationships/image" Target="../media/image60.png"/><Relationship Id="rId1" Type="http://schemas.openxmlformats.org/officeDocument/2006/relationships/slideLayout" Target="../slideLayouts/slideLayout3.xml"/><Relationship Id="rId6" Type="http://schemas.openxmlformats.org/officeDocument/2006/relationships/image" Target="../media/image38.png"/><Relationship Id="rId11" Type="http://schemas.openxmlformats.org/officeDocument/2006/relationships/image" Target="../media/image43.png"/><Relationship Id="rId24" Type="http://schemas.openxmlformats.org/officeDocument/2006/relationships/image" Target="../media/image56.png"/><Relationship Id="rId5" Type="http://schemas.openxmlformats.org/officeDocument/2006/relationships/image" Target="../media/image37.png"/><Relationship Id="rId15" Type="http://schemas.openxmlformats.org/officeDocument/2006/relationships/image" Target="../media/image47.png"/><Relationship Id="rId23" Type="http://schemas.openxmlformats.org/officeDocument/2006/relationships/image" Target="../media/image55.png"/><Relationship Id="rId28" Type="http://schemas.openxmlformats.org/officeDocument/2006/relationships/image" Target="../media/image59.png"/><Relationship Id="rId10" Type="http://schemas.openxmlformats.org/officeDocument/2006/relationships/image" Target="../media/image42.png"/><Relationship Id="rId19" Type="http://schemas.openxmlformats.org/officeDocument/2006/relationships/image" Target="../media/image51.png"/><Relationship Id="rId31" Type="http://schemas.openxmlformats.org/officeDocument/2006/relationships/image" Target="../media/image62.png"/><Relationship Id="rId4" Type="http://schemas.openxmlformats.org/officeDocument/2006/relationships/image" Target="../media/image36.png"/><Relationship Id="rId9" Type="http://schemas.openxmlformats.org/officeDocument/2006/relationships/image" Target="../media/image41.png"/><Relationship Id="rId14" Type="http://schemas.openxmlformats.org/officeDocument/2006/relationships/image" Target="../media/image46.png"/><Relationship Id="rId22" Type="http://schemas.openxmlformats.org/officeDocument/2006/relationships/image" Target="../media/image54.png"/><Relationship Id="rId27" Type="http://schemas.openxmlformats.org/officeDocument/2006/relationships/image" Target="../media/image58.png"/><Relationship Id="rId30" Type="http://schemas.openxmlformats.org/officeDocument/2006/relationships/image" Target="../media/image61.png"/></Relationships>
</file>

<file path=ppt/slides/_rels/slide5.xml.rels><?xml version="1.0" encoding="UTF-8" standalone="yes"?>
<Relationships xmlns="http://schemas.openxmlformats.org/package/2006/relationships"><Relationship Id="rId13" Type="http://schemas.openxmlformats.org/officeDocument/2006/relationships/image" Target="../media/image73.png"/><Relationship Id="rId18" Type="http://schemas.openxmlformats.org/officeDocument/2006/relationships/image" Target="../media/image78.png"/><Relationship Id="rId26" Type="http://schemas.openxmlformats.org/officeDocument/2006/relationships/image" Target="../media/image86.png"/><Relationship Id="rId39" Type="http://schemas.openxmlformats.org/officeDocument/2006/relationships/image" Target="../media/image99.png"/><Relationship Id="rId21" Type="http://schemas.openxmlformats.org/officeDocument/2006/relationships/image" Target="../media/image81.png"/><Relationship Id="rId34" Type="http://schemas.openxmlformats.org/officeDocument/2006/relationships/image" Target="../media/image94.png"/><Relationship Id="rId42" Type="http://schemas.openxmlformats.org/officeDocument/2006/relationships/image" Target="../media/image102.png"/><Relationship Id="rId7" Type="http://schemas.openxmlformats.org/officeDocument/2006/relationships/image" Target="../media/image67.png"/><Relationship Id="rId2" Type="http://schemas.openxmlformats.org/officeDocument/2006/relationships/notesSlide" Target="../notesSlides/notesSlide5.xml"/><Relationship Id="rId16" Type="http://schemas.openxmlformats.org/officeDocument/2006/relationships/image" Target="../media/image76.png"/><Relationship Id="rId20" Type="http://schemas.openxmlformats.org/officeDocument/2006/relationships/image" Target="../media/image80.png"/><Relationship Id="rId29" Type="http://schemas.openxmlformats.org/officeDocument/2006/relationships/image" Target="../media/image89.png"/><Relationship Id="rId41" Type="http://schemas.openxmlformats.org/officeDocument/2006/relationships/image" Target="../media/image101.png"/><Relationship Id="rId1" Type="http://schemas.openxmlformats.org/officeDocument/2006/relationships/slideLayout" Target="../slideLayouts/slideLayout3.xml"/><Relationship Id="rId6" Type="http://schemas.openxmlformats.org/officeDocument/2006/relationships/image" Target="../media/image66.png"/><Relationship Id="rId11" Type="http://schemas.openxmlformats.org/officeDocument/2006/relationships/image" Target="../media/image71.png"/><Relationship Id="rId24" Type="http://schemas.openxmlformats.org/officeDocument/2006/relationships/image" Target="../media/image84.png"/><Relationship Id="rId32" Type="http://schemas.openxmlformats.org/officeDocument/2006/relationships/image" Target="../media/image92.png"/><Relationship Id="rId37" Type="http://schemas.openxmlformats.org/officeDocument/2006/relationships/image" Target="../media/image97.png"/><Relationship Id="rId40" Type="http://schemas.openxmlformats.org/officeDocument/2006/relationships/image" Target="../media/image100.png"/><Relationship Id="rId5" Type="http://schemas.openxmlformats.org/officeDocument/2006/relationships/image" Target="../media/image65.png"/><Relationship Id="rId15" Type="http://schemas.openxmlformats.org/officeDocument/2006/relationships/image" Target="../media/image75.png"/><Relationship Id="rId23" Type="http://schemas.openxmlformats.org/officeDocument/2006/relationships/image" Target="../media/image83.png"/><Relationship Id="rId28" Type="http://schemas.openxmlformats.org/officeDocument/2006/relationships/image" Target="../media/image88.png"/><Relationship Id="rId36" Type="http://schemas.openxmlformats.org/officeDocument/2006/relationships/image" Target="../media/image96.png"/><Relationship Id="rId10" Type="http://schemas.openxmlformats.org/officeDocument/2006/relationships/image" Target="../media/image70.png"/><Relationship Id="rId19" Type="http://schemas.openxmlformats.org/officeDocument/2006/relationships/image" Target="../media/image79.png"/><Relationship Id="rId31" Type="http://schemas.openxmlformats.org/officeDocument/2006/relationships/image" Target="../media/image91.png"/><Relationship Id="rId4" Type="http://schemas.openxmlformats.org/officeDocument/2006/relationships/image" Target="../media/image64.png"/><Relationship Id="rId9" Type="http://schemas.openxmlformats.org/officeDocument/2006/relationships/image" Target="../media/image69.png"/><Relationship Id="rId14" Type="http://schemas.openxmlformats.org/officeDocument/2006/relationships/image" Target="../media/image74.png"/><Relationship Id="rId22" Type="http://schemas.openxmlformats.org/officeDocument/2006/relationships/image" Target="../media/image82.png"/><Relationship Id="rId27" Type="http://schemas.openxmlformats.org/officeDocument/2006/relationships/image" Target="../media/image87.png"/><Relationship Id="rId30" Type="http://schemas.openxmlformats.org/officeDocument/2006/relationships/image" Target="../media/image90.png"/><Relationship Id="rId35" Type="http://schemas.openxmlformats.org/officeDocument/2006/relationships/image" Target="../media/image95.png"/><Relationship Id="rId43" Type="http://schemas.openxmlformats.org/officeDocument/2006/relationships/image" Target="../media/image103.png"/><Relationship Id="rId8" Type="http://schemas.openxmlformats.org/officeDocument/2006/relationships/image" Target="../media/image68.png"/><Relationship Id="rId3" Type="http://schemas.openxmlformats.org/officeDocument/2006/relationships/image" Target="../media/image63.png"/><Relationship Id="rId12" Type="http://schemas.openxmlformats.org/officeDocument/2006/relationships/image" Target="../media/image72.png"/><Relationship Id="rId17" Type="http://schemas.openxmlformats.org/officeDocument/2006/relationships/image" Target="../media/image77.png"/><Relationship Id="rId25" Type="http://schemas.openxmlformats.org/officeDocument/2006/relationships/image" Target="../media/image85.png"/><Relationship Id="rId33" Type="http://schemas.openxmlformats.org/officeDocument/2006/relationships/image" Target="../media/image93.png"/><Relationship Id="rId38" Type="http://schemas.openxmlformats.org/officeDocument/2006/relationships/image" Target="../media/image98.png"/></Relationships>
</file>

<file path=ppt/slides/_rels/slide6.xml.rels><?xml version="1.0" encoding="UTF-8" standalone="yes"?>
<Relationships xmlns="http://schemas.openxmlformats.org/package/2006/relationships"><Relationship Id="rId13" Type="http://schemas.openxmlformats.org/officeDocument/2006/relationships/image" Target="../media/image114.png"/><Relationship Id="rId18" Type="http://schemas.openxmlformats.org/officeDocument/2006/relationships/image" Target="../media/image119.png"/><Relationship Id="rId26" Type="http://schemas.openxmlformats.org/officeDocument/2006/relationships/image" Target="../media/image127.png"/><Relationship Id="rId3" Type="http://schemas.openxmlformats.org/officeDocument/2006/relationships/image" Target="../media/image104.png"/><Relationship Id="rId21" Type="http://schemas.openxmlformats.org/officeDocument/2006/relationships/image" Target="../media/image122.png"/><Relationship Id="rId7" Type="http://schemas.openxmlformats.org/officeDocument/2006/relationships/image" Target="../media/image108.png"/><Relationship Id="rId12" Type="http://schemas.openxmlformats.org/officeDocument/2006/relationships/image" Target="../media/image113.png"/><Relationship Id="rId17" Type="http://schemas.openxmlformats.org/officeDocument/2006/relationships/image" Target="../media/image118.png"/><Relationship Id="rId25" Type="http://schemas.openxmlformats.org/officeDocument/2006/relationships/image" Target="../media/image126.png"/><Relationship Id="rId33" Type="http://schemas.openxmlformats.org/officeDocument/2006/relationships/image" Target="../media/image5.png"/><Relationship Id="rId2" Type="http://schemas.openxmlformats.org/officeDocument/2006/relationships/notesSlide" Target="../notesSlides/notesSlide6.xml"/><Relationship Id="rId16" Type="http://schemas.openxmlformats.org/officeDocument/2006/relationships/image" Target="../media/image117.png"/><Relationship Id="rId20" Type="http://schemas.openxmlformats.org/officeDocument/2006/relationships/image" Target="../media/image121.png"/><Relationship Id="rId29" Type="http://schemas.openxmlformats.org/officeDocument/2006/relationships/image" Target="../media/image130.png"/><Relationship Id="rId1" Type="http://schemas.openxmlformats.org/officeDocument/2006/relationships/slideLayout" Target="../slideLayouts/slideLayout3.xml"/><Relationship Id="rId6" Type="http://schemas.openxmlformats.org/officeDocument/2006/relationships/image" Target="../media/image107.png"/><Relationship Id="rId11" Type="http://schemas.openxmlformats.org/officeDocument/2006/relationships/image" Target="../media/image112.png"/><Relationship Id="rId24" Type="http://schemas.openxmlformats.org/officeDocument/2006/relationships/image" Target="../media/image125.png"/><Relationship Id="rId32" Type="http://schemas.openxmlformats.org/officeDocument/2006/relationships/image" Target="../media/image6.png"/><Relationship Id="rId5" Type="http://schemas.openxmlformats.org/officeDocument/2006/relationships/image" Target="../media/image106.png"/><Relationship Id="rId15" Type="http://schemas.openxmlformats.org/officeDocument/2006/relationships/image" Target="../media/image116.png"/><Relationship Id="rId23" Type="http://schemas.openxmlformats.org/officeDocument/2006/relationships/image" Target="../media/image124.png"/><Relationship Id="rId28" Type="http://schemas.openxmlformats.org/officeDocument/2006/relationships/image" Target="../media/image129.png"/><Relationship Id="rId10" Type="http://schemas.openxmlformats.org/officeDocument/2006/relationships/image" Target="../media/image111.png"/><Relationship Id="rId19" Type="http://schemas.openxmlformats.org/officeDocument/2006/relationships/image" Target="../media/image120.png"/><Relationship Id="rId31" Type="http://schemas.openxmlformats.org/officeDocument/2006/relationships/image" Target="../media/image132.png"/><Relationship Id="rId4" Type="http://schemas.openxmlformats.org/officeDocument/2006/relationships/image" Target="../media/image105.png"/><Relationship Id="rId9" Type="http://schemas.openxmlformats.org/officeDocument/2006/relationships/image" Target="../media/image110.png"/><Relationship Id="rId14" Type="http://schemas.openxmlformats.org/officeDocument/2006/relationships/image" Target="../media/image115.png"/><Relationship Id="rId22" Type="http://schemas.openxmlformats.org/officeDocument/2006/relationships/image" Target="../media/image123.png"/><Relationship Id="rId27" Type="http://schemas.openxmlformats.org/officeDocument/2006/relationships/image" Target="../media/image128.png"/><Relationship Id="rId30" Type="http://schemas.openxmlformats.org/officeDocument/2006/relationships/image" Target="../media/image131.png"/><Relationship Id="rId8" Type="http://schemas.openxmlformats.org/officeDocument/2006/relationships/image" Target="../media/image109.png"/></Relationships>
</file>

<file path=ppt/slides/_rels/slide7.xml.rels><?xml version="1.0" encoding="UTF-8" standalone="yes"?>
<Relationships xmlns="http://schemas.openxmlformats.org/package/2006/relationships"><Relationship Id="rId8" Type="http://schemas.openxmlformats.org/officeDocument/2006/relationships/image" Target="../media/image138.png"/><Relationship Id="rId13" Type="http://schemas.openxmlformats.org/officeDocument/2006/relationships/image" Target="../media/image143.png"/><Relationship Id="rId3" Type="http://schemas.openxmlformats.org/officeDocument/2006/relationships/image" Target="../media/image133.png"/><Relationship Id="rId7" Type="http://schemas.openxmlformats.org/officeDocument/2006/relationships/image" Target="../media/image137.png"/><Relationship Id="rId12" Type="http://schemas.openxmlformats.org/officeDocument/2006/relationships/image" Target="../media/image142.png"/><Relationship Id="rId2" Type="http://schemas.openxmlformats.org/officeDocument/2006/relationships/notesSlide" Target="../notesSlides/notesSlide7.xml"/><Relationship Id="rId16" Type="http://schemas.openxmlformats.org/officeDocument/2006/relationships/image" Target="../media/image146.png"/><Relationship Id="rId1" Type="http://schemas.openxmlformats.org/officeDocument/2006/relationships/slideLayout" Target="../slideLayouts/slideLayout3.xml"/><Relationship Id="rId6" Type="http://schemas.openxmlformats.org/officeDocument/2006/relationships/image" Target="../media/image136.png"/><Relationship Id="rId11" Type="http://schemas.openxmlformats.org/officeDocument/2006/relationships/image" Target="../media/image141.png"/><Relationship Id="rId5" Type="http://schemas.openxmlformats.org/officeDocument/2006/relationships/image" Target="../media/image135.png"/><Relationship Id="rId15" Type="http://schemas.openxmlformats.org/officeDocument/2006/relationships/image" Target="../media/image145.png"/><Relationship Id="rId10" Type="http://schemas.openxmlformats.org/officeDocument/2006/relationships/image" Target="../media/image140.png"/><Relationship Id="rId4" Type="http://schemas.openxmlformats.org/officeDocument/2006/relationships/image" Target="../media/image134.png"/><Relationship Id="rId9" Type="http://schemas.openxmlformats.org/officeDocument/2006/relationships/image" Target="../media/image139.png"/><Relationship Id="rId14" Type="http://schemas.openxmlformats.org/officeDocument/2006/relationships/image" Target="../media/image144.png"/></Relationships>
</file>

<file path=ppt/slides/_rels/slide8.xml.rels><?xml version="1.0" encoding="UTF-8" standalone="yes"?>
<Relationships xmlns="http://schemas.openxmlformats.org/package/2006/relationships"><Relationship Id="rId8" Type="http://schemas.openxmlformats.org/officeDocument/2006/relationships/image" Target="../media/image152.png"/><Relationship Id="rId13" Type="http://schemas.openxmlformats.org/officeDocument/2006/relationships/image" Target="../media/image157.png"/><Relationship Id="rId18" Type="http://schemas.openxmlformats.org/officeDocument/2006/relationships/image" Target="../media/image162.png"/><Relationship Id="rId26" Type="http://schemas.openxmlformats.org/officeDocument/2006/relationships/image" Target="../media/image170.png"/><Relationship Id="rId3" Type="http://schemas.openxmlformats.org/officeDocument/2006/relationships/image" Target="../media/image147.png"/><Relationship Id="rId21" Type="http://schemas.openxmlformats.org/officeDocument/2006/relationships/image" Target="../media/image165.png"/><Relationship Id="rId7" Type="http://schemas.openxmlformats.org/officeDocument/2006/relationships/image" Target="../media/image151.png"/><Relationship Id="rId12" Type="http://schemas.openxmlformats.org/officeDocument/2006/relationships/image" Target="../media/image156.png"/><Relationship Id="rId17" Type="http://schemas.openxmlformats.org/officeDocument/2006/relationships/image" Target="../media/image161.png"/><Relationship Id="rId25" Type="http://schemas.openxmlformats.org/officeDocument/2006/relationships/image" Target="../media/image169.png"/><Relationship Id="rId2" Type="http://schemas.openxmlformats.org/officeDocument/2006/relationships/notesSlide" Target="../notesSlides/notesSlide8.xml"/><Relationship Id="rId16" Type="http://schemas.openxmlformats.org/officeDocument/2006/relationships/image" Target="../media/image160.png"/><Relationship Id="rId20" Type="http://schemas.openxmlformats.org/officeDocument/2006/relationships/image" Target="../media/image164.png"/><Relationship Id="rId29" Type="http://schemas.openxmlformats.org/officeDocument/2006/relationships/image" Target="../media/image173.png"/><Relationship Id="rId1" Type="http://schemas.openxmlformats.org/officeDocument/2006/relationships/slideLayout" Target="../slideLayouts/slideLayout3.xml"/><Relationship Id="rId6" Type="http://schemas.openxmlformats.org/officeDocument/2006/relationships/image" Target="../media/image150.png"/><Relationship Id="rId11" Type="http://schemas.openxmlformats.org/officeDocument/2006/relationships/image" Target="../media/image155.png"/><Relationship Id="rId24" Type="http://schemas.openxmlformats.org/officeDocument/2006/relationships/image" Target="../media/image168.png"/><Relationship Id="rId5" Type="http://schemas.openxmlformats.org/officeDocument/2006/relationships/image" Target="../media/image149.png"/><Relationship Id="rId15" Type="http://schemas.openxmlformats.org/officeDocument/2006/relationships/image" Target="../media/image159.png"/><Relationship Id="rId23" Type="http://schemas.openxmlformats.org/officeDocument/2006/relationships/image" Target="../media/image167.png"/><Relationship Id="rId28" Type="http://schemas.openxmlformats.org/officeDocument/2006/relationships/image" Target="../media/image172.png"/><Relationship Id="rId10" Type="http://schemas.openxmlformats.org/officeDocument/2006/relationships/image" Target="../media/image154.png"/><Relationship Id="rId19" Type="http://schemas.openxmlformats.org/officeDocument/2006/relationships/image" Target="../media/image163.png"/><Relationship Id="rId4" Type="http://schemas.openxmlformats.org/officeDocument/2006/relationships/image" Target="../media/image148.png"/><Relationship Id="rId9" Type="http://schemas.openxmlformats.org/officeDocument/2006/relationships/image" Target="../media/image153.png"/><Relationship Id="rId14" Type="http://schemas.openxmlformats.org/officeDocument/2006/relationships/image" Target="../media/image158.png"/><Relationship Id="rId22" Type="http://schemas.openxmlformats.org/officeDocument/2006/relationships/image" Target="../media/image166.png"/><Relationship Id="rId27" Type="http://schemas.openxmlformats.org/officeDocument/2006/relationships/image" Target="../media/image171.png"/><Relationship Id="rId30" Type="http://schemas.openxmlformats.org/officeDocument/2006/relationships/image" Target="../media/image174.png"/></Relationships>
</file>

<file path=ppt/slides/_rels/slide9.xml.rels><?xml version="1.0" encoding="UTF-8" standalone="yes"?>
<Relationships xmlns="http://schemas.openxmlformats.org/package/2006/relationships"><Relationship Id="rId8" Type="http://schemas.openxmlformats.org/officeDocument/2006/relationships/image" Target="../media/image180.png"/><Relationship Id="rId13" Type="http://schemas.openxmlformats.org/officeDocument/2006/relationships/image" Target="../media/image185.png"/><Relationship Id="rId3" Type="http://schemas.openxmlformats.org/officeDocument/2006/relationships/image" Target="../media/image175.png"/><Relationship Id="rId7" Type="http://schemas.openxmlformats.org/officeDocument/2006/relationships/image" Target="../media/image179.png"/><Relationship Id="rId12" Type="http://schemas.openxmlformats.org/officeDocument/2006/relationships/image" Target="../media/image184.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78.png"/><Relationship Id="rId11" Type="http://schemas.openxmlformats.org/officeDocument/2006/relationships/image" Target="../media/image183.png"/><Relationship Id="rId5" Type="http://schemas.openxmlformats.org/officeDocument/2006/relationships/image" Target="../media/image177.png"/><Relationship Id="rId15" Type="http://schemas.openxmlformats.org/officeDocument/2006/relationships/image" Target="../media/image187.png"/><Relationship Id="rId10" Type="http://schemas.openxmlformats.org/officeDocument/2006/relationships/image" Target="../media/image182.png"/><Relationship Id="rId4" Type="http://schemas.openxmlformats.org/officeDocument/2006/relationships/image" Target="../media/image176.png"/><Relationship Id="rId9" Type="http://schemas.openxmlformats.org/officeDocument/2006/relationships/image" Target="../media/image181.png"/><Relationship Id="rId14" Type="http://schemas.openxmlformats.org/officeDocument/2006/relationships/image" Target="../media/image186.png"/></Relationships>
</file>

<file path=ppt/slides/_rels/slide10.xml.rels><?xml version="1.0" encoding="UTF-8" standalone="yes"?>
<Relationships xmlns="http://schemas.openxmlformats.org/package/2006/relationships"><Relationship Id="rId8" Type="http://schemas.openxmlformats.org/officeDocument/2006/relationships/image" Target="../media/image193.png"/><Relationship Id="rId13" Type="http://schemas.openxmlformats.org/officeDocument/2006/relationships/image" Target="../media/image198.png"/><Relationship Id="rId3" Type="http://schemas.openxmlformats.org/officeDocument/2006/relationships/image" Target="../media/image188.png"/><Relationship Id="rId7" Type="http://schemas.openxmlformats.org/officeDocument/2006/relationships/image" Target="../media/image192.png"/><Relationship Id="rId12" Type="http://schemas.openxmlformats.org/officeDocument/2006/relationships/image" Target="../media/image197.png"/><Relationship Id="rId2" Type="http://schemas.openxmlformats.org/officeDocument/2006/relationships/notesSlide" Target="../notesSlides/notesSlide10.xml"/><Relationship Id="rId16" Type="http://schemas.openxmlformats.org/officeDocument/2006/relationships/image" Target="../media/image201.png"/><Relationship Id="rId1" Type="http://schemas.openxmlformats.org/officeDocument/2006/relationships/slideLayout" Target="../slideLayouts/slideLayout3.xml"/><Relationship Id="rId6" Type="http://schemas.openxmlformats.org/officeDocument/2006/relationships/image" Target="../media/image191.png"/><Relationship Id="rId11" Type="http://schemas.openxmlformats.org/officeDocument/2006/relationships/image" Target="../media/image196.png"/><Relationship Id="rId5" Type="http://schemas.openxmlformats.org/officeDocument/2006/relationships/image" Target="../media/image190.png"/><Relationship Id="rId15" Type="http://schemas.openxmlformats.org/officeDocument/2006/relationships/image" Target="../media/image200.png"/><Relationship Id="rId10" Type="http://schemas.openxmlformats.org/officeDocument/2006/relationships/image" Target="../media/image195.png"/><Relationship Id="rId4" Type="http://schemas.openxmlformats.org/officeDocument/2006/relationships/image" Target="../media/image189.png"/><Relationship Id="rId9" Type="http://schemas.openxmlformats.org/officeDocument/2006/relationships/image" Target="../media/image194.png"/><Relationship Id="rId14" Type="http://schemas.openxmlformats.org/officeDocument/2006/relationships/image" Target="../media/image199.png"/></Relationships>
</file>

<file path=ppt/slides/_rels/slide11.xml.rels><?xml version="1.0" encoding="UTF-8" standalone="yes"?>
<Relationships xmlns="http://schemas.openxmlformats.org/package/2006/relationships"><Relationship Id="rId8" Type="http://schemas.openxmlformats.org/officeDocument/2006/relationships/image" Target="../media/image207.png"/><Relationship Id="rId13" Type="http://schemas.openxmlformats.org/officeDocument/2006/relationships/image" Target="../media/image212.png"/><Relationship Id="rId18" Type="http://schemas.openxmlformats.org/officeDocument/2006/relationships/image" Target="../media/image217.png"/><Relationship Id="rId26" Type="http://schemas.openxmlformats.org/officeDocument/2006/relationships/image" Target="../media/image225.png"/><Relationship Id="rId3" Type="http://schemas.openxmlformats.org/officeDocument/2006/relationships/image" Target="../media/image202.png"/><Relationship Id="rId21" Type="http://schemas.openxmlformats.org/officeDocument/2006/relationships/image" Target="../media/image220.png"/><Relationship Id="rId7" Type="http://schemas.openxmlformats.org/officeDocument/2006/relationships/image" Target="../media/image206.png"/><Relationship Id="rId12" Type="http://schemas.openxmlformats.org/officeDocument/2006/relationships/image" Target="../media/image211.png"/><Relationship Id="rId17" Type="http://schemas.openxmlformats.org/officeDocument/2006/relationships/image" Target="../media/image216.png"/><Relationship Id="rId25" Type="http://schemas.openxmlformats.org/officeDocument/2006/relationships/image" Target="../media/image224.png"/><Relationship Id="rId2" Type="http://schemas.openxmlformats.org/officeDocument/2006/relationships/notesSlide" Target="../notesSlides/notesSlide11.xml"/><Relationship Id="rId16" Type="http://schemas.openxmlformats.org/officeDocument/2006/relationships/image" Target="../media/image215.png"/><Relationship Id="rId20" Type="http://schemas.openxmlformats.org/officeDocument/2006/relationships/image" Target="../media/image219.png"/><Relationship Id="rId1" Type="http://schemas.openxmlformats.org/officeDocument/2006/relationships/slideLayout" Target="../slideLayouts/slideLayout3.xml"/><Relationship Id="rId6" Type="http://schemas.openxmlformats.org/officeDocument/2006/relationships/image" Target="../media/image205.png"/><Relationship Id="rId11" Type="http://schemas.openxmlformats.org/officeDocument/2006/relationships/image" Target="../media/image210.png"/><Relationship Id="rId24" Type="http://schemas.openxmlformats.org/officeDocument/2006/relationships/image" Target="../media/image223.png"/><Relationship Id="rId5" Type="http://schemas.openxmlformats.org/officeDocument/2006/relationships/image" Target="../media/image204.png"/><Relationship Id="rId15" Type="http://schemas.openxmlformats.org/officeDocument/2006/relationships/image" Target="../media/image214.png"/><Relationship Id="rId23" Type="http://schemas.openxmlformats.org/officeDocument/2006/relationships/image" Target="../media/image222.png"/><Relationship Id="rId10" Type="http://schemas.openxmlformats.org/officeDocument/2006/relationships/image" Target="../media/image209.png"/><Relationship Id="rId19" Type="http://schemas.openxmlformats.org/officeDocument/2006/relationships/image" Target="../media/image218.png"/><Relationship Id="rId4" Type="http://schemas.openxmlformats.org/officeDocument/2006/relationships/image" Target="../media/image203.png"/><Relationship Id="rId9" Type="http://schemas.openxmlformats.org/officeDocument/2006/relationships/image" Target="../media/image208.png"/><Relationship Id="rId14" Type="http://schemas.openxmlformats.org/officeDocument/2006/relationships/image" Target="../media/image213.png"/><Relationship Id="rId22" Type="http://schemas.openxmlformats.org/officeDocument/2006/relationships/image" Target="../media/image221.png"/></Relationships>
</file>

<file path=ppt/slides/_rels/slide12.xml.rels><?xml version="1.0" encoding="UTF-8" standalone="yes"?>
<Relationships xmlns="http://schemas.openxmlformats.org/package/2006/relationships"><Relationship Id="rId8" Type="http://schemas.openxmlformats.org/officeDocument/2006/relationships/image" Target="../media/image231.png"/><Relationship Id="rId3" Type="http://schemas.openxmlformats.org/officeDocument/2006/relationships/image" Target="../media/image226.png"/><Relationship Id="rId7" Type="http://schemas.openxmlformats.org/officeDocument/2006/relationships/image" Target="../media/image230.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29.png"/><Relationship Id="rId5" Type="http://schemas.openxmlformats.org/officeDocument/2006/relationships/image" Target="../media/image228.png"/><Relationship Id="rId4" Type="http://schemas.openxmlformats.org/officeDocument/2006/relationships/image" Target="../media/image227.png"/><Relationship Id="rId9"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235.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234.png"/><Relationship Id="rId5" Type="http://schemas.openxmlformats.org/officeDocument/2006/relationships/image" Target="../media/image233.png"/><Relationship Id="rId4" Type="http://schemas.openxmlformats.org/officeDocument/2006/relationships/image" Target="../media/image232.png"/></Relationships>
</file>

<file path=ppt/slides/_rels/slide14.xml.rels><?xml version="1.0" encoding="UTF-8" standalone="yes"?>
<Relationships xmlns="http://schemas.openxmlformats.org/package/2006/relationships"><Relationship Id="rId8" Type="http://schemas.openxmlformats.org/officeDocument/2006/relationships/image" Target="../media/image143.png"/><Relationship Id="rId3" Type="http://schemas.openxmlformats.org/officeDocument/2006/relationships/image" Target="../media/image133.png"/><Relationship Id="rId7"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181.png"/><Relationship Id="rId5" Type="http://schemas.openxmlformats.org/officeDocument/2006/relationships/image" Target="../media/image142.png"/><Relationship Id="rId4" Type="http://schemas.openxmlformats.org/officeDocument/2006/relationships/image" Target="../media/image135.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236.png"/><Relationship Id="rId2" Type="http://schemas.openxmlformats.org/officeDocument/2006/relationships/notesSlide" Target="../notesSlides/notesSlide16.xml"/><Relationship Id="rId1" Type="http://schemas.openxmlformats.org/officeDocument/2006/relationships/slideLayout" Target="../slideLayouts/slideLayout4.xml"/><Relationship Id="rId5" Type="http://schemas.openxmlformats.org/officeDocument/2006/relationships/image" Target="../media/image238.png"/><Relationship Id="rId4" Type="http://schemas.openxmlformats.org/officeDocument/2006/relationships/image" Target="../media/image237.png"/></Relationships>
</file>

<file path=ppt/slides/_rels/slide17.xml.rels><?xml version="1.0" encoding="UTF-8" standalone="yes"?>
<Relationships xmlns="http://schemas.openxmlformats.org/package/2006/relationships"><Relationship Id="rId3" Type="http://schemas.openxmlformats.org/officeDocument/2006/relationships/image" Target="../media/image239.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240.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241.png"/></Relationships>
</file>

<file path=ppt/slides/_rels/slide19.xml.rels><?xml version="1.0" encoding="UTF-8" standalone="yes"?>
<Relationships xmlns="http://schemas.openxmlformats.org/package/2006/relationships"><Relationship Id="rId3" Type="http://schemas.openxmlformats.org/officeDocument/2006/relationships/image" Target="../media/image242.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8" Type="http://schemas.openxmlformats.org/officeDocument/2006/relationships/image" Target="../media/image143.png"/><Relationship Id="rId3" Type="http://schemas.openxmlformats.org/officeDocument/2006/relationships/image" Target="../media/image133.png"/><Relationship Id="rId7" Type="http://schemas.openxmlformats.org/officeDocument/2006/relationships/image" Target="../media/image181.pn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142.png"/><Relationship Id="rId5" Type="http://schemas.openxmlformats.org/officeDocument/2006/relationships/image" Target="../media/image9.png"/><Relationship Id="rId4" Type="http://schemas.openxmlformats.org/officeDocument/2006/relationships/image" Target="../media/image135.png"/></Relationships>
</file>

<file path=ppt/slides/_rels/slide22.xml.rels><?xml version="1.0" encoding="UTF-8" standalone="yes"?>
<Relationships xmlns="http://schemas.openxmlformats.org/package/2006/relationships"><Relationship Id="rId8" Type="http://schemas.openxmlformats.org/officeDocument/2006/relationships/image" Target="../media/image248.png"/><Relationship Id="rId3" Type="http://schemas.openxmlformats.org/officeDocument/2006/relationships/image" Target="../media/image243.png"/><Relationship Id="rId7" Type="http://schemas.openxmlformats.org/officeDocument/2006/relationships/image" Target="../media/image247.png"/><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246.png"/><Relationship Id="rId5" Type="http://schemas.openxmlformats.org/officeDocument/2006/relationships/image" Target="../media/image245.png"/><Relationship Id="rId4" Type="http://schemas.openxmlformats.org/officeDocument/2006/relationships/image" Target="../media/image244.png"/></Relationships>
</file>

<file path=ppt/slides/_rels/slide23.xml.rels><?xml version="1.0" encoding="UTF-8" standalone="yes"?>
<Relationships xmlns="http://schemas.openxmlformats.org/package/2006/relationships"><Relationship Id="rId13" Type="http://schemas.openxmlformats.org/officeDocument/2006/relationships/image" Target="../media/image227.png"/><Relationship Id="rId18" Type="http://schemas.openxmlformats.org/officeDocument/2006/relationships/image" Target="../media/image204.png"/><Relationship Id="rId26" Type="http://schemas.openxmlformats.org/officeDocument/2006/relationships/image" Target="../media/image202.png"/><Relationship Id="rId3" Type="http://schemas.openxmlformats.org/officeDocument/2006/relationships/image" Target="../media/image208.png"/><Relationship Id="rId21" Type="http://schemas.openxmlformats.org/officeDocument/2006/relationships/image" Target="../media/image225.png"/><Relationship Id="rId7" Type="http://schemas.openxmlformats.org/officeDocument/2006/relationships/image" Target="../media/image207.png"/><Relationship Id="rId12" Type="http://schemas.openxmlformats.org/officeDocument/2006/relationships/image" Target="../media/image220.png"/><Relationship Id="rId17" Type="http://schemas.openxmlformats.org/officeDocument/2006/relationships/image" Target="../media/image226.png"/><Relationship Id="rId25" Type="http://schemas.openxmlformats.org/officeDocument/2006/relationships/image" Target="../media/image224.png"/><Relationship Id="rId33" Type="http://schemas.openxmlformats.org/officeDocument/2006/relationships/image" Target="../media/image9.png"/><Relationship Id="rId2" Type="http://schemas.openxmlformats.org/officeDocument/2006/relationships/notesSlide" Target="../notesSlides/notesSlide23.xml"/><Relationship Id="rId16" Type="http://schemas.openxmlformats.org/officeDocument/2006/relationships/image" Target="../media/image219.png"/><Relationship Id="rId20" Type="http://schemas.openxmlformats.org/officeDocument/2006/relationships/image" Target="../media/image218.png"/><Relationship Id="rId29" Type="http://schemas.openxmlformats.org/officeDocument/2006/relationships/image" Target="../media/image223.png"/><Relationship Id="rId1" Type="http://schemas.openxmlformats.org/officeDocument/2006/relationships/slideLayout" Target="../slideLayouts/slideLayout4.xml"/><Relationship Id="rId6" Type="http://schemas.openxmlformats.org/officeDocument/2006/relationships/image" Target="../media/image229.png"/><Relationship Id="rId11" Type="http://schemas.openxmlformats.org/officeDocument/2006/relationships/image" Target="../media/image213.png"/><Relationship Id="rId24" Type="http://schemas.openxmlformats.org/officeDocument/2006/relationships/image" Target="../media/image217.png"/><Relationship Id="rId32" Type="http://schemas.openxmlformats.org/officeDocument/2006/relationships/image" Target="../media/image231.png"/><Relationship Id="rId5" Type="http://schemas.openxmlformats.org/officeDocument/2006/relationships/image" Target="../media/image222.png"/><Relationship Id="rId15" Type="http://schemas.openxmlformats.org/officeDocument/2006/relationships/image" Target="../media/image212.png"/><Relationship Id="rId23" Type="http://schemas.openxmlformats.org/officeDocument/2006/relationships/image" Target="../media/image210.png"/><Relationship Id="rId28" Type="http://schemas.openxmlformats.org/officeDocument/2006/relationships/image" Target="../media/image216.png"/><Relationship Id="rId10" Type="http://schemas.openxmlformats.org/officeDocument/2006/relationships/image" Target="../media/image206.png"/><Relationship Id="rId19" Type="http://schemas.openxmlformats.org/officeDocument/2006/relationships/image" Target="../media/image211.png"/><Relationship Id="rId31" Type="http://schemas.openxmlformats.org/officeDocument/2006/relationships/image" Target="../media/image221.png"/><Relationship Id="rId4" Type="http://schemas.openxmlformats.org/officeDocument/2006/relationships/image" Target="../media/image215.png"/><Relationship Id="rId9" Type="http://schemas.openxmlformats.org/officeDocument/2006/relationships/image" Target="../media/image228.png"/><Relationship Id="rId14" Type="http://schemas.openxmlformats.org/officeDocument/2006/relationships/image" Target="../media/image205.png"/><Relationship Id="rId22" Type="http://schemas.openxmlformats.org/officeDocument/2006/relationships/image" Target="../media/image203.png"/><Relationship Id="rId27" Type="http://schemas.openxmlformats.org/officeDocument/2006/relationships/image" Target="../media/image209.png"/><Relationship Id="rId30" Type="http://schemas.openxmlformats.org/officeDocument/2006/relationships/image" Target="../media/image230.png"/><Relationship Id="rId8" Type="http://schemas.openxmlformats.org/officeDocument/2006/relationships/image" Target="../media/image214.png"/></Relationships>
</file>

<file path=ppt/slides/_rels/slide24.xml.rels><?xml version="1.0" encoding="UTF-8" standalone="yes"?>
<Relationships xmlns="http://schemas.openxmlformats.org/package/2006/relationships"><Relationship Id="rId3" Type="http://schemas.openxmlformats.org/officeDocument/2006/relationships/image" Target="../media/image249.png"/><Relationship Id="rId2" Type="http://schemas.openxmlformats.org/officeDocument/2006/relationships/notesSlide" Target="../notesSlides/notesSlide24.xml"/><Relationship Id="rId1" Type="http://schemas.openxmlformats.org/officeDocument/2006/relationships/slideLayout" Target="../slideLayouts/slideLayout5.xml"/><Relationship Id="rId6" Type="http://schemas.openxmlformats.org/officeDocument/2006/relationships/image" Target="../media/image252.png"/><Relationship Id="rId5" Type="http://schemas.openxmlformats.org/officeDocument/2006/relationships/image" Target="../media/image251.png"/><Relationship Id="rId4" Type="http://schemas.openxmlformats.org/officeDocument/2006/relationships/image" Target="../media/image25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Review Sound Family /zh/ /z/</a:t>
            </a:r>
            <a:endParaRPr sz="3000"/>
          </a:p>
        </p:txBody>
      </p:sp>
      <p:sp>
        <p:nvSpPr>
          <p:cNvPr id="679" name="Google Shape;679;p1"/>
          <p:cNvSpPr txBox="1">
            <a:spLocks noGrp="1"/>
          </p:cNvSpPr>
          <p:nvPr>
            <p:ph type="subTitle" idx="2"/>
          </p:nvPr>
        </p:nvSpPr>
        <p:spPr>
          <a:xfrm>
            <a:off x="884092" y="3754105"/>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65</a:t>
            </a:r>
            <a:endParaRPr/>
          </a:p>
        </p:txBody>
      </p:sp>
      <p:sp>
        <p:nvSpPr>
          <p:cNvPr id="680" name="Google Shape;680;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81" name="Google Shape;681;p1"/>
          <p:cNvSpPr/>
          <p:nvPr/>
        </p:nvSpPr>
        <p:spPr>
          <a:xfrm>
            <a:off x="6347592" y="5142205"/>
            <a:ext cx="138000" cy="801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1"/>
          <p:cNvSpPr/>
          <p:nvPr/>
        </p:nvSpPr>
        <p:spPr>
          <a:xfrm>
            <a:off x="6668626" y="5142205"/>
            <a:ext cx="138000" cy="801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3" name="Google Shape;683;p1"/>
          <p:cNvSpPr/>
          <p:nvPr/>
        </p:nvSpPr>
        <p:spPr>
          <a:xfrm>
            <a:off x="5340713" y="5142205"/>
            <a:ext cx="138000" cy="801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84" name="Google Shape;684;p1"/>
          <p:cNvSpPr/>
          <p:nvPr/>
        </p:nvSpPr>
        <p:spPr>
          <a:xfrm>
            <a:off x="5661747" y="5142205"/>
            <a:ext cx="138000" cy="801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685" name="Google Shape;685;p1"/>
          <p:cNvGrpSpPr/>
          <p:nvPr/>
        </p:nvGrpSpPr>
        <p:grpSpPr>
          <a:xfrm>
            <a:off x="4970009" y="3831826"/>
            <a:ext cx="3588499" cy="1946584"/>
            <a:chOff x="4970009" y="3831826"/>
            <a:chExt cx="3588499" cy="1946584"/>
          </a:xfrm>
        </p:grpSpPr>
        <p:pic>
          <p:nvPicPr>
            <p:cNvPr id="686" name="Google Shape;686;p1" title="JL686-132F.png"/>
            <p:cNvPicPr preferRelativeResize="0"/>
            <p:nvPr/>
          </p:nvPicPr>
          <p:blipFill rotWithShape="1">
            <a:blip r:embed="rId3">
              <a:alphaModFix/>
            </a:blip>
            <a:srcRect l="79" r="69"/>
            <a:stretch/>
          </p:blipFill>
          <p:spPr>
            <a:xfrm rot="540305">
              <a:off x="7224100" y="3984578"/>
              <a:ext cx="1208040" cy="1709827"/>
            </a:xfrm>
            <a:prstGeom prst="rect">
              <a:avLst/>
            </a:prstGeom>
            <a:noFill/>
            <a:ln>
              <a:noFill/>
            </a:ln>
            <a:effectLst>
              <a:outerShdw blurRad="71438" dist="38100" dir="5220000" algn="bl" rotWithShape="0">
                <a:srgbClr val="000000">
                  <a:alpha val="20000"/>
                </a:srgbClr>
              </a:outerShdw>
            </a:effectLst>
          </p:spPr>
        </p:pic>
        <p:pic>
          <p:nvPicPr>
            <p:cNvPr id="687" name="Google Shape;687;p1" title="JL686-131F.png"/>
            <p:cNvPicPr preferRelativeResize="0"/>
            <p:nvPr/>
          </p:nvPicPr>
          <p:blipFill rotWithShape="1">
            <a:blip r:embed="rId4">
              <a:alphaModFix/>
            </a:blip>
            <a:srcRect l="79" r="79"/>
            <a:stretch/>
          </p:blipFill>
          <p:spPr>
            <a:xfrm rot="-4">
              <a:off x="6175535" y="3831827"/>
              <a:ext cx="1208038" cy="1709829"/>
            </a:xfrm>
            <a:prstGeom prst="rect">
              <a:avLst/>
            </a:prstGeom>
            <a:noFill/>
            <a:ln>
              <a:noFill/>
            </a:ln>
            <a:effectLst>
              <a:outerShdw blurRad="71438" dist="38100" dir="5220000" algn="bl" rotWithShape="0">
                <a:srgbClr val="000000">
                  <a:alpha val="20000"/>
                </a:srgbClr>
              </a:outerShdw>
            </a:effectLst>
          </p:spPr>
        </p:pic>
        <p:pic>
          <p:nvPicPr>
            <p:cNvPr id="688" name="Google Shape;688;p1" title="JL686-29F.png"/>
            <p:cNvPicPr preferRelativeResize="0"/>
            <p:nvPr/>
          </p:nvPicPr>
          <p:blipFill rotWithShape="1">
            <a:blip r:embed="rId5">
              <a:alphaModFix/>
            </a:blip>
            <a:srcRect l="79" r="79"/>
            <a:stretch/>
          </p:blipFill>
          <p:spPr>
            <a:xfrm rot="-437250">
              <a:off x="5073574" y="3994383"/>
              <a:ext cx="1208038" cy="1709829"/>
            </a:xfrm>
            <a:prstGeom prst="rect">
              <a:avLst/>
            </a:prstGeom>
            <a:noFill/>
            <a:ln>
              <a:noFill/>
            </a:ln>
            <a:effectLst>
              <a:outerShdw blurRad="71438" dist="38100" dir="5220000" algn="bl" rotWithShape="0">
                <a:srgbClr val="000000">
                  <a:alpha val="20000"/>
                </a:srgbClr>
              </a:outerShdw>
            </a:effectLst>
          </p:spPr>
        </p:pic>
      </p:grpSp>
      <p:graphicFrame>
        <p:nvGraphicFramePr>
          <p:cNvPr id="689" name="Google Shape;689;p1"/>
          <p:cNvGraphicFramePr/>
          <p:nvPr/>
        </p:nvGraphicFramePr>
        <p:xfrm>
          <a:off x="4844200" y="1646527"/>
          <a:ext cx="3784875" cy="2032200"/>
        </p:xfrm>
        <a:graphic>
          <a:graphicData uri="http://schemas.openxmlformats.org/drawingml/2006/table">
            <a:tbl>
              <a:tblPr firstRow="1" bandRow="1">
                <a:noFill/>
                <a:tableStyleId>{3500AAC0-4DCD-4958-AD99-CDAA4D5F7374}</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/r/</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/n/</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/m/</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/ch/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/k/</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/sh/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/j/</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/v/</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 </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/s/</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/zh/</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FFFFFF"/>
                          </a:solidFill>
                          <a:latin typeface="Jost"/>
                          <a:ea typeface="Jost"/>
                          <a:cs typeface="Jost"/>
                          <a:sym typeface="Jost"/>
                        </a:rPr>
                        <a:t>/z/</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4"/>
        <p:cNvGrpSpPr/>
        <p:nvPr/>
      </p:nvGrpSpPr>
      <p:grpSpPr>
        <a:xfrm>
          <a:off x="0" y="0"/>
          <a:ext cx="0" cy="0"/>
          <a:chOff x="0" y="0"/>
          <a:chExt cx="0" cy="0"/>
        </a:xfrm>
      </p:grpSpPr>
      <p:sp>
        <p:nvSpPr>
          <p:cNvPr id="695" name="Google Shape;695;g2bee4f4af4b_0_204"/>
          <p:cNvSpPr txBox="1">
            <a:spLocks noGrp="1"/>
          </p:cNvSpPr>
          <p:nvPr>
            <p:ph type="body" idx="1"/>
          </p:nvPr>
        </p:nvSpPr>
        <p:spPr>
          <a:xfrm>
            <a:off x="3298550" y="1032250"/>
            <a:ext cx="4850100" cy="7986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a:t>
            </a:r>
            <a:r>
              <a:rPr lang="en-US">
                <a:solidFill>
                  <a:srgbClr val="8DC63F"/>
                </a:solidFill>
              </a:rPr>
              <a:t>/zh/</a:t>
            </a:r>
            <a:r>
              <a:rPr lang="en-US"/>
              <a:t> and </a:t>
            </a:r>
            <a:r>
              <a:rPr lang="en-US">
                <a:solidFill>
                  <a:srgbClr val="8DC63F"/>
                </a:solidFill>
              </a:rPr>
              <a:t>/z/</a:t>
            </a:r>
            <a:r>
              <a:rPr lang="en-US"/>
              <a:t> sound family spelling patterns, including homophones and Common Exception Words.</a:t>
            </a:r>
            <a:endParaRPr/>
          </a:p>
        </p:txBody>
      </p:sp>
      <p:sp>
        <p:nvSpPr>
          <p:cNvPr id="696" name="Google Shape;696;g2bee4f4af4b_0_204"/>
          <p:cNvSpPr txBox="1">
            <a:spLocks noGrp="1"/>
          </p:cNvSpPr>
          <p:nvPr>
            <p:ph type="body" idx="2"/>
          </p:nvPr>
        </p:nvSpPr>
        <p:spPr>
          <a:xfrm>
            <a:off x="3298550" y="22358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p:txBody>
      </p:sp>
      <p:sp>
        <p:nvSpPr>
          <p:cNvPr id="697" name="Google Shape;697;g2bee4f4af4b_0_204"/>
          <p:cNvSpPr txBox="1"/>
          <p:nvPr/>
        </p:nvSpPr>
        <p:spPr>
          <a:xfrm>
            <a:off x="2306383"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98" name="Google Shape;698;g2bee4f4af4b_0_204"/>
          <p:cNvSpPr txBox="1"/>
          <p:nvPr/>
        </p:nvSpPr>
        <p:spPr>
          <a:xfrm>
            <a:off x="2099083"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99" name="Google Shape;699;g2bee4f4af4b_0_204" title="JL686-29F.png"/>
          <p:cNvPicPr preferRelativeResize="0"/>
          <p:nvPr/>
        </p:nvPicPr>
        <p:blipFill rotWithShape="1">
          <a:blip r:embed="rId3">
            <a:alphaModFix/>
          </a:blip>
          <a:srcRect l="79" r="79"/>
          <a:stretch/>
        </p:blipFill>
        <p:spPr>
          <a:xfrm>
            <a:off x="2319758" y="4101860"/>
            <a:ext cx="786850" cy="1113689"/>
          </a:xfrm>
          <a:prstGeom prst="rect">
            <a:avLst/>
          </a:prstGeom>
          <a:noFill/>
          <a:ln>
            <a:noFill/>
          </a:ln>
          <a:effectLst>
            <a:outerShdw blurRad="71438" dist="19050" dir="5220000" algn="bl" rotWithShape="0">
              <a:srgbClr val="D8D8D8"/>
            </a:outerShdw>
          </a:effectLst>
        </p:spPr>
      </p:pic>
      <p:sp>
        <p:nvSpPr>
          <p:cNvPr id="700" name="Google Shape;700;g2bee4f4af4b_0_204"/>
          <p:cNvSpPr txBox="1"/>
          <p:nvPr/>
        </p:nvSpPr>
        <p:spPr>
          <a:xfrm>
            <a:off x="346303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01" name="Google Shape;701;g2bee4f4af4b_0_204"/>
          <p:cNvSpPr txBox="1"/>
          <p:nvPr/>
        </p:nvSpPr>
        <p:spPr>
          <a:xfrm>
            <a:off x="325573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2" name="Google Shape;702;g2bee4f4af4b_0_204" title="JL689-148F.png"/>
          <p:cNvPicPr preferRelativeResize="0"/>
          <p:nvPr/>
        </p:nvPicPr>
        <p:blipFill rotWithShape="1">
          <a:blip r:embed="rId4">
            <a:alphaModFix/>
          </a:blip>
          <a:srcRect l="89" r="79"/>
          <a:stretch/>
        </p:blipFill>
        <p:spPr>
          <a:xfrm>
            <a:off x="3463036" y="4169988"/>
            <a:ext cx="813600" cy="977432"/>
          </a:xfrm>
          <a:prstGeom prst="rect">
            <a:avLst/>
          </a:prstGeom>
          <a:noFill/>
          <a:ln>
            <a:noFill/>
          </a:ln>
          <a:effectLst>
            <a:outerShdw blurRad="71438" dist="19050" dir="5220000" algn="bl" rotWithShape="0">
              <a:srgbClr val="D8D8D8"/>
            </a:outerShdw>
          </a:effectLst>
        </p:spPr>
      </p:pic>
      <p:sp>
        <p:nvSpPr>
          <p:cNvPr id="703" name="Google Shape;703;g2bee4f4af4b_0_204"/>
          <p:cNvSpPr txBox="1"/>
          <p:nvPr/>
        </p:nvSpPr>
        <p:spPr>
          <a:xfrm>
            <a:off x="583814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04" name="Google Shape;704;g2bee4f4af4b_0_204"/>
          <p:cNvSpPr txBox="1"/>
          <p:nvPr/>
        </p:nvSpPr>
        <p:spPr>
          <a:xfrm>
            <a:off x="5538776" y="5256525"/>
            <a:ext cx="14124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a:t>
            </a:r>
            <a:r>
              <a:rPr lang="en-US" sz="900" b="0" i="0" u="none" strike="noStrike" cap="none">
                <a:solidFill>
                  <a:srgbClr val="757070"/>
                </a:solidFill>
                <a:latin typeface="Poppins Medium"/>
                <a:ea typeface="Poppins Medium"/>
                <a:cs typeface="Poppins Medium"/>
                <a:sym typeface="Poppins Medium"/>
              </a:rPr>
              <a:t>s</a:t>
            </a:r>
            <a:endParaRPr sz="1400" b="0" i="0" u="none" strike="noStrike" cap="none">
              <a:solidFill>
                <a:srgbClr val="000000"/>
              </a:solidFill>
              <a:latin typeface="Poppins Medium"/>
              <a:ea typeface="Poppins Medium"/>
              <a:cs typeface="Poppins Medium"/>
              <a:sym typeface="Poppins Medium"/>
            </a:endParaRPr>
          </a:p>
        </p:txBody>
      </p:sp>
      <p:pic>
        <p:nvPicPr>
          <p:cNvPr id="705" name="Google Shape;705;g2bee4f4af4b_0_204" title="JL687-90F.png"/>
          <p:cNvPicPr preferRelativeResize="0"/>
          <p:nvPr/>
        </p:nvPicPr>
        <p:blipFill rotWithShape="1">
          <a:blip r:embed="rId5">
            <a:alphaModFix/>
          </a:blip>
          <a:srcRect/>
          <a:stretch/>
        </p:blipFill>
        <p:spPr>
          <a:xfrm>
            <a:off x="5778959" y="4326104"/>
            <a:ext cx="931974" cy="665199"/>
          </a:xfrm>
          <a:prstGeom prst="rect">
            <a:avLst/>
          </a:prstGeom>
          <a:noFill/>
          <a:ln>
            <a:noFill/>
          </a:ln>
          <a:effectLst>
            <a:outerShdw blurRad="71438" dist="19050" dir="5220000" algn="bl" rotWithShape="0">
              <a:srgbClr val="D8D8D8"/>
            </a:outerShdw>
          </a:effectLst>
        </p:spPr>
      </p:pic>
      <p:sp>
        <p:nvSpPr>
          <p:cNvPr id="706" name="Google Shape;706;g2bee4f4af4b_0_204"/>
          <p:cNvSpPr txBox="1"/>
          <p:nvPr/>
        </p:nvSpPr>
        <p:spPr>
          <a:xfrm>
            <a:off x="465059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07" name="Google Shape;707;g2bee4f4af4b_0_204"/>
          <p:cNvSpPr txBox="1"/>
          <p:nvPr/>
        </p:nvSpPr>
        <p:spPr>
          <a:xfrm>
            <a:off x="4535991" y="5256529"/>
            <a:ext cx="1042800" cy="230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Alien Words</a:t>
            </a:r>
            <a:endParaRPr sz="1400" b="0" i="0" u="none" strike="noStrike" cap="none">
              <a:solidFill>
                <a:srgbClr val="000000"/>
              </a:solidFill>
              <a:latin typeface="Poppins Medium"/>
              <a:ea typeface="Poppins Medium"/>
              <a:cs typeface="Poppins Medium"/>
              <a:sym typeface="Poppins Medium"/>
            </a:endParaRPr>
          </a:p>
        </p:txBody>
      </p:sp>
      <p:pic>
        <p:nvPicPr>
          <p:cNvPr id="708" name="Google Shape;708;g2bee4f4af4b_0_204" title="JL692-148F.png"/>
          <p:cNvPicPr preferRelativeResize="0"/>
          <p:nvPr/>
        </p:nvPicPr>
        <p:blipFill rotWithShape="1">
          <a:blip r:embed="rId6">
            <a:alphaModFix/>
          </a:blip>
          <a:srcRect/>
          <a:stretch/>
        </p:blipFill>
        <p:spPr>
          <a:xfrm>
            <a:off x="4750129" y="4232253"/>
            <a:ext cx="614525" cy="852902"/>
          </a:xfrm>
          <a:prstGeom prst="rect">
            <a:avLst/>
          </a:prstGeom>
          <a:noFill/>
          <a:ln>
            <a:noFill/>
          </a:ln>
          <a:effectLst>
            <a:outerShdw blurRad="71438" dist="19050" dir="5220000" algn="bl" rotWithShape="0">
              <a:srgbClr val="D8D8D8"/>
            </a:outerShdw>
          </a:effectLst>
        </p:spPr>
      </p:pic>
      <p:sp>
        <p:nvSpPr>
          <p:cNvPr id="709" name="Google Shape;709;g2bee4f4af4b_0_204"/>
          <p:cNvSpPr txBox="1"/>
          <p:nvPr/>
        </p:nvSpPr>
        <p:spPr>
          <a:xfrm>
            <a:off x="1034404"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JN693</a:t>
            </a:r>
            <a:endParaRPr sz="1000" b="0" i="0" u="none" strike="noStrike" cap="none" dirty="0">
              <a:solidFill>
                <a:srgbClr val="000000"/>
              </a:solidFill>
              <a:latin typeface="Poppins"/>
              <a:ea typeface="Poppins"/>
              <a:cs typeface="Poppins"/>
              <a:sym typeface="Poppins"/>
            </a:endParaRPr>
          </a:p>
        </p:txBody>
      </p:sp>
      <p:sp>
        <p:nvSpPr>
          <p:cNvPr id="710" name="Google Shape;710;g2bee4f4af4b_0_204"/>
          <p:cNvSpPr txBox="1"/>
          <p:nvPr/>
        </p:nvSpPr>
        <p:spPr>
          <a:xfrm>
            <a:off x="827104"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Homophone Cards</a:t>
            </a:r>
            <a:endParaRPr sz="1400" b="0" i="0" u="none" strike="noStrike" cap="none">
              <a:solidFill>
                <a:srgbClr val="000000"/>
              </a:solidFill>
              <a:latin typeface="Poppins Medium"/>
              <a:ea typeface="Poppins Medium"/>
              <a:cs typeface="Poppins Medium"/>
              <a:sym typeface="Poppins Medium"/>
            </a:endParaRPr>
          </a:p>
        </p:txBody>
      </p:sp>
      <p:pic>
        <p:nvPicPr>
          <p:cNvPr id="711" name="Google Shape;711;g2bee4f4af4b_0_204" title="JL693-46F.png"/>
          <p:cNvPicPr preferRelativeResize="0"/>
          <p:nvPr/>
        </p:nvPicPr>
        <p:blipFill rotWithShape="1">
          <a:blip r:embed="rId7">
            <a:alphaModFix/>
          </a:blip>
          <a:srcRect t="109" b="99"/>
          <a:stretch/>
        </p:blipFill>
        <p:spPr>
          <a:xfrm>
            <a:off x="845550" y="4364250"/>
            <a:ext cx="1177926" cy="588950"/>
          </a:xfrm>
          <a:prstGeom prst="rect">
            <a:avLst/>
          </a:prstGeom>
          <a:noFill/>
          <a:ln>
            <a:noFill/>
          </a:ln>
          <a:effectLst>
            <a:outerShdw blurRad="57150" dist="19050" dir="5400000" algn="bl" rotWithShape="0">
              <a:srgbClr val="BFBFBF"/>
            </a:outerShdw>
          </a:effectLst>
        </p:spPr>
      </p:pic>
      <p:sp>
        <p:nvSpPr>
          <p:cNvPr id="712" name="Google Shape;712;g2bee4f4af4b_0_204">
            <a:hlinkClick r:id="rId8" action="ppaction://hlinksldjump"/>
          </p:cNvPr>
          <p:cNvSpPr/>
          <p:nvPr/>
        </p:nvSpPr>
        <p:spPr>
          <a:xfrm>
            <a:off x="2291330" y="375760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3" name="Google Shape;713;g2bee4f4af4b_0_204">
            <a:hlinkClick r:id="rId9" action="ppaction://hlinksldjump"/>
          </p:cNvPr>
          <p:cNvSpPr/>
          <p:nvPr/>
        </p:nvSpPr>
        <p:spPr>
          <a:xfrm>
            <a:off x="3362215" y="37576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4" name="Google Shape;714;g2bee4f4af4b_0_204">
            <a:hlinkClick r:id="rId10" action="ppaction://hlinksldjump"/>
          </p:cNvPr>
          <p:cNvSpPr/>
          <p:nvPr/>
        </p:nvSpPr>
        <p:spPr>
          <a:xfrm>
            <a:off x="4603071" y="3757603"/>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5" name="Google Shape;715;g2bee4f4af4b_0_204">
            <a:hlinkClick r:id="rId11" action="ppaction://hlinksldjump"/>
          </p:cNvPr>
          <p:cNvSpPr/>
          <p:nvPr/>
        </p:nvSpPr>
        <p:spPr>
          <a:xfrm>
            <a:off x="1080894" y="3815336"/>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6" name="Google Shape;716;g2bee4f4af4b_0_204">
            <a:hlinkClick r:id="rId12" action="ppaction://hlinksldjump"/>
          </p:cNvPr>
          <p:cNvSpPr/>
          <p:nvPr/>
        </p:nvSpPr>
        <p:spPr>
          <a:xfrm>
            <a:off x="5653376" y="3739235"/>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g341081139bc_0_3"/>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23" name="Google Shape;723;g341081139bc_0_3"/>
          <p:cNvGrpSpPr/>
          <p:nvPr/>
        </p:nvGrpSpPr>
        <p:grpSpPr>
          <a:xfrm>
            <a:off x="930400" y="2053244"/>
            <a:ext cx="7283200" cy="3724851"/>
            <a:chOff x="930400" y="2129444"/>
            <a:chExt cx="7283200" cy="3724851"/>
          </a:xfrm>
        </p:grpSpPr>
        <p:pic>
          <p:nvPicPr>
            <p:cNvPr id="724" name="Google Shape;724;g341081139bc_0_3"/>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341081139bc_0_3"/>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341081139bc_0_3"/>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341081139bc_0_3"/>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341081139bc_0_3"/>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341081139bc_0_3"/>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341081139bc_0_3"/>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341081139bc_0_3"/>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341081139bc_0_3"/>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341081139bc_0_3"/>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341081139bc_0_3"/>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341081139bc_0_3"/>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341081139bc_0_3"/>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341081139bc_0_3"/>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341081139bc_0_3"/>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341081139bc_0_3"/>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341081139bc_0_3"/>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341081139bc_0_3"/>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341081139bc_0_3"/>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341081139bc_0_3"/>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341081139bc_0_3"/>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341081139bc_0_3"/>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46" name="Google Shape;746;g341081139bc_0_3"/>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1"/>
        <p:cNvGrpSpPr/>
        <p:nvPr/>
      </p:nvGrpSpPr>
      <p:grpSpPr>
        <a:xfrm>
          <a:off x="0" y="0"/>
          <a:ext cx="0" cy="0"/>
          <a:chOff x="0" y="0"/>
          <a:chExt cx="0" cy="0"/>
        </a:xfrm>
      </p:grpSpPr>
      <p:sp>
        <p:nvSpPr>
          <p:cNvPr id="752" name="Google Shape;752;g341081139bc_0_3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3" name="Google Shape;753;g341081139bc_0_32"/>
          <p:cNvGrpSpPr/>
          <p:nvPr/>
        </p:nvGrpSpPr>
        <p:grpSpPr>
          <a:xfrm>
            <a:off x="930400" y="2053250"/>
            <a:ext cx="7283201" cy="2971674"/>
            <a:chOff x="930400" y="2129450"/>
            <a:chExt cx="7283201" cy="2971674"/>
          </a:xfrm>
        </p:grpSpPr>
        <p:pic>
          <p:nvPicPr>
            <p:cNvPr id="754" name="Google Shape;754;g341081139bc_0_32"/>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55" name="Google Shape;755;g341081139bc_0_32"/>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56" name="Google Shape;756;g341081139bc_0_32"/>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57" name="Google Shape;757;g341081139bc_0_32"/>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58" name="Google Shape;758;g341081139bc_0_32"/>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59" name="Google Shape;759;g341081139bc_0_32"/>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60" name="Google Shape;760;g341081139bc_0_32"/>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61" name="Google Shape;761;g341081139bc_0_32"/>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62" name="Google Shape;762;g341081139bc_0_32"/>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63" name="Google Shape;763;g341081139bc_0_32"/>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64" name="Google Shape;764;g341081139bc_0_32"/>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65" name="Google Shape;765;g341081139bc_0_32"/>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66" name="Google Shape;766;g341081139bc_0_32"/>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67" name="Google Shape;767;g341081139bc_0_32"/>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68" name="Google Shape;768;g341081139bc_0_32"/>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69" name="Google Shape;769;g341081139bc_0_32"/>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70" name="Google Shape;770;g341081139bc_0_32"/>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1" name="Google Shape;771;g341081139bc_0_32"/>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2" name="Google Shape;772;g341081139bc_0_32"/>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341081139bc_0_32"/>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74" name="Google Shape;774;g341081139bc_0_32"/>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341081139bc_0_32"/>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76" name="Google Shape;776;g341081139bc_0_32"/>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341081139bc_0_32"/>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8" name="Google Shape;778;g341081139bc_0_32"/>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79" name="Google Shape;779;g341081139bc_0_32"/>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341081139bc_0_32"/>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81" name="Google Shape;781;g341081139bc_0_32"/>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82" name="Google Shape;782;g341081139bc_0_32"/>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7"/>
        <p:cNvGrpSpPr/>
        <p:nvPr/>
      </p:nvGrpSpPr>
      <p:grpSpPr>
        <a:xfrm>
          <a:off x="0" y="0"/>
          <a:ext cx="0" cy="0"/>
          <a:chOff x="0" y="0"/>
          <a:chExt cx="0" cy="0"/>
        </a:xfrm>
      </p:grpSpPr>
      <p:sp>
        <p:nvSpPr>
          <p:cNvPr id="788" name="Google Shape;788;g341081139bc_0_6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89" name="Google Shape;789;g341081139bc_0_67"/>
          <p:cNvGrpSpPr/>
          <p:nvPr/>
        </p:nvGrpSpPr>
        <p:grpSpPr>
          <a:xfrm>
            <a:off x="930400" y="2053250"/>
            <a:ext cx="7283201" cy="2971674"/>
            <a:chOff x="930400" y="2053250"/>
            <a:chExt cx="7283201" cy="2971674"/>
          </a:xfrm>
        </p:grpSpPr>
        <p:pic>
          <p:nvPicPr>
            <p:cNvPr id="790" name="Google Shape;790;g341081139bc_0_6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91" name="Google Shape;791;g341081139bc_0_6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92" name="Google Shape;792;g341081139bc_0_6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93" name="Google Shape;793;g341081139bc_0_6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94" name="Google Shape;794;g341081139bc_0_6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95" name="Google Shape;795;g341081139bc_0_6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96" name="Google Shape;796;g341081139bc_0_6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97" name="Google Shape;797;g341081139bc_0_6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98" name="Google Shape;798;g341081139bc_0_6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99" name="Google Shape;799;g341081139bc_0_6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800" name="Google Shape;800;g341081139bc_0_6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801" name="Google Shape;801;g341081139bc_0_6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802" name="Google Shape;802;g341081139bc_0_6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03" name="Google Shape;803;g341081139bc_0_6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04" name="Google Shape;804;g341081139bc_0_6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05" name="Google Shape;805;g341081139bc_0_6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06" name="Google Shape;806;g341081139bc_0_6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807" name="Google Shape;807;g341081139bc_0_6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08" name="Google Shape;808;g341081139bc_0_6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09" name="Google Shape;809;g341081139bc_0_6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810" name="Google Shape;810;g341081139bc_0_6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811" name="Google Shape;811;g341081139bc_0_6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12" name="Google Shape;812;g341081139bc_0_6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813" name="Google Shape;813;g341081139bc_0_6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814" name="Google Shape;814;g341081139bc_0_6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815" name="Google Shape;815;g341081139bc_0_6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16" name="Google Shape;816;g341081139bc_0_6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817" name="Google Shape;817;g341081139bc_0_6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818" name="Google Shape;818;g341081139bc_0_6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819" name="Google Shape;819;g341081139bc_0_6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20" name="Google Shape;820;g341081139bc_0_6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21" name="Google Shape;821;g341081139bc_0_6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822" name="Google Shape;822;g341081139bc_0_6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23" name="Google Shape;823;g341081139bc_0_6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824" name="Google Shape;824;g341081139bc_0_6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825" name="Google Shape;825;g341081139bc_0_6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26" name="Google Shape;826;g341081139bc_0_6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27" name="Google Shape;827;g341081139bc_0_6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828" name="Google Shape;828;g341081139bc_0_6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29" name="Google Shape;829;g341081139bc_0_6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830" name="Google Shape;830;g341081139bc_0_6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5"/>
        <p:cNvGrpSpPr/>
        <p:nvPr/>
      </p:nvGrpSpPr>
      <p:grpSpPr>
        <a:xfrm>
          <a:off x="0" y="0"/>
          <a:ext cx="0" cy="0"/>
          <a:chOff x="0" y="0"/>
          <a:chExt cx="0" cy="0"/>
        </a:xfrm>
      </p:grpSpPr>
      <p:sp>
        <p:nvSpPr>
          <p:cNvPr id="836" name="Google Shape;836;g341081139bc_0_114"/>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837" name="Google Shape;837;g341081139bc_0_114"/>
          <p:cNvGrpSpPr/>
          <p:nvPr/>
        </p:nvGrpSpPr>
        <p:grpSpPr>
          <a:xfrm>
            <a:off x="930400" y="2053250"/>
            <a:ext cx="7218395" cy="2674800"/>
            <a:chOff x="930400" y="2053250"/>
            <a:chExt cx="7218395" cy="2674800"/>
          </a:xfrm>
        </p:grpSpPr>
        <p:pic>
          <p:nvPicPr>
            <p:cNvPr id="838" name="Google Shape;838;g341081139bc_0_114"/>
            <p:cNvPicPr preferRelativeResize="0"/>
            <p:nvPr/>
          </p:nvPicPr>
          <p:blipFill rotWithShape="1">
            <a:blip r:embed="rId3">
              <a:alphaModFix/>
            </a:blip>
            <a:srcRect/>
            <a:stretch/>
          </p:blipFill>
          <p:spPr>
            <a:xfrm>
              <a:off x="4244264" y="2972629"/>
              <a:ext cx="590656" cy="836045"/>
            </a:xfrm>
            <a:prstGeom prst="rect">
              <a:avLst/>
            </a:prstGeom>
            <a:noFill/>
            <a:ln>
              <a:noFill/>
            </a:ln>
            <a:effectLst>
              <a:outerShdw blurRad="71438" dist="28575" dir="5400000" algn="bl" rotWithShape="0">
                <a:srgbClr val="000000">
                  <a:alpha val="14900"/>
                </a:srgbClr>
              </a:outerShdw>
            </a:effectLst>
          </p:spPr>
        </p:pic>
        <p:pic>
          <p:nvPicPr>
            <p:cNvPr id="839" name="Google Shape;839;g341081139bc_0_114"/>
            <p:cNvPicPr preferRelativeResize="0"/>
            <p:nvPr/>
          </p:nvPicPr>
          <p:blipFill rotWithShape="1">
            <a:blip r:embed="rId4">
              <a:alphaModFix/>
            </a:blip>
            <a:srcRect/>
            <a:stretch/>
          </p:blipFill>
          <p:spPr>
            <a:xfrm>
              <a:off x="3581491" y="2972629"/>
              <a:ext cx="590656" cy="836045"/>
            </a:xfrm>
            <a:prstGeom prst="rect">
              <a:avLst/>
            </a:prstGeom>
            <a:noFill/>
            <a:ln>
              <a:noFill/>
            </a:ln>
            <a:effectLst>
              <a:outerShdw blurRad="71438" dist="28575" dir="5400000" algn="bl" rotWithShape="0">
                <a:srgbClr val="000000">
                  <a:alpha val="15290"/>
                </a:srgbClr>
              </a:outerShdw>
            </a:effectLst>
          </p:spPr>
        </p:pic>
        <p:pic>
          <p:nvPicPr>
            <p:cNvPr id="840" name="Google Shape;840;g341081139bc_0_114"/>
            <p:cNvPicPr preferRelativeResize="0"/>
            <p:nvPr/>
          </p:nvPicPr>
          <p:blipFill rotWithShape="1">
            <a:blip r:embed="rId5">
              <a:alphaModFix/>
            </a:blip>
            <a:srcRect/>
            <a:stretch/>
          </p:blipFill>
          <p:spPr>
            <a:xfrm>
              <a:off x="2918718" y="2972629"/>
              <a:ext cx="590656" cy="836045"/>
            </a:xfrm>
            <a:prstGeom prst="rect">
              <a:avLst/>
            </a:prstGeom>
            <a:noFill/>
            <a:ln>
              <a:noFill/>
            </a:ln>
            <a:effectLst>
              <a:outerShdw blurRad="71438" dist="28575" dir="5400000" algn="bl" rotWithShape="0">
                <a:srgbClr val="000000">
                  <a:alpha val="15290"/>
                </a:srgbClr>
              </a:outerShdw>
            </a:effectLst>
          </p:spPr>
        </p:pic>
        <p:pic>
          <p:nvPicPr>
            <p:cNvPr id="841" name="Google Shape;841;g341081139bc_0_114"/>
            <p:cNvPicPr preferRelativeResize="0"/>
            <p:nvPr/>
          </p:nvPicPr>
          <p:blipFill rotWithShape="1">
            <a:blip r:embed="rId6">
              <a:alphaModFix/>
            </a:blip>
            <a:srcRect t="59" b="49"/>
            <a:stretch/>
          </p:blipFill>
          <p:spPr>
            <a:xfrm>
              <a:off x="2255946" y="2972629"/>
              <a:ext cx="590656" cy="836046"/>
            </a:xfrm>
            <a:prstGeom prst="rect">
              <a:avLst/>
            </a:prstGeom>
            <a:noFill/>
            <a:ln>
              <a:noFill/>
            </a:ln>
            <a:effectLst>
              <a:outerShdw blurRad="71438" dist="28575" dir="5400000" algn="bl" rotWithShape="0">
                <a:srgbClr val="000000">
                  <a:alpha val="15290"/>
                </a:srgbClr>
              </a:outerShdw>
            </a:effectLst>
          </p:spPr>
        </p:pic>
        <p:pic>
          <p:nvPicPr>
            <p:cNvPr id="842" name="Google Shape;842;g341081139bc_0_114"/>
            <p:cNvPicPr preferRelativeResize="0"/>
            <p:nvPr/>
          </p:nvPicPr>
          <p:blipFill rotWithShape="1">
            <a:blip r:embed="rId7">
              <a:alphaModFix/>
            </a:blip>
            <a:srcRect t="59" b="49"/>
            <a:stretch/>
          </p:blipFill>
          <p:spPr>
            <a:xfrm>
              <a:off x="930400" y="2972629"/>
              <a:ext cx="590656" cy="836046"/>
            </a:xfrm>
            <a:prstGeom prst="rect">
              <a:avLst/>
            </a:prstGeom>
            <a:noFill/>
            <a:ln>
              <a:noFill/>
            </a:ln>
            <a:effectLst>
              <a:outerShdw blurRad="71438" dist="28575" dir="5400000" algn="bl" rotWithShape="0">
                <a:srgbClr val="000000">
                  <a:alpha val="15290"/>
                </a:srgbClr>
              </a:outerShdw>
            </a:effectLst>
          </p:spPr>
        </p:pic>
        <p:pic>
          <p:nvPicPr>
            <p:cNvPr id="843" name="Google Shape;843;g341081139bc_0_114"/>
            <p:cNvPicPr preferRelativeResize="0"/>
            <p:nvPr/>
          </p:nvPicPr>
          <p:blipFill rotWithShape="1">
            <a:blip r:embed="rId8">
              <a:alphaModFix/>
            </a:blip>
            <a:srcRect/>
            <a:stretch/>
          </p:blipFill>
          <p:spPr>
            <a:xfrm>
              <a:off x="1593173" y="2972629"/>
              <a:ext cx="590656" cy="836045"/>
            </a:xfrm>
            <a:prstGeom prst="rect">
              <a:avLst/>
            </a:prstGeom>
            <a:noFill/>
            <a:ln>
              <a:noFill/>
            </a:ln>
            <a:effectLst>
              <a:outerShdw blurRad="71438" dist="28575" dir="5400000" algn="bl" rotWithShape="0">
                <a:srgbClr val="000000">
                  <a:alpha val="15290"/>
                </a:srgbClr>
              </a:outerShdw>
            </a:effectLst>
          </p:spPr>
        </p:pic>
        <p:pic>
          <p:nvPicPr>
            <p:cNvPr id="844" name="Google Shape;844;g341081139bc_0_114"/>
            <p:cNvPicPr preferRelativeResize="0"/>
            <p:nvPr/>
          </p:nvPicPr>
          <p:blipFill rotWithShape="1">
            <a:blip r:embed="rId9">
              <a:alphaModFix/>
            </a:blip>
            <a:srcRect l="79" r="79"/>
            <a:stretch/>
          </p:blipFill>
          <p:spPr>
            <a:xfrm>
              <a:off x="930400" y="2053250"/>
              <a:ext cx="590656" cy="836045"/>
            </a:xfrm>
            <a:prstGeom prst="rect">
              <a:avLst/>
            </a:prstGeom>
            <a:noFill/>
            <a:ln>
              <a:noFill/>
            </a:ln>
            <a:effectLst>
              <a:outerShdw blurRad="71438" dist="28575" dir="5400000" algn="bl" rotWithShape="0">
                <a:srgbClr val="000000">
                  <a:alpha val="15290"/>
                </a:srgbClr>
              </a:outerShdw>
            </a:effectLst>
          </p:spPr>
        </p:pic>
        <p:pic>
          <p:nvPicPr>
            <p:cNvPr id="845" name="Google Shape;845;g341081139bc_0_114"/>
            <p:cNvPicPr preferRelativeResize="0"/>
            <p:nvPr/>
          </p:nvPicPr>
          <p:blipFill rotWithShape="1">
            <a:blip r:embed="rId10">
              <a:alphaModFix/>
            </a:blip>
            <a:srcRect l="79" r="79"/>
            <a:stretch/>
          </p:blipFill>
          <p:spPr>
            <a:xfrm>
              <a:off x="2918718" y="2053250"/>
              <a:ext cx="590656" cy="836045"/>
            </a:xfrm>
            <a:prstGeom prst="rect">
              <a:avLst/>
            </a:prstGeom>
            <a:noFill/>
            <a:ln>
              <a:noFill/>
            </a:ln>
            <a:effectLst>
              <a:outerShdw blurRad="71438" dist="28575" dir="5400000" algn="bl" rotWithShape="0">
                <a:srgbClr val="000000">
                  <a:alpha val="15290"/>
                </a:srgbClr>
              </a:outerShdw>
            </a:effectLst>
          </p:spPr>
        </p:pic>
        <p:pic>
          <p:nvPicPr>
            <p:cNvPr id="846" name="Google Shape;846;g341081139bc_0_114"/>
            <p:cNvPicPr preferRelativeResize="0"/>
            <p:nvPr/>
          </p:nvPicPr>
          <p:blipFill rotWithShape="1">
            <a:blip r:embed="rId11">
              <a:alphaModFix/>
            </a:blip>
            <a:srcRect l="19" r="29"/>
            <a:stretch/>
          </p:blipFill>
          <p:spPr>
            <a:xfrm>
              <a:off x="1593172" y="2053250"/>
              <a:ext cx="590656" cy="836046"/>
            </a:xfrm>
            <a:prstGeom prst="rect">
              <a:avLst/>
            </a:prstGeom>
            <a:noFill/>
            <a:ln>
              <a:noFill/>
            </a:ln>
            <a:effectLst>
              <a:outerShdw blurRad="71438" dist="28575" dir="5400000" algn="bl" rotWithShape="0">
                <a:srgbClr val="000000">
                  <a:alpha val="15290"/>
                </a:srgbClr>
              </a:outerShdw>
            </a:effectLst>
          </p:spPr>
        </p:pic>
        <p:pic>
          <p:nvPicPr>
            <p:cNvPr id="847" name="Google Shape;847;g341081139bc_0_114"/>
            <p:cNvPicPr preferRelativeResize="0"/>
            <p:nvPr/>
          </p:nvPicPr>
          <p:blipFill rotWithShape="1">
            <a:blip r:embed="rId12">
              <a:alphaModFix/>
            </a:blip>
            <a:srcRect l="19" r="29"/>
            <a:stretch/>
          </p:blipFill>
          <p:spPr>
            <a:xfrm>
              <a:off x="2255946" y="2053250"/>
              <a:ext cx="590656" cy="836046"/>
            </a:xfrm>
            <a:prstGeom prst="rect">
              <a:avLst/>
            </a:prstGeom>
            <a:noFill/>
            <a:ln>
              <a:noFill/>
            </a:ln>
            <a:effectLst>
              <a:outerShdw blurRad="71438" dist="28575" dir="5400000" algn="bl" rotWithShape="0">
                <a:srgbClr val="000000">
                  <a:alpha val="15290"/>
                </a:srgbClr>
              </a:outerShdw>
            </a:effectLst>
          </p:spPr>
        </p:pic>
        <p:pic>
          <p:nvPicPr>
            <p:cNvPr id="848" name="Google Shape;848;g341081139bc_0_114"/>
            <p:cNvPicPr preferRelativeResize="0"/>
            <p:nvPr/>
          </p:nvPicPr>
          <p:blipFill rotWithShape="1">
            <a:blip r:embed="rId13">
              <a:alphaModFix/>
            </a:blip>
            <a:srcRect l="19" r="29"/>
            <a:stretch/>
          </p:blipFill>
          <p:spPr>
            <a:xfrm>
              <a:off x="3581490" y="2053250"/>
              <a:ext cx="590656" cy="836046"/>
            </a:xfrm>
            <a:prstGeom prst="rect">
              <a:avLst/>
            </a:prstGeom>
            <a:noFill/>
            <a:ln>
              <a:noFill/>
            </a:ln>
            <a:effectLst>
              <a:outerShdw blurRad="71438" dist="28575" dir="5400000" algn="bl" rotWithShape="0">
                <a:srgbClr val="000000">
                  <a:alpha val="15290"/>
                </a:srgbClr>
              </a:outerShdw>
            </a:effectLst>
          </p:spPr>
        </p:pic>
        <p:pic>
          <p:nvPicPr>
            <p:cNvPr id="849" name="Google Shape;849;g341081139bc_0_114"/>
            <p:cNvPicPr preferRelativeResize="0"/>
            <p:nvPr/>
          </p:nvPicPr>
          <p:blipFill rotWithShape="1">
            <a:blip r:embed="rId14">
              <a:alphaModFix/>
            </a:blip>
            <a:srcRect l="79" r="79"/>
            <a:stretch/>
          </p:blipFill>
          <p:spPr>
            <a:xfrm>
              <a:off x="5569808" y="2053250"/>
              <a:ext cx="590656" cy="836045"/>
            </a:xfrm>
            <a:prstGeom prst="rect">
              <a:avLst/>
            </a:prstGeom>
            <a:noFill/>
            <a:ln>
              <a:noFill/>
            </a:ln>
            <a:effectLst>
              <a:outerShdw blurRad="71438" dist="28575" dir="5400000" algn="bl" rotWithShape="0">
                <a:srgbClr val="000000">
                  <a:alpha val="15290"/>
                </a:srgbClr>
              </a:outerShdw>
            </a:effectLst>
          </p:spPr>
        </p:pic>
        <p:pic>
          <p:nvPicPr>
            <p:cNvPr id="850" name="Google Shape;850;g341081139bc_0_114"/>
            <p:cNvPicPr preferRelativeResize="0"/>
            <p:nvPr/>
          </p:nvPicPr>
          <p:blipFill rotWithShape="1">
            <a:blip r:embed="rId15">
              <a:alphaModFix/>
            </a:blip>
            <a:srcRect l="79" r="79"/>
            <a:stretch/>
          </p:blipFill>
          <p:spPr>
            <a:xfrm>
              <a:off x="4244264" y="2053250"/>
              <a:ext cx="590656" cy="836045"/>
            </a:xfrm>
            <a:prstGeom prst="rect">
              <a:avLst/>
            </a:prstGeom>
            <a:noFill/>
            <a:ln>
              <a:noFill/>
            </a:ln>
            <a:effectLst>
              <a:outerShdw blurRad="71438" dist="28575" dir="5400000" algn="bl" rotWithShape="0">
                <a:srgbClr val="000000">
                  <a:alpha val="15290"/>
                </a:srgbClr>
              </a:outerShdw>
            </a:effectLst>
          </p:spPr>
        </p:pic>
        <p:pic>
          <p:nvPicPr>
            <p:cNvPr id="851" name="Google Shape;851;g341081139bc_0_114"/>
            <p:cNvPicPr preferRelativeResize="0"/>
            <p:nvPr/>
          </p:nvPicPr>
          <p:blipFill rotWithShape="1">
            <a:blip r:embed="rId16">
              <a:alphaModFix/>
            </a:blip>
            <a:srcRect l="79" r="79"/>
            <a:stretch/>
          </p:blipFill>
          <p:spPr>
            <a:xfrm>
              <a:off x="4907036" y="2053250"/>
              <a:ext cx="590656" cy="836045"/>
            </a:xfrm>
            <a:prstGeom prst="rect">
              <a:avLst/>
            </a:prstGeom>
            <a:noFill/>
            <a:ln>
              <a:noFill/>
            </a:ln>
            <a:effectLst>
              <a:outerShdw blurRad="71438" dist="28575" dir="5400000" algn="bl" rotWithShape="0">
                <a:srgbClr val="000000">
                  <a:alpha val="15290"/>
                </a:srgbClr>
              </a:outerShdw>
            </a:effectLst>
          </p:spPr>
        </p:pic>
        <p:pic>
          <p:nvPicPr>
            <p:cNvPr id="852" name="Google Shape;852;g341081139bc_0_114"/>
            <p:cNvPicPr preferRelativeResize="0"/>
            <p:nvPr/>
          </p:nvPicPr>
          <p:blipFill rotWithShape="1">
            <a:blip r:embed="rId17">
              <a:alphaModFix/>
            </a:blip>
            <a:srcRect l="19" r="29"/>
            <a:stretch/>
          </p:blipFill>
          <p:spPr>
            <a:xfrm>
              <a:off x="6232578" y="2053250"/>
              <a:ext cx="590656" cy="836046"/>
            </a:xfrm>
            <a:prstGeom prst="rect">
              <a:avLst/>
            </a:prstGeom>
            <a:noFill/>
            <a:ln>
              <a:noFill/>
            </a:ln>
            <a:effectLst>
              <a:outerShdw blurRad="71438" dist="28575" dir="5400000" algn="bl" rotWithShape="0">
                <a:srgbClr val="000000">
                  <a:alpha val="15290"/>
                </a:srgbClr>
              </a:outerShdw>
            </a:effectLst>
          </p:spPr>
        </p:pic>
        <p:pic>
          <p:nvPicPr>
            <p:cNvPr id="853" name="Google Shape;853;g341081139bc_0_114"/>
            <p:cNvPicPr preferRelativeResize="0"/>
            <p:nvPr/>
          </p:nvPicPr>
          <p:blipFill rotWithShape="1">
            <a:blip r:embed="rId18">
              <a:alphaModFix/>
            </a:blip>
            <a:srcRect/>
            <a:stretch/>
          </p:blipFill>
          <p:spPr>
            <a:xfrm>
              <a:off x="6895344" y="2053250"/>
              <a:ext cx="590656" cy="836045"/>
            </a:xfrm>
            <a:prstGeom prst="rect">
              <a:avLst/>
            </a:prstGeom>
            <a:noFill/>
            <a:ln>
              <a:noFill/>
            </a:ln>
            <a:effectLst>
              <a:outerShdw blurRad="71438" dist="28575" dir="5400000" algn="bl" rotWithShape="0">
                <a:srgbClr val="000000">
                  <a:alpha val="15290"/>
                </a:srgbClr>
              </a:outerShdw>
            </a:effectLst>
          </p:spPr>
        </p:pic>
        <p:pic>
          <p:nvPicPr>
            <p:cNvPr id="854" name="Google Shape;854;g341081139bc_0_114"/>
            <p:cNvPicPr preferRelativeResize="0"/>
            <p:nvPr/>
          </p:nvPicPr>
          <p:blipFill rotWithShape="1">
            <a:blip r:embed="rId19">
              <a:alphaModFix/>
            </a:blip>
            <a:srcRect t="59" b="49"/>
            <a:stretch/>
          </p:blipFill>
          <p:spPr>
            <a:xfrm>
              <a:off x="7558119" y="2053250"/>
              <a:ext cx="590656" cy="836046"/>
            </a:xfrm>
            <a:prstGeom prst="rect">
              <a:avLst/>
            </a:prstGeom>
            <a:noFill/>
            <a:ln>
              <a:noFill/>
            </a:ln>
            <a:effectLst>
              <a:outerShdw blurRad="71438" dist="28575" dir="5400000" algn="bl" rotWithShape="0">
                <a:srgbClr val="000000">
                  <a:alpha val="15290"/>
                </a:srgbClr>
              </a:outerShdw>
            </a:effectLst>
          </p:spPr>
        </p:pic>
        <p:pic>
          <p:nvPicPr>
            <p:cNvPr id="855" name="Google Shape;855;g341081139bc_0_114" title="JL686-119F.png"/>
            <p:cNvPicPr preferRelativeResize="0"/>
            <p:nvPr/>
          </p:nvPicPr>
          <p:blipFill rotWithShape="1">
            <a:blip r:embed="rId20">
              <a:alphaModFix/>
            </a:blip>
            <a:srcRect/>
            <a:stretch/>
          </p:blipFill>
          <p:spPr>
            <a:xfrm>
              <a:off x="4907039" y="2972629"/>
              <a:ext cx="590656" cy="836045"/>
            </a:xfrm>
            <a:prstGeom prst="rect">
              <a:avLst/>
            </a:prstGeom>
            <a:noFill/>
            <a:ln>
              <a:noFill/>
            </a:ln>
            <a:effectLst>
              <a:outerShdw blurRad="71438" dist="28575" dir="5400000" algn="bl" rotWithShape="0">
                <a:srgbClr val="000000">
                  <a:alpha val="14900"/>
                </a:srgbClr>
              </a:outerShdw>
            </a:effectLst>
          </p:spPr>
        </p:pic>
        <p:pic>
          <p:nvPicPr>
            <p:cNvPr id="856" name="Google Shape;856;g341081139bc_0_114" title="JL686-120F.png"/>
            <p:cNvPicPr preferRelativeResize="0"/>
            <p:nvPr/>
          </p:nvPicPr>
          <p:blipFill rotWithShape="1">
            <a:blip r:embed="rId21">
              <a:alphaModFix/>
            </a:blip>
            <a:srcRect l="79" r="79"/>
            <a:stretch/>
          </p:blipFill>
          <p:spPr>
            <a:xfrm>
              <a:off x="5569814" y="2972629"/>
              <a:ext cx="590656" cy="836045"/>
            </a:xfrm>
            <a:prstGeom prst="rect">
              <a:avLst/>
            </a:prstGeom>
            <a:noFill/>
            <a:ln>
              <a:noFill/>
            </a:ln>
            <a:effectLst>
              <a:outerShdw blurRad="71438" dist="28575" dir="5400000" algn="bl" rotWithShape="0">
                <a:srgbClr val="000000">
                  <a:alpha val="14900"/>
                </a:srgbClr>
              </a:outerShdw>
            </a:effectLst>
          </p:spPr>
        </p:pic>
        <p:pic>
          <p:nvPicPr>
            <p:cNvPr id="857" name="Google Shape;857;g341081139bc_0_114" title="JL686-121F.png"/>
            <p:cNvPicPr preferRelativeResize="0"/>
            <p:nvPr/>
          </p:nvPicPr>
          <p:blipFill rotWithShape="1">
            <a:blip r:embed="rId22">
              <a:alphaModFix/>
            </a:blip>
            <a:srcRect l="19" r="29"/>
            <a:stretch/>
          </p:blipFill>
          <p:spPr>
            <a:xfrm>
              <a:off x="6232589" y="2972629"/>
              <a:ext cx="590656" cy="836046"/>
            </a:xfrm>
            <a:prstGeom prst="rect">
              <a:avLst/>
            </a:prstGeom>
            <a:noFill/>
            <a:ln>
              <a:noFill/>
            </a:ln>
            <a:effectLst>
              <a:outerShdw blurRad="71438" dist="28575" dir="5400000" algn="bl" rotWithShape="0">
                <a:srgbClr val="000000">
                  <a:alpha val="14900"/>
                </a:srgbClr>
              </a:outerShdw>
            </a:effectLst>
          </p:spPr>
        </p:pic>
        <p:pic>
          <p:nvPicPr>
            <p:cNvPr id="858" name="Google Shape;858;g341081139bc_0_114" title="JL686-122F.png"/>
            <p:cNvPicPr preferRelativeResize="0"/>
            <p:nvPr/>
          </p:nvPicPr>
          <p:blipFill rotWithShape="1">
            <a:blip r:embed="rId23">
              <a:alphaModFix/>
            </a:blip>
            <a:srcRect l="19" r="29"/>
            <a:stretch/>
          </p:blipFill>
          <p:spPr>
            <a:xfrm>
              <a:off x="6895364" y="2972629"/>
              <a:ext cx="590656" cy="836046"/>
            </a:xfrm>
            <a:prstGeom prst="rect">
              <a:avLst/>
            </a:prstGeom>
            <a:noFill/>
            <a:ln>
              <a:noFill/>
            </a:ln>
            <a:effectLst>
              <a:outerShdw blurRad="71438" dist="28575" dir="5400000" algn="bl" rotWithShape="0">
                <a:srgbClr val="000000">
                  <a:alpha val="14900"/>
                </a:srgbClr>
              </a:outerShdw>
            </a:effectLst>
          </p:spPr>
        </p:pic>
        <p:pic>
          <p:nvPicPr>
            <p:cNvPr id="859" name="Google Shape;859;g341081139bc_0_114" title="JL686-123F.png"/>
            <p:cNvPicPr preferRelativeResize="0"/>
            <p:nvPr/>
          </p:nvPicPr>
          <p:blipFill rotWithShape="1">
            <a:blip r:embed="rId24">
              <a:alphaModFix/>
            </a:blip>
            <a:srcRect l="19" r="29"/>
            <a:stretch/>
          </p:blipFill>
          <p:spPr>
            <a:xfrm>
              <a:off x="7558139" y="2972629"/>
              <a:ext cx="590656" cy="836046"/>
            </a:xfrm>
            <a:prstGeom prst="rect">
              <a:avLst/>
            </a:prstGeom>
            <a:noFill/>
            <a:ln>
              <a:noFill/>
            </a:ln>
            <a:effectLst>
              <a:outerShdw blurRad="71438" dist="28575" dir="5400000" algn="bl" rotWithShape="0">
                <a:srgbClr val="000000">
                  <a:alpha val="14900"/>
                </a:srgbClr>
              </a:outerShdw>
            </a:effectLst>
          </p:spPr>
        </p:pic>
        <p:pic>
          <p:nvPicPr>
            <p:cNvPr id="860" name="Google Shape;860;g341081139bc_0_114" title="JL686-124F.png"/>
            <p:cNvPicPr preferRelativeResize="0"/>
            <p:nvPr/>
          </p:nvPicPr>
          <p:blipFill rotWithShape="1">
            <a:blip r:embed="rId25">
              <a:alphaModFix/>
            </a:blip>
            <a:srcRect l="79" r="79"/>
            <a:stretch/>
          </p:blipFill>
          <p:spPr>
            <a:xfrm>
              <a:off x="930400" y="3892004"/>
              <a:ext cx="590656" cy="836045"/>
            </a:xfrm>
            <a:prstGeom prst="rect">
              <a:avLst/>
            </a:prstGeom>
            <a:noFill/>
            <a:ln>
              <a:noFill/>
            </a:ln>
            <a:effectLst>
              <a:outerShdw blurRad="71438" dist="28575" dir="5400000" algn="bl" rotWithShape="0">
                <a:srgbClr val="000000">
                  <a:alpha val="14900"/>
                </a:srgbClr>
              </a:outerShdw>
            </a:effectLst>
          </p:spPr>
        </p:pic>
        <p:pic>
          <p:nvPicPr>
            <p:cNvPr id="861" name="Google Shape;861;g341081139bc_0_114" title="JL686-125F.png"/>
            <p:cNvPicPr preferRelativeResize="0"/>
            <p:nvPr/>
          </p:nvPicPr>
          <p:blipFill rotWithShape="1">
            <a:blip r:embed="rId26">
              <a:alphaModFix/>
            </a:blip>
            <a:srcRect l="79" r="79"/>
            <a:stretch/>
          </p:blipFill>
          <p:spPr>
            <a:xfrm>
              <a:off x="1593175" y="3892004"/>
              <a:ext cx="590656" cy="836045"/>
            </a:xfrm>
            <a:prstGeom prst="rect">
              <a:avLst/>
            </a:prstGeom>
            <a:noFill/>
            <a:ln>
              <a:noFill/>
            </a:ln>
            <a:effectLst>
              <a:outerShdw blurRad="71438" dist="28575" dir="5400000" algn="bl" rotWithShape="0">
                <a:srgbClr val="000000">
                  <a:alpha val="14900"/>
                </a:srgbClr>
              </a:outerShdw>
            </a:effectLst>
          </p:spPr>
        </p:pic>
        <p:pic>
          <p:nvPicPr>
            <p:cNvPr id="862" name="Google Shape;862;g341081139bc_0_114" title="JL686-126F.png"/>
            <p:cNvPicPr preferRelativeResize="0"/>
            <p:nvPr/>
          </p:nvPicPr>
          <p:blipFill rotWithShape="1">
            <a:blip r:embed="rId27">
              <a:alphaModFix/>
            </a:blip>
            <a:srcRect l="19" r="29"/>
            <a:stretch/>
          </p:blipFill>
          <p:spPr>
            <a:xfrm>
              <a:off x="2255950" y="3892004"/>
              <a:ext cx="590656" cy="836046"/>
            </a:xfrm>
            <a:prstGeom prst="rect">
              <a:avLst/>
            </a:prstGeom>
            <a:noFill/>
            <a:ln>
              <a:noFill/>
            </a:ln>
            <a:effectLst>
              <a:outerShdw blurRad="71438" dist="28575" dir="5400000" algn="bl" rotWithShape="0">
                <a:srgbClr val="000000">
                  <a:alpha val="14900"/>
                </a:srgbClr>
              </a:outerShdw>
            </a:effectLst>
          </p:spPr>
        </p:pic>
        <p:pic>
          <p:nvPicPr>
            <p:cNvPr id="863" name="Google Shape;863;g341081139bc_0_114" title="JL686-127F.png"/>
            <p:cNvPicPr preferRelativeResize="0"/>
            <p:nvPr/>
          </p:nvPicPr>
          <p:blipFill rotWithShape="1">
            <a:blip r:embed="rId28">
              <a:alphaModFix/>
            </a:blip>
            <a:srcRect l="79" r="79"/>
            <a:stretch/>
          </p:blipFill>
          <p:spPr>
            <a:xfrm>
              <a:off x="2918725" y="3892004"/>
              <a:ext cx="590656" cy="836045"/>
            </a:xfrm>
            <a:prstGeom prst="rect">
              <a:avLst/>
            </a:prstGeom>
            <a:noFill/>
            <a:ln>
              <a:noFill/>
            </a:ln>
            <a:effectLst>
              <a:outerShdw blurRad="71438" dist="28575" dir="5400000" algn="bl" rotWithShape="0">
                <a:srgbClr val="000000">
                  <a:alpha val="14900"/>
                </a:srgbClr>
              </a:outerShdw>
            </a:effectLst>
          </p:spPr>
        </p:pic>
        <p:pic>
          <p:nvPicPr>
            <p:cNvPr id="864" name="Google Shape;864;g341081139bc_0_114" title="JL686-128F.png"/>
            <p:cNvPicPr preferRelativeResize="0"/>
            <p:nvPr/>
          </p:nvPicPr>
          <p:blipFill rotWithShape="1">
            <a:blip r:embed="rId29">
              <a:alphaModFix/>
            </a:blip>
            <a:srcRect l="79" r="79"/>
            <a:stretch/>
          </p:blipFill>
          <p:spPr>
            <a:xfrm>
              <a:off x="3581500" y="3892004"/>
              <a:ext cx="590656" cy="836045"/>
            </a:xfrm>
            <a:prstGeom prst="rect">
              <a:avLst/>
            </a:prstGeom>
            <a:noFill/>
            <a:ln>
              <a:noFill/>
            </a:ln>
            <a:effectLst>
              <a:outerShdw blurRad="71438" dist="28575" dir="5400000" algn="bl" rotWithShape="0">
                <a:srgbClr val="000000">
                  <a:alpha val="14900"/>
                </a:srgbClr>
              </a:outerShdw>
            </a:effectLst>
          </p:spPr>
        </p:pic>
        <p:pic>
          <p:nvPicPr>
            <p:cNvPr id="865" name="Google Shape;865;g341081139bc_0_114" title="JL686-129F.png"/>
            <p:cNvPicPr preferRelativeResize="0"/>
            <p:nvPr/>
          </p:nvPicPr>
          <p:blipFill rotWithShape="1">
            <a:blip r:embed="rId30">
              <a:alphaModFix/>
            </a:blip>
            <a:srcRect l="79" r="79"/>
            <a:stretch/>
          </p:blipFill>
          <p:spPr>
            <a:xfrm>
              <a:off x="4244275" y="3892004"/>
              <a:ext cx="590656" cy="836045"/>
            </a:xfrm>
            <a:prstGeom prst="rect">
              <a:avLst/>
            </a:prstGeom>
            <a:noFill/>
            <a:ln>
              <a:noFill/>
            </a:ln>
            <a:effectLst>
              <a:outerShdw blurRad="71438" dist="28575" dir="5400000" algn="bl" rotWithShape="0">
                <a:srgbClr val="000000">
                  <a:alpha val="14900"/>
                </a:srgbClr>
              </a:outerShdw>
            </a:effectLst>
          </p:spPr>
        </p:pic>
        <p:pic>
          <p:nvPicPr>
            <p:cNvPr id="866" name="Google Shape;866;g341081139bc_0_114" title="JL686-130F.png"/>
            <p:cNvPicPr preferRelativeResize="0"/>
            <p:nvPr/>
          </p:nvPicPr>
          <p:blipFill rotWithShape="1">
            <a:blip r:embed="rId31">
              <a:alphaModFix/>
            </a:blip>
            <a:srcRect l="19" r="29"/>
            <a:stretch/>
          </p:blipFill>
          <p:spPr>
            <a:xfrm>
              <a:off x="4907050" y="3892004"/>
              <a:ext cx="590656" cy="836046"/>
            </a:xfrm>
            <a:prstGeom prst="rect">
              <a:avLst/>
            </a:prstGeom>
            <a:noFill/>
            <a:ln>
              <a:noFill/>
            </a:ln>
            <a:effectLst>
              <a:outerShdw blurRad="71438" dist="28575" dir="5400000" algn="bl" rotWithShape="0">
                <a:srgbClr val="000000">
                  <a:alpha val="14900"/>
                </a:srgbClr>
              </a:outerShdw>
            </a:effectLst>
          </p:spPr>
        </p:pic>
        <p:pic>
          <p:nvPicPr>
            <p:cNvPr id="867" name="Google Shape;867;g341081139bc_0_114" title="JL686-131F.png"/>
            <p:cNvPicPr preferRelativeResize="0"/>
            <p:nvPr/>
          </p:nvPicPr>
          <p:blipFill rotWithShape="1">
            <a:blip r:embed="rId32">
              <a:alphaModFix/>
            </a:blip>
            <a:srcRect l="79" r="79"/>
            <a:stretch/>
          </p:blipFill>
          <p:spPr>
            <a:xfrm>
              <a:off x="5569825" y="3892004"/>
              <a:ext cx="590656" cy="836045"/>
            </a:xfrm>
            <a:prstGeom prst="rect">
              <a:avLst/>
            </a:prstGeom>
            <a:noFill/>
            <a:ln>
              <a:noFill/>
            </a:ln>
            <a:effectLst>
              <a:outerShdw blurRad="71438" dist="28575" dir="5400000" algn="bl" rotWithShape="0">
                <a:srgbClr val="000000">
                  <a:alpha val="14900"/>
                </a:srgbClr>
              </a:outerShdw>
            </a:effectLst>
          </p:spPr>
        </p:pic>
        <p:pic>
          <p:nvPicPr>
            <p:cNvPr id="868" name="Google Shape;868;g341081139bc_0_114" title="JL686-132F.png"/>
            <p:cNvPicPr preferRelativeResize="0"/>
            <p:nvPr/>
          </p:nvPicPr>
          <p:blipFill rotWithShape="1">
            <a:blip r:embed="rId33">
              <a:alphaModFix/>
            </a:blip>
            <a:srcRect l="79" r="79"/>
            <a:stretch/>
          </p:blipFill>
          <p:spPr>
            <a:xfrm>
              <a:off x="6232600" y="3892004"/>
              <a:ext cx="590656" cy="836045"/>
            </a:xfrm>
            <a:prstGeom prst="rect">
              <a:avLst/>
            </a:prstGeom>
            <a:noFill/>
            <a:ln>
              <a:noFill/>
            </a:ln>
            <a:effectLst>
              <a:outerShdw blurRad="71438" dist="28575" dir="5400000" algn="bl" rotWithShape="0">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g341081139bc_0_151"/>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75" name="Google Shape;875;g341081139bc_0_151"/>
          <p:cNvGrpSpPr/>
          <p:nvPr/>
        </p:nvGrpSpPr>
        <p:grpSpPr>
          <a:xfrm>
            <a:off x="865957" y="2135925"/>
            <a:ext cx="7282807" cy="2686611"/>
            <a:chOff x="867357" y="2129450"/>
            <a:chExt cx="7282807" cy="2686611"/>
          </a:xfrm>
        </p:grpSpPr>
        <p:pic>
          <p:nvPicPr>
            <p:cNvPr id="876" name="Google Shape;876;g341081139bc_0_151"/>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77" name="Google Shape;877;g341081139bc_0_151"/>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78" name="Google Shape;878;g341081139bc_0_151"/>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79" name="Google Shape;879;g341081139bc_0_151"/>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80" name="Google Shape;880;g341081139bc_0_151"/>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81" name="Google Shape;881;g341081139bc_0_151"/>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82" name="Google Shape;882;g341081139bc_0_151"/>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83" name="Google Shape;883;g341081139bc_0_151"/>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84" name="Google Shape;884;g341081139bc_0_151"/>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85" name="Google Shape;885;g341081139bc_0_151"/>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86" name="Google Shape;886;g341081139bc_0_151"/>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87" name="Google Shape;887;g341081139bc_0_151"/>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88" name="Google Shape;888;g341081139bc_0_151"/>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89" name="Google Shape;889;g341081139bc_0_151"/>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94"/>
        <p:cNvGrpSpPr/>
        <p:nvPr/>
      </p:nvGrpSpPr>
      <p:grpSpPr>
        <a:xfrm>
          <a:off x="0" y="0"/>
          <a:ext cx="0" cy="0"/>
          <a:chOff x="0" y="0"/>
          <a:chExt cx="0" cy="0"/>
        </a:xfrm>
      </p:grpSpPr>
      <p:sp>
        <p:nvSpPr>
          <p:cNvPr id="895" name="Google Shape;895;g341081139bc_0_171"/>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96" name="Google Shape;896;g341081139bc_0_171"/>
          <p:cNvGrpSpPr/>
          <p:nvPr/>
        </p:nvGrpSpPr>
        <p:grpSpPr>
          <a:xfrm>
            <a:off x="866900" y="2125438"/>
            <a:ext cx="7281864" cy="2684601"/>
            <a:chOff x="868300" y="2129450"/>
            <a:chExt cx="7281864" cy="2684601"/>
          </a:xfrm>
        </p:grpSpPr>
        <p:pic>
          <p:nvPicPr>
            <p:cNvPr id="897" name="Google Shape;897;g341081139bc_0_171"/>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98" name="Google Shape;898;g341081139bc_0_171"/>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99" name="Google Shape;899;g341081139bc_0_171"/>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900" name="Google Shape;900;g341081139bc_0_171"/>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901" name="Google Shape;901;g341081139bc_0_171"/>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902" name="Google Shape;902;g341081139bc_0_171"/>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903" name="Google Shape;903;g341081139bc_0_171"/>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904" name="Google Shape;904;g341081139bc_0_171"/>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905" name="Google Shape;905;g341081139bc_0_171"/>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906" name="Google Shape;906;g341081139bc_0_171"/>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907" name="Google Shape;907;g341081139bc_0_171"/>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908" name="Google Shape;908;g341081139bc_0_171"/>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909" name="Google Shape;909;g341081139bc_0_171"/>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910" name="Google Shape;910;g341081139bc_0_171"/>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911" name="Google Shape;911;g341081139bc_0_171"/>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912" name="Google Shape;912;g341081139bc_0_171"/>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913" name="Google Shape;913;g341081139bc_0_171"/>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914" name="Google Shape;914;g341081139bc_0_171"/>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915" name="Google Shape;915;g341081139bc_0_171"/>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916" name="Google Shape;916;g341081139bc_0_171"/>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917" name="Google Shape;917;g341081139bc_0_171"/>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918" name="Google Shape;918;g341081139bc_0_171"/>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919" name="Google Shape;919;g341081139bc_0_171"/>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920" name="Google Shape;920;g341081139bc_0_171"/>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921" name="Google Shape;921;g341081139bc_0_171"/>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922" name="Google Shape;922;g341081139bc_0_171"/>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923" name="Google Shape;923;g341081139bc_0_171"/>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924" name="Google Shape;924;g341081139bc_0_171"/>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29"/>
        <p:cNvGrpSpPr/>
        <p:nvPr/>
      </p:nvGrpSpPr>
      <p:grpSpPr>
        <a:xfrm>
          <a:off x="0" y="0"/>
          <a:ext cx="0" cy="0"/>
          <a:chOff x="0" y="0"/>
          <a:chExt cx="0" cy="0"/>
        </a:xfrm>
      </p:grpSpPr>
      <p:sp>
        <p:nvSpPr>
          <p:cNvPr id="930" name="Google Shape;930;g341081139bc_0_20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931" name="Google Shape;931;g341081139bc_0_205"/>
          <p:cNvGrpSpPr/>
          <p:nvPr/>
        </p:nvGrpSpPr>
        <p:grpSpPr>
          <a:xfrm>
            <a:off x="868300" y="2129450"/>
            <a:ext cx="7281864" cy="2684601"/>
            <a:chOff x="868300" y="2053250"/>
            <a:chExt cx="7281864" cy="2684601"/>
          </a:xfrm>
        </p:grpSpPr>
        <p:pic>
          <p:nvPicPr>
            <p:cNvPr id="932" name="Google Shape;932;g341081139bc_0_20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933" name="Google Shape;933;g341081139bc_0_20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934" name="Google Shape;934;g341081139bc_0_20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935" name="Google Shape;935;g341081139bc_0_20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936" name="Google Shape;936;g341081139bc_0_20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937" name="Google Shape;937;g341081139bc_0_20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938" name="Google Shape;938;g341081139bc_0_20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939" name="Google Shape;939;g341081139bc_0_20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940" name="Google Shape;940;g341081139bc_0_20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941" name="Google Shape;941;g341081139bc_0_20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942" name="Google Shape;942;g341081139bc_0_20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943" name="Google Shape;943;g341081139bc_0_20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944" name="Google Shape;944;g341081139bc_0_20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49"/>
        <p:cNvGrpSpPr/>
        <p:nvPr/>
      </p:nvGrpSpPr>
      <p:grpSpPr>
        <a:xfrm>
          <a:off x="0" y="0"/>
          <a:ext cx="0" cy="0"/>
          <a:chOff x="0" y="0"/>
          <a:chExt cx="0" cy="0"/>
        </a:xfrm>
      </p:grpSpPr>
      <p:sp>
        <p:nvSpPr>
          <p:cNvPr id="950" name="Google Shape;950;g341081139bc_0_224"/>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951" name="Google Shape;951;g341081139bc_0_224"/>
          <p:cNvGrpSpPr/>
          <p:nvPr/>
        </p:nvGrpSpPr>
        <p:grpSpPr>
          <a:xfrm>
            <a:off x="868300" y="2129450"/>
            <a:ext cx="7281864" cy="2688001"/>
            <a:chOff x="868300" y="2129450"/>
            <a:chExt cx="7281864" cy="2688001"/>
          </a:xfrm>
        </p:grpSpPr>
        <p:pic>
          <p:nvPicPr>
            <p:cNvPr id="952" name="Google Shape;952;g341081139bc_0_224"/>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953" name="Google Shape;953;g341081139bc_0_224"/>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954" name="Google Shape;954;g341081139bc_0_224"/>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55" name="Google Shape;955;g341081139bc_0_224"/>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56" name="Google Shape;956;g341081139bc_0_224"/>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957" name="Google Shape;957;g341081139bc_0_224"/>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58" name="Google Shape;958;g341081139bc_0_224"/>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59" name="Google Shape;959;g341081139bc_0_224"/>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60" name="Google Shape;960;g341081139bc_0_224"/>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61" name="Google Shape;961;g341081139bc_0_224"/>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62" name="Google Shape;962;g341081139bc_0_224"/>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63" name="Google Shape;963;g341081139bc_0_224"/>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64" name="Google Shape;964;g341081139bc_0_224"/>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65" name="Google Shape;965;g341081139bc_0_224"/>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70"/>
        <p:cNvGrpSpPr/>
        <p:nvPr/>
      </p:nvGrpSpPr>
      <p:grpSpPr>
        <a:xfrm>
          <a:off x="0" y="0"/>
          <a:ext cx="0" cy="0"/>
          <a:chOff x="0" y="0"/>
          <a:chExt cx="0" cy="0"/>
        </a:xfrm>
      </p:grpSpPr>
      <p:sp>
        <p:nvSpPr>
          <p:cNvPr id="971" name="Google Shape;971;g341081139bc_0_244"/>
          <p:cNvSpPr txBox="1">
            <a:spLocks noGrp="1"/>
          </p:cNvSpPr>
          <p:nvPr>
            <p:ph type="title"/>
          </p:nvPr>
        </p:nvSpPr>
        <p:spPr>
          <a:xfrm>
            <a:off x="995600" y="582900"/>
            <a:ext cx="71532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1800"/>
              <a:t>Review Phase 5.5 Common Exception Words </a:t>
            </a:r>
            <a:br>
              <a:rPr lang="en-US" sz="1800"/>
            </a:br>
            <a:r>
              <a:rPr lang="en-US" sz="1800">
                <a:solidFill>
                  <a:srgbClr val="2356AF"/>
                </a:solidFill>
              </a:rPr>
              <a:t>people wild child mind kind behind eye oh most only both though through who prove shoe beautiful climb Christmas school sugar love money any</a:t>
            </a:r>
            <a:r>
              <a:rPr lang="en-US" sz="1800"/>
              <a:t>…</a:t>
            </a:r>
            <a:endParaRPr sz="1800"/>
          </a:p>
        </p:txBody>
      </p:sp>
      <p:pic>
        <p:nvPicPr>
          <p:cNvPr id="972" name="Google Shape;972;g341081139bc_0_244"/>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7650"/>
              </a:srgbClr>
            </a:outerShdw>
          </a:effectLst>
        </p:spPr>
      </p:pic>
      <p:pic>
        <p:nvPicPr>
          <p:cNvPr id="973" name="Google Shape;973;g341081139bc_0_244"/>
          <p:cNvPicPr preferRelativeResize="0"/>
          <p:nvPr/>
        </p:nvPicPr>
        <p:blipFill rotWithShape="1">
          <a:blip r:embed="rId4">
            <a:alphaModFix/>
          </a:blip>
          <a:srcRect l="189" r="179"/>
          <a:stretch/>
        </p:blipFill>
        <p:spPr>
          <a:xfrm>
            <a:off x="2094526" y="2129450"/>
            <a:ext cx="1147320" cy="822956"/>
          </a:xfrm>
          <a:prstGeom prst="rect">
            <a:avLst/>
          </a:prstGeom>
          <a:noFill/>
          <a:ln>
            <a:noFill/>
          </a:ln>
          <a:effectLst>
            <a:outerShdw blurRad="71438" dist="19050" dir="5400000" algn="bl" rotWithShape="0">
              <a:srgbClr val="000000">
                <a:alpha val="17650"/>
              </a:srgbClr>
            </a:outerShdw>
          </a:effectLst>
        </p:spPr>
      </p:pic>
      <p:pic>
        <p:nvPicPr>
          <p:cNvPr id="974" name="Google Shape;974;g341081139bc_0_244"/>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7650"/>
              </a:srgbClr>
            </a:outerShdw>
          </a:effectLst>
        </p:spPr>
      </p:pic>
      <p:pic>
        <p:nvPicPr>
          <p:cNvPr id="975" name="Google Shape;975;g341081139bc_0_244"/>
          <p:cNvPicPr preferRelativeResize="0"/>
          <p:nvPr/>
        </p:nvPicPr>
        <p:blipFill rotWithShape="1">
          <a:blip r:embed="rId6">
            <a:alphaModFix/>
          </a:blip>
          <a:srcRect l="19" r="9"/>
          <a:stretch/>
        </p:blipFill>
        <p:spPr>
          <a:xfrm>
            <a:off x="4547991" y="2129450"/>
            <a:ext cx="1147320" cy="821566"/>
          </a:xfrm>
          <a:prstGeom prst="rect">
            <a:avLst/>
          </a:prstGeom>
          <a:noFill/>
          <a:ln>
            <a:noFill/>
          </a:ln>
          <a:effectLst>
            <a:outerShdw blurRad="71438" dist="19050" dir="5400000" algn="bl" rotWithShape="0">
              <a:srgbClr val="000000">
                <a:alpha val="17650"/>
              </a:srgbClr>
            </a:outerShdw>
          </a:effectLst>
        </p:spPr>
      </p:pic>
      <p:pic>
        <p:nvPicPr>
          <p:cNvPr id="976" name="Google Shape;976;g341081139bc_0_244"/>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7650"/>
              </a:srgbClr>
            </a:outerShdw>
          </a:effectLst>
        </p:spPr>
      </p:pic>
      <p:pic>
        <p:nvPicPr>
          <p:cNvPr id="977" name="Google Shape;977;g341081139bc_0_244"/>
          <p:cNvPicPr preferRelativeResize="0"/>
          <p:nvPr/>
        </p:nvPicPr>
        <p:blipFill rotWithShape="1">
          <a:blip r:embed="rId8">
            <a:alphaModFix/>
          </a:blip>
          <a:srcRect l="19" r="9"/>
          <a:stretch/>
        </p:blipFill>
        <p:spPr>
          <a:xfrm>
            <a:off x="7001457" y="2129450"/>
            <a:ext cx="1147320" cy="821566"/>
          </a:xfrm>
          <a:prstGeom prst="rect">
            <a:avLst/>
          </a:prstGeom>
          <a:noFill/>
          <a:ln>
            <a:noFill/>
          </a:ln>
          <a:effectLst>
            <a:outerShdw blurRad="71438" dist="19050" dir="5400000" algn="bl" rotWithShape="0">
              <a:srgbClr val="000000">
                <a:alpha val="17650"/>
              </a:srgbClr>
            </a:outerShdw>
          </a:effectLst>
        </p:spPr>
      </p:pic>
      <p:pic>
        <p:nvPicPr>
          <p:cNvPr id="978" name="Google Shape;978;g341081139bc_0_244"/>
          <p:cNvPicPr preferRelativeResize="0"/>
          <p:nvPr/>
        </p:nvPicPr>
        <p:blipFill rotWithShape="1">
          <a:blip r:embed="rId9">
            <a:alphaModFix/>
          </a:blip>
          <a:srcRect t="79" b="89"/>
          <a:stretch/>
        </p:blipFill>
        <p:spPr>
          <a:xfrm>
            <a:off x="868300" y="3060275"/>
            <a:ext cx="1146813" cy="819547"/>
          </a:xfrm>
          <a:prstGeom prst="rect">
            <a:avLst/>
          </a:prstGeom>
          <a:noFill/>
          <a:ln>
            <a:noFill/>
          </a:ln>
          <a:effectLst>
            <a:outerShdw blurRad="71438" dist="19050" dir="5400000" algn="bl" rotWithShape="0">
              <a:srgbClr val="000000">
                <a:alpha val="17650"/>
              </a:srgbClr>
            </a:outerShdw>
          </a:effectLst>
        </p:spPr>
      </p:pic>
      <p:pic>
        <p:nvPicPr>
          <p:cNvPr id="979" name="Google Shape;979;g341081139bc_0_244"/>
          <p:cNvPicPr preferRelativeResize="0"/>
          <p:nvPr/>
        </p:nvPicPr>
        <p:blipFill rotWithShape="1">
          <a:blip r:embed="rId10">
            <a:alphaModFix/>
          </a:blip>
          <a:srcRect l="99" r="99"/>
          <a:stretch/>
        </p:blipFill>
        <p:spPr>
          <a:xfrm>
            <a:off x="2094526" y="3060275"/>
            <a:ext cx="1147320" cy="822955"/>
          </a:xfrm>
          <a:prstGeom prst="rect">
            <a:avLst/>
          </a:prstGeom>
          <a:noFill/>
          <a:ln>
            <a:noFill/>
          </a:ln>
          <a:effectLst>
            <a:outerShdw blurRad="71438" dist="19050" dir="5400000" algn="bl" rotWithShape="0">
              <a:srgbClr val="000000">
                <a:alpha val="17650"/>
              </a:srgbClr>
            </a:outerShdw>
          </a:effectLst>
        </p:spPr>
      </p:pic>
      <p:pic>
        <p:nvPicPr>
          <p:cNvPr id="980" name="Google Shape;980;g341081139bc_0_244"/>
          <p:cNvPicPr preferRelativeResize="0"/>
          <p:nvPr/>
        </p:nvPicPr>
        <p:blipFill rotWithShape="1">
          <a:blip r:embed="rId11">
            <a:alphaModFix/>
          </a:blip>
          <a:srcRect l="159" r="159"/>
          <a:stretch/>
        </p:blipFill>
        <p:spPr>
          <a:xfrm>
            <a:off x="3321259" y="3060275"/>
            <a:ext cx="1147320" cy="821565"/>
          </a:xfrm>
          <a:prstGeom prst="rect">
            <a:avLst/>
          </a:prstGeom>
          <a:noFill/>
          <a:ln>
            <a:noFill/>
          </a:ln>
          <a:effectLst>
            <a:outerShdw blurRad="71438" dist="19050" dir="5400000" algn="bl" rotWithShape="0">
              <a:srgbClr val="000000">
                <a:alpha val="17650"/>
              </a:srgbClr>
            </a:outerShdw>
          </a:effectLst>
        </p:spPr>
      </p:pic>
      <p:pic>
        <p:nvPicPr>
          <p:cNvPr id="981" name="Google Shape;981;g341081139bc_0_244"/>
          <p:cNvPicPr preferRelativeResize="0"/>
          <p:nvPr/>
        </p:nvPicPr>
        <p:blipFill rotWithShape="1">
          <a:blip r:embed="rId12">
            <a:alphaModFix/>
          </a:blip>
          <a:srcRect l="159" r="159"/>
          <a:stretch/>
        </p:blipFill>
        <p:spPr>
          <a:xfrm>
            <a:off x="4547991" y="3060275"/>
            <a:ext cx="1147320" cy="821565"/>
          </a:xfrm>
          <a:prstGeom prst="rect">
            <a:avLst/>
          </a:prstGeom>
          <a:noFill/>
          <a:ln>
            <a:noFill/>
          </a:ln>
          <a:effectLst>
            <a:outerShdw blurRad="71438" dist="19050" dir="5400000" algn="bl" rotWithShape="0">
              <a:srgbClr val="000000">
                <a:alpha val="17650"/>
              </a:srgbClr>
            </a:outerShdw>
          </a:effectLst>
        </p:spPr>
      </p:pic>
      <p:pic>
        <p:nvPicPr>
          <p:cNvPr id="982" name="Google Shape;982;g341081139bc_0_244"/>
          <p:cNvPicPr preferRelativeResize="0"/>
          <p:nvPr/>
        </p:nvPicPr>
        <p:blipFill rotWithShape="1">
          <a:blip r:embed="rId13">
            <a:alphaModFix/>
          </a:blip>
          <a:srcRect l="159" r="159"/>
          <a:stretch/>
        </p:blipFill>
        <p:spPr>
          <a:xfrm>
            <a:off x="5774724" y="3060275"/>
            <a:ext cx="1147320" cy="821565"/>
          </a:xfrm>
          <a:prstGeom prst="rect">
            <a:avLst/>
          </a:prstGeom>
          <a:noFill/>
          <a:ln>
            <a:noFill/>
          </a:ln>
          <a:effectLst>
            <a:outerShdw blurRad="71438" dist="19050" dir="5400000" algn="bl" rotWithShape="0">
              <a:srgbClr val="000000">
                <a:alpha val="17650"/>
              </a:srgbClr>
            </a:outerShdw>
          </a:effectLst>
        </p:spPr>
      </p:pic>
      <p:pic>
        <p:nvPicPr>
          <p:cNvPr id="983" name="Google Shape;983;g341081139bc_0_244"/>
          <p:cNvPicPr preferRelativeResize="0"/>
          <p:nvPr/>
        </p:nvPicPr>
        <p:blipFill rotWithShape="1">
          <a:blip r:embed="rId14">
            <a:alphaModFix/>
          </a:blip>
          <a:srcRect l="79" r="69"/>
          <a:stretch/>
        </p:blipFill>
        <p:spPr>
          <a:xfrm>
            <a:off x="7001457" y="3060275"/>
            <a:ext cx="1147320" cy="821566"/>
          </a:xfrm>
          <a:prstGeom prst="rect">
            <a:avLst/>
          </a:prstGeom>
          <a:noFill/>
          <a:ln>
            <a:noFill/>
          </a:ln>
          <a:effectLst>
            <a:outerShdw blurRad="71438" dist="19050" dir="5400000" algn="bl" rotWithShape="0">
              <a:srgbClr val="000000">
                <a:alpha val="17650"/>
              </a:srgbClr>
            </a:outerShdw>
          </a:effectLst>
        </p:spPr>
      </p:pic>
      <p:pic>
        <p:nvPicPr>
          <p:cNvPr id="984" name="Google Shape;984;g341081139bc_0_244"/>
          <p:cNvPicPr preferRelativeResize="0"/>
          <p:nvPr/>
        </p:nvPicPr>
        <p:blipFill rotWithShape="1">
          <a:blip r:embed="rId15">
            <a:alphaModFix/>
          </a:blip>
          <a:srcRect l="59" r="59"/>
          <a:stretch/>
        </p:blipFill>
        <p:spPr>
          <a:xfrm>
            <a:off x="868300" y="3994500"/>
            <a:ext cx="1146813" cy="819547"/>
          </a:xfrm>
          <a:prstGeom prst="rect">
            <a:avLst/>
          </a:prstGeom>
          <a:noFill/>
          <a:ln>
            <a:noFill/>
          </a:ln>
          <a:effectLst>
            <a:outerShdw blurRad="71438" dist="19050" dir="5400000" algn="bl" rotWithShape="0">
              <a:srgbClr val="000000">
                <a:alpha val="18040"/>
              </a:srgbClr>
            </a:outerShdw>
          </a:effectLst>
        </p:spPr>
      </p:pic>
      <p:pic>
        <p:nvPicPr>
          <p:cNvPr id="985" name="Google Shape;985;g341081139bc_0_244"/>
          <p:cNvPicPr preferRelativeResize="0"/>
          <p:nvPr/>
        </p:nvPicPr>
        <p:blipFill rotWithShape="1">
          <a:blip r:embed="rId16">
            <a:alphaModFix/>
          </a:blip>
          <a:srcRect l="159" r="159"/>
          <a:stretch/>
        </p:blipFill>
        <p:spPr>
          <a:xfrm>
            <a:off x="2094526" y="3994500"/>
            <a:ext cx="1147320" cy="822955"/>
          </a:xfrm>
          <a:prstGeom prst="rect">
            <a:avLst/>
          </a:prstGeom>
          <a:noFill/>
          <a:ln>
            <a:noFill/>
          </a:ln>
          <a:effectLst>
            <a:outerShdw blurRad="71438" dist="19050" dir="5400000" algn="bl" rotWithShape="0">
              <a:srgbClr val="000000">
                <a:alpha val="18040"/>
              </a:srgbClr>
            </a:outerShdw>
          </a:effectLst>
        </p:spPr>
      </p:pic>
      <p:pic>
        <p:nvPicPr>
          <p:cNvPr id="986" name="Google Shape;986;g341081139bc_0_244"/>
          <p:cNvPicPr preferRelativeResize="0"/>
          <p:nvPr/>
        </p:nvPicPr>
        <p:blipFill rotWithShape="1">
          <a:blip r:embed="rId17">
            <a:alphaModFix/>
          </a:blip>
          <a:srcRect l="79" r="69"/>
          <a:stretch/>
        </p:blipFill>
        <p:spPr>
          <a:xfrm>
            <a:off x="3321259" y="3994500"/>
            <a:ext cx="1147320" cy="821566"/>
          </a:xfrm>
          <a:prstGeom prst="rect">
            <a:avLst/>
          </a:prstGeom>
          <a:noFill/>
          <a:ln>
            <a:noFill/>
          </a:ln>
          <a:effectLst>
            <a:outerShdw blurRad="71438" dist="19050" dir="5400000" algn="bl" rotWithShape="0">
              <a:srgbClr val="000000">
                <a:alpha val="18040"/>
              </a:srgbClr>
            </a:outerShdw>
          </a:effectLst>
        </p:spPr>
      </p:pic>
      <p:pic>
        <p:nvPicPr>
          <p:cNvPr id="987" name="Google Shape;987;g341081139bc_0_244"/>
          <p:cNvPicPr preferRelativeResize="0"/>
          <p:nvPr/>
        </p:nvPicPr>
        <p:blipFill rotWithShape="1">
          <a:blip r:embed="rId18">
            <a:alphaModFix/>
          </a:blip>
          <a:srcRect l="79" r="69"/>
          <a:stretch/>
        </p:blipFill>
        <p:spPr>
          <a:xfrm>
            <a:off x="4547991" y="3994500"/>
            <a:ext cx="1147320" cy="821566"/>
          </a:xfrm>
          <a:prstGeom prst="rect">
            <a:avLst/>
          </a:prstGeom>
          <a:noFill/>
          <a:ln>
            <a:noFill/>
          </a:ln>
          <a:effectLst>
            <a:outerShdw blurRad="71438" dist="19050" dir="5400000" algn="bl" rotWithShape="0">
              <a:srgbClr val="000000">
                <a:alpha val="18040"/>
              </a:srgbClr>
            </a:outerShdw>
          </a:effectLst>
        </p:spPr>
      </p:pic>
      <p:pic>
        <p:nvPicPr>
          <p:cNvPr id="988" name="Google Shape;988;g341081139bc_0_244"/>
          <p:cNvPicPr preferRelativeResize="0"/>
          <p:nvPr/>
        </p:nvPicPr>
        <p:blipFill rotWithShape="1">
          <a:blip r:embed="rId19">
            <a:alphaModFix/>
          </a:blip>
          <a:srcRect l="159" r="159"/>
          <a:stretch/>
        </p:blipFill>
        <p:spPr>
          <a:xfrm>
            <a:off x="5774724" y="3994500"/>
            <a:ext cx="1147320" cy="821565"/>
          </a:xfrm>
          <a:prstGeom prst="rect">
            <a:avLst/>
          </a:prstGeom>
          <a:noFill/>
          <a:ln>
            <a:noFill/>
          </a:ln>
          <a:effectLst>
            <a:outerShdw blurRad="71438" dist="19050" dir="5400000" algn="bl" rotWithShape="0">
              <a:srgbClr val="000000">
                <a:alpha val="18040"/>
              </a:srgbClr>
            </a:outerShdw>
          </a:effectLst>
        </p:spPr>
      </p:pic>
      <p:pic>
        <p:nvPicPr>
          <p:cNvPr id="989" name="Google Shape;989;g341081139bc_0_244" title="JL687-77F.png"/>
          <p:cNvPicPr preferRelativeResize="0"/>
          <p:nvPr/>
        </p:nvPicPr>
        <p:blipFill rotWithShape="1">
          <a:blip r:embed="rId20">
            <a:alphaModFix/>
          </a:blip>
          <a:srcRect l="159" r="159"/>
          <a:stretch/>
        </p:blipFill>
        <p:spPr>
          <a:xfrm>
            <a:off x="7001474" y="3994500"/>
            <a:ext cx="1147320" cy="821565"/>
          </a:xfrm>
          <a:prstGeom prst="rect">
            <a:avLst/>
          </a:prstGeom>
          <a:noFill/>
          <a:ln>
            <a:noFill/>
          </a:ln>
          <a:effectLst>
            <a:outerShdw blurRad="71438" dist="19050" dir="5400000" algn="bl" rotWithShape="0">
              <a:srgbClr val="000000">
                <a:alpha val="18040"/>
              </a:srgbClr>
            </a:outerShdw>
          </a:effectLst>
        </p:spPr>
      </p:pic>
      <p:pic>
        <p:nvPicPr>
          <p:cNvPr id="990" name="Google Shape;990;g341081139bc_0_244" title="JL687-78F.png"/>
          <p:cNvPicPr preferRelativeResize="0"/>
          <p:nvPr/>
        </p:nvPicPr>
        <p:blipFill rotWithShape="1">
          <a:blip r:embed="rId21">
            <a:alphaModFix/>
          </a:blip>
          <a:srcRect l="59" r="59"/>
          <a:stretch/>
        </p:blipFill>
        <p:spPr>
          <a:xfrm>
            <a:off x="868300" y="4928725"/>
            <a:ext cx="1146813" cy="819547"/>
          </a:xfrm>
          <a:prstGeom prst="rect">
            <a:avLst/>
          </a:prstGeom>
          <a:noFill/>
          <a:ln>
            <a:noFill/>
          </a:ln>
          <a:effectLst>
            <a:outerShdw blurRad="71438" dist="19050" dir="5400000" algn="bl" rotWithShape="0">
              <a:srgbClr val="000000">
                <a:alpha val="18040"/>
              </a:srgbClr>
            </a:outerShdw>
          </a:effectLst>
        </p:spPr>
      </p:pic>
      <p:pic>
        <p:nvPicPr>
          <p:cNvPr id="991" name="Google Shape;991;g341081139bc_0_244" title="JL687-79F.png"/>
          <p:cNvPicPr preferRelativeResize="0"/>
          <p:nvPr/>
        </p:nvPicPr>
        <p:blipFill rotWithShape="1">
          <a:blip r:embed="rId22">
            <a:alphaModFix/>
          </a:blip>
          <a:srcRect l="159" r="159"/>
          <a:stretch/>
        </p:blipFill>
        <p:spPr>
          <a:xfrm>
            <a:off x="2094526" y="4928725"/>
            <a:ext cx="1147320" cy="822955"/>
          </a:xfrm>
          <a:prstGeom prst="rect">
            <a:avLst/>
          </a:prstGeom>
          <a:noFill/>
          <a:ln>
            <a:noFill/>
          </a:ln>
          <a:effectLst>
            <a:outerShdw blurRad="71438" dist="19050" dir="5400000" algn="bl" rotWithShape="0">
              <a:srgbClr val="000000">
                <a:alpha val="18040"/>
              </a:srgbClr>
            </a:outerShdw>
          </a:effectLst>
        </p:spPr>
      </p:pic>
      <p:pic>
        <p:nvPicPr>
          <p:cNvPr id="992" name="Google Shape;992;g341081139bc_0_244" title="JL687-80F.png"/>
          <p:cNvPicPr preferRelativeResize="0"/>
          <p:nvPr/>
        </p:nvPicPr>
        <p:blipFill rotWithShape="1">
          <a:blip r:embed="rId23">
            <a:alphaModFix/>
          </a:blip>
          <a:srcRect l="159" r="159"/>
          <a:stretch/>
        </p:blipFill>
        <p:spPr>
          <a:xfrm>
            <a:off x="3321259" y="4928725"/>
            <a:ext cx="1147320" cy="821565"/>
          </a:xfrm>
          <a:prstGeom prst="rect">
            <a:avLst/>
          </a:prstGeom>
          <a:noFill/>
          <a:ln>
            <a:noFill/>
          </a:ln>
          <a:effectLst>
            <a:outerShdw blurRad="71438" dist="19050" dir="5400000" algn="bl" rotWithShape="0">
              <a:srgbClr val="000000">
                <a:alpha val="18040"/>
              </a:srgbClr>
            </a:outerShdw>
          </a:effectLst>
        </p:spPr>
      </p:pic>
      <p:pic>
        <p:nvPicPr>
          <p:cNvPr id="993" name="Google Shape;993;g341081139bc_0_244" title="JL687-81F.png"/>
          <p:cNvPicPr preferRelativeResize="0"/>
          <p:nvPr/>
        </p:nvPicPr>
        <p:blipFill rotWithShape="1">
          <a:blip r:embed="rId24">
            <a:alphaModFix/>
          </a:blip>
          <a:srcRect l="79" r="69"/>
          <a:stretch/>
        </p:blipFill>
        <p:spPr>
          <a:xfrm>
            <a:off x="4547991" y="4928725"/>
            <a:ext cx="1147320" cy="821566"/>
          </a:xfrm>
          <a:prstGeom prst="rect">
            <a:avLst/>
          </a:prstGeom>
          <a:noFill/>
          <a:ln>
            <a:noFill/>
          </a:ln>
          <a:effectLst>
            <a:outerShdw blurRad="71438" dist="19050" dir="5400000" algn="bl" rotWithShape="0">
              <a:srgbClr val="000000">
                <a:alpha val="18040"/>
              </a:srgbClr>
            </a:outerShdw>
          </a:effectLst>
        </p:spPr>
      </p:pic>
      <p:pic>
        <p:nvPicPr>
          <p:cNvPr id="994" name="Google Shape;994;g341081139bc_0_244" title="JL687-82F.png"/>
          <p:cNvPicPr preferRelativeResize="0"/>
          <p:nvPr/>
        </p:nvPicPr>
        <p:blipFill rotWithShape="1">
          <a:blip r:embed="rId25">
            <a:alphaModFix/>
          </a:blip>
          <a:srcRect l="79" r="69"/>
          <a:stretch/>
        </p:blipFill>
        <p:spPr>
          <a:xfrm>
            <a:off x="5774724" y="4928725"/>
            <a:ext cx="1147320" cy="821566"/>
          </a:xfrm>
          <a:prstGeom prst="rect">
            <a:avLst/>
          </a:prstGeom>
          <a:noFill/>
          <a:ln>
            <a:noFill/>
          </a:ln>
          <a:effectLst>
            <a:outerShdw blurRad="71438" dist="19050" dir="5400000" algn="bl" rotWithShape="0">
              <a:srgbClr val="000000">
                <a:alpha val="18040"/>
              </a:srgbClr>
            </a:outerShdw>
          </a:effectLst>
        </p:spPr>
      </p:pic>
      <p:pic>
        <p:nvPicPr>
          <p:cNvPr id="995" name="Google Shape;995;g341081139bc_0_244" title="JL687-83F.png"/>
          <p:cNvPicPr preferRelativeResize="0"/>
          <p:nvPr/>
        </p:nvPicPr>
        <p:blipFill rotWithShape="1">
          <a:blip r:embed="rId26">
            <a:alphaModFix/>
          </a:blip>
          <a:srcRect l="99" r="99"/>
          <a:stretch/>
        </p:blipFill>
        <p:spPr>
          <a:xfrm>
            <a:off x="7001474" y="4928725"/>
            <a:ext cx="1147320" cy="821565"/>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00"/>
        <p:cNvGrpSpPr/>
        <p:nvPr/>
      </p:nvGrpSpPr>
      <p:grpSpPr>
        <a:xfrm>
          <a:off x="0" y="0"/>
          <a:ext cx="0" cy="0"/>
          <a:chOff x="0" y="0"/>
          <a:chExt cx="0" cy="0"/>
        </a:xfrm>
      </p:grpSpPr>
      <p:sp>
        <p:nvSpPr>
          <p:cNvPr id="1001" name="Google Shape;1001;g341081139bc_0_273"/>
          <p:cNvSpPr txBox="1">
            <a:spLocks noGrp="1"/>
          </p:cNvSpPr>
          <p:nvPr>
            <p:ph type="title"/>
          </p:nvPr>
        </p:nvSpPr>
        <p:spPr>
          <a:xfrm>
            <a:off x="995600" y="582900"/>
            <a:ext cx="71532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1800"/>
              <a:t>…</a:t>
            </a:r>
            <a:r>
              <a:rPr lang="en-US" sz="1800">
                <a:solidFill>
                  <a:srgbClr val="2356AF"/>
                </a:solidFill>
              </a:rPr>
              <a:t>many friend very busy pretty once please</a:t>
            </a:r>
            <a:r>
              <a:rPr lang="en-US" sz="1800"/>
              <a:t>.</a:t>
            </a:r>
            <a:endParaRPr sz="1800"/>
          </a:p>
        </p:txBody>
      </p:sp>
      <p:pic>
        <p:nvPicPr>
          <p:cNvPr id="1002" name="Google Shape;1002;g341081139bc_0_273" title="JL687-84F.png"/>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7650"/>
              </a:srgbClr>
            </a:outerShdw>
          </a:effectLst>
        </p:spPr>
      </p:pic>
      <p:pic>
        <p:nvPicPr>
          <p:cNvPr id="1003" name="Google Shape;1003;g341081139bc_0_273" title="JL687-85F.png"/>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7650"/>
              </a:srgbClr>
            </a:outerShdw>
          </a:effectLst>
        </p:spPr>
      </p:pic>
      <p:pic>
        <p:nvPicPr>
          <p:cNvPr id="1004" name="Google Shape;1004;g341081139bc_0_273" title="JL687-86F.png"/>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7650"/>
              </a:srgbClr>
            </a:outerShdw>
          </a:effectLst>
        </p:spPr>
      </p:pic>
      <p:pic>
        <p:nvPicPr>
          <p:cNvPr id="1005" name="Google Shape;1005;g341081139bc_0_273" title="JL687-87F.png"/>
          <p:cNvPicPr preferRelativeResize="0"/>
          <p:nvPr/>
        </p:nvPicPr>
        <p:blipFill rotWithShape="1">
          <a:blip r:embed="rId6">
            <a:alphaModFix/>
          </a:blip>
          <a:srcRect l="19" r="9"/>
          <a:stretch/>
        </p:blipFill>
        <p:spPr>
          <a:xfrm>
            <a:off x="4547991" y="2129450"/>
            <a:ext cx="1147320" cy="821566"/>
          </a:xfrm>
          <a:prstGeom prst="rect">
            <a:avLst/>
          </a:prstGeom>
          <a:noFill/>
          <a:ln>
            <a:noFill/>
          </a:ln>
          <a:effectLst>
            <a:outerShdw blurRad="71438" dist="19050" dir="5400000" algn="bl" rotWithShape="0">
              <a:srgbClr val="000000">
                <a:alpha val="17650"/>
              </a:srgbClr>
            </a:outerShdw>
          </a:effectLst>
        </p:spPr>
      </p:pic>
      <p:pic>
        <p:nvPicPr>
          <p:cNvPr id="1006" name="Google Shape;1006;g341081139bc_0_273" title="JL687-88F.png"/>
          <p:cNvPicPr preferRelativeResize="0"/>
          <p:nvPr/>
        </p:nvPicPr>
        <p:blipFill rotWithShape="1">
          <a:blip r:embed="rId7">
            <a:alphaModFix/>
          </a:blip>
          <a:srcRect l="19" r="9"/>
          <a:stretch/>
        </p:blipFill>
        <p:spPr>
          <a:xfrm>
            <a:off x="5774724" y="2129450"/>
            <a:ext cx="1147320" cy="821566"/>
          </a:xfrm>
          <a:prstGeom prst="rect">
            <a:avLst/>
          </a:prstGeom>
          <a:noFill/>
          <a:ln>
            <a:noFill/>
          </a:ln>
          <a:effectLst>
            <a:outerShdw blurRad="71438" dist="19050" dir="5400000" algn="bl" rotWithShape="0">
              <a:srgbClr val="000000">
                <a:alpha val="17650"/>
              </a:srgbClr>
            </a:outerShdw>
          </a:effectLst>
        </p:spPr>
      </p:pic>
      <p:pic>
        <p:nvPicPr>
          <p:cNvPr id="1007" name="Google Shape;1007;g341081139bc_0_273" title="JL687-89F.png"/>
          <p:cNvPicPr preferRelativeResize="0"/>
          <p:nvPr/>
        </p:nvPicPr>
        <p:blipFill rotWithShape="1">
          <a:blip r:embed="rId8">
            <a:alphaModFix/>
          </a:blip>
          <a:srcRect l="99" r="99"/>
          <a:stretch/>
        </p:blipFill>
        <p:spPr>
          <a:xfrm>
            <a:off x="7001474" y="2129450"/>
            <a:ext cx="1147320" cy="821565"/>
          </a:xfrm>
          <a:prstGeom prst="rect">
            <a:avLst/>
          </a:prstGeom>
          <a:noFill/>
          <a:ln>
            <a:noFill/>
          </a:ln>
          <a:effectLst>
            <a:outerShdw blurRad="71438" dist="19050" dir="5400000" algn="bl" rotWithShape="0">
              <a:srgbClr val="000000">
                <a:alpha val="17650"/>
              </a:srgbClr>
            </a:outerShdw>
          </a:effectLst>
        </p:spPr>
      </p:pic>
      <p:pic>
        <p:nvPicPr>
          <p:cNvPr id="1008" name="Google Shape;1008;g341081139bc_0_273" title="JL687-90F.png"/>
          <p:cNvPicPr preferRelativeResize="0"/>
          <p:nvPr/>
        </p:nvPicPr>
        <p:blipFill rotWithShape="1">
          <a:blip r:embed="rId9">
            <a:alphaModFix/>
          </a:blip>
          <a:srcRect l="59" r="59"/>
          <a:stretch/>
        </p:blipFill>
        <p:spPr>
          <a:xfrm>
            <a:off x="868300" y="3060275"/>
            <a:ext cx="1146813" cy="819547"/>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13"/>
        <p:cNvGrpSpPr/>
        <p:nvPr/>
      </p:nvGrpSpPr>
      <p:grpSpPr>
        <a:xfrm>
          <a:off x="0" y="0"/>
          <a:ext cx="0" cy="0"/>
          <a:chOff x="0" y="0"/>
          <a:chExt cx="0" cy="0"/>
        </a:xfrm>
      </p:grpSpPr>
      <p:sp>
        <p:nvSpPr>
          <p:cNvPr id="1014" name="Google Shape;1014;g26f40b1072c_1_2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Teach Homophones within </a:t>
            </a:r>
            <a:r>
              <a:rPr lang="en-US" sz="2000">
                <a:solidFill>
                  <a:srgbClr val="8DC63F"/>
                </a:solidFill>
              </a:rPr>
              <a:t>/z/</a:t>
            </a:r>
            <a:r>
              <a:rPr lang="en-US" sz="2000"/>
              <a:t> family </a:t>
            </a:r>
            <a:br>
              <a:rPr lang="en-US" sz="2000"/>
            </a:br>
            <a:r>
              <a:rPr lang="en-US" sz="2000">
                <a:solidFill>
                  <a:srgbClr val="2356AF"/>
                </a:solidFill>
              </a:rPr>
              <a:t>freeze / frees, maze / maize, please / pleas, </a:t>
            </a:r>
            <a:br>
              <a:rPr lang="en-US" sz="2000">
                <a:solidFill>
                  <a:srgbClr val="2356AF"/>
                </a:solidFill>
              </a:rPr>
            </a:br>
            <a:r>
              <a:rPr lang="en-US" sz="2000">
                <a:solidFill>
                  <a:srgbClr val="2356AF"/>
                </a:solidFill>
              </a:rPr>
              <a:t>raise / rays, size / sighs</a:t>
            </a:r>
            <a:r>
              <a:rPr lang="en-US" sz="2000"/>
              <a:t>.</a:t>
            </a:r>
            <a:endParaRPr sz="2000"/>
          </a:p>
        </p:txBody>
      </p:sp>
      <p:pic>
        <p:nvPicPr>
          <p:cNvPr id="1015" name="Google Shape;1015;g26f40b1072c_1_28" title="JL693-46F.png"/>
          <p:cNvPicPr preferRelativeResize="0"/>
          <p:nvPr/>
        </p:nvPicPr>
        <p:blipFill rotWithShape="1">
          <a:blip r:embed="rId3">
            <a:alphaModFix/>
          </a:blip>
          <a:srcRect t="49" b="59"/>
          <a:stretch/>
        </p:blipFill>
        <p:spPr>
          <a:xfrm>
            <a:off x="919075" y="2136150"/>
            <a:ext cx="2264100" cy="1133250"/>
          </a:xfrm>
          <a:prstGeom prst="rect">
            <a:avLst/>
          </a:prstGeom>
          <a:noFill/>
          <a:ln>
            <a:noFill/>
          </a:ln>
          <a:effectLst>
            <a:outerShdw blurRad="57150" dist="19050" dir="5400000" algn="bl" rotWithShape="0">
              <a:srgbClr val="BFBFBF"/>
            </a:outerShdw>
          </a:effectLst>
        </p:spPr>
      </p:pic>
      <p:pic>
        <p:nvPicPr>
          <p:cNvPr id="1016" name="Google Shape;1016;g26f40b1072c_1_28" title="JL693-48F.png"/>
          <p:cNvPicPr preferRelativeResize="0"/>
          <p:nvPr/>
        </p:nvPicPr>
        <p:blipFill rotWithShape="1">
          <a:blip r:embed="rId4">
            <a:alphaModFix/>
          </a:blip>
          <a:srcRect l="49" r="59"/>
          <a:stretch/>
        </p:blipFill>
        <p:spPr>
          <a:xfrm>
            <a:off x="5808475" y="2136150"/>
            <a:ext cx="2264100" cy="1133250"/>
          </a:xfrm>
          <a:prstGeom prst="rect">
            <a:avLst/>
          </a:prstGeom>
          <a:noFill/>
          <a:ln>
            <a:noFill/>
          </a:ln>
          <a:effectLst>
            <a:outerShdw blurRad="57150" dist="19050" dir="5400000" algn="bl" rotWithShape="0">
              <a:srgbClr val="BFBFBF"/>
            </a:outerShdw>
          </a:effectLst>
        </p:spPr>
      </p:pic>
      <p:pic>
        <p:nvPicPr>
          <p:cNvPr id="1017" name="Google Shape;1017;g26f40b1072c_1_28" title="JL693-47F.png"/>
          <p:cNvPicPr preferRelativeResize="0"/>
          <p:nvPr/>
        </p:nvPicPr>
        <p:blipFill rotWithShape="1">
          <a:blip r:embed="rId5">
            <a:alphaModFix/>
          </a:blip>
          <a:srcRect l="49" r="59"/>
          <a:stretch/>
        </p:blipFill>
        <p:spPr>
          <a:xfrm>
            <a:off x="3363775" y="2136150"/>
            <a:ext cx="2264100" cy="1133250"/>
          </a:xfrm>
          <a:prstGeom prst="rect">
            <a:avLst/>
          </a:prstGeom>
          <a:noFill/>
          <a:ln>
            <a:noFill/>
          </a:ln>
          <a:effectLst>
            <a:outerShdw blurRad="57150" dist="19050" dir="5400000" algn="bl" rotWithShape="0">
              <a:srgbClr val="BFBFBF"/>
            </a:outerShdw>
          </a:effectLst>
        </p:spPr>
      </p:pic>
      <p:pic>
        <p:nvPicPr>
          <p:cNvPr id="1018" name="Google Shape;1018;g26f40b1072c_1_28" title="JL693-49F.png"/>
          <p:cNvPicPr preferRelativeResize="0"/>
          <p:nvPr/>
        </p:nvPicPr>
        <p:blipFill rotWithShape="1">
          <a:blip r:embed="rId6">
            <a:alphaModFix/>
          </a:blip>
          <a:srcRect t="49" b="59"/>
          <a:stretch/>
        </p:blipFill>
        <p:spPr>
          <a:xfrm>
            <a:off x="2141425" y="3399975"/>
            <a:ext cx="2264100" cy="1133250"/>
          </a:xfrm>
          <a:prstGeom prst="rect">
            <a:avLst/>
          </a:prstGeom>
          <a:noFill/>
          <a:ln>
            <a:noFill/>
          </a:ln>
          <a:effectLst>
            <a:outerShdw blurRad="57150" dist="19050" dir="5400000" algn="bl" rotWithShape="0">
              <a:srgbClr val="BFBFBF"/>
            </a:outerShdw>
          </a:effectLst>
        </p:spPr>
      </p:pic>
      <p:pic>
        <p:nvPicPr>
          <p:cNvPr id="1019" name="Google Shape;1019;g26f40b1072c_1_28" title="JL693-50F.png"/>
          <p:cNvPicPr preferRelativeResize="0"/>
          <p:nvPr/>
        </p:nvPicPr>
        <p:blipFill rotWithShape="1">
          <a:blip r:embed="rId7">
            <a:alphaModFix/>
          </a:blip>
          <a:srcRect t="49" b="59"/>
          <a:stretch/>
        </p:blipFill>
        <p:spPr>
          <a:xfrm>
            <a:off x="4586125" y="3399975"/>
            <a:ext cx="2264100" cy="1133250"/>
          </a:xfrm>
          <a:prstGeom prst="rect">
            <a:avLst/>
          </a:prstGeom>
          <a:noFill/>
          <a:ln>
            <a:noFill/>
          </a:ln>
          <a:effectLst>
            <a:outerShdw blurRad="57150" dist="19050" dir="5400000" algn="bl" rotWithShape="0">
              <a:srgbClr val="BFBFBF"/>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24"/>
        <p:cNvGrpSpPr/>
        <p:nvPr/>
      </p:nvGrpSpPr>
      <p:grpSpPr>
        <a:xfrm>
          <a:off x="0" y="0"/>
          <a:ext cx="0" cy="0"/>
          <a:chOff x="0" y="0"/>
          <a:chExt cx="0" cy="0"/>
        </a:xfrm>
      </p:grpSpPr>
      <p:sp>
        <p:nvSpPr>
          <p:cNvPr id="1025" name="Google Shape;1025;g26f40b1072c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Review Common Exception Words </a:t>
            </a:r>
            <a:r>
              <a:rPr lang="en-US" sz="2000">
                <a:solidFill>
                  <a:srgbClr val="2356AF"/>
                </a:solidFill>
              </a:rPr>
              <a:t>as is his </a:t>
            </a:r>
            <a:br>
              <a:rPr lang="en-US" sz="2000">
                <a:solidFill>
                  <a:srgbClr val="2356AF"/>
                </a:solidFill>
              </a:rPr>
            </a:br>
            <a:r>
              <a:rPr lang="en-US" sz="2000">
                <a:solidFill>
                  <a:srgbClr val="2356AF"/>
                </a:solidFill>
              </a:rPr>
              <a:t>has was please</a:t>
            </a:r>
            <a:r>
              <a:rPr lang="en-US" sz="2000"/>
              <a:t>.</a:t>
            </a:r>
            <a:endParaRPr sz="2000"/>
          </a:p>
        </p:txBody>
      </p:sp>
      <p:pic>
        <p:nvPicPr>
          <p:cNvPr id="1026" name="Google Shape;1026;g26f40b1072c_1_0" title="JL687-1F.png"/>
          <p:cNvPicPr preferRelativeResize="0"/>
          <p:nvPr/>
        </p:nvPicPr>
        <p:blipFill rotWithShape="1">
          <a:blip r:embed="rId3">
            <a:alphaModFix/>
          </a:blip>
          <a:srcRect/>
          <a:stretch/>
        </p:blipFill>
        <p:spPr>
          <a:xfrm>
            <a:off x="852325" y="2129450"/>
            <a:ext cx="2321145" cy="1658760"/>
          </a:xfrm>
          <a:prstGeom prst="rect">
            <a:avLst/>
          </a:prstGeom>
          <a:noFill/>
          <a:ln>
            <a:noFill/>
          </a:ln>
          <a:effectLst>
            <a:outerShdw blurRad="71438" dist="19050" dir="5400000" algn="bl" rotWithShape="0">
              <a:srgbClr val="000000">
                <a:alpha val="17647"/>
              </a:srgbClr>
            </a:outerShdw>
          </a:effectLst>
        </p:spPr>
      </p:pic>
      <p:pic>
        <p:nvPicPr>
          <p:cNvPr id="1027" name="Google Shape;1027;g26f40b1072c_1_0" title="JL687-3F.png"/>
          <p:cNvPicPr preferRelativeResize="0"/>
          <p:nvPr/>
        </p:nvPicPr>
        <p:blipFill rotWithShape="1">
          <a:blip r:embed="rId4">
            <a:alphaModFix/>
          </a:blip>
          <a:srcRect/>
          <a:stretch/>
        </p:blipFill>
        <p:spPr>
          <a:xfrm>
            <a:off x="3335228" y="2129450"/>
            <a:ext cx="2321145" cy="1658760"/>
          </a:xfrm>
          <a:prstGeom prst="rect">
            <a:avLst/>
          </a:prstGeom>
          <a:noFill/>
          <a:ln>
            <a:noFill/>
          </a:ln>
          <a:effectLst>
            <a:outerShdw blurRad="71438" dist="19050" dir="5400000" algn="bl" rotWithShape="0">
              <a:srgbClr val="000000">
                <a:alpha val="17647"/>
              </a:srgbClr>
            </a:outerShdw>
          </a:effectLst>
        </p:spPr>
      </p:pic>
      <p:pic>
        <p:nvPicPr>
          <p:cNvPr id="1028" name="Google Shape;1028;g26f40b1072c_1_0" title="JL687-10F.png"/>
          <p:cNvPicPr preferRelativeResize="0"/>
          <p:nvPr/>
        </p:nvPicPr>
        <p:blipFill rotWithShape="1">
          <a:blip r:embed="rId5">
            <a:alphaModFix/>
          </a:blip>
          <a:srcRect t="19" b="29"/>
          <a:stretch/>
        </p:blipFill>
        <p:spPr>
          <a:xfrm>
            <a:off x="5818131" y="2129450"/>
            <a:ext cx="2321145" cy="1658760"/>
          </a:xfrm>
          <a:prstGeom prst="rect">
            <a:avLst/>
          </a:prstGeom>
          <a:noFill/>
          <a:ln>
            <a:noFill/>
          </a:ln>
          <a:effectLst>
            <a:outerShdw blurRad="71438" dist="19050" dir="5400000" algn="bl" rotWithShape="0">
              <a:srgbClr val="000000">
                <a:alpha val="17647"/>
              </a:srgbClr>
            </a:outerShdw>
          </a:effectLst>
        </p:spPr>
      </p:pic>
      <p:pic>
        <p:nvPicPr>
          <p:cNvPr id="1029" name="Google Shape;1029;g26f40b1072c_1_0" title="JL687-39F.png"/>
          <p:cNvPicPr preferRelativeResize="0"/>
          <p:nvPr/>
        </p:nvPicPr>
        <p:blipFill rotWithShape="1">
          <a:blip r:embed="rId6">
            <a:alphaModFix/>
          </a:blip>
          <a:srcRect t="79" b="89"/>
          <a:stretch/>
        </p:blipFill>
        <p:spPr>
          <a:xfrm>
            <a:off x="3335228" y="3881551"/>
            <a:ext cx="2321145" cy="1658760"/>
          </a:xfrm>
          <a:prstGeom prst="rect">
            <a:avLst/>
          </a:prstGeom>
          <a:noFill/>
          <a:ln>
            <a:noFill/>
          </a:ln>
          <a:effectLst>
            <a:outerShdw blurRad="71438" dist="19050" dir="5400000" algn="bl" rotWithShape="0">
              <a:srgbClr val="000000">
                <a:alpha val="17647"/>
              </a:srgbClr>
            </a:outerShdw>
          </a:effectLst>
        </p:spPr>
      </p:pic>
      <p:pic>
        <p:nvPicPr>
          <p:cNvPr id="1030" name="Google Shape;1030;g26f40b1072c_1_0" title="JL687-90F.png"/>
          <p:cNvPicPr preferRelativeResize="0"/>
          <p:nvPr/>
        </p:nvPicPr>
        <p:blipFill rotWithShape="1">
          <a:blip r:embed="rId7">
            <a:alphaModFix/>
          </a:blip>
          <a:srcRect l="59" r="59"/>
          <a:stretch/>
        </p:blipFill>
        <p:spPr>
          <a:xfrm>
            <a:off x="5818131" y="3881551"/>
            <a:ext cx="2321145" cy="1658760"/>
          </a:xfrm>
          <a:prstGeom prst="rect">
            <a:avLst/>
          </a:prstGeom>
          <a:noFill/>
          <a:ln>
            <a:noFill/>
          </a:ln>
          <a:effectLst>
            <a:outerShdw blurRad="71438" dist="19050" dir="5400000" algn="bl" rotWithShape="0">
              <a:srgbClr val="000000">
                <a:alpha val="17647"/>
              </a:srgbClr>
            </a:outerShdw>
          </a:effectLst>
        </p:spPr>
      </p:pic>
      <p:pic>
        <p:nvPicPr>
          <p:cNvPr id="1031" name="Google Shape;1031;g26f40b1072c_1_0" title="JL687-11F.png"/>
          <p:cNvPicPr preferRelativeResize="0"/>
          <p:nvPr/>
        </p:nvPicPr>
        <p:blipFill rotWithShape="1">
          <a:blip r:embed="rId8">
            <a:alphaModFix/>
          </a:blip>
          <a:srcRect l="59" r="59"/>
          <a:stretch/>
        </p:blipFill>
        <p:spPr>
          <a:xfrm>
            <a:off x="852325" y="3881551"/>
            <a:ext cx="2321145" cy="1658760"/>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36"/>
        <p:cNvGrpSpPr/>
        <p:nvPr/>
      </p:nvGrpSpPr>
      <p:grpSpPr>
        <a:xfrm>
          <a:off x="0" y="0"/>
          <a:ext cx="0" cy="0"/>
          <a:chOff x="0" y="0"/>
          <a:chExt cx="0" cy="0"/>
        </a:xfrm>
      </p:grpSpPr>
      <p:sp>
        <p:nvSpPr>
          <p:cNvPr id="1037" name="Google Shape;1037;g2ce718e20f2_0_84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1038" name="Google Shape;1038;g2ce718e20f2_0_84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Captions</a:t>
            </a:r>
            <a:endParaRPr/>
          </a:p>
        </p:txBody>
      </p:sp>
      <p:sp>
        <p:nvSpPr>
          <p:cNvPr id="1039" name="Google Shape;1039;g2ce718e20f2_0_84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grpSp>
        <p:nvGrpSpPr>
          <p:cNvPr id="1040" name="Google Shape;1040;g2ce718e20f2_0_845"/>
          <p:cNvGrpSpPr/>
          <p:nvPr/>
        </p:nvGrpSpPr>
        <p:grpSpPr>
          <a:xfrm>
            <a:off x="1325375" y="1685070"/>
            <a:ext cx="6493250" cy="2952855"/>
            <a:chOff x="1325375" y="1685070"/>
            <a:chExt cx="6493250" cy="2952855"/>
          </a:xfrm>
        </p:grpSpPr>
        <p:pic>
          <p:nvPicPr>
            <p:cNvPr id="1041" name="Google Shape;1041;g2ce718e20f2_0_845" title="JL686-29F.png"/>
            <p:cNvPicPr preferRelativeResize="0"/>
            <p:nvPr/>
          </p:nvPicPr>
          <p:blipFill rotWithShape="1">
            <a:blip r:embed="rId3">
              <a:alphaModFix/>
            </a:blip>
            <a:srcRect l="79" r="79"/>
            <a:stretch/>
          </p:blipFill>
          <p:spPr>
            <a:xfrm>
              <a:off x="1325375" y="1685070"/>
              <a:ext cx="2086160" cy="2952855"/>
            </a:xfrm>
            <a:prstGeom prst="rect">
              <a:avLst/>
            </a:prstGeom>
            <a:noFill/>
            <a:ln>
              <a:noFill/>
            </a:ln>
            <a:effectLst>
              <a:outerShdw blurRad="71438" dist="28575" dir="5400000" algn="bl" rotWithShape="0">
                <a:srgbClr val="000000">
                  <a:alpha val="14901"/>
                </a:srgbClr>
              </a:outerShdw>
            </a:effectLst>
          </p:spPr>
        </p:pic>
        <p:pic>
          <p:nvPicPr>
            <p:cNvPr id="1042" name="Google Shape;1042;g2ce718e20f2_0_845" title="JL686-131F.png"/>
            <p:cNvPicPr preferRelativeResize="0"/>
            <p:nvPr/>
          </p:nvPicPr>
          <p:blipFill rotWithShape="1">
            <a:blip r:embed="rId4">
              <a:alphaModFix/>
            </a:blip>
            <a:srcRect l="79" r="79"/>
            <a:stretch/>
          </p:blipFill>
          <p:spPr>
            <a:xfrm>
              <a:off x="3528920" y="1685070"/>
              <a:ext cx="2086160" cy="2952855"/>
            </a:xfrm>
            <a:prstGeom prst="rect">
              <a:avLst/>
            </a:prstGeom>
            <a:noFill/>
            <a:ln>
              <a:noFill/>
            </a:ln>
            <a:effectLst>
              <a:outerShdw blurRad="71438" dist="28575" dir="5400000" algn="bl" rotWithShape="0">
                <a:srgbClr val="000000">
                  <a:alpha val="14901"/>
                </a:srgbClr>
              </a:outerShdw>
            </a:effectLst>
          </p:spPr>
        </p:pic>
        <p:pic>
          <p:nvPicPr>
            <p:cNvPr id="1043" name="Google Shape;1043;g2ce718e20f2_0_845" title="JL686-132F.png"/>
            <p:cNvPicPr preferRelativeResize="0"/>
            <p:nvPr/>
          </p:nvPicPr>
          <p:blipFill rotWithShape="1">
            <a:blip r:embed="rId5">
              <a:alphaModFix/>
            </a:blip>
            <a:srcRect l="79" r="79"/>
            <a:stretch/>
          </p:blipFill>
          <p:spPr>
            <a:xfrm>
              <a:off x="5732465" y="1685070"/>
              <a:ext cx="2086160" cy="2952855"/>
            </a:xfrm>
            <a:prstGeom prst="rect">
              <a:avLst/>
            </a:prstGeom>
            <a:noFill/>
            <a:ln>
              <a:noFill/>
            </a:ln>
            <a:effectLst>
              <a:outerShdw blurRad="71438" dist="28575" dir="5400000" algn="bl" rotWithShape="0">
                <a:srgbClr val="000000">
                  <a:alpha val="14901"/>
                </a:srgbClr>
              </a:outerShdw>
            </a:effectLst>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48"/>
        <p:cNvGrpSpPr/>
        <p:nvPr/>
      </p:nvGrpSpPr>
      <p:grpSpPr>
        <a:xfrm>
          <a:off x="0" y="0"/>
          <a:ext cx="0" cy="0"/>
          <a:chOff x="0" y="0"/>
          <a:chExt cx="0" cy="0"/>
        </a:xfrm>
      </p:grpSpPr>
      <p:sp>
        <p:nvSpPr>
          <p:cNvPr id="1049" name="Google Shape;1049;g2701ceed56d_4_32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1050" name="Google Shape;1050;g2701ceed56d_4_32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Captions</a:t>
            </a:r>
            <a:endParaRPr/>
          </a:p>
        </p:txBody>
      </p:sp>
      <p:sp>
        <p:nvSpPr>
          <p:cNvPr id="1051" name="Google Shape;1051;g2701ceed56d_4_32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52" name="Google Shape;1052;g2701ceed56d_4_329" title="JL686-29B.png"/>
          <p:cNvPicPr preferRelativeResize="0"/>
          <p:nvPr/>
        </p:nvPicPr>
        <p:blipFill rotWithShape="1">
          <a:blip r:embed="rId3">
            <a:alphaModFix/>
          </a:blip>
          <a:srcRect/>
          <a:stretch/>
        </p:blipFill>
        <p:spPr>
          <a:xfrm>
            <a:off x="1325375" y="1685070"/>
            <a:ext cx="2086159" cy="2952855"/>
          </a:xfrm>
          <a:prstGeom prst="rect">
            <a:avLst/>
          </a:prstGeom>
          <a:noFill/>
          <a:ln>
            <a:noFill/>
          </a:ln>
          <a:effectLst>
            <a:outerShdw blurRad="71438" dist="28575" dir="5400000" algn="bl" rotWithShape="0">
              <a:srgbClr val="000000">
                <a:alpha val="14901"/>
              </a:srgbClr>
            </a:outerShdw>
          </a:effectLst>
        </p:spPr>
      </p:pic>
      <p:pic>
        <p:nvPicPr>
          <p:cNvPr id="1053" name="Google Shape;1053;g2701ceed56d_4_329" title="JL686-131B.png"/>
          <p:cNvPicPr preferRelativeResize="0"/>
          <p:nvPr/>
        </p:nvPicPr>
        <p:blipFill rotWithShape="1">
          <a:blip r:embed="rId4">
            <a:alphaModFix/>
          </a:blip>
          <a:srcRect l="79" r="79"/>
          <a:stretch/>
        </p:blipFill>
        <p:spPr>
          <a:xfrm>
            <a:off x="3528920" y="1685070"/>
            <a:ext cx="2086160" cy="2952855"/>
          </a:xfrm>
          <a:prstGeom prst="rect">
            <a:avLst/>
          </a:prstGeom>
          <a:noFill/>
          <a:ln>
            <a:noFill/>
          </a:ln>
          <a:effectLst>
            <a:outerShdw blurRad="71438" dist="28575" dir="5400000" algn="bl" rotWithShape="0">
              <a:srgbClr val="000000">
                <a:alpha val="14901"/>
              </a:srgbClr>
            </a:outerShdw>
          </a:effectLst>
        </p:spPr>
      </p:pic>
      <p:pic>
        <p:nvPicPr>
          <p:cNvPr id="1054" name="Google Shape;1054;g2701ceed56d_4_329" title="JL686-132B.png"/>
          <p:cNvPicPr preferRelativeResize="0"/>
          <p:nvPr/>
        </p:nvPicPr>
        <p:blipFill rotWithShape="1">
          <a:blip r:embed="rId5">
            <a:alphaModFix/>
          </a:blip>
          <a:srcRect l="79" r="79"/>
          <a:stretch/>
        </p:blipFill>
        <p:spPr>
          <a:xfrm>
            <a:off x="5732465" y="1685070"/>
            <a:ext cx="2086160" cy="2952855"/>
          </a:xfrm>
          <a:prstGeom prst="rect">
            <a:avLst/>
          </a:prstGeom>
          <a:noFill/>
          <a:ln>
            <a:noFill/>
          </a:ln>
          <a:effectLst>
            <a:outerShdw blurRad="71438" dist="28575" dir="5400000" algn="bl" rotWithShape="0">
              <a:srgbClr val="000000">
                <a:alpha val="14901"/>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59"/>
        <p:cNvGrpSpPr/>
        <p:nvPr/>
      </p:nvGrpSpPr>
      <p:grpSpPr>
        <a:xfrm>
          <a:off x="0" y="0"/>
          <a:ext cx="0" cy="0"/>
          <a:chOff x="0" y="0"/>
          <a:chExt cx="0" cy="0"/>
        </a:xfrm>
      </p:grpSpPr>
      <p:sp>
        <p:nvSpPr>
          <p:cNvPr id="1060" name="Google Shape;1060;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61" name="Google Shape;1061;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62" name="Google Shape;1062;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grpSp>
        <p:nvGrpSpPr>
          <p:cNvPr id="1063" name="Google Shape;1063;g26b641b03cd_0_204"/>
          <p:cNvGrpSpPr/>
          <p:nvPr/>
        </p:nvGrpSpPr>
        <p:grpSpPr>
          <a:xfrm>
            <a:off x="1752075" y="1550800"/>
            <a:ext cx="5639849" cy="3233051"/>
            <a:chOff x="1752075" y="1550800"/>
            <a:chExt cx="5639849" cy="3233051"/>
          </a:xfrm>
        </p:grpSpPr>
        <p:pic>
          <p:nvPicPr>
            <p:cNvPr id="1064" name="Google Shape;1064;g26b641b03cd_0_204" title="JL689-148B.png"/>
            <p:cNvPicPr preferRelativeResize="0"/>
            <p:nvPr/>
          </p:nvPicPr>
          <p:blipFill rotWithShape="1">
            <a:blip r:embed="rId3">
              <a:alphaModFix/>
            </a:blip>
            <a:srcRect l="79" r="89"/>
            <a:stretch/>
          </p:blipFill>
          <p:spPr>
            <a:xfrm>
              <a:off x="1752075" y="1550800"/>
              <a:ext cx="2691199" cy="3233051"/>
            </a:xfrm>
            <a:prstGeom prst="rect">
              <a:avLst/>
            </a:prstGeom>
            <a:noFill/>
            <a:ln>
              <a:noFill/>
            </a:ln>
            <a:effectLst>
              <a:outerShdw blurRad="114300" dist="19050" dir="5400000" algn="bl" rotWithShape="0">
                <a:srgbClr val="000000">
                  <a:alpha val="20000"/>
                </a:srgbClr>
              </a:outerShdw>
            </a:effectLst>
          </p:spPr>
        </p:pic>
        <p:pic>
          <p:nvPicPr>
            <p:cNvPr id="1065" name="Google Shape;1065;g26b641b03cd_0_204" title="JL689-149B.png"/>
            <p:cNvPicPr preferRelativeResize="0"/>
            <p:nvPr/>
          </p:nvPicPr>
          <p:blipFill rotWithShape="1">
            <a:blip r:embed="rId4">
              <a:alphaModFix/>
            </a:blip>
            <a:srcRect l="149" r="159"/>
            <a:stretch/>
          </p:blipFill>
          <p:spPr>
            <a:xfrm>
              <a:off x="4700725" y="1550800"/>
              <a:ext cx="2691199" cy="3233051"/>
            </a:xfrm>
            <a:prstGeom prst="rect">
              <a:avLst/>
            </a:prstGeom>
            <a:noFill/>
            <a:ln>
              <a:noFill/>
            </a:ln>
            <a:effectLst>
              <a:outerShdw blurRad="114300" dist="19050" dir="5400000" algn="bl" rotWithShape="0">
                <a:srgbClr val="000000">
                  <a:alpha val="20000"/>
                </a:srgbClr>
              </a:outerShdw>
            </a:effectLst>
          </p:spPr>
        </p:pic>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70"/>
        <p:cNvGrpSpPr/>
        <p:nvPr/>
      </p:nvGrpSpPr>
      <p:grpSpPr>
        <a:xfrm>
          <a:off x="0" y="0"/>
          <a:ext cx="0" cy="0"/>
          <a:chOff x="0" y="0"/>
          <a:chExt cx="0" cy="0"/>
        </a:xfrm>
      </p:grpSpPr>
      <p:sp>
        <p:nvSpPr>
          <p:cNvPr id="1071" name="Google Shape;1071;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72" name="Google Shape;1072;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73" name="Google Shape;1073;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grpSp>
        <p:nvGrpSpPr>
          <p:cNvPr id="1074" name="Google Shape;1074;g2c186218c5a_0_48"/>
          <p:cNvGrpSpPr/>
          <p:nvPr/>
        </p:nvGrpSpPr>
        <p:grpSpPr>
          <a:xfrm>
            <a:off x="1752075" y="1550800"/>
            <a:ext cx="5639849" cy="3233051"/>
            <a:chOff x="1752075" y="1550800"/>
            <a:chExt cx="5639849" cy="3233051"/>
          </a:xfrm>
        </p:grpSpPr>
        <p:pic>
          <p:nvPicPr>
            <p:cNvPr id="1075" name="Google Shape;1075;g2c186218c5a_0_48" title="JL689-148F.png"/>
            <p:cNvPicPr preferRelativeResize="0"/>
            <p:nvPr/>
          </p:nvPicPr>
          <p:blipFill rotWithShape="1">
            <a:blip r:embed="rId3">
              <a:alphaModFix/>
            </a:blip>
            <a:srcRect l="79" r="89"/>
            <a:stretch/>
          </p:blipFill>
          <p:spPr>
            <a:xfrm>
              <a:off x="1752075" y="1550800"/>
              <a:ext cx="2691199" cy="3233051"/>
            </a:xfrm>
            <a:prstGeom prst="rect">
              <a:avLst/>
            </a:prstGeom>
            <a:noFill/>
            <a:ln>
              <a:noFill/>
            </a:ln>
            <a:effectLst>
              <a:outerShdw blurRad="114300" dist="19050" dir="5400000" algn="bl" rotWithShape="0">
                <a:srgbClr val="000000">
                  <a:alpha val="20000"/>
                </a:srgbClr>
              </a:outerShdw>
            </a:effectLst>
          </p:spPr>
        </p:pic>
        <p:pic>
          <p:nvPicPr>
            <p:cNvPr id="1076" name="Google Shape;1076;g2c186218c5a_0_48" title="JL689-149F.png"/>
            <p:cNvPicPr preferRelativeResize="0"/>
            <p:nvPr/>
          </p:nvPicPr>
          <p:blipFill rotWithShape="1">
            <a:blip r:embed="rId4">
              <a:alphaModFix/>
            </a:blip>
            <a:srcRect l="149" r="159"/>
            <a:stretch/>
          </p:blipFill>
          <p:spPr>
            <a:xfrm>
              <a:off x="4700725" y="1550800"/>
              <a:ext cx="2691199" cy="3233051"/>
            </a:xfrm>
            <a:prstGeom prst="rect">
              <a:avLst/>
            </a:prstGeom>
            <a:noFill/>
            <a:ln>
              <a:noFill/>
            </a:ln>
            <a:effectLst>
              <a:outerShdw blurRad="114300" dist="19050" dir="5400000" algn="bl" rotWithShape="0">
                <a:srgbClr val="000000">
                  <a:alpha val="20000"/>
                </a:srgbClr>
              </a:outerShdw>
            </a:effectLst>
          </p:spPr>
        </p:pic>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81"/>
        <p:cNvGrpSpPr/>
        <p:nvPr/>
      </p:nvGrpSpPr>
      <p:grpSpPr>
        <a:xfrm>
          <a:off x="0" y="0"/>
          <a:ext cx="0" cy="0"/>
          <a:chOff x="0" y="0"/>
          <a:chExt cx="0" cy="0"/>
        </a:xfrm>
      </p:grpSpPr>
      <p:sp>
        <p:nvSpPr>
          <p:cNvPr id="1082" name="Google Shape;1082;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83" name="Google Shape;1083;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084" name="Google Shape;1084;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85" name="Google Shape;1085;g26b641b03cd_0_213" title="JL692-148B.png"/>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90"/>
        <p:cNvGrpSpPr/>
        <p:nvPr/>
      </p:nvGrpSpPr>
      <p:grpSpPr>
        <a:xfrm>
          <a:off x="0" y="0"/>
          <a:ext cx="0" cy="0"/>
          <a:chOff x="0" y="0"/>
          <a:chExt cx="0" cy="0"/>
        </a:xfrm>
      </p:grpSpPr>
      <p:sp>
        <p:nvSpPr>
          <p:cNvPr id="1091" name="Google Shape;1091;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92" name="Google Shape;1092;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093" name="Google Shape;1093;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94" name="Google Shape;1094;g2c186218c5a_0_149" title="JL692-148F.png"/>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99"/>
        <p:cNvGrpSpPr/>
        <p:nvPr/>
      </p:nvGrpSpPr>
      <p:grpSpPr>
        <a:xfrm>
          <a:off x="0" y="0"/>
          <a:ext cx="0" cy="0"/>
          <a:chOff x="0" y="0"/>
          <a:chExt cx="0" cy="0"/>
        </a:xfrm>
      </p:grpSpPr>
      <p:sp>
        <p:nvSpPr>
          <p:cNvPr id="1100" name="Google Shape;1100;g26b641b03cd_0_301"/>
          <p:cNvSpPr txBox="1">
            <a:spLocks noGrp="1"/>
          </p:cNvSpPr>
          <p:nvPr>
            <p:ph type="title"/>
          </p:nvPr>
        </p:nvSpPr>
        <p:spPr>
          <a:xfrm>
            <a:off x="596375" y="5568500"/>
            <a:ext cx="79512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101" name="Google Shape;1101;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02" name="Google Shape;1102;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grpSp>
        <p:nvGrpSpPr>
          <p:cNvPr id="1103" name="Google Shape;1103;g26b641b03cd_0_301"/>
          <p:cNvGrpSpPr/>
          <p:nvPr/>
        </p:nvGrpSpPr>
        <p:grpSpPr>
          <a:xfrm>
            <a:off x="1031383" y="1490075"/>
            <a:ext cx="7081669" cy="3324052"/>
            <a:chOff x="1031383" y="1490075"/>
            <a:chExt cx="7081669" cy="3324052"/>
          </a:xfrm>
        </p:grpSpPr>
        <p:pic>
          <p:nvPicPr>
            <p:cNvPr id="1104" name="Google Shape;1104;g26b641b03cd_0_301" title="JL687-1F.png"/>
            <p:cNvPicPr preferRelativeResize="0"/>
            <p:nvPr/>
          </p:nvPicPr>
          <p:blipFill rotWithShape="1">
            <a:blip r:embed="rId3">
              <a:alphaModFix/>
            </a:blip>
            <a:srcRect/>
            <a:stretch/>
          </p:blipFill>
          <p:spPr>
            <a:xfrm>
              <a:off x="1031383" y="1490075"/>
              <a:ext cx="2240843" cy="1601362"/>
            </a:xfrm>
            <a:prstGeom prst="rect">
              <a:avLst/>
            </a:prstGeom>
            <a:noFill/>
            <a:ln>
              <a:noFill/>
            </a:ln>
            <a:effectLst>
              <a:outerShdw blurRad="71438" dist="19050" dir="5400000" algn="bl" rotWithShape="0">
                <a:srgbClr val="000000">
                  <a:alpha val="17647"/>
                </a:srgbClr>
              </a:outerShdw>
            </a:effectLst>
          </p:spPr>
        </p:pic>
        <p:pic>
          <p:nvPicPr>
            <p:cNvPr id="1105" name="Google Shape;1105;g26b641b03cd_0_301" title="JL687-3F.png"/>
            <p:cNvPicPr preferRelativeResize="0"/>
            <p:nvPr/>
          </p:nvPicPr>
          <p:blipFill rotWithShape="1">
            <a:blip r:embed="rId4">
              <a:alphaModFix/>
            </a:blip>
            <a:srcRect/>
            <a:stretch/>
          </p:blipFill>
          <p:spPr>
            <a:xfrm>
              <a:off x="3451785" y="1490075"/>
              <a:ext cx="2240843" cy="1601362"/>
            </a:xfrm>
            <a:prstGeom prst="rect">
              <a:avLst/>
            </a:prstGeom>
            <a:noFill/>
            <a:ln>
              <a:noFill/>
            </a:ln>
            <a:effectLst>
              <a:outerShdw blurRad="71438" dist="19050" dir="5400000" algn="bl" rotWithShape="0">
                <a:srgbClr val="000000">
                  <a:alpha val="17647"/>
                </a:srgbClr>
              </a:outerShdw>
            </a:effectLst>
          </p:spPr>
        </p:pic>
        <p:pic>
          <p:nvPicPr>
            <p:cNvPr id="1106" name="Google Shape;1106;g26b641b03cd_0_301" title="JL687-90F.png"/>
            <p:cNvPicPr preferRelativeResize="0"/>
            <p:nvPr/>
          </p:nvPicPr>
          <p:blipFill rotWithShape="1">
            <a:blip r:embed="rId5">
              <a:alphaModFix/>
            </a:blip>
            <a:srcRect l="59" r="59"/>
            <a:stretch/>
          </p:blipFill>
          <p:spPr>
            <a:xfrm>
              <a:off x="5872176" y="3212765"/>
              <a:ext cx="2240843" cy="1601362"/>
            </a:xfrm>
            <a:prstGeom prst="rect">
              <a:avLst/>
            </a:prstGeom>
            <a:noFill/>
            <a:ln>
              <a:noFill/>
            </a:ln>
            <a:effectLst>
              <a:outerShdw blurRad="71438" dist="19050" dir="5400000" algn="bl" rotWithShape="0">
                <a:srgbClr val="000000">
                  <a:alpha val="17647"/>
                </a:srgbClr>
              </a:outerShdw>
            </a:effectLst>
          </p:spPr>
        </p:pic>
        <p:pic>
          <p:nvPicPr>
            <p:cNvPr id="1107" name="Google Shape;1107;g26b641b03cd_0_301" title="JL687-10F.png"/>
            <p:cNvPicPr preferRelativeResize="0"/>
            <p:nvPr/>
          </p:nvPicPr>
          <p:blipFill rotWithShape="1">
            <a:blip r:embed="rId6">
              <a:alphaModFix/>
            </a:blip>
            <a:srcRect t="19" b="29"/>
            <a:stretch/>
          </p:blipFill>
          <p:spPr>
            <a:xfrm>
              <a:off x="5872208" y="1490076"/>
              <a:ext cx="2240843" cy="1601361"/>
            </a:xfrm>
            <a:prstGeom prst="rect">
              <a:avLst/>
            </a:prstGeom>
            <a:noFill/>
            <a:ln>
              <a:noFill/>
            </a:ln>
            <a:effectLst>
              <a:outerShdw blurRad="71438" dist="19050" dir="5400000" algn="bl" rotWithShape="0">
                <a:srgbClr val="000000">
                  <a:alpha val="17647"/>
                </a:srgbClr>
              </a:outerShdw>
            </a:effectLst>
          </p:spPr>
        </p:pic>
        <p:pic>
          <p:nvPicPr>
            <p:cNvPr id="1108" name="Google Shape;1108;g26b641b03cd_0_301" title="JL687-39F.png"/>
            <p:cNvPicPr preferRelativeResize="0"/>
            <p:nvPr/>
          </p:nvPicPr>
          <p:blipFill rotWithShape="1">
            <a:blip r:embed="rId7">
              <a:alphaModFix/>
            </a:blip>
            <a:srcRect t="89" b="79"/>
            <a:stretch/>
          </p:blipFill>
          <p:spPr>
            <a:xfrm>
              <a:off x="3451768" y="3212765"/>
              <a:ext cx="2240843" cy="1601361"/>
            </a:xfrm>
            <a:prstGeom prst="rect">
              <a:avLst/>
            </a:prstGeom>
            <a:noFill/>
            <a:ln>
              <a:noFill/>
            </a:ln>
            <a:effectLst>
              <a:outerShdw blurRad="71438" dist="19050" dir="5400000" algn="bl" rotWithShape="0">
                <a:srgbClr val="000000">
                  <a:alpha val="17647"/>
                </a:srgbClr>
              </a:outerShdw>
            </a:effectLst>
          </p:spPr>
        </p:pic>
      </p:grpSp>
      <p:pic>
        <p:nvPicPr>
          <p:cNvPr id="1109" name="Google Shape;1109;g26b641b03cd_0_301" title="JL687-11F.png"/>
          <p:cNvPicPr preferRelativeResize="0"/>
          <p:nvPr/>
        </p:nvPicPr>
        <p:blipFill rotWithShape="1">
          <a:blip r:embed="rId8">
            <a:alphaModFix/>
          </a:blip>
          <a:srcRect l="59" r="59"/>
          <a:stretch/>
        </p:blipFill>
        <p:spPr>
          <a:xfrm>
            <a:off x="1031383" y="3212765"/>
            <a:ext cx="2240843" cy="1601362"/>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14"/>
        <p:cNvGrpSpPr/>
        <p:nvPr/>
      </p:nvGrpSpPr>
      <p:grpSpPr>
        <a:xfrm>
          <a:off x="0" y="0"/>
          <a:ext cx="0" cy="0"/>
          <a:chOff x="0" y="0"/>
          <a:chExt cx="0" cy="0"/>
        </a:xfrm>
      </p:grpSpPr>
      <p:sp>
        <p:nvSpPr>
          <p:cNvPr id="1115" name="Google Shape;1115;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16" name="Google Shape;1116;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117" name="Google Shape;1117;g26b641b03cd_0_308"/>
          <p:cNvSpPr txBox="1">
            <a:spLocks noGrp="1"/>
          </p:cNvSpPr>
          <p:nvPr>
            <p:ph type="title"/>
          </p:nvPr>
        </p:nvSpPr>
        <p:spPr>
          <a:xfrm>
            <a:off x="596375" y="5568500"/>
            <a:ext cx="79512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118" name="Google Shape;1118;g26b641b03cd_0_308" title="JL687-1B.png"/>
          <p:cNvPicPr preferRelativeResize="0"/>
          <p:nvPr/>
        </p:nvPicPr>
        <p:blipFill rotWithShape="1">
          <a:blip r:embed="rId3">
            <a:alphaModFix/>
          </a:blip>
          <a:srcRect l="59" r="59"/>
          <a:stretch/>
        </p:blipFill>
        <p:spPr>
          <a:xfrm>
            <a:off x="1031383" y="1490075"/>
            <a:ext cx="2240843" cy="1601362"/>
          </a:xfrm>
          <a:prstGeom prst="rect">
            <a:avLst/>
          </a:prstGeom>
          <a:noFill/>
          <a:ln>
            <a:noFill/>
          </a:ln>
          <a:effectLst>
            <a:outerShdw blurRad="71438" dist="19050" dir="5400000" algn="bl" rotWithShape="0">
              <a:srgbClr val="000000">
                <a:alpha val="17650"/>
              </a:srgbClr>
            </a:outerShdw>
          </a:effectLst>
        </p:spPr>
      </p:pic>
      <p:pic>
        <p:nvPicPr>
          <p:cNvPr id="1119" name="Google Shape;1119;g26b641b03cd_0_308" title="JL687-3B.png"/>
          <p:cNvPicPr preferRelativeResize="0"/>
          <p:nvPr/>
        </p:nvPicPr>
        <p:blipFill rotWithShape="1">
          <a:blip r:embed="rId4">
            <a:alphaModFix/>
          </a:blip>
          <a:srcRect l="59" r="59"/>
          <a:stretch/>
        </p:blipFill>
        <p:spPr>
          <a:xfrm>
            <a:off x="3451785" y="1490075"/>
            <a:ext cx="2240843" cy="1601362"/>
          </a:xfrm>
          <a:prstGeom prst="rect">
            <a:avLst/>
          </a:prstGeom>
          <a:noFill/>
          <a:ln>
            <a:noFill/>
          </a:ln>
          <a:effectLst>
            <a:outerShdw blurRad="71438" dist="19050" dir="5400000" algn="bl" rotWithShape="0">
              <a:srgbClr val="000000">
                <a:alpha val="17650"/>
              </a:srgbClr>
            </a:outerShdw>
          </a:effectLst>
        </p:spPr>
      </p:pic>
      <p:pic>
        <p:nvPicPr>
          <p:cNvPr id="1120" name="Google Shape;1120;g26b641b03cd_0_308" title="JL687-90B.png"/>
          <p:cNvPicPr preferRelativeResize="0"/>
          <p:nvPr/>
        </p:nvPicPr>
        <p:blipFill rotWithShape="1">
          <a:blip r:embed="rId5">
            <a:alphaModFix/>
          </a:blip>
          <a:srcRect l="59" r="59"/>
          <a:stretch/>
        </p:blipFill>
        <p:spPr>
          <a:xfrm>
            <a:off x="5872176" y="3212765"/>
            <a:ext cx="2240843" cy="1601362"/>
          </a:xfrm>
          <a:prstGeom prst="rect">
            <a:avLst/>
          </a:prstGeom>
          <a:noFill/>
          <a:ln>
            <a:noFill/>
          </a:ln>
          <a:effectLst>
            <a:outerShdw blurRad="71438" dist="19050" dir="5400000" algn="bl" rotWithShape="0">
              <a:srgbClr val="000000">
                <a:alpha val="17650"/>
              </a:srgbClr>
            </a:outerShdw>
          </a:effectLst>
        </p:spPr>
      </p:pic>
      <p:pic>
        <p:nvPicPr>
          <p:cNvPr id="1121" name="Google Shape;1121;g26b641b03cd_0_308" title="JL687-10B.png"/>
          <p:cNvPicPr preferRelativeResize="0"/>
          <p:nvPr/>
        </p:nvPicPr>
        <p:blipFill rotWithShape="1">
          <a:blip r:embed="rId6">
            <a:alphaModFix/>
          </a:blip>
          <a:srcRect t="89" b="79"/>
          <a:stretch/>
        </p:blipFill>
        <p:spPr>
          <a:xfrm>
            <a:off x="5872208" y="1490076"/>
            <a:ext cx="2240843" cy="1601361"/>
          </a:xfrm>
          <a:prstGeom prst="rect">
            <a:avLst/>
          </a:prstGeom>
          <a:noFill/>
          <a:ln>
            <a:noFill/>
          </a:ln>
          <a:effectLst>
            <a:outerShdw blurRad="71438" dist="19050" dir="5400000" algn="bl" rotWithShape="0">
              <a:srgbClr val="000000">
                <a:alpha val="17650"/>
              </a:srgbClr>
            </a:outerShdw>
          </a:effectLst>
        </p:spPr>
      </p:pic>
      <p:pic>
        <p:nvPicPr>
          <p:cNvPr id="1122" name="Google Shape;1122;g26b641b03cd_0_308" title="JL687-39B.png"/>
          <p:cNvPicPr preferRelativeResize="0"/>
          <p:nvPr/>
        </p:nvPicPr>
        <p:blipFill rotWithShape="1">
          <a:blip r:embed="rId7">
            <a:alphaModFix/>
          </a:blip>
          <a:srcRect t="19" b="29"/>
          <a:stretch/>
        </p:blipFill>
        <p:spPr>
          <a:xfrm>
            <a:off x="3451768" y="3212765"/>
            <a:ext cx="2240843" cy="1601361"/>
          </a:xfrm>
          <a:prstGeom prst="rect">
            <a:avLst/>
          </a:prstGeom>
          <a:noFill/>
          <a:ln>
            <a:noFill/>
          </a:ln>
          <a:effectLst>
            <a:outerShdw blurRad="71438" dist="19050" dir="5400000" algn="bl" rotWithShape="0">
              <a:srgbClr val="000000">
                <a:alpha val="17650"/>
              </a:srgbClr>
            </a:outerShdw>
          </a:effectLst>
        </p:spPr>
      </p:pic>
      <p:pic>
        <p:nvPicPr>
          <p:cNvPr id="1123" name="Google Shape;1123;g26b641b03cd_0_308" title="JL687-11B.png"/>
          <p:cNvPicPr preferRelativeResize="0"/>
          <p:nvPr/>
        </p:nvPicPr>
        <p:blipFill rotWithShape="1">
          <a:blip r:embed="rId8">
            <a:alphaModFix/>
          </a:blip>
          <a:srcRect/>
          <a:stretch/>
        </p:blipFill>
        <p:spPr>
          <a:xfrm>
            <a:off x="1031383" y="3212765"/>
            <a:ext cx="2240843" cy="1601362"/>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28"/>
        <p:cNvGrpSpPr/>
        <p:nvPr/>
      </p:nvGrpSpPr>
      <p:grpSpPr>
        <a:xfrm>
          <a:off x="0" y="0"/>
          <a:ext cx="0" cy="0"/>
          <a:chOff x="0" y="0"/>
          <a:chExt cx="0" cy="0"/>
        </a:xfrm>
      </p:grpSpPr>
      <p:sp>
        <p:nvSpPr>
          <p:cNvPr id="1129" name="Google Shape;1129;g2701ceed56d_4_0"/>
          <p:cNvSpPr txBox="1">
            <a:spLocks noGrp="1"/>
          </p:cNvSpPr>
          <p:nvPr>
            <p:ph type="title"/>
          </p:nvPr>
        </p:nvSpPr>
        <p:spPr>
          <a:xfrm>
            <a:off x="576425" y="5568500"/>
            <a:ext cx="79911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130" name="Google Shape;1130;g2701ceed56d_4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31" name="Google Shape;1131;g2701ceed56d_4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grpSp>
        <p:nvGrpSpPr>
          <p:cNvPr id="1132" name="Google Shape;1132;g2701ceed56d_4_0"/>
          <p:cNvGrpSpPr/>
          <p:nvPr/>
        </p:nvGrpSpPr>
        <p:grpSpPr>
          <a:xfrm>
            <a:off x="975876" y="841623"/>
            <a:ext cx="7192248" cy="2640907"/>
            <a:chOff x="975876" y="841623"/>
            <a:chExt cx="7192248" cy="2640907"/>
          </a:xfrm>
        </p:grpSpPr>
        <p:pic>
          <p:nvPicPr>
            <p:cNvPr id="1133" name="Google Shape;1133;g2701ceed56d_4_0"/>
            <p:cNvPicPr preferRelativeResize="0"/>
            <p:nvPr/>
          </p:nvPicPr>
          <p:blipFill rotWithShape="1">
            <a:blip r:embed="rId3">
              <a:alphaModFix/>
            </a:blip>
            <a:srcRect t="79" b="89"/>
            <a:stretch/>
          </p:blipFill>
          <p:spPr>
            <a:xfrm>
              <a:off x="6430515" y="841625"/>
              <a:ext cx="828489" cy="592062"/>
            </a:xfrm>
            <a:prstGeom prst="rect">
              <a:avLst/>
            </a:prstGeom>
            <a:noFill/>
            <a:ln>
              <a:noFill/>
            </a:ln>
            <a:effectLst>
              <a:outerShdw blurRad="57150" dist="19050" dir="5400000" algn="bl" rotWithShape="0">
                <a:srgbClr val="000000">
                  <a:alpha val="20000"/>
                </a:srgbClr>
              </a:outerShdw>
            </a:effectLst>
          </p:spPr>
        </p:pic>
        <p:pic>
          <p:nvPicPr>
            <p:cNvPr id="1134" name="Google Shape;1134;g2701ceed56d_4_0"/>
            <p:cNvPicPr preferRelativeResize="0"/>
            <p:nvPr/>
          </p:nvPicPr>
          <p:blipFill rotWithShape="1">
            <a:blip r:embed="rId4">
              <a:alphaModFix/>
            </a:blip>
            <a:srcRect t="19" b="29"/>
            <a:stretch/>
          </p:blipFill>
          <p:spPr>
            <a:xfrm>
              <a:off x="5521390" y="1524573"/>
              <a:ext cx="828489" cy="592062"/>
            </a:xfrm>
            <a:prstGeom prst="rect">
              <a:avLst/>
            </a:prstGeom>
            <a:noFill/>
            <a:ln>
              <a:noFill/>
            </a:ln>
            <a:effectLst>
              <a:outerShdw blurRad="57150" dist="19050" dir="5400000" algn="bl" rotWithShape="0">
                <a:srgbClr val="000000">
                  <a:alpha val="20000"/>
                </a:srgbClr>
              </a:outerShdw>
            </a:effectLst>
          </p:spPr>
        </p:pic>
        <p:pic>
          <p:nvPicPr>
            <p:cNvPr id="1135" name="Google Shape;1135;g2701ceed56d_4_0"/>
            <p:cNvPicPr preferRelativeResize="0"/>
            <p:nvPr/>
          </p:nvPicPr>
          <p:blipFill rotWithShape="1">
            <a:blip r:embed="rId5">
              <a:alphaModFix/>
            </a:blip>
            <a:srcRect l="59" r="59"/>
            <a:stretch/>
          </p:blipFill>
          <p:spPr>
            <a:xfrm>
              <a:off x="4612315" y="2207520"/>
              <a:ext cx="828489" cy="592062"/>
            </a:xfrm>
            <a:prstGeom prst="rect">
              <a:avLst/>
            </a:prstGeom>
            <a:noFill/>
            <a:ln>
              <a:noFill/>
            </a:ln>
            <a:effectLst>
              <a:outerShdw blurRad="57150" dist="19050" dir="5400000" algn="bl" rotWithShape="0">
                <a:srgbClr val="000000">
                  <a:alpha val="20000"/>
                </a:srgbClr>
              </a:outerShdw>
            </a:effectLst>
          </p:spPr>
        </p:pic>
        <p:pic>
          <p:nvPicPr>
            <p:cNvPr id="1136" name="Google Shape;1136;g2701ceed56d_4_0"/>
            <p:cNvPicPr preferRelativeResize="0"/>
            <p:nvPr/>
          </p:nvPicPr>
          <p:blipFill rotWithShape="1">
            <a:blip r:embed="rId6">
              <a:alphaModFix/>
            </a:blip>
            <a:srcRect t="79" b="89"/>
            <a:stretch/>
          </p:blipFill>
          <p:spPr>
            <a:xfrm>
              <a:off x="3703190" y="2890468"/>
              <a:ext cx="828489" cy="592062"/>
            </a:xfrm>
            <a:prstGeom prst="rect">
              <a:avLst/>
            </a:prstGeom>
            <a:noFill/>
            <a:ln>
              <a:noFill/>
            </a:ln>
            <a:effectLst>
              <a:outerShdw blurRad="57150" dist="19050" dir="5400000" algn="bl" rotWithShape="0">
                <a:srgbClr val="000000">
                  <a:alpha val="20000"/>
                </a:srgbClr>
              </a:outerShdw>
            </a:effectLst>
          </p:spPr>
        </p:pic>
        <p:pic>
          <p:nvPicPr>
            <p:cNvPr id="1137" name="Google Shape;1137;g2701ceed56d_4_0"/>
            <p:cNvPicPr preferRelativeResize="0"/>
            <p:nvPr/>
          </p:nvPicPr>
          <p:blipFill rotWithShape="1">
            <a:blip r:embed="rId7">
              <a:alphaModFix/>
            </a:blip>
            <a:srcRect t="79" b="89"/>
            <a:stretch/>
          </p:blipFill>
          <p:spPr>
            <a:xfrm>
              <a:off x="5521405" y="841625"/>
              <a:ext cx="828489" cy="592062"/>
            </a:xfrm>
            <a:prstGeom prst="rect">
              <a:avLst/>
            </a:prstGeom>
            <a:noFill/>
            <a:ln>
              <a:noFill/>
            </a:ln>
            <a:effectLst>
              <a:outerShdw blurRad="57150" dist="19050" dir="5400000" algn="bl" rotWithShape="0">
                <a:srgbClr val="000000">
                  <a:alpha val="20000"/>
                </a:srgbClr>
              </a:outerShdw>
            </a:effectLst>
          </p:spPr>
        </p:pic>
        <p:pic>
          <p:nvPicPr>
            <p:cNvPr id="1138" name="Google Shape;1138;g2701ceed56d_4_0"/>
            <p:cNvPicPr preferRelativeResize="0"/>
            <p:nvPr/>
          </p:nvPicPr>
          <p:blipFill rotWithShape="1">
            <a:blip r:embed="rId8">
              <a:alphaModFix/>
            </a:blip>
            <a:srcRect l="59" r="59"/>
            <a:stretch/>
          </p:blipFill>
          <p:spPr>
            <a:xfrm>
              <a:off x="4612280" y="1524573"/>
              <a:ext cx="828489" cy="592062"/>
            </a:xfrm>
            <a:prstGeom prst="rect">
              <a:avLst/>
            </a:prstGeom>
            <a:noFill/>
            <a:ln>
              <a:noFill/>
            </a:ln>
            <a:effectLst>
              <a:outerShdw blurRad="57150" dist="19050" dir="5400000" algn="bl" rotWithShape="0">
                <a:srgbClr val="000000">
                  <a:alpha val="20000"/>
                </a:srgbClr>
              </a:outerShdw>
            </a:effectLst>
          </p:spPr>
        </p:pic>
        <p:pic>
          <p:nvPicPr>
            <p:cNvPr id="1139" name="Google Shape;1139;g2701ceed56d_4_0"/>
            <p:cNvPicPr preferRelativeResize="0"/>
            <p:nvPr/>
          </p:nvPicPr>
          <p:blipFill rotWithShape="1">
            <a:blip r:embed="rId9">
              <a:alphaModFix/>
            </a:blip>
            <a:srcRect/>
            <a:stretch/>
          </p:blipFill>
          <p:spPr>
            <a:xfrm>
              <a:off x="2794080" y="2890468"/>
              <a:ext cx="828489" cy="592062"/>
            </a:xfrm>
            <a:prstGeom prst="rect">
              <a:avLst/>
            </a:prstGeom>
            <a:noFill/>
            <a:ln>
              <a:noFill/>
            </a:ln>
            <a:effectLst>
              <a:outerShdw blurRad="57150" dist="19050" dir="5400000" algn="bl" rotWithShape="0">
                <a:srgbClr val="000000">
                  <a:alpha val="20000"/>
                </a:srgbClr>
              </a:outerShdw>
            </a:effectLst>
          </p:spPr>
        </p:pic>
        <p:pic>
          <p:nvPicPr>
            <p:cNvPr id="1140" name="Google Shape;1140;g2701ceed56d_4_0"/>
            <p:cNvPicPr preferRelativeResize="0"/>
            <p:nvPr/>
          </p:nvPicPr>
          <p:blipFill rotWithShape="1">
            <a:blip r:embed="rId10">
              <a:alphaModFix/>
            </a:blip>
            <a:srcRect/>
            <a:stretch/>
          </p:blipFill>
          <p:spPr>
            <a:xfrm>
              <a:off x="4612307" y="841625"/>
              <a:ext cx="828489" cy="592062"/>
            </a:xfrm>
            <a:prstGeom prst="rect">
              <a:avLst/>
            </a:prstGeom>
            <a:noFill/>
            <a:ln>
              <a:noFill/>
            </a:ln>
            <a:effectLst>
              <a:outerShdw blurRad="57150" dist="19050" dir="5400000" algn="bl" rotWithShape="0">
                <a:srgbClr val="000000">
                  <a:alpha val="20000"/>
                </a:srgbClr>
              </a:outerShdw>
            </a:effectLst>
          </p:spPr>
        </p:pic>
        <p:pic>
          <p:nvPicPr>
            <p:cNvPr id="1141" name="Google Shape;1141;g2701ceed56d_4_0"/>
            <p:cNvPicPr preferRelativeResize="0"/>
            <p:nvPr/>
          </p:nvPicPr>
          <p:blipFill rotWithShape="1">
            <a:blip r:embed="rId11">
              <a:alphaModFix/>
            </a:blip>
            <a:srcRect t="19" b="29"/>
            <a:stretch/>
          </p:blipFill>
          <p:spPr>
            <a:xfrm>
              <a:off x="3703182" y="1524573"/>
              <a:ext cx="828489" cy="592062"/>
            </a:xfrm>
            <a:prstGeom prst="rect">
              <a:avLst/>
            </a:prstGeom>
            <a:noFill/>
            <a:ln>
              <a:noFill/>
            </a:ln>
            <a:effectLst>
              <a:outerShdw blurRad="57150" dist="19050" dir="5400000" algn="bl" rotWithShape="0">
                <a:srgbClr val="000000">
                  <a:alpha val="20000"/>
                </a:srgbClr>
              </a:outerShdw>
            </a:effectLst>
          </p:spPr>
        </p:pic>
        <p:pic>
          <p:nvPicPr>
            <p:cNvPr id="1142" name="Google Shape;1142;g2701ceed56d_4_0"/>
            <p:cNvPicPr preferRelativeResize="0"/>
            <p:nvPr/>
          </p:nvPicPr>
          <p:blipFill rotWithShape="1">
            <a:blip r:embed="rId12">
              <a:alphaModFix/>
            </a:blip>
            <a:srcRect l="59" r="59"/>
            <a:stretch/>
          </p:blipFill>
          <p:spPr>
            <a:xfrm>
              <a:off x="2794107" y="2207520"/>
              <a:ext cx="828489" cy="592062"/>
            </a:xfrm>
            <a:prstGeom prst="rect">
              <a:avLst/>
            </a:prstGeom>
            <a:noFill/>
            <a:ln>
              <a:noFill/>
            </a:ln>
            <a:effectLst>
              <a:outerShdw blurRad="57150" dist="19050" dir="5400000" algn="bl" rotWithShape="0">
                <a:srgbClr val="000000">
                  <a:alpha val="20000"/>
                </a:srgbClr>
              </a:outerShdw>
            </a:effectLst>
          </p:spPr>
        </p:pic>
        <p:pic>
          <p:nvPicPr>
            <p:cNvPr id="1143" name="Google Shape;1143;g2701ceed56d_4_0"/>
            <p:cNvPicPr preferRelativeResize="0"/>
            <p:nvPr/>
          </p:nvPicPr>
          <p:blipFill rotWithShape="1">
            <a:blip r:embed="rId13">
              <a:alphaModFix/>
            </a:blip>
            <a:srcRect t="79" b="89"/>
            <a:stretch/>
          </p:blipFill>
          <p:spPr>
            <a:xfrm>
              <a:off x="1884982" y="2890468"/>
              <a:ext cx="828489" cy="592062"/>
            </a:xfrm>
            <a:prstGeom prst="rect">
              <a:avLst/>
            </a:prstGeom>
            <a:noFill/>
            <a:ln>
              <a:noFill/>
            </a:ln>
            <a:effectLst>
              <a:outerShdw blurRad="57150" dist="19050" dir="5400000" algn="bl" rotWithShape="0">
                <a:srgbClr val="000000">
                  <a:alpha val="20000"/>
                </a:srgbClr>
              </a:outerShdw>
            </a:effectLst>
          </p:spPr>
        </p:pic>
        <p:pic>
          <p:nvPicPr>
            <p:cNvPr id="1144" name="Google Shape;1144;g2701ceed56d_4_0"/>
            <p:cNvPicPr preferRelativeResize="0"/>
            <p:nvPr/>
          </p:nvPicPr>
          <p:blipFill rotWithShape="1">
            <a:blip r:embed="rId14">
              <a:alphaModFix/>
            </a:blip>
            <a:srcRect t="79" b="89"/>
            <a:stretch/>
          </p:blipFill>
          <p:spPr>
            <a:xfrm>
              <a:off x="3703209" y="841625"/>
              <a:ext cx="828489" cy="592062"/>
            </a:xfrm>
            <a:prstGeom prst="rect">
              <a:avLst/>
            </a:prstGeom>
            <a:noFill/>
            <a:ln>
              <a:noFill/>
            </a:ln>
            <a:effectLst>
              <a:outerShdw blurRad="57150" dist="19050" dir="5400000" algn="bl" rotWithShape="0">
                <a:srgbClr val="000000">
                  <a:alpha val="20000"/>
                </a:srgbClr>
              </a:outerShdw>
            </a:effectLst>
          </p:spPr>
        </p:pic>
        <p:pic>
          <p:nvPicPr>
            <p:cNvPr id="1145" name="Google Shape;1145;g2701ceed56d_4_0"/>
            <p:cNvPicPr preferRelativeResize="0"/>
            <p:nvPr/>
          </p:nvPicPr>
          <p:blipFill rotWithShape="1">
            <a:blip r:embed="rId15">
              <a:alphaModFix/>
            </a:blip>
            <a:srcRect l="59" r="59"/>
            <a:stretch/>
          </p:blipFill>
          <p:spPr>
            <a:xfrm>
              <a:off x="2794084" y="1524573"/>
              <a:ext cx="828489" cy="592062"/>
            </a:xfrm>
            <a:prstGeom prst="rect">
              <a:avLst/>
            </a:prstGeom>
            <a:noFill/>
            <a:ln>
              <a:noFill/>
            </a:ln>
            <a:effectLst>
              <a:outerShdw blurRad="57150" dist="19050" dir="5400000" algn="bl" rotWithShape="0">
                <a:srgbClr val="000000">
                  <a:alpha val="20000"/>
                </a:srgbClr>
              </a:outerShdw>
            </a:effectLst>
          </p:spPr>
        </p:pic>
        <p:pic>
          <p:nvPicPr>
            <p:cNvPr id="1146" name="Google Shape;1146;g2701ceed56d_4_0"/>
            <p:cNvPicPr preferRelativeResize="0"/>
            <p:nvPr/>
          </p:nvPicPr>
          <p:blipFill rotWithShape="1">
            <a:blip r:embed="rId16">
              <a:alphaModFix/>
            </a:blip>
            <a:srcRect l="59" r="59"/>
            <a:stretch/>
          </p:blipFill>
          <p:spPr>
            <a:xfrm>
              <a:off x="1885009" y="2207520"/>
              <a:ext cx="828489" cy="592062"/>
            </a:xfrm>
            <a:prstGeom prst="rect">
              <a:avLst/>
            </a:prstGeom>
            <a:noFill/>
            <a:ln>
              <a:noFill/>
            </a:ln>
            <a:effectLst>
              <a:outerShdw blurRad="57150" dist="19050" dir="5400000" algn="bl" rotWithShape="0">
                <a:srgbClr val="000000">
                  <a:alpha val="20000"/>
                </a:srgbClr>
              </a:outerShdw>
            </a:effectLst>
          </p:spPr>
        </p:pic>
        <p:pic>
          <p:nvPicPr>
            <p:cNvPr id="1147" name="Google Shape;1147;g2701ceed56d_4_0"/>
            <p:cNvPicPr preferRelativeResize="0"/>
            <p:nvPr/>
          </p:nvPicPr>
          <p:blipFill rotWithShape="1">
            <a:blip r:embed="rId17">
              <a:alphaModFix/>
            </a:blip>
            <a:srcRect/>
            <a:stretch/>
          </p:blipFill>
          <p:spPr>
            <a:xfrm>
              <a:off x="975884" y="2890468"/>
              <a:ext cx="828489" cy="592062"/>
            </a:xfrm>
            <a:prstGeom prst="rect">
              <a:avLst/>
            </a:prstGeom>
            <a:noFill/>
            <a:ln>
              <a:noFill/>
            </a:ln>
            <a:effectLst>
              <a:outerShdw blurRad="57150" dist="19050" dir="5400000" algn="bl" rotWithShape="0">
                <a:srgbClr val="000000">
                  <a:alpha val="20000"/>
                </a:srgbClr>
              </a:outerShdw>
            </a:effectLst>
          </p:spPr>
        </p:pic>
        <p:pic>
          <p:nvPicPr>
            <p:cNvPr id="1148" name="Google Shape;1148;g2701ceed56d_4_0"/>
            <p:cNvPicPr preferRelativeResize="0"/>
            <p:nvPr/>
          </p:nvPicPr>
          <p:blipFill rotWithShape="1">
            <a:blip r:embed="rId18">
              <a:alphaModFix/>
            </a:blip>
            <a:srcRect/>
            <a:stretch/>
          </p:blipFill>
          <p:spPr>
            <a:xfrm>
              <a:off x="2794110" y="841625"/>
              <a:ext cx="828489" cy="592062"/>
            </a:xfrm>
            <a:prstGeom prst="rect">
              <a:avLst/>
            </a:prstGeom>
            <a:noFill/>
            <a:ln>
              <a:noFill/>
            </a:ln>
            <a:effectLst>
              <a:outerShdw blurRad="57150" dist="19050" dir="5400000" algn="bl" rotWithShape="0">
                <a:srgbClr val="000000">
                  <a:alpha val="20000"/>
                </a:srgbClr>
              </a:outerShdw>
            </a:effectLst>
          </p:spPr>
        </p:pic>
        <p:pic>
          <p:nvPicPr>
            <p:cNvPr id="1149" name="Google Shape;1149;g2701ceed56d_4_0"/>
            <p:cNvPicPr preferRelativeResize="0"/>
            <p:nvPr/>
          </p:nvPicPr>
          <p:blipFill rotWithShape="1">
            <a:blip r:embed="rId19">
              <a:alphaModFix/>
            </a:blip>
            <a:srcRect l="59" r="59"/>
            <a:stretch/>
          </p:blipFill>
          <p:spPr>
            <a:xfrm>
              <a:off x="1884985" y="1524573"/>
              <a:ext cx="828489" cy="592062"/>
            </a:xfrm>
            <a:prstGeom prst="rect">
              <a:avLst/>
            </a:prstGeom>
            <a:noFill/>
            <a:ln>
              <a:noFill/>
            </a:ln>
            <a:effectLst>
              <a:outerShdw blurRad="57150" dist="19050" dir="5400000" algn="bl" rotWithShape="0">
                <a:srgbClr val="000000">
                  <a:alpha val="20000"/>
                </a:srgbClr>
              </a:outerShdw>
            </a:effectLst>
          </p:spPr>
        </p:pic>
        <p:pic>
          <p:nvPicPr>
            <p:cNvPr id="1150" name="Google Shape;1150;g2701ceed56d_4_0"/>
            <p:cNvPicPr preferRelativeResize="0"/>
            <p:nvPr/>
          </p:nvPicPr>
          <p:blipFill rotWithShape="1">
            <a:blip r:embed="rId20">
              <a:alphaModFix/>
            </a:blip>
            <a:srcRect l="59" r="59"/>
            <a:stretch/>
          </p:blipFill>
          <p:spPr>
            <a:xfrm>
              <a:off x="975910" y="2207520"/>
              <a:ext cx="828489" cy="592062"/>
            </a:xfrm>
            <a:prstGeom prst="rect">
              <a:avLst/>
            </a:prstGeom>
            <a:noFill/>
            <a:ln>
              <a:noFill/>
            </a:ln>
            <a:effectLst>
              <a:outerShdw blurRad="57150" dist="19050" dir="5400000" algn="bl" rotWithShape="0">
                <a:srgbClr val="000000">
                  <a:alpha val="20000"/>
                </a:srgbClr>
              </a:outerShdw>
            </a:effectLst>
          </p:spPr>
        </p:pic>
        <p:pic>
          <p:nvPicPr>
            <p:cNvPr id="1151" name="Google Shape;1151;g2701ceed56d_4_0"/>
            <p:cNvPicPr preferRelativeResize="0"/>
            <p:nvPr/>
          </p:nvPicPr>
          <p:blipFill rotWithShape="1">
            <a:blip r:embed="rId21">
              <a:alphaModFix/>
            </a:blip>
            <a:srcRect/>
            <a:stretch/>
          </p:blipFill>
          <p:spPr>
            <a:xfrm>
              <a:off x="7339635" y="2207518"/>
              <a:ext cx="828489" cy="592062"/>
            </a:xfrm>
            <a:prstGeom prst="rect">
              <a:avLst/>
            </a:prstGeom>
            <a:noFill/>
            <a:ln>
              <a:noFill/>
            </a:ln>
            <a:effectLst>
              <a:outerShdw blurRad="57150" dist="19050" dir="5400000" algn="bl" rotWithShape="0">
                <a:srgbClr val="000000">
                  <a:alpha val="20000"/>
                </a:srgbClr>
              </a:outerShdw>
            </a:effectLst>
          </p:spPr>
        </p:pic>
        <p:pic>
          <p:nvPicPr>
            <p:cNvPr id="1152" name="Google Shape;1152;g2701ceed56d_4_0"/>
            <p:cNvPicPr preferRelativeResize="0"/>
            <p:nvPr/>
          </p:nvPicPr>
          <p:blipFill rotWithShape="1">
            <a:blip r:embed="rId22">
              <a:alphaModFix/>
            </a:blip>
            <a:srcRect/>
            <a:stretch/>
          </p:blipFill>
          <p:spPr>
            <a:xfrm>
              <a:off x="1885001" y="841625"/>
              <a:ext cx="828489" cy="592062"/>
            </a:xfrm>
            <a:prstGeom prst="rect">
              <a:avLst/>
            </a:prstGeom>
            <a:noFill/>
            <a:ln>
              <a:noFill/>
            </a:ln>
            <a:effectLst>
              <a:outerShdw blurRad="57150" dist="19050" dir="5400000" algn="bl" rotWithShape="0">
                <a:srgbClr val="000000">
                  <a:alpha val="20000"/>
                </a:srgbClr>
              </a:outerShdw>
            </a:effectLst>
          </p:spPr>
        </p:pic>
        <p:pic>
          <p:nvPicPr>
            <p:cNvPr id="1153" name="Google Shape;1153;g2701ceed56d_4_0"/>
            <p:cNvPicPr preferRelativeResize="0"/>
            <p:nvPr/>
          </p:nvPicPr>
          <p:blipFill rotWithShape="1">
            <a:blip r:embed="rId23">
              <a:alphaModFix/>
            </a:blip>
            <a:srcRect l="59" r="59"/>
            <a:stretch/>
          </p:blipFill>
          <p:spPr>
            <a:xfrm>
              <a:off x="975876" y="1524573"/>
              <a:ext cx="828489" cy="592062"/>
            </a:xfrm>
            <a:prstGeom prst="rect">
              <a:avLst/>
            </a:prstGeom>
            <a:noFill/>
            <a:ln>
              <a:noFill/>
            </a:ln>
            <a:effectLst>
              <a:outerShdw blurRad="57150" dist="19050" dir="5400000" algn="bl" rotWithShape="0">
                <a:srgbClr val="000000">
                  <a:alpha val="20000"/>
                </a:srgbClr>
              </a:outerShdw>
            </a:effectLst>
          </p:spPr>
        </p:pic>
        <p:pic>
          <p:nvPicPr>
            <p:cNvPr id="1154" name="Google Shape;1154;g2701ceed56d_4_0"/>
            <p:cNvPicPr preferRelativeResize="0"/>
            <p:nvPr/>
          </p:nvPicPr>
          <p:blipFill rotWithShape="1">
            <a:blip r:embed="rId24">
              <a:alphaModFix/>
            </a:blip>
            <a:srcRect t="19" b="29"/>
            <a:stretch/>
          </p:blipFill>
          <p:spPr>
            <a:xfrm>
              <a:off x="7339601" y="1524570"/>
              <a:ext cx="828489" cy="592062"/>
            </a:xfrm>
            <a:prstGeom prst="rect">
              <a:avLst/>
            </a:prstGeom>
            <a:noFill/>
            <a:ln>
              <a:noFill/>
            </a:ln>
            <a:effectLst>
              <a:outerShdw blurRad="57150" dist="19050" dir="5400000" algn="bl" rotWithShape="0">
                <a:srgbClr val="000000">
                  <a:alpha val="20000"/>
                </a:srgbClr>
              </a:outerShdw>
            </a:effectLst>
          </p:spPr>
        </p:pic>
        <p:pic>
          <p:nvPicPr>
            <p:cNvPr id="1155" name="Google Shape;1155;g2701ceed56d_4_0"/>
            <p:cNvPicPr preferRelativeResize="0"/>
            <p:nvPr/>
          </p:nvPicPr>
          <p:blipFill rotWithShape="1">
            <a:blip r:embed="rId25">
              <a:alphaModFix/>
            </a:blip>
            <a:srcRect t="19" b="29"/>
            <a:stretch/>
          </p:blipFill>
          <p:spPr>
            <a:xfrm>
              <a:off x="6430526" y="2207518"/>
              <a:ext cx="828489" cy="592062"/>
            </a:xfrm>
            <a:prstGeom prst="rect">
              <a:avLst/>
            </a:prstGeom>
            <a:noFill/>
            <a:ln>
              <a:noFill/>
            </a:ln>
            <a:effectLst>
              <a:outerShdw blurRad="57150" dist="19050" dir="5400000" algn="bl" rotWithShape="0">
                <a:srgbClr val="000000">
                  <a:alpha val="20000"/>
                </a:srgbClr>
              </a:outerShdw>
            </a:effectLst>
          </p:spPr>
        </p:pic>
        <p:pic>
          <p:nvPicPr>
            <p:cNvPr id="1156" name="Google Shape;1156;g2701ceed56d_4_0"/>
            <p:cNvPicPr preferRelativeResize="0"/>
            <p:nvPr/>
          </p:nvPicPr>
          <p:blipFill rotWithShape="1">
            <a:blip r:embed="rId26">
              <a:alphaModFix/>
            </a:blip>
            <a:srcRect/>
            <a:stretch/>
          </p:blipFill>
          <p:spPr>
            <a:xfrm>
              <a:off x="975880" y="841625"/>
              <a:ext cx="828489" cy="592062"/>
            </a:xfrm>
            <a:prstGeom prst="rect">
              <a:avLst/>
            </a:prstGeom>
            <a:noFill/>
            <a:ln>
              <a:noFill/>
            </a:ln>
            <a:effectLst>
              <a:outerShdw blurRad="57150" dist="19050" dir="5400000" algn="bl" rotWithShape="0">
                <a:srgbClr val="000000">
                  <a:alpha val="20000"/>
                </a:srgbClr>
              </a:outerShdw>
            </a:effectLst>
          </p:spPr>
        </p:pic>
        <p:pic>
          <p:nvPicPr>
            <p:cNvPr id="1157" name="Google Shape;1157;g2701ceed56d_4_0"/>
            <p:cNvPicPr preferRelativeResize="0"/>
            <p:nvPr/>
          </p:nvPicPr>
          <p:blipFill rotWithShape="1">
            <a:blip r:embed="rId27">
              <a:alphaModFix/>
            </a:blip>
            <a:srcRect t="79" b="89"/>
            <a:stretch/>
          </p:blipFill>
          <p:spPr>
            <a:xfrm>
              <a:off x="7339605" y="841623"/>
              <a:ext cx="828489" cy="592062"/>
            </a:xfrm>
            <a:prstGeom prst="rect">
              <a:avLst/>
            </a:prstGeom>
            <a:noFill/>
            <a:ln>
              <a:noFill/>
            </a:ln>
            <a:effectLst>
              <a:outerShdw blurRad="57150" dist="19050" dir="5400000" algn="bl" rotWithShape="0">
                <a:srgbClr val="000000">
                  <a:alpha val="20000"/>
                </a:srgbClr>
              </a:outerShdw>
            </a:effectLst>
          </p:spPr>
        </p:pic>
        <p:pic>
          <p:nvPicPr>
            <p:cNvPr id="1158" name="Google Shape;1158;g2701ceed56d_4_0"/>
            <p:cNvPicPr preferRelativeResize="0"/>
            <p:nvPr/>
          </p:nvPicPr>
          <p:blipFill rotWithShape="1">
            <a:blip r:embed="rId28">
              <a:alphaModFix/>
            </a:blip>
            <a:srcRect t="19" b="29"/>
            <a:stretch/>
          </p:blipFill>
          <p:spPr>
            <a:xfrm>
              <a:off x="6430480" y="1524570"/>
              <a:ext cx="828489" cy="592062"/>
            </a:xfrm>
            <a:prstGeom prst="rect">
              <a:avLst/>
            </a:prstGeom>
            <a:noFill/>
            <a:ln>
              <a:noFill/>
            </a:ln>
            <a:effectLst>
              <a:outerShdw blurRad="57150" dist="19050" dir="5400000" algn="bl" rotWithShape="0">
                <a:srgbClr val="000000">
                  <a:alpha val="20000"/>
                </a:srgbClr>
              </a:outerShdw>
            </a:effectLst>
          </p:spPr>
        </p:pic>
        <p:pic>
          <p:nvPicPr>
            <p:cNvPr id="1159" name="Google Shape;1159;g2701ceed56d_4_0"/>
            <p:cNvPicPr preferRelativeResize="0"/>
            <p:nvPr/>
          </p:nvPicPr>
          <p:blipFill rotWithShape="1">
            <a:blip r:embed="rId29">
              <a:alphaModFix/>
            </a:blip>
            <a:srcRect t="19" b="29"/>
            <a:stretch/>
          </p:blipFill>
          <p:spPr>
            <a:xfrm>
              <a:off x="5521405" y="2207518"/>
              <a:ext cx="828489" cy="592062"/>
            </a:xfrm>
            <a:prstGeom prst="rect">
              <a:avLst/>
            </a:prstGeom>
            <a:noFill/>
            <a:ln>
              <a:noFill/>
            </a:ln>
            <a:effectLst>
              <a:outerShdw blurRad="57150" dist="19050" dir="5400000" algn="bl" rotWithShape="0">
                <a:srgbClr val="000000">
                  <a:alpha val="20000"/>
                </a:srgbClr>
              </a:outerShdw>
            </a:effectLst>
          </p:spPr>
        </p:pic>
        <p:pic>
          <p:nvPicPr>
            <p:cNvPr id="1160" name="Google Shape;1160;g2701ceed56d_4_0"/>
            <p:cNvPicPr preferRelativeResize="0"/>
            <p:nvPr/>
          </p:nvPicPr>
          <p:blipFill rotWithShape="1">
            <a:blip r:embed="rId30">
              <a:alphaModFix/>
            </a:blip>
            <a:srcRect t="79" b="89"/>
            <a:stretch/>
          </p:blipFill>
          <p:spPr>
            <a:xfrm>
              <a:off x="4612280" y="2890465"/>
              <a:ext cx="828489" cy="592062"/>
            </a:xfrm>
            <a:prstGeom prst="rect">
              <a:avLst/>
            </a:prstGeom>
            <a:noFill/>
            <a:ln>
              <a:noFill/>
            </a:ln>
            <a:effectLst>
              <a:outerShdw blurRad="57150" dist="19050" dir="5400000" algn="bl" rotWithShape="0">
                <a:srgbClr val="000000">
                  <a:alpha val="20000"/>
                </a:srgbClr>
              </a:outerShdw>
            </a:effectLst>
          </p:spPr>
        </p:pic>
        <p:pic>
          <p:nvPicPr>
            <p:cNvPr id="1161" name="Google Shape;1161;g2701ceed56d_4_0"/>
            <p:cNvPicPr preferRelativeResize="0"/>
            <p:nvPr/>
          </p:nvPicPr>
          <p:blipFill rotWithShape="1">
            <a:blip r:embed="rId31">
              <a:alphaModFix/>
            </a:blip>
            <a:srcRect t="19" b="29"/>
            <a:stretch/>
          </p:blipFill>
          <p:spPr>
            <a:xfrm>
              <a:off x="3703217" y="2207520"/>
              <a:ext cx="828489" cy="592062"/>
            </a:xfrm>
            <a:prstGeom prst="rect">
              <a:avLst/>
            </a:prstGeom>
            <a:noFill/>
            <a:ln>
              <a:noFill/>
            </a:ln>
            <a:effectLst>
              <a:outerShdw blurRad="57150" dist="19050" dir="5400000" algn="bl" rotWithShape="0">
                <a:srgbClr val="000000">
                  <a:alpha val="20000"/>
                </a:srgbClr>
              </a:outerShdw>
            </a:effectLst>
          </p:spPr>
        </p:pic>
        <p:pic>
          <p:nvPicPr>
            <p:cNvPr id="1162" name="Google Shape;1162;g2701ceed56d_4_0" title="JL687-89F.png"/>
            <p:cNvPicPr preferRelativeResize="0"/>
            <p:nvPr/>
          </p:nvPicPr>
          <p:blipFill rotWithShape="1">
            <a:blip r:embed="rId32">
              <a:alphaModFix/>
            </a:blip>
            <a:srcRect/>
            <a:stretch/>
          </p:blipFill>
          <p:spPr>
            <a:xfrm>
              <a:off x="5521380" y="2890465"/>
              <a:ext cx="828489" cy="592062"/>
            </a:xfrm>
            <a:prstGeom prst="rect">
              <a:avLst/>
            </a:prstGeom>
            <a:noFill/>
            <a:ln>
              <a:noFill/>
            </a:ln>
            <a:effectLst>
              <a:outerShdw blurRad="57150" dist="19050" dir="5400000" algn="bl" rotWithShape="0">
                <a:srgbClr val="000000">
                  <a:alpha val="20000"/>
                </a:srgbClr>
              </a:outerShdw>
            </a:effectLst>
          </p:spPr>
        </p:pic>
      </p:grpSp>
      <p:pic>
        <p:nvPicPr>
          <p:cNvPr id="1163" name="Google Shape;1163;g2701ceed56d_4_0" title="JL687-90F.png"/>
          <p:cNvPicPr preferRelativeResize="0"/>
          <p:nvPr/>
        </p:nvPicPr>
        <p:blipFill rotWithShape="1">
          <a:blip r:embed="rId33">
            <a:alphaModFix/>
          </a:blip>
          <a:srcRect l="59" r="59"/>
          <a:stretch/>
        </p:blipFill>
        <p:spPr>
          <a:xfrm>
            <a:off x="6430526" y="2890465"/>
            <a:ext cx="828489" cy="592062"/>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68"/>
        <p:cNvGrpSpPr/>
        <p:nvPr/>
      </p:nvGrpSpPr>
      <p:grpSpPr>
        <a:xfrm>
          <a:off x="0" y="0"/>
          <a:ext cx="0" cy="0"/>
          <a:chOff x="0" y="0"/>
          <a:chExt cx="0" cy="0"/>
        </a:xfrm>
      </p:grpSpPr>
      <p:pic>
        <p:nvPicPr>
          <p:cNvPr id="1169" name="Google Shape;1169;g27396dc95f3_0_0"/>
          <p:cNvPicPr preferRelativeResize="0"/>
          <p:nvPr/>
        </p:nvPicPr>
        <p:blipFill rotWithShape="1">
          <a:blip r:embed="rId3">
            <a:alphaModFix/>
          </a:blip>
          <a:srcRect/>
          <a:stretch/>
        </p:blipFill>
        <p:spPr>
          <a:xfrm>
            <a:off x="5109050" y="4325473"/>
            <a:ext cx="2711124" cy="1690334"/>
          </a:xfrm>
          <a:prstGeom prst="rect">
            <a:avLst/>
          </a:prstGeom>
          <a:noFill/>
          <a:ln>
            <a:noFill/>
          </a:ln>
        </p:spPr>
      </p:pic>
      <p:pic>
        <p:nvPicPr>
          <p:cNvPr id="1170" name="Google Shape;1170;g27396dc95f3_0_0"/>
          <p:cNvPicPr preferRelativeResize="0"/>
          <p:nvPr/>
        </p:nvPicPr>
        <p:blipFill rotWithShape="1">
          <a:blip r:embed="rId4">
            <a:alphaModFix/>
          </a:blip>
          <a:srcRect/>
          <a:stretch/>
        </p:blipFill>
        <p:spPr>
          <a:xfrm>
            <a:off x="5109050" y="2715525"/>
            <a:ext cx="2276692" cy="1674523"/>
          </a:xfrm>
          <a:prstGeom prst="rect">
            <a:avLst/>
          </a:prstGeom>
          <a:noFill/>
          <a:ln>
            <a:noFill/>
          </a:ln>
        </p:spPr>
      </p:pic>
      <p:grpSp>
        <p:nvGrpSpPr>
          <p:cNvPr id="1171" name="Google Shape;1171;g27396dc95f3_0_0"/>
          <p:cNvGrpSpPr/>
          <p:nvPr/>
        </p:nvGrpSpPr>
        <p:grpSpPr>
          <a:xfrm>
            <a:off x="738421" y="2727375"/>
            <a:ext cx="4166511" cy="1135100"/>
            <a:chOff x="738421" y="2727375"/>
            <a:chExt cx="4166511" cy="1135100"/>
          </a:xfrm>
        </p:grpSpPr>
        <p:pic>
          <p:nvPicPr>
            <p:cNvPr id="1172" name="Google Shape;1172;g27396dc95f3_0_0"/>
            <p:cNvPicPr preferRelativeResize="0"/>
            <p:nvPr/>
          </p:nvPicPr>
          <p:blipFill rotWithShape="1">
            <a:blip r:embed="rId5">
              <a:alphaModFix/>
            </a:blip>
            <a:srcRect r="51613"/>
            <a:stretch/>
          </p:blipFill>
          <p:spPr>
            <a:xfrm>
              <a:off x="738421" y="2727375"/>
              <a:ext cx="1119275" cy="1135100"/>
            </a:xfrm>
            <a:prstGeom prst="rect">
              <a:avLst/>
            </a:prstGeom>
            <a:noFill/>
            <a:ln>
              <a:noFill/>
            </a:ln>
          </p:spPr>
        </p:pic>
        <p:pic>
          <p:nvPicPr>
            <p:cNvPr id="1173" name="Google Shape;1173;g27396dc95f3_0_0"/>
            <p:cNvPicPr preferRelativeResize="0"/>
            <p:nvPr/>
          </p:nvPicPr>
          <p:blipFill rotWithShape="1">
            <a:blip r:embed="rId6">
              <a:alphaModFix/>
            </a:blip>
            <a:srcRect r="53080"/>
            <a:stretch/>
          </p:blipFill>
          <p:spPr>
            <a:xfrm>
              <a:off x="2807241" y="2727375"/>
              <a:ext cx="1085375" cy="1135100"/>
            </a:xfrm>
            <a:prstGeom prst="rect">
              <a:avLst/>
            </a:prstGeom>
            <a:noFill/>
            <a:ln>
              <a:noFill/>
            </a:ln>
          </p:spPr>
        </p:pic>
        <p:pic>
          <p:nvPicPr>
            <p:cNvPr id="1174" name="Google Shape;1174;g27396dc95f3_0_0"/>
            <p:cNvPicPr preferRelativeResize="0"/>
            <p:nvPr/>
          </p:nvPicPr>
          <p:blipFill rotWithShape="1">
            <a:blip r:embed="rId6">
              <a:alphaModFix/>
            </a:blip>
            <a:srcRect l="56803"/>
            <a:stretch/>
          </p:blipFill>
          <p:spPr>
            <a:xfrm>
              <a:off x="3905682" y="2727375"/>
              <a:ext cx="999250" cy="1135100"/>
            </a:xfrm>
            <a:prstGeom prst="rect">
              <a:avLst/>
            </a:prstGeom>
            <a:noFill/>
            <a:ln>
              <a:noFill/>
            </a:ln>
          </p:spPr>
        </p:pic>
        <p:pic>
          <p:nvPicPr>
            <p:cNvPr id="1175" name="Google Shape;1175;g27396dc95f3_0_0"/>
            <p:cNvPicPr preferRelativeResize="0"/>
            <p:nvPr/>
          </p:nvPicPr>
          <p:blipFill rotWithShape="1">
            <a:blip r:embed="rId5">
              <a:alphaModFix/>
            </a:blip>
            <a:srcRect l="54974"/>
            <a:stretch/>
          </p:blipFill>
          <p:spPr>
            <a:xfrm>
              <a:off x="1781505" y="2727375"/>
              <a:ext cx="1041525" cy="1135100"/>
            </a:xfrm>
            <a:prstGeom prst="rect">
              <a:avLst/>
            </a:prstGeom>
            <a:noFill/>
            <a:ln>
              <a:noFill/>
            </a:ln>
          </p:spPr>
        </p:pic>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426</Words>
  <Application>Microsoft Office PowerPoint</Application>
  <PresentationFormat>On-screen Show (4:3)</PresentationFormat>
  <Paragraphs>101</Paragraphs>
  <Slides>24</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Poppins SemiBold</vt:lpstr>
      <vt:lpstr>Arial</vt:lpstr>
      <vt:lpstr>Poppins Medium</vt:lpstr>
      <vt:lpstr>Calibri</vt:lpstr>
      <vt:lpstr>Jost</vt:lpstr>
      <vt:lpstr>Poppins</vt:lpstr>
      <vt:lpstr>Nunito Black</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Review Phase 5.5 Common Exception Words  people wild child mind kind behind eye oh most only both though through who prove shoe beautiful climb Christmas school sugar love money any…</vt:lpstr>
      <vt:lpstr>…many friend very busy pretty once please.</vt:lpstr>
      <vt:lpstr>Teach Homophones within /z/ family  freeze / frees, maze / maize, please / pleas,  raise / rays, size / sighs.</vt:lpstr>
      <vt:lpstr>Review Common Exception Words as is his  has was please.</vt:lpstr>
      <vt:lpstr>Review Grapheme Captions</vt:lpstr>
      <vt:lpstr>Review Grapheme Captions</vt:lpstr>
      <vt:lpstr>Build a Decodable Word</vt:lpstr>
      <vt:lpstr>Build a Decodable Word</vt:lpstr>
      <vt:lpstr>Practise with Alien Words</vt:lpstr>
      <vt:lpstr>Practise with Alien Words</vt:lpstr>
      <vt:lpstr>Practise Common Exception Words</vt:lpstr>
      <vt:lpstr>Practise Common Exception Words</vt:lpstr>
      <vt:lpstr>Practise Common Exception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2026-05-29T03:11:22Z</dcterms:modified>
</cp:coreProperties>
</file>