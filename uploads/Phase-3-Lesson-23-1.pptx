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oEhxo+f2sSPEd2Nv1gxBByCBD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74D447-45E0-405C-A5E1-9FAA70F07268}">
  <a:tblStyle styleId="{FC74D447-45E0-405C-A5E1-9FAA70F0726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c6ce20016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c6ce20016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c6ce20016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c6ce200167_0_7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c6ce200167_0_7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c6ce200167_0_7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6ce200167_0_8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c6ce200167_0_8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c6ce200167_0_8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Consonant Digraph 'sh'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5 -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23</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9.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9" y="2693575"/>
            <a:ext cx="35964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Consonant Digraph 'sh'</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23</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{FC74D447-45E0-405C-A5E1-9FAA70F07268}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sh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sh</a:t>
            </a:r>
            <a:r>
              <a:rPr lang="en-US"/>
              <a:t>.</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1000"/>
              </a:spcAft>
              <a:buSzPts val="1600"/>
              <a:buChar char="•"/>
            </a:pPr>
            <a:r>
              <a:rPr lang="en-US"/>
              <a:t>Review Alphabet Song.</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846674" y="5256525"/>
            <a:ext cx="1443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6" name="Google Shape;716;g2bee4f4af4b_0_204">
            <a:hlinkClick r:id="rId8" action="ppaction://hlinksldjump"/>
          </p:cNvPr>
          <p:cNvSpPr/>
          <p:nvPr/>
        </p:nvSpPr>
        <p:spPr>
          <a:xfrm>
            <a:off x="1031138"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446538"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3597764"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1" action="ppaction://hlinksldjump"/>
          </p:cNvPr>
          <p:cNvSpPr/>
          <p:nvPr/>
        </p:nvSpPr>
        <p:spPr>
          <a:xfrm>
            <a:off x="4878003" y="375004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2" action="ppaction://hlinksldjump"/>
          </p:cNvPr>
          <p:cNvSpPr/>
          <p:nvPr/>
        </p:nvSpPr>
        <p:spPr>
          <a:xfrm>
            <a:off x="6016861" y="380319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7" name="Google Shape;727;g26b641b03cd_0_165"/>
          <p:cNvGrpSpPr/>
          <p:nvPr/>
        </p:nvGrpSpPr>
        <p:grpSpPr>
          <a:xfrm>
            <a:off x="930400" y="2129444"/>
            <a:ext cx="7283200" cy="3724851"/>
            <a:chOff x="930400" y="2129444"/>
            <a:chExt cx="7283200" cy="3724851"/>
          </a:xfrm>
        </p:grpSpPr>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7" name="Google Shape;757;g26b7edf6e71_0_26"/>
          <p:cNvPicPr preferRelativeResize="0"/>
          <p:nvPr/>
        </p:nvPicPr>
        <p:blipFill rotWithShape="1">
          <a:blip r:embed="rId3">
            <a:alphaModFix/>
          </a:blip>
          <a:srcRect l="79" r="79"/>
          <a:stretch/>
        </p:blipFill>
        <p:spPr>
          <a:xfrm>
            <a:off x="930400" y="2129450"/>
            <a:ext cx="730013" cy="1033297"/>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4">
            <a:alphaModFix/>
          </a:blip>
          <a:srcRect l="79" r="79"/>
          <a:stretch/>
        </p:blipFill>
        <p:spPr>
          <a:xfrm>
            <a:off x="3387841" y="2129450"/>
            <a:ext cx="730013" cy="1033297"/>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5">
            <a:alphaModFix/>
          </a:blip>
          <a:srcRect l="79" r="79"/>
          <a:stretch/>
        </p:blipFill>
        <p:spPr>
          <a:xfrm>
            <a:off x="1749546" y="2129450"/>
            <a:ext cx="730013" cy="1033297"/>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6">
            <a:alphaModFix/>
          </a:blip>
          <a:srcRect l="19" r="29"/>
          <a:stretch/>
        </p:blipFill>
        <p:spPr>
          <a:xfrm>
            <a:off x="2568695" y="2129450"/>
            <a:ext cx="730013" cy="1033296"/>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7">
            <a:alphaModFix/>
          </a:blip>
          <a:srcRect l="19" r="29"/>
          <a:stretch/>
        </p:blipFill>
        <p:spPr>
          <a:xfrm>
            <a:off x="4206988" y="2129450"/>
            <a:ext cx="730013" cy="1033296"/>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8">
            <a:alphaModFix/>
          </a:blip>
          <a:srcRect l="79" r="79"/>
          <a:stretch/>
        </p:blipFill>
        <p:spPr>
          <a:xfrm>
            <a:off x="6664429" y="2129450"/>
            <a:ext cx="730013" cy="1033297"/>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9">
            <a:alphaModFix/>
          </a:blip>
          <a:srcRect l="79" r="79"/>
          <a:stretch/>
        </p:blipFill>
        <p:spPr>
          <a:xfrm>
            <a:off x="5026136" y="2129450"/>
            <a:ext cx="730013" cy="1033297"/>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0">
            <a:alphaModFix/>
          </a:blip>
          <a:srcRect l="79" r="79"/>
          <a:stretch/>
        </p:blipFill>
        <p:spPr>
          <a:xfrm>
            <a:off x="5845282" y="2129450"/>
            <a:ext cx="730013" cy="1033297"/>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1">
            <a:alphaModFix/>
          </a:blip>
          <a:srcRect l="19" r="29"/>
          <a:stretch/>
        </p:blipFill>
        <p:spPr>
          <a:xfrm>
            <a:off x="7483586" y="2129450"/>
            <a:ext cx="730013" cy="1033298"/>
          </a:xfrm>
          <a:prstGeom prst="rect">
            <a:avLst/>
          </a:prstGeom>
          <a:noFill/>
          <a:ln>
            <a:noFill/>
          </a:ln>
          <a:effectLst>
            <a:outerShdw blurRad="71438" dist="28575" dir="5400000" algn="bl" rotWithShape="0">
              <a:srgbClr val="000000">
                <a:alpha val="156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c6ce20016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72" name="Google Shape;772;g2c6ce200167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3" name="Google Shape;773;g2c6ce200167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0" name="Google Shape;78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1" name="Google Shape;781;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2" name="Google Shape;78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9" name="Google Shape;78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0" name="Google Shape;79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1" name="Google Shape;79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8" name="Google Shape;79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9" name="Google Shape;79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0" name="Google Shape;80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7" name="Google Shape;80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08" name="Google Shape;808;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9" name="Google Shape;80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6" name="Google Shape;81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7" name="Google Shape;81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4" name="Google Shape;824;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5" name="Google Shape;825;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0" name="Google Shape;830;g2c4fd7a3c22_2_0"/>
          <p:cNvGrpSpPr/>
          <p:nvPr/>
        </p:nvGrpSpPr>
        <p:grpSpPr>
          <a:xfrm>
            <a:off x="304250" y="6984600"/>
            <a:ext cx="8330829" cy="808600"/>
            <a:chOff x="-152950" y="7365600"/>
            <a:chExt cx="8330829" cy="808600"/>
          </a:xfrm>
        </p:grpSpPr>
        <p:sp>
          <p:nvSpPr>
            <p:cNvPr id="831" name="Google Shape;831;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2" name="Google Shape;832;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3" name="Google Shape;833;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4" name="Google Shape;834;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9" name="Google Shape;839;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4fd7a3c22_2_0"/>
          <p:cNvSpPr/>
          <p:nvPr/>
        </p:nvSpPr>
        <p:spPr>
          <a:xfrm>
            <a:off x="31947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c4fd7a3c22_2_0"/>
          <p:cNvSpPr/>
          <p:nvPr/>
        </p:nvSpPr>
        <p:spPr>
          <a:xfrm>
            <a:off x="39795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3" name="Google Shape;843;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4" name="Google Shape;844;g2c4fd7a3c22_2_0"/>
          <p:cNvSpPr txBox="1">
            <a:spLocks noGrp="1"/>
          </p:cNvSpPr>
          <p:nvPr>
            <p:ph type="subTitle" idx="4294967295"/>
          </p:nvPr>
        </p:nvSpPr>
        <p:spPr>
          <a:xfrm>
            <a:off x="4466675" y="1308025"/>
            <a:ext cx="2052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845" name="Google Shape;845;g2c4fd7a3c22_2_0"/>
          <p:cNvSpPr txBox="1">
            <a:spLocks noGrp="1"/>
          </p:cNvSpPr>
          <p:nvPr>
            <p:ph type="subTitle" idx="4294967295"/>
          </p:nvPr>
        </p:nvSpPr>
        <p:spPr>
          <a:xfrm>
            <a:off x="262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46" name="Google Shape;846;g2c4fd7a3c22_2_0"/>
          <p:cNvSpPr txBox="1">
            <a:spLocks noGrp="1"/>
          </p:cNvSpPr>
          <p:nvPr>
            <p:ph type="subTitle" idx="4294967295"/>
          </p:nvPr>
        </p:nvSpPr>
        <p:spPr>
          <a:xfrm>
            <a:off x="34098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847" name="Google Shape;847;g2c4fd7a3c22_2_0"/>
          <p:cNvSpPr/>
          <p:nvPr/>
        </p:nvSpPr>
        <p:spPr>
          <a:xfrm>
            <a:off x="4691935" y="4011888"/>
            <a:ext cx="1617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c6ce200167_0_76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4" name="Google Shape;854;g2c6ce200167_0_76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5" name="Google Shape;855;g2c6ce200167_0_76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c6ce200167_0_76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c6ce200167_0_76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c6ce200167_0_76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6ce200167_0_76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0" name="Google Shape;860;g2c6ce200167_0_767"/>
          <p:cNvGrpSpPr/>
          <p:nvPr/>
        </p:nvGrpSpPr>
        <p:grpSpPr>
          <a:xfrm>
            <a:off x="304250" y="6984600"/>
            <a:ext cx="8330829" cy="808600"/>
            <a:chOff x="-152950" y="7365600"/>
            <a:chExt cx="8330829" cy="808600"/>
          </a:xfrm>
        </p:grpSpPr>
        <p:sp>
          <p:nvSpPr>
            <p:cNvPr id="861" name="Google Shape;861;g2c6ce200167_0_76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2" name="Google Shape;862;g2c6ce200167_0_76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3" name="Google Shape;863;g2c6ce200167_0_76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4" name="Google Shape;864;g2c6ce200167_0_76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5" name="Google Shape;865;g2c6ce200167_0_76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6" name="Google Shape;866;g2c6ce200167_0_76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7" name="Google Shape;867;g2c6ce200167_0_76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8" name="Google Shape;868;g2c6ce200167_0_76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9" name="Google Shape;869;g2c6ce200167_0_76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c6ce200167_0_76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6ce200167_0_767"/>
          <p:cNvSpPr/>
          <p:nvPr/>
        </p:nvSpPr>
        <p:spPr>
          <a:xfrm>
            <a:off x="46911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c6ce200167_0_767"/>
          <p:cNvSpPr/>
          <p:nvPr/>
        </p:nvSpPr>
        <p:spPr>
          <a:xfrm>
            <a:off x="58569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3" name="Google Shape;873;g2c6ce200167_0_76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4" name="Google Shape;874;g2c6ce200167_0_767"/>
          <p:cNvSpPr txBox="1">
            <a:spLocks noGrp="1"/>
          </p:cNvSpPr>
          <p:nvPr>
            <p:ph type="subTitle" idx="4294967295"/>
          </p:nvPr>
        </p:nvSpPr>
        <p:spPr>
          <a:xfrm>
            <a:off x="5287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75" name="Google Shape;875;g2c6ce200167_0_767"/>
          <p:cNvSpPr txBox="1">
            <a:spLocks noGrp="1"/>
          </p:cNvSpPr>
          <p:nvPr>
            <p:ph type="subTitle" idx="4294967295"/>
          </p:nvPr>
        </p:nvSpPr>
        <p:spPr>
          <a:xfrm>
            <a:off x="2327325" y="1308025"/>
            <a:ext cx="232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876" name="Google Shape;876;g2c6ce200167_0_767"/>
          <p:cNvSpPr txBox="1">
            <a:spLocks noGrp="1"/>
          </p:cNvSpPr>
          <p:nvPr>
            <p:ph type="subTitle" idx="4294967295"/>
          </p:nvPr>
        </p:nvSpPr>
        <p:spPr>
          <a:xfrm>
            <a:off x="41214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877" name="Google Shape;877;g2c6ce200167_0_767"/>
          <p:cNvSpPr/>
          <p:nvPr/>
        </p:nvSpPr>
        <p:spPr>
          <a:xfrm>
            <a:off x="2683135" y="4011888"/>
            <a:ext cx="1617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4" name="Google Shape;8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5" name="Google Shape;8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2" name="Google Shape;8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3" name="Google Shape;89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4" name="Google Shape;8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1" name="Google Shape;9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2" name="Google Shape;902;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3" name="Google Shape;9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0" name="Google Shape;9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1" name="Google Shape;911;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2" name="Google Shape;9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9" name="Google Shape;9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0" name="Google Shape;920;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1" name="Google Shape;92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301"/>
          <p:cNvSpPr txBox="1">
            <a:spLocks noGrp="1"/>
          </p:cNvSpPr>
          <p:nvPr>
            <p:ph type="title"/>
          </p:nvPr>
        </p:nvSpPr>
        <p:spPr>
          <a:xfrm>
            <a:off x="945750" y="5568500"/>
            <a:ext cx="7252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8" name="Google Shape;92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29" name="Google Shape;929;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30" name="Google Shape;93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6b641b03cd_0_308"/>
          <p:cNvSpPr txBox="1">
            <a:spLocks noGrp="1"/>
          </p:cNvSpPr>
          <p:nvPr>
            <p:ph type="title"/>
          </p:nvPr>
        </p:nvSpPr>
        <p:spPr>
          <a:xfrm>
            <a:off x="945625" y="5568500"/>
            <a:ext cx="7252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37" name="Google Shape;93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38" name="Google Shape;938;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39" name="Google Shape;939;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6" name="Google Shape;94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47" name="Google Shape;947;g1f3daf8a844_0_64"/>
          <p:cNvGrpSpPr/>
          <p:nvPr/>
        </p:nvGrpSpPr>
        <p:grpSpPr>
          <a:xfrm>
            <a:off x="3024000" y="209875"/>
            <a:ext cx="3096000" cy="454800"/>
            <a:chOff x="3024000" y="209875"/>
            <a:chExt cx="3096000" cy="454800"/>
          </a:xfrm>
        </p:grpSpPr>
        <p:sp>
          <p:nvSpPr>
            <p:cNvPr id="948" name="Google Shape;94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0" name="Google Shape;95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1" name="Google Shape;95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2" name="Google Shape;95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3" name="Google Shape;95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4" name="Google Shape;95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5" name="Google Shape;95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56" name="Google Shape;95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57" name="Google Shape;95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58" name="Google Shape;95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59" name="Google Shape;959;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60" name="Google Shape;960;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961" name="Google Shape;961;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62" name="Google Shape;962;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63" name="Google Shape;963;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964" name="Google Shape;964;g1f3daf8a844_0_64"/>
          <p:cNvSpPr txBox="1"/>
          <p:nvPr/>
        </p:nvSpPr>
        <p:spPr>
          <a:xfrm>
            <a:off x="6945355"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965" name="Google Shape;965;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966" name="Google Shape;96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c6ce200167_0_8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3" name="Google Shape;973;g2c6ce200167_0_80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4" name="Google Shape;974;g2c6ce200167_0_801"/>
          <p:cNvGrpSpPr/>
          <p:nvPr/>
        </p:nvGrpSpPr>
        <p:grpSpPr>
          <a:xfrm>
            <a:off x="3024000" y="209875"/>
            <a:ext cx="3096000" cy="454800"/>
            <a:chOff x="3024000" y="209875"/>
            <a:chExt cx="3096000" cy="454800"/>
          </a:xfrm>
        </p:grpSpPr>
        <p:sp>
          <p:nvSpPr>
            <p:cNvPr id="975" name="Google Shape;975;g2c6ce200167_0_80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c6ce200167_0_80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77" name="Google Shape;977;g2c6ce200167_0_80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78" name="Google Shape;978;g2c6ce200167_0_80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79" name="Google Shape;979;g2c6ce200167_0_80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0" name="Google Shape;980;g2c6ce200167_0_80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1" name="Google Shape;981;g2c6ce200167_0_80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2" name="Google Shape;982;g2c6ce200167_0_80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3" name="Google Shape;983;g2c6ce200167_0_80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fish ship shop shed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sh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sh shell</a:t>
            </a:r>
            <a:endParaRPr sz="1800" b="0" i="0" u="none" strike="noStrike" cap="none">
              <a:solidFill>
                <a:srgbClr val="B7B7B7"/>
              </a:solidFill>
              <a:latin typeface="Jost"/>
              <a:ea typeface="Jost"/>
              <a:cs typeface="Jost"/>
              <a:sym typeface="Jost"/>
            </a:endParaRPr>
          </a:p>
        </p:txBody>
      </p:sp>
      <p:sp>
        <p:nvSpPr>
          <p:cNvPr id="984" name="Google Shape;984;g2c6ce200167_0_80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85" name="Google Shape;985;g2c6ce200167_0_80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86" name="Google Shape;986;g2c6ce200167_0_80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87" name="Google Shape;987;g2c6ce200167_0_80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cxnSp>
        <p:nvCxnSpPr>
          <p:cNvPr id="988" name="Google Shape;988;g2c6ce200167_0_80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89" name="Google Shape;989;g2c6ce200167_0_801"/>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90" name="Google Shape;990;g2c6ce200167_0_801"/>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991" name="Google Shape;991;g2c6ce200167_0_801"/>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92" name="Google Shape;992;g2c6ce200167_0_801"/>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93" name="Google Shape;993;g2c6ce200167_0_801"/>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994" name="Google Shape;994;g2c6ce200167_0_801"/>
          <p:cNvSpPr txBox="1"/>
          <p:nvPr/>
        </p:nvSpPr>
        <p:spPr>
          <a:xfrm>
            <a:off x="6945355"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995" name="Google Shape;995;g2c6ce200167_0_80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‘Once I Caught A Fish Alive'.</a:t>
            </a:r>
            <a:endParaRPr/>
          </a:p>
          <a:p>
            <a:pPr marL="457200" lvl="0" indent="-330200" algn="l" rtl="0">
              <a:lnSpc>
                <a:spcPct val="115000"/>
              </a:lnSpc>
              <a:spcBef>
                <a:spcPts val="0"/>
              </a:spcBef>
              <a:spcAft>
                <a:spcPts val="0"/>
              </a:spcAft>
              <a:buSzPts val="1600"/>
              <a:buChar char="•"/>
            </a:pPr>
            <a:r>
              <a:rPr lang="en-US"/>
              <a:t>Share a seaside picture/image and ask the children to label items with a ‘</a:t>
            </a:r>
            <a:r>
              <a:rPr lang="en-US">
                <a:solidFill>
                  <a:srgbClr val="8DC63F"/>
                </a:solidFill>
              </a:rPr>
              <a:t>sh</a:t>
            </a:r>
            <a:r>
              <a:rPr lang="en-US"/>
              <a:t>’ in them e.g. fish shop shell dash cash.</a:t>
            </a:r>
            <a:endParaRPr/>
          </a:p>
        </p:txBody>
      </p:sp>
      <p:pic>
        <p:nvPicPr>
          <p:cNvPr id="1002" name="Google Shape;1002;g2c186218c5a_0_118"/>
          <p:cNvPicPr preferRelativeResize="0"/>
          <p:nvPr/>
        </p:nvPicPr>
        <p:blipFill rotWithShape="1">
          <a:blip r:embed="rId3">
            <a:alphaModFix/>
          </a:blip>
          <a:srcRect t="268" b="278"/>
          <a:stretch/>
        </p:blipFill>
        <p:spPr>
          <a:xfrm rot="-385541">
            <a:off x="501175" y="1424050"/>
            <a:ext cx="2613275" cy="3696149"/>
          </a:xfrm>
          <a:prstGeom prst="rect">
            <a:avLst/>
          </a:prstGeom>
          <a:noFill/>
          <a:ln>
            <a:noFill/>
          </a:ln>
        </p:spPr>
      </p:pic>
      <p:pic>
        <p:nvPicPr>
          <p:cNvPr id="1003" name="Google Shape;1003;g2c186218c5a_0_118"/>
          <p:cNvPicPr preferRelativeResize="0"/>
          <p:nvPr/>
        </p:nvPicPr>
        <p:blipFill rotWithShape="1">
          <a:blip r:embed="rId4">
            <a:alphaModFix/>
          </a:blip>
          <a:srcRect/>
          <a:stretch/>
        </p:blipFill>
        <p:spPr>
          <a:xfrm rot="719272">
            <a:off x="2843200" y="1878511"/>
            <a:ext cx="1322278" cy="121635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405</Words>
  <Application>Microsoft Office PowerPoint</Application>
  <PresentationFormat>On-screen Show (4:3)</PresentationFormat>
  <Paragraphs>159</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Jost</vt:lpstr>
      <vt:lpstr>Poppins Medium</vt:lpstr>
      <vt:lpstr>Poppins</vt:lpstr>
      <vt:lpstr>Poppins SemiBold</vt:lpstr>
      <vt:lpstr>Calibri</vt:lpstr>
      <vt:lpstr>Mulish</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2026-04-28T05:20:59Z</dcterms:modified>
</cp:coreProperties>
</file>