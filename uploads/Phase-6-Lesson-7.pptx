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97C3IYboeKVNX1khungA0qH/n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3A43A1-E8FE-4720-9116-4104E961E33D}">
  <a:tblStyle styleId="{263A43A1-E8FE-4720-9116-4104E961E33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73481c6f6d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73481c6f6d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73481c6f6d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73481c6f6d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73481c6f6d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73481c6f6d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79b870e9e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279b870e9e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279b870e9e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e849266e75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e849266e7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e849266e7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79b870e9e4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79b870e9e4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79b870e9e4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2e849266e75_0_1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7" name="Google Shape;1087;g2e849266e75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g2e849266e75_0_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273481c6f6d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6" name="Google Shape;1156;g273481c6f6d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7" name="Google Shape;1157;g273481c6f6d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179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5617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Continuous Tense</a:t>
            </a:r>
            <a:r>
              <a:rPr lang="en-US" sz="1600" b="0" i="0" u="none" strike="noStrike" cap="none">
                <a:solidFill>
                  <a:srgbClr val="000000"/>
                </a:solidFill>
                <a:latin typeface="Poppins"/>
                <a:ea typeface="Poppins"/>
                <a:cs typeface="Poppins"/>
                <a:sym typeface="Poppins"/>
              </a:rPr>
              <a:t> – shows that an action is happening /continuing at the moment of speaking or planning to happen in the future.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700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768550" y="2104500"/>
            <a:ext cx="4120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-ing suffix (double consonant)</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6277042"/>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2 - Tuesday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7</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-ing suffix </a:t>
            </a:r>
            <a:br>
              <a:rPr lang="en-US"/>
            </a:br>
            <a:r>
              <a:rPr lang="en-US"/>
              <a:t>(double consonant)</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{263A43A1-E8FE-4720-9116-4104E961E33D}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-ing</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7</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-ing</a:t>
            </a:r>
            <a:r>
              <a:rPr lang="en-US"/>
              <a:t>.</a:t>
            </a:r>
            <a:endParaRPr/>
          </a:p>
        </p:txBody>
      </p:sp>
      <p:sp>
        <p:nvSpPr>
          <p:cNvPr id="662" name="Google Shape;662;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9" name="Google Shape;669;g26b641b03cd_0_165"/>
          <p:cNvGrpSpPr/>
          <p:nvPr/>
        </p:nvGrpSpPr>
        <p:grpSpPr>
          <a:xfrm>
            <a:off x="930400" y="2053244"/>
            <a:ext cx="7283200" cy="3724851"/>
            <a:chOff x="930400" y="2129444"/>
            <a:chExt cx="7283200" cy="3724851"/>
          </a:xfrm>
        </p:grpSpPr>
        <p:pic>
          <p:nvPicPr>
            <p:cNvPr id="670" name="Google Shape;67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9" name="Google Shape;699;g26b7edf6e71_0_26"/>
          <p:cNvGrpSpPr/>
          <p:nvPr/>
        </p:nvGrpSpPr>
        <p:grpSpPr>
          <a:xfrm>
            <a:off x="930400" y="2053250"/>
            <a:ext cx="7283201" cy="2971674"/>
            <a:chOff x="930400" y="2129450"/>
            <a:chExt cx="7283201" cy="2971674"/>
          </a:xfrm>
        </p:grpSpPr>
        <p:pic>
          <p:nvPicPr>
            <p:cNvPr id="700" name="Google Shape;70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1" name="Google Shape;70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0" name="Google Shape;71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5" name="Google Shape;735;g2c298da1f27_0_417"/>
          <p:cNvGrpSpPr/>
          <p:nvPr/>
        </p:nvGrpSpPr>
        <p:grpSpPr>
          <a:xfrm>
            <a:off x="930400" y="2053250"/>
            <a:ext cx="7283201" cy="2971674"/>
            <a:chOff x="930400" y="2053250"/>
            <a:chExt cx="7283201" cy="2971674"/>
          </a:xfrm>
        </p:grpSpPr>
        <p:pic>
          <p:nvPicPr>
            <p:cNvPr id="736" name="Google Shape;736;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7" name="Google Shape;737;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3" name="Google Shape;783;g2cdbdd49f8e_0_0"/>
          <p:cNvGrpSpPr/>
          <p:nvPr/>
        </p:nvGrpSpPr>
        <p:grpSpPr>
          <a:xfrm>
            <a:off x="855905" y="2053250"/>
            <a:ext cx="7272577" cy="3316697"/>
            <a:chOff x="855905" y="2053250"/>
            <a:chExt cx="7272577" cy="3316697"/>
          </a:xfrm>
        </p:grpSpPr>
        <p:pic>
          <p:nvPicPr>
            <p:cNvPr id="784" name="Google Shape;78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5" name="Google Shape;835;g2c298da1f27_1_0"/>
          <p:cNvGrpSpPr/>
          <p:nvPr/>
        </p:nvGrpSpPr>
        <p:grpSpPr>
          <a:xfrm>
            <a:off x="931068" y="2129450"/>
            <a:ext cx="7281864" cy="2688001"/>
            <a:chOff x="868300" y="2129450"/>
            <a:chExt cx="7281864" cy="2688001"/>
          </a:xfrm>
        </p:grpSpPr>
        <p:pic>
          <p:nvPicPr>
            <p:cNvPr id="836" name="Google Shape;83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7" name="Google Shape;857;g2ce66866dac_0_1153"/>
          <p:cNvSpPr txBox="1"/>
          <p:nvPr/>
        </p:nvSpPr>
        <p:spPr>
          <a:xfrm>
            <a:off x="1190400" y="1398975"/>
            <a:ext cx="67632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a:t>
            </a:r>
            <a:r>
              <a:rPr lang="en-US" sz="2800" b="0" i="0" u="none" strike="noStrike" cap="none">
                <a:solidFill>
                  <a:srgbClr val="3A4C97"/>
                </a:solidFill>
                <a:latin typeface="Poppins"/>
                <a:ea typeface="Poppins"/>
                <a:cs typeface="Poppins"/>
                <a:sym typeface="Poppins"/>
              </a:rPr>
              <a:t> </a:t>
            </a:r>
            <a:r>
              <a:rPr lang="en-US" sz="2800" b="0" i="0" u="none" strike="noStrike" cap="none">
                <a:solidFill>
                  <a:srgbClr val="2356AF"/>
                </a:solidFill>
                <a:latin typeface="Poppins"/>
                <a:ea typeface="Poppins"/>
                <a:cs typeface="Poppins"/>
                <a:sym typeface="Poppins"/>
              </a:rPr>
              <a:t>-ing</a:t>
            </a:r>
            <a:r>
              <a:rPr lang="en-US" sz="2800" b="0" i="0" u="none" strike="noStrike" cap="none">
                <a:solidFill>
                  <a:srgbClr val="3A4C97"/>
                </a:solidFill>
                <a:latin typeface="Poppins"/>
                <a:ea typeface="Poppins"/>
                <a:cs typeface="Poppins"/>
                <a:sym typeface="Poppins"/>
              </a:rPr>
              <a:t> </a:t>
            </a:r>
            <a:r>
              <a:rPr lang="en-US" sz="2800" b="0" i="0" u="none" strike="noStrike" cap="none">
                <a:solidFill>
                  <a:schemeClr val="dk1"/>
                </a:solidFill>
                <a:latin typeface="Poppins"/>
                <a:ea typeface="Poppins"/>
                <a:cs typeface="Poppins"/>
                <a:sym typeface="Poppins"/>
              </a:rPr>
              <a:t>is added to the end of a verb, the verb changes to present-continuous form. </a:t>
            </a:r>
            <a:br>
              <a:rPr lang="en-US" sz="2800" b="0" i="0" u="none" strike="noStrike" cap="none">
                <a:solidFill>
                  <a:schemeClr val="dk1"/>
                </a:solidFill>
                <a:latin typeface="Poppins"/>
                <a:ea typeface="Poppins"/>
                <a:cs typeface="Poppins"/>
                <a:sym typeface="Poppins"/>
              </a:rPr>
            </a:b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SemiBold"/>
                <a:ea typeface="Poppins SemiBold"/>
                <a:cs typeface="Poppins SemiBold"/>
                <a:sym typeface="Poppins SemiBold"/>
              </a:rPr>
              <a:t>Spelling Rule: </a:t>
            </a:r>
            <a:r>
              <a:rPr lang="en-US" sz="2800" b="0" i="0" u="none" strike="noStrike" cap="none">
                <a:solidFill>
                  <a:schemeClr val="dk1"/>
                </a:solidFill>
                <a:latin typeface="Poppins"/>
                <a:ea typeface="Poppins"/>
                <a:cs typeface="Poppins"/>
                <a:sym typeface="Poppins"/>
              </a:rPr>
              <a:t>When the root word ends in a short vowel followed by a consonant, the consonant is doubled and</a:t>
            </a:r>
            <a:r>
              <a:rPr lang="en-US" sz="2800" b="0" i="0" u="none" strike="noStrike" cap="none">
                <a:solidFill>
                  <a:srgbClr val="3A4C97"/>
                </a:solidFill>
                <a:latin typeface="Poppins"/>
                <a:ea typeface="Poppins"/>
                <a:cs typeface="Poppins"/>
                <a:sym typeface="Poppins"/>
              </a:rPr>
              <a:t> </a:t>
            </a:r>
            <a:r>
              <a:rPr lang="en-US" sz="2800" b="0" i="0" u="none" strike="noStrike" cap="none">
                <a:solidFill>
                  <a:srgbClr val="2356AF"/>
                </a:solidFill>
                <a:latin typeface="Poppins"/>
                <a:ea typeface="Poppins"/>
                <a:cs typeface="Poppins"/>
                <a:sym typeface="Poppins"/>
              </a:rPr>
              <a:t>-ing</a:t>
            </a:r>
            <a:r>
              <a:rPr lang="en-US" sz="2800" b="0" i="0" u="none" strike="noStrike" cap="none">
                <a:solidFill>
                  <a:srgbClr val="3A4C97"/>
                </a:solidFill>
                <a:latin typeface="Poppins"/>
                <a:ea typeface="Poppins"/>
                <a:cs typeface="Poppins"/>
                <a:sym typeface="Poppins"/>
              </a:rPr>
              <a:t> </a:t>
            </a:r>
            <a:r>
              <a:rPr lang="en-US" sz="2800" b="0" i="0" u="none" strike="noStrike" cap="none">
                <a:solidFill>
                  <a:schemeClr val="dk1"/>
                </a:solidFill>
                <a:latin typeface="Poppins"/>
                <a:ea typeface="Poppins"/>
                <a:cs typeface="Poppins"/>
                <a:sym typeface="Poppins"/>
              </a:rPr>
              <a:t>is added.</a:t>
            </a:r>
            <a:endParaRPr sz="2800" b="0" i="0" u="none" strike="noStrike" cap="none">
              <a:solidFill>
                <a:srgbClr val="3A4C97"/>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-ing</a:t>
            </a:r>
            <a:endParaRPr sz="2200" b="0" i="0" u="none" strike="noStrike" cap="none">
              <a:solidFill>
                <a:srgbClr val="2356AF"/>
              </a:solidFill>
              <a:latin typeface="Poppins"/>
              <a:ea typeface="Poppins"/>
              <a:cs typeface="Poppins"/>
              <a:sym typeface="Poppins"/>
            </a:endParaRPr>
          </a:p>
        </p:txBody>
      </p:sp>
      <p:sp>
        <p:nvSpPr>
          <p:cNvPr id="865" name="Google Shape;865;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6" name="Google Shape;866;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7500" b="0" i="0" u="none" strike="noStrike" cap="none">
                <a:solidFill>
                  <a:srgbClr val="000000"/>
                </a:solidFill>
                <a:latin typeface="Jost"/>
                <a:ea typeface="Jost"/>
                <a:cs typeface="Jost"/>
                <a:sym typeface="Jost"/>
              </a:rPr>
              <a:t>I run.</a:t>
            </a:r>
            <a:endParaRPr sz="7500" b="0" i="0" u="none" strike="noStrike" cap="none">
              <a:solidFill>
                <a:srgbClr val="000000"/>
              </a:solidFill>
              <a:latin typeface="Jost"/>
              <a:ea typeface="Jost"/>
              <a:cs typeface="Jost"/>
              <a:sym typeface="Jost"/>
            </a:endParaRPr>
          </a:p>
        </p:txBody>
      </p:sp>
      <p:sp>
        <p:nvSpPr>
          <p:cNvPr id="868" name="Google Shape;868;g2ce66866dac_0_1159"/>
          <p:cNvSpPr txBox="1"/>
          <p:nvPr/>
        </p:nvSpPr>
        <p:spPr>
          <a:xfrm>
            <a:off x="1360525" y="3659375"/>
            <a:ext cx="64230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7500" b="0" i="0" u="none" strike="noStrike" cap="none">
                <a:solidFill>
                  <a:srgbClr val="000000"/>
                </a:solidFill>
                <a:latin typeface="Jost"/>
                <a:ea typeface="Jost"/>
                <a:cs typeface="Jost"/>
                <a:sym typeface="Jost"/>
              </a:rPr>
              <a:t>I </a:t>
            </a:r>
            <a:r>
              <a:rPr lang="en-US" sz="6300" b="0" i="0" u="none" strike="noStrike" cap="none">
                <a:solidFill>
                  <a:schemeClr val="dk1"/>
                </a:solidFill>
                <a:latin typeface="Poppins"/>
                <a:ea typeface="Poppins"/>
                <a:cs typeface="Poppins"/>
                <a:sym typeface="Poppins"/>
              </a:rPr>
              <a:t>a</a:t>
            </a:r>
            <a:r>
              <a:rPr lang="en-US" sz="7500" b="0" i="0" u="none" strike="noStrike" cap="none">
                <a:solidFill>
                  <a:srgbClr val="000000"/>
                </a:solidFill>
                <a:latin typeface="Jost"/>
                <a:ea typeface="Jost"/>
                <a:cs typeface="Jost"/>
                <a:sym typeface="Jost"/>
              </a:rPr>
              <a:t>m runn</a:t>
            </a:r>
            <a:r>
              <a:rPr lang="en-US" sz="7500" b="0" i="0" u="none" strike="noStrike" cap="none">
                <a:solidFill>
                  <a:srgbClr val="2356AF"/>
                </a:solidFill>
                <a:latin typeface="Jost"/>
                <a:ea typeface="Jost"/>
                <a:cs typeface="Jost"/>
                <a:sym typeface="Jost"/>
              </a:rPr>
              <a:t>ing</a:t>
            </a:r>
            <a:r>
              <a:rPr lang="en-US" sz="7500" b="0" i="0" u="none" strike="noStrike" cap="none">
                <a:solidFill>
                  <a:schemeClr val="dk1"/>
                </a:solidFill>
                <a:latin typeface="Jost"/>
                <a:ea typeface="Jost"/>
                <a:cs typeface="Jost"/>
                <a:sym typeface="Jost"/>
              </a:rPr>
              <a:t>.</a:t>
            </a:r>
            <a:endParaRPr sz="7500" b="0" i="0" u="none" strike="noStrike" cap="none">
              <a:solidFill>
                <a:srgbClr val="2356AF"/>
              </a:solidFill>
              <a:latin typeface="Jost"/>
              <a:ea typeface="Jost"/>
              <a:cs typeface="Jost"/>
              <a:sym typeface="Jost"/>
            </a:endParaRPr>
          </a:p>
        </p:txBody>
      </p:sp>
      <p:cxnSp>
        <p:nvCxnSpPr>
          <p:cNvPr id="869" name="Google Shape;869;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73481c6f6d_0_32"/>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73481c6f6d_0_32"/>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-ing</a:t>
            </a:r>
            <a:endParaRPr sz="2200" b="0" i="0" u="none" strike="noStrike" cap="none">
              <a:solidFill>
                <a:srgbClr val="2356AF"/>
              </a:solidFill>
              <a:latin typeface="Poppins"/>
              <a:ea typeface="Poppins"/>
              <a:cs typeface="Poppins"/>
              <a:sym typeface="Poppins"/>
            </a:endParaRPr>
          </a:p>
        </p:txBody>
      </p:sp>
      <p:sp>
        <p:nvSpPr>
          <p:cNvPr id="877" name="Google Shape;877;g273481c6f6d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8" name="Google Shape;878;g273481c6f6d_0_32"/>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73481c6f6d_0_32"/>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7500" b="0" i="0" u="none" strike="noStrike" cap="none">
                <a:solidFill>
                  <a:srgbClr val="000000"/>
                </a:solidFill>
                <a:latin typeface="Jost"/>
                <a:ea typeface="Jost"/>
                <a:cs typeface="Jost"/>
                <a:sym typeface="Jost"/>
              </a:rPr>
              <a:t>I hop</a:t>
            </a:r>
            <a:r>
              <a:rPr lang="en-US" sz="7500" b="0" i="0" u="none" strike="noStrike" cap="none">
                <a:solidFill>
                  <a:schemeClr val="dk1"/>
                </a:solidFill>
                <a:latin typeface="Jost"/>
                <a:ea typeface="Jost"/>
                <a:cs typeface="Jost"/>
                <a:sym typeface="Jost"/>
              </a:rPr>
              <a:t>.</a:t>
            </a:r>
            <a:endParaRPr sz="7500" b="0" i="0" u="none" strike="noStrike" cap="none">
              <a:solidFill>
                <a:srgbClr val="000000"/>
              </a:solidFill>
              <a:latin typeface="Jost"/>
              <a:ea typeface="Jost"/>
              <a:cs typeface="Jost"/>
              <a:sym typeface="Jost"/>
            </a:endParaRPr>
          </a:p>
        </p:txBody>
      </p:sp>
      <p:sp>
        <p:nvSpPr>
          <p:cNvPr id="880" name="Google Shape;880;g273481c6f6d_0_32"/>
          <p:cNvSpPr txBox="1"/>
          <p:nvPr/>
        </p:nvSpPr>
        <p:spPr>
          <a:xfrm>
            <a:off x="1360525" y="3659375"/>
            <a:ext cx="64230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7500" b="0" i="0" u="none" strike="noStrike" cap="none">
                <a:solidFill>
                  <a:srgbClr val="000000"/>
                </a:solidFill>
                <a:latin typeface="Jost"/>
                <a:ea typeface="Jost"/>
                <a:cs typeface="Jost"/>
                <a:sym typeface="Jost"/>
              </a:rPr>
              <a:t>I </a:t>
            </a:r>
            <a:r>
              <a:rPr lang="en-US" sz="6300" b="0" i="0" u="none" strike="noStrike" cap="none">
                <a:solidFill>
                  <a:schemeClr val="dk1"/>
                </a:solidFill>
                <a:latin typeface="Poppins"/>
                <a:ea typeface="Poppins"/>
                <a:cs typeface="Poppins"/>
                <a:sym typeface="Poppins"/>
              </a:rPr>
              <a:t>a</a:t>
            </a:r>
            <a:r>
              <a:rPr lang="en-US" sz="7500" b="0" i="0" u="none" strike="noStrike" cap="none">
                <a:solidFill>
                  <a:srgbClr val="000000"/>
                </a:solidFill>
                <a:latin typeface="Jost"/>
                <a:ea typeface="Jost"/>
                <a:cs typeface="Jost"/>
                <a:sym typeface="Jost"/>
              </a:rPr>
              <a:t>m hopp</a:t>
            </a:r>
            <a:r>
              <a:rPr lang="en-US" sz="7500" b="0" i="0" u="none" strike="noStrike" cap="none">
                <a:solidFill>
                  <a:srgbClr val="2356AF"/>
                </a:solidFill>
                <a:latin typeface="Jost"/>
                <a:ea typeface="Jost"/>
                <a:cs typeface="Jost"/>
                <a:sym typeface="Jost"/>
              </a:rPr>
              <a:t>ing</a:t>
            </a:r>
            <a:r>
              <a:rPr lang="en-US" sz="7500" b="0" i="0" u="none" strike="noStrike" cap="none">
                <a:solidFill>
                  <a:schemeClr val="dk1"/>
                </a:solidFill>
                <a:latin typeface="Jost"/>
                <a:ea typeface="Jost"/>
                <a:cs typeface="Jost"/>
                <a:sym typeface="Jost"/>
              </a:rPr>
              <a:t>.</a:t>
            </a:r>
            <a:endParaRPr sz="7500" b="0" i="0" u="none" strike="noStrike" cap="none">
              <a:solidFill>
                <a:srgbClr val="2356AF"/>
              </a:solidFill>
              <a:latin typeface="Jost"/>
              <a:ea typeface="Jost"/>
              <a:cs typeface="Jost"/>
              <a:sym typeface="Jost"/>
            </a:endParaRPr>
          </a:p>
        </p:txBody>
      </p:sp>
      <p:cxnSp>
        <p:nvCxnSpPr>
          <p:cNvPr id="881" name="Google Shape;881;g273481c6f6d_0_32"/>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73481c6f6d_0_50"/>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8" name="Google Shape;888;g273481c6f6d_0_50"/>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-ing</a:t>
            </a:r>
            <a:endParaRPr sz="2200" b="0" i="0" u="none" strike="noStrike" cap="none">
              <a:solidFill>
                <a:srgbClr val="2356AF"/>
              </a:solidFill>
              <a:latin typeface="Poppins"/>
              <a:ea typeface="Poppins"/>
              <a:cs typeface="Poppins"/>
              <a:sym typeface="Poppins"/>
            </a:endParaRPr>
          </a:p>
        </p:txBody>
      </p:sp>
      <p:sp>
        <p:nvSpPr>
          <p:cNvPr id="889" name="Google Shape;889;g273481c6f6d_0_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90" name="Google Shape;890;g273481c6f6d_0_50"/>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1" name="Google Shape;891;g273481c6f6d_0_50"/>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7500" b="0" i="0" u="none" strike="noStrike" cap="none">
                <a:solidFill>
                  <a:srgbClr val="000000"/>
                </a:solidFill>
                <a:latin typeface="Jost"/>
                <a:ea typeface="Jost"/>
                <a:cs typeface="Jost"/>
                <a:sym typeface="Jost"/>
              </a:rPr>
              <a:t>I skip</a:t>
            </a:r>
            <a:r>
              <a:rPr lang="en-US" sz="7500" b="0" i="0" u="none" strike="noStrike" cap="none">
                <a:solidFill>
                  <a:schemeClr val="dk1"/>
                </a:solidFill>
                <a:latin typeface="Jost"/>
                <a:ea typeface="Jost"/>
                <a:cs typeface="Jost"/>
                <a:sym typeface="Jost"/>
              </a:rPr>
              <a:t>.</a:t>
            </a:r>
            <a:endParaRPr sz="7500" b="0" i="0" u="none" strike="noStrike" cap="none">
              <a:solidFill>
                <a:srgbClr val="000000"/>
              </a:solidFill>
              <a:latin typeface="Jost"/>
              <a:ea typeface="Jost"/>
              <a:cs typeface="Jost"/>
              <a:sym typeface="Jost"/>
            </a:endParaRPr>
          </a:p>
        </p:txBody>
      </p:sp>
      <p:sp>
        <p:nvSpPr>
          <p:cNvPr id="892" name="Google Shape;892;g273481c6f6d_0_50"/>
          <p:cNvSpPr txBox="1"/>
          <p:nvPr/>
        </p:nvSpPr>
        <p:spPr>
          <a:xfrm>
            <a:off x="1431475" y="3659375"/>
            <a:ext cx="62811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7500" b="0" i="0" u="none" strike="noStrike" cap="none">
                <a:solidFill>
                  <a:srgbClr val="000000"/>
                </a:solidFill>
                <a:latin typeface="Jost"/>
                <a:ea typeface="Jost"/>
                <a:cs typeface="Jost"/>
                <a:sym typeface="Jost"/>
              </a:rPr>
              <a:t>I </a:t>
            </a:r>
            <a:r>
              <a:rPr lang="en-US" sz="6300" b="0" i="0" u="none" strike="noStrike" cap="none">
                <a:solidFill>
                  <a:schemeClr val="dk1"/>
                </a:solidFill>
                <a:latin typeface="Poppins"/>
                <a:ea typeface="Poppins"/>
                <a:cs typeface="Poppins"/>
                <a:sym typeface="Poppins"/>
              </a:rPr>
              <a:t>a</a:t>
            </a:r>
            <a:r>
              <a:rPr lang="en-US" sz="7500" b="0" i="0" u="none" strike="noStrike" cap="none">
                <a:solidFill>
                  <a:srgbClr val="000000"/>
                </a:solidFill>
                <a:latin typeface="Jost"/>
                <a:ea typeface="Jost"/>
                <a:cs typeface="Jost"/>
                <a:sym typeface="Jost"/>
              </a:rPr>
              <a:t>m skipp</a:t>
            </a:r>
            <a:r>
              <a:rPr lang="en-US" sz="7500" b="0" i="0" u="none" strike="noStrike" cap="none">
                <a:solidFill>
                  <a:srgbClr val="2356AF"/>
                </a:solidFill>
                <a:latin typeface="Jost"/>
                <a:ea typeface="Jost"/>
                <a:cs typeface="Jost"/>
                <a:sym typeface="Jost"/>
              </a:rPr>
              <a:t>ing</a:t>
            </a:r>
            <a:r>
              <a:rPr lang="en-US" sz="7500" b="0" i="0" u="none" strike="noStrike" cap="none">
                <a:solidFill>
                  <a:schemeClr val="dk1"/>
                </a:solidFill>
                <a:latin typeface="Jost"/>
                <a:ea typeface="Jost"/>
                <a:cs typeface="Jost"/>
                <a:sym typeface="Jost"/>
              </a:rPr>
              <a:t>.</a:t>
            </a:r>
            <a:endParaRPr sz="7500" b="0" i="0" u="none" strike="noStrike" cap="none">
              <a:solidFill>
                <a:srgbClr val="2356AF"/>
              </a:solidFill>
              <a:latin typeface="Jost"/>
              <a:ea typeface="Jost"/>
              <a:cs typeface="Jost"/>
              <a:sym typeface="Jost"/>
            </a:endParaRPr>
          </a:p>
        </p:txBody>
      </p:sp>
      <p:cxnSp>
        <p:nvCxnSpPr>
          <p:cNvPr id="893" name="Google Shape;893;g273481c6f6d_0_50"/>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0" name="Google Shape;90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7" name="Google Shape;90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8" name="Google Shape;908;g2c4fb7f6616_1_0"/>
          <p:cNvSpPr/>
          <p:nvPr/>
        </p:nvSpPr>
        <p:spPr>
          <a:xfrm>
            <a:off x="3477580" y="38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c4fb7f6616_1_0"/>
          <p:cNvSpPr/>
          <p:nvPr/>
        </p:nvSpPr>
        <p:spPr>
          <a:xfrm>
            <a:off x="4212100" y="38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0" name="Google Shape;910;g2c4fb7f6616_1_0"/>
          <p:cNvSpPr/>
          <p:nvPr/>
        </p:nvSpPr>
        <p:spPr>
          <a:xfrm>
            <a:off x="5036845" y="38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1" name="Google Shape;91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2" name="Google Shape;912;g2c4fb7f6616_1_0"/>
          <p:cNvSpPr txBox="1">
            <a:spLocks noGrp="1"/>
          </p:cNvSpPr>
          <p:nvPr>
            <p:ph type="subTitle" idx="4294967295"/>
          </p:nvPr>
        </p:nvSpPr>
        <p:spPr>
          <a:xfrm>
            <a:off x="3441667" y="1308025"/>
            <a:ext cx="5439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13" name="Google Shape;913;g2c4fb7f6616_1_0"/>
          <p:cNvSpPr txBox="1">
            <a:spLocks noGrp="1"/>
          </p:cNvSpPr>
          <p:nvPr>
            <p:ph type="subTitle" idx="4294967295"/>
          </p:nvPr>
        </p:nvSpPr>
        <p:spPr>
          <a:xfrm>
            <a:off x="389343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14" name="Google Shape;914;g2c4fb7f6616_1_0"/>
          <p:cNvSpPr txBox="1">
            <a:spLocks noGrp="1"/>
          </p:cNvSpPr>
          <p:nvPr>
            <p:ph type="subTitle" idx="4294967295"/>
          </p:nvPr>
        </p:nvSpPr>
        <p:spPr>
          <a:xfrm>
            <a:off x="468263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15" name="Google Shape;91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3" name="Google Shape;923;g2c4fb7f6616_1_0"/>
          <p:cNvGrpSpPr/>
          <p:nvPr/>
        </p:nvGrpSpPr>
        <p:grpSpPr>
          <a:xfrm>
            <a:off x="-550" y="6984600"/>
            <a:ext cx="8596479" cy="808600"/>
            <a:chOff x="-550" y="6984600"/>
            <a:chExt cx="8596479" cy="808600"/>
          </a:xfrm>
        </p:grpSpPr>
        <p:sp>
          <p:nvSpPr>
            <p:cNvPr id="924" name="Google Shape;92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279b870e9e4_0_0"/>
          <p:cNvSpPr/>
          <p:nvPr/>
        </p:nvSpPr>
        <p:spPr>
          <a:xfrm>
            <a:off x="3482475" y="3918375"/>
            <a:ext cx="1274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79b870e9e4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0" name="Google Shape;940;g279b870e9e4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1" name="Google Shape;941;g279b870e9e4_0_0"/>
          <p:cNvSpPr/>
          <p:nvPr/>
        </p:nvSpPr>
        <p:spPr>
          <a:xfrm>
            <a:off x="2013437" y="38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279b870e9e4_0_0"/>
          <p:cNvSpPr/>
          <p:nvPr/>
        </p:nvSpPr>
        <p:spPr>
          <a:xfrm>
            <a:off x="2747957" y="38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3" name="Google Shape;943;g279b870e9e4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4" name="Google Shape;944;g279b870e9e4_0_0"/>
          <p:cNvSpPr txBox="1">
            <a:spLocks noGrp="1"/>
          </p:cNvSpPr>
          <p:nvPr>
            <p:ph type="subTitle" idx="4294967295"/>
          </p:nvPr>
        </p:nvSpPr>
        <p:spPr>
          <a:xfrm>
            <a:off x="1977525" y="1308025"/>
            <a:ext cx="5439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45" name="Google Shape;945;g279b870e9e4_0_0"/>
          <p:cNvSpPr txBox="1">
            <a:spLocks noGrp="1"/>
          </p:cNvSpPr>
          <p:nvPr>
            <p:ph type="subTitle" idx="4294967295"/>
          </p:nvPr>
        </p:nvSpPr>
        <p:spPr>
          <a:xfrm>
            <a:off x="242929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46" name="Google Shape;946;g279b870e9e4_0_0"/>
          <p:cNvSpPr txBox="1">
            <a:spLocks noGrp="1"/>
          </p:cNvSpPr>
          <p:nvPr>
            <p:ph type="subTitle" idx="4294967295"/>
          </p:nvPr>
        </p:nvSpPr>
        <p:spPr>
          <a:xfrm>
            <a:off x="321849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n</a:t>
            </a:r>
            <a:endParaRPr sz="12000" b="0" i="0" u="none" strike="noStrike" cap="none">
              <a:solidFill>
                <a:srgbClr val="FFD403"/>
              </a:solidFill>
              <a:latin typeface="Jost"/>
              <a:ea typeface="Jost"/>
              <a:cs typeface="Jost"/>
              <a:sym typeface="Jost"/>
            </a:endParaRPr>
          </a:p>
        </p:txBody>
      </p:sp>
      <p:sp>
        <p:nvSpPr>
          <p:cNvPr id="947" name="Google Shape;947;g279b870e9e4_0_0"/>
          <p:cNvSpPr txBox="1">
            <a:spLocks noGrp="1"/>
          </p:cNvSpPr>
          <p:nvPr>
            <p:ph type="subTitle" idx="4294967295"/>
          </p:nvPr>
        </p:nvSpPr>
        <p:spPr>
          <a:xfrm>
            <a:off x="397688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n</a:t>
            </a:r>
            <a:endParaRPr sz="12000" b="0" i="0" u="none" strike="noStrike" cap="none">
              <a:solidFill>
                <a:srgbClr val="FFD403"/>
              </a:solidFill>
              <a:latin typeface="Jost"/>
              <a:ea typeface="Jost"/>
              <a:cs typeface="Jost"/>
              <a:sym typeface="Jost"/>
            </a:endParaRPr>
          </a:p>
        </p:txBody>
      </p:sp>
      <p:sp>
        <p:nvSpPr>
          <p:cNvPr id="948" name="Google Shape;948;g279b870e9e4_0_0"/>
          <p:cNvSpPr/>
          <p:nvPr/>
        </p:nvSpPr>
        <p:spPr>
          <a:xfrm>
            <a:off x="4912711" y="38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79b870e9e4_0_0"/>
          <p:cNvSpPr txBox="1">
            <a:spLocks noGrp="1"/>
          </p:cNvSpPr>
          <p:nvPr>
            <p:ph type="subTitle" idx="4294967295"/>
          </p:nvPr>
        </p:nvSpPr>
        <p:spPr>
          <a:xfrm>
            <a:off x="455932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50" name="Google Shape;950;g279b870e9e4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79b870e9e4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79b870e9e4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79b870e9e4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79b870e9e4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79b870e9e4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79b870e9e4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79b870e9e4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8" name="Google Shape;958;g279b870e9e4_0_0"/>
          <p:cNvGrpSpPr/>
          <p:nvPr/>
        </p:nvGrpSpPr>
        <p:grpSpPr>
          <a:xfrm>
            <a:off x="-550" y="6984600"/>
            <a:ext cx="8596479" cy="808600"/>
            <a:chOff x="-550" y="6984600"/>
            <a:chExt cx="8596479" cy="808600"/>
          </a:xfrm>
        </p:grpSpPr>
        <p:sp>
          <p:nvSpPr>
            <p:cNvPr id="959" name="Google Shape;959;g279b870e9e4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0" name="Google Shape;960;g279b870e9e4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1" name="Google Shape;961;g279b870e9e4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2" name="Google Shape;962;g279b870e9e4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3" name="Google Shape;963;g279b870e9e4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4" name="Google Shape;964;g279b870e9e4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5" name="Google Shape;965;g279b870e9e4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6" name="Google Shape;966;g279b870e9e4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7" name="Google Shape;967;g279b870e9e4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8" name="Google Shape;968;g279b870e9e4_0_0"/>
          <p:cNvSpPr txBox="1">
            <a:spLocks noGrp="1"/>
          </p:cNvSpPr>
          <p:nvPr>
            <p:ph type="subTitle" idx="4294967295"/>
          </p:nvPr>
        </p:nvSpPr>
        <p:spPr>
          <a:xfrm>
            <a:off x="5148975" y="1315832"/>
            <a:ext cx="2017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ng</a:t>
            </a:r>
            <a:endParaRPr sz="12000" b="0" i="0" u="none" strike="noStrike" cap="none">
              <a:solidFill>
                <a:srgbClr val="FFD403"/>
              </a:solidFill>
              <a:latin typeface="Jost"/>
              <a:ea typeface="Jost"/>
              <a:cs typeface="Jost"/>
              <a:sym typeface="Jost"/>
            </a:endParaRPr>
          </a:p>
        </p:txBody>
      </p:sp>
      <p:sp>
        <p:nvSpPr>
          <p:cNvPr id="969" name="Google Shape;969;g279b870e9e4_0_0"/>
          <p:cNvSpPr/>
          <p:nvPr/>
        </p:nvSpPr>
        <p:spPr>
          <a:xfrm>
            <a:off x="5466000" y="3918375"/>
            <a:ext cx="1435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79b870e9e4_0_0"/>
          <p:cNvSpPr/>
          <p:nvPr/>
        </p:nvSpPr>
        <p:spPr>
          <a:xfrm>
            <a:off x="4085800" y="3776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e849266e75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7" name="Google Shape;977;g2e849266e75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8" name="Google Shape;978;g2e849266e75_0_1"/>
          <p:cNvSpPr/>
          <p:nvPr/>
        </p:nvSpPr>
        <p:spPr>
          <a:xfrm>
            <a:off x="3514642" y="38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e849266e75_0_1"/>
          <p:cNvSpPr/>
          <p:nvPr/>
        </p:nvSpPr>
        <p:spPr>
          <a:xfrm>
            <a:off x="4401562" y="38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e849266e75_0_1"/>
          <p:cNvSpPr/>
          <p:nvPr/>
        </p:nvSpPr>
        <p:spPr>
          <a:xfrm>
            <a:off x="5302507" y="38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1" name="Google Shape;981;g2e849266e75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2" name="Google Shape;982;g2e849266e75_0_1"/>
          <p:cNvSpPr txBox="1">
            <a:spLocks noGrp="1"/>
          </p:cNvSpPr>
          <p:nvPr>
            <p:ph type="subTitle" idx="4294967295"/>
          </p:nvPr>
        </p:nvSpPr>
        <p:spPr>
          <a:xfrm>
            <a:off x="3176005" y="1308025"/>
            <a:ext cx="1149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83" name="Google Shape;983;g2e849266e75_0_1"/>
          <p:cNvSpPr txBox="1">
            <a:spLocks noGrp="1"/>
          </p:cNvSpPr>
          <p:nvPr>
            <p:ph type="subTitle" idx="4294967295"/>
          </p:nvPr>
        </p:nvSpPr>
        <p:spPr>
          <a:xfrm>
            <a:off x="40829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984" name="Google Shape;984;g2e849266e75_0_1"/>
          <p:cNvSpPr txBox="1">
            <a:spLocks noGrp="1"/>
          </p:cNvSpPr>
          <p:nvPr>
            <p:ph type="subTitle" idx="4294967295"/>
          </p:nvPr>
        </p:nvSpPr>
        <p:spPr>
          <a:xfrm>
            <a:off x="494829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85" name="Google Shape;985;g2e849266e75_0_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e849266e75_0_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e849266e75_0_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e849266e75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e849266e75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e849266e75_0_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e849266e75_0_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e849266e75_0_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3" name="Google Shape;993;g2e849266e75_0_1"/>
          <p:cNvGrpSpPr/>
          <p:nvPr/>
        </p:nvGrpSpPr>
        <p:grpSpPr>
          <a:xfrm>
            <a:off x="-550" y="6984600"/>
            <a:ext cx="8596479" cy="808600"/>
            <a:chOff x="-550" y="6984600"/>
            <a:chExt cx="8596479" cy="808600"/>
          </a:xfrm>
        </p:grpSpPr>
        <p:sp>
          <p:nvSpPr>
            <p:cNvPr id="994" name="Google Shape;994;g2e849266e75_0_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5" name="Google Shape;995;g2e849266e75_0_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6" name="Google Shape;996;g2e849266e75_0_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7" name="Google Shape;997;g2e849266e75_0_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8" name="Google Shape;998;g2e849266e75_0_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9" name="Google Shape;999;g2e849266e75_0_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0" name="Google Shape;1000;g2e849266e75_0_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1" name="Google Shape;1001;g2e849266e75_0_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2" name="Google Shape;1002;g2e849266e75_0_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79b870e9e4_0_39"/>
          <p:cNvSpPr/>
          <p:nvPr/>
        </p:nvSpPr>
        <p:spPr>
          <a:xfrm>
            <a:off x="3617399" y="3918375"/>
            <a:ext cx="1497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79b870e9e4_0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0" name="Google Shape;1010;g279b870e9e4_0_3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1" name="Google Shape;1011;g279b870e9e4_0_39"/>
          <p:cNvSpPr/>
          <p:nvPr/>
        </p:nvSpPr>
        <p:spPr>
          <a:xfrm>
            <a:off x="2012399" y="3813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79b870e9e4_0_39"/>
          <p:cNvSpPr/>
          <p:nvPr/>
        </p:nvSpPr>
        <p:spPr>
          <a:xfrm>
            <a:off x="2899319" y="38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3" name="Google Shape;1013;g279b870e9e4_0_3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4" name="Google Shape;1014;g279b870e9e4_0_39"/>
          <p:cNvSpPr txBox="1">
            <a:spLocks noGrp="1"/>
          </p:cNvSpPr>
          <p:nvPr>
            <p:ph type="subTitle" idx="4294967295"/>
          </p:nvPr>
        </p:nvSpPr>
        <p:spPr>
          <a:xfrm>
            <a:off x="1673763" y="1308025"/>
            <a:ext cx="1149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1015" name="Google Shape;1015;g279b870e9e4_0_39"/>
          <p:cNvSpPr txBox="1">
            <a:spLocks noGrp="1"/>
          </p:cNvSpPr>
          <p:nvPr>
            <p:ph type="subTitle" idx="4294967295"/>
          </p:nvPr>
        </p:nvSpPr>
        <p:spPr>
          <a:xfrm>
            <a:off x="258065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1016" name="Google Shape;1016;g279b870e9e4_0_39"/>
          <p:cNvSpPr txBox="1">
            <a:spLocks noGrp="1"/>
          </p:cNvSpPr>
          <p:nvPr>
            <p:ph type="subTitle" idx="4294967295"/>
          </p:nvPr>
        </p:nvSpPr>
        <p:spPr>
          <a:xfrm>
            <a:off x="344605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p</a:t>
            </a:r>
            <a:endParaRPr sz="12000" b="0" i="0" u="none" strike="noStrike" cap="none">
              <a:solidFill>
                <a:srgbClr val="FFD403"/>
              </a:solidFill>
              <a:latin typeface="Jost"/>
              <a:ea typeface="Jost"/>
              <a:cs typeface="Jost"/>
              <a:sym typeface="Jost"/>
            </a:endParaRPr>
          </a:p>
        </p:txBody>
      </p:sp>
      <p:sp>
        <p:nvSpPr>
          <p:cNvPr id="1017" name="Google Shape;1017;g279b870e9e4_0_39"/>
          <p:cNvSpPr txBox="1">
            <a:spLocks noGrp="1"/>
          </p:cNvSpPr>
          <p:nvPr>
            <p:ph type="subTitle" idx="4294967295"/>
          </p:nvPr>
        </p:nvSpPr>
        <p:spPr>
          <a:xfrm>
            <a:off x="428064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p</a:t>
            </a:r>
            <a:endParaRPr sz="12000" b="0" i="0" u="none" strike="noStrike" cap="none">
              <a:solidFill>
                <a:srgbClr val="FFD403"/>
              </a:solidFill>
              <a:latin typeface="Jost"/>
              <a:ea typeface="Jost"/>
              <a:cs typeface="Jost"/>
              <a:sym typeface="Jost"/>
            </a:endParaRPr>
          </a:p>
        </p:txBody>
      </p:sp>
      <p:sp>
        <p:nvSpPr>
          <p:cNvPr id="1018" name="Google Shape;1018;g279b870e9e4_0_39"/>
          <p:cNvSpPr/>
          <p:nvPr/>
        </p:nvSpPr>
        <p:spPr>
          <a:xfrm>
            <a:off x="5216473" y="3813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79b870e9e4_0_39"/>
          <p:cNvSpPr txBox="1">
            <a:spLocks noGrp="1"/>
          </p:cNvSpPr>
          <p:nvPr>
            <p:ph type="subTitle" idx="4294967295"/>
          </p:nvPr>
        </p:nvSpPr>
        <p:spPr>
          <a:xfrm>
            <a:off x="486308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1020" name="Google Shape;1020;g279b870e9e4_0_3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79b870e9e4_0_3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79b870e9e4_0_3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79b870e9e4_0_3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79b870e9e4_0_3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79b870e9e4_0_3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79b870e9e4_0_3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79b870e9e4_0_3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8" name="Google Shape;1028;g279b870e9e4_0_39"/>
          <p:cNvGrpSpPr/>
          <p:nvPr/>
        </p:nvGrpSpPr>
        <p:grpSpPr>
          <a:xfrm>
            <a:off x="-550" y="6984600"/>
            <a:ext cx="8596479" cy="808600"/>
            <a:chOff x="-550" y="6984600"/>
            <a:chExt cx="8596479" cy="808600"/>
          </a:xfrm>
        </p:grpSpPr>
        <p:sp>
          <p:nvSpPr>
            <p:cNvPr id="1029" name="Google Shape;1029;g279b870e9e4_0_3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0" name="Google Shape;1030;g279b870e9e4_0_3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1" name="Google Shape;1031;g279b870e9e4_0_3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2" name="Google Shape;1032;g279b870e9e4_0_3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3" name="Google Shape;1033;g279b870e9e4_0_3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4" name="Google Shape;1034;g279b870e9e4_0_3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5" name="Google Shape;1035;g279b870e9e4_0_3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6" name="Google Shape;1036;g279b870e9e4_0_3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7" name="Google Shape;1037;g279b870e9e4_0_3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8" name="Google Shape;1038;g279b870e9e4_0_39"/>
          <p:cNvSpPr txBox="1">
            <a:spLocks noGrp="1"/>
          </p:cNvSpPr>
          <p:nvPr>
            <p:ph type="subTitle" idx="4294967295"/>
          </p:nvPr>
        </p:nvSpPr>
        <p:spPr>
          <a:xfrm>
            <a:off x="5452737" y="1315832"/>
            <a:ext cx="2017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ng</a:t>
            </a:r>
            <a:endParaRPr sz="12000" b="0" i="0" u="none" strike="noStrike" cap="none">
              <a:solidFill>
                <a:srgbClr val="FFD403"/>
              </a:solidFill>
              <a:latin typeface="Jost"/>
              <a:ea typeface="Jost"/>
              <a:cs typeface="Jost"/>
              <a:sym typeface="Jost"/>
            </a:endParaRPr>
          </a:p>
        </p:txBody>
      </p:sp>
      <p:sp>
        <p:nvSpPr>
          <p:cNvPr id="1039" name="Google Shape;1039;g279b870e9e4_0_39"/>
          <p:cNvSpPr/>
          <p:nvPr/>
        </p:nvSpPr>
        <p:spPr>
          <a:xfrm>
            <a:off x="5769762" y="3918375"/>
            <a:ext cx="1435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0" name="Google Shape;1040;g279b870e9e4_0_39"/>
          <p:cNvSpPr/>
          <p:nvPr/>
        </p:nvSpPr>
        <p:spPr>
          <a:xfrm>
            <a:off x="4389562" y="3776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7" name="Google Shape;104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4" name="Google Shape;1054;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55" name="Google Shape;1055;g2dadbbe58d1_1_3"/>
          <p:cNvGrpSpPr/>
          <p:nvPr/>
        </p:nvGrpSpPr>
        <p:grpSpPr>
          <a:xfrm>
            <a:off x="3024000" y="209875"/>
            <a:ext cx="3096000" cy="454800"/>
            <a:chOff x="3024000" y="209875"/>
            <a:chExt cx="3096000" cy="454800"/>
          </a:xfrm>
        </p:grpSpPr>
        <p:sp>
          <p:nvSpPr>
            <p:cNvPr id="1056" name="Google Shape;1056;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7" name="Google Shape;1057;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8" name="Google Shape;1058;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059" name="Google Shape;1059;g2dadbbe58d1_1_3"/>
          <p:cNvGrpSpPr/>
          <p:nvPr/>
        </p:nvGrpSpPr>
        <p:grpSpPr>
          <a:xfrm>
            <a:off x="1615135" y="3614075"/>
            <a:ext cx="5913730" cy="1851900"/>
            <a:chOff x="1615135" y="3614075"/>
            <a:chExt cx="5913730" cy="1851900"/>
          </a:xfrm>
        </p:grpSpPr>
        <p:sp>
          <p:nvSpPr>
            <p:cNvPr id="1060" name="Google Shape;1060;g2dadbbe58d1_1_3"/>
            <p:cNvSpPr/>
            <p:nvPr/>
          </p:nvSpPr>
          <p:spPr>
            <a:xfrm flipH="1">
              <a:off x="1615211" y="3629300"/>
              <a:ext cx="59136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61" name="Google Shape;1061;g2dadbbe58d1_1_3"/>
            <p:cNvCxnSpPr/>
            <p:nvPr/>
          </p:nvCxnSpPr>
          <p:spPr>
            <a:xfrm rot="10800000">
              <a:off x="606766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62" name="Google Shape;1062;g2dadbbe58d1_1_3"/>
            <p:cNvCxnSpPr/>
            <p:nvPr/>
          </p:nvCxnSpPr>
          <p:spPr>
            <a:xfrm rot="10800000">
              <a:off x="2426573"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63" name="Google Shape;1063;g2dadbbe58d1_1_3"/>
            <p:cNvCxnSpPr/>
            <p:nvPr/>
          </p:nvCxnSpPr>
          <p:spPr>
            <a:xfrm rot="10800000">
              <a:off x="3171922"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64" name="Google Shape;1064;g2dadbbe58d1_1_3"/>
            <p:cNvGrpSpPr/>
            <p:nvPr/>
          </p:nvGrpSpPr>
          <p:grpSpPr>
            <a:xfrm flipH="1">
              <a:off x="4492853" y="3629300"/>
              <a:ext cx="3036008" cy="1828800"/>
              <a:chOff x="643017" y="3631675"/>
              <a:chExt cx="3036008" cy="1828800"/>
            </a:xfrm>
          </p:grpSpPr>
          <p:sp>
            <p:nvSpPr>
              <p:cNvPr id="1065" name="Google Shape;1065;g2dadbbe58d1_1_3"/>
              <p:cNvSpPr/>
              <p:nvPr/>
            </p:nvSpPr>
            <p:spPr>
              <a:xfrm rot="-5400000">
                <a:off x="1173867" y="3100825"/>
                <a:ext cx="1828800" cy="28905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6" name="Google Shape;1066;g2dadbbe58d1_1_3"/>
              <p:cNvGrpSpPr/>
              <p:nvPr/>
            </p:nvGrpSpPr>
            <p:grpSpPr>
              <a:xfrm>
                <a:off x="3415325" y="4484375"/>
                <a:ext cx="263700" cy="263700"/>
                <a:chOff x="3415325" y="4484375"/>
                <a:chExt cx="263700" cy="263700"/>
              </a:xfrm>
            </p:grpSpPr>
            <p:sp>
              <p:nvSpPr>
                <p:cNvPr id="1067" name="Google Shape;1067;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68" name="Google Shape;1068;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69" name="Google Shape;1069;g2dadbbe58d1_1_3"/>
            <p:cNvGrpSpPr/>
            <p:nvPr/>
          </p:nvGrpSpPr>
          <p:grpSpPr>
            <a:xfrm flipH="1">
              <a:off x="1615135" y="4063875"/>
              <a:ext cx="5913730" cy="1170725"/>
              <a:chOff x="1181250" y="4063875"/>
              <a:chExt cx="6781800" cy="1170725"/>
            </a:xfrm>
          </p:grpSpPr>
          <p:cxnSp>
            <p:nvCxnSpPr>
              <p:cNvPr id="1070" name="Google Shape;1070;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1" name="Google Shape;1071;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2" name="Google Shape;1072;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3" name="Google Shape;1073;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74" name="Google Shape;1074;g2dadbbe58d1_1_3"/>
            <p:cNvCxnSpPr/>
            <p:nvPr/>
          </p:nvCxnSpPr>
          <p:spPr>
            <a:xfrm rot="10800000">
              <a:off x="373192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5" name="Google Shape;1075;g2dadbbe58d1_1_3"/>
            <p:cNvCxnSpPr/>
            <p:nvPr/>
          </p:nvCxnSpPr>
          <p:spPr>
            <a:xfrm rot="10800000">
              <a:off x="5550222"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1076" name="Google Shape;1076;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77" name="Google Shape;1077;g2dadbbe58d1_1_3"/>
          <p:cNvPicPr preferRelativeResize="0"/>
          <p:nvPr/>
        </p:nvPicPr>
        <p:blipFill rotWithShape="1">
          <a:blip r:embed="rId4">
            <a:alphaModFix/>
          </a:blip>
          <a:srcRect l="37495" r="37497"/>
          <a:stretch/>
        </p:blipFill>
        <p:spPr>
          <a:xfrm>
            <a:off x="3558788" y="681900"/>
            <a:ext cx="2026423" cy="2558451"/>
          </a:xfrm>
          <a:prstGeom prst="rect">
            <a:avLst/>
          </a:prstGeom>
          <a:noFill/>
          <a:ln>
            <a:noFill/>
          </a:ln>
        </p:spPr>
      </p:pic>
      <p:sp>
        <p:nvSpPr>
          <p:cNvPr id="1078" name="Google Shape;1078;g2dadbbe58d1_1_3"/>
          <p:cNvSpPr txBox="1"/>
          <p:nvPr/>
        </p:nvSpPr>
        <p:spPr>
          <a:xfrm>
            <a:off x="1615210"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79" name="Google Shape;1079;g2dadbbe58d1_1_3"/>
          <p:cNvSpPr txBox="1"/>
          <p:nvPr/>
        </p:nvSpPr>
        <p:spPr>
          <a:xfrm>
            <a:off x="2333917"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k</a:t>
            </a:r>
            <a:endParaRPr sz="8500" b="0" i="0" u="none" strike="noStrike" cap="none">
              <a:solidFill>
                <a:srgbClr val="2356AF"/>
              </a:solidFill>
              <a:latin typeface="Jost"/>
              <a:ea typeface="Jost"/>
              <a:cs typeface="Jost"/>
              <a:sym typeface="Jost"/>
            </a:endParaRPr>
          </a:p>
        </p:txBody>
      </p:sp>
      <p:sp>
        <p:nvSpPr>
          <p:cNvPr id="1080" name="Google Shape;1080;g2dadbbe58d1_1_3"/>
          <p:cNvSpPr txBox="1"/>
          <p:nvPr/>
        </p:nvSpPr>
        <p:spPr>
          <a:xfrm>
            <a:off x="3172286"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081" name="Google Shape;1081;g2dadbbe58d1_1_3"/>
          <p:cNvSpPr txBox="1"/>
          <p:nvPr/>
        </p:nvSpPr>
        <p:spPr>
          <a:xfrm>
            <a:off x="5538149"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82" name="Google Shape;1082;g2dadbbe58d1_1_3"/>
          <p:cNvSpPr txBox="1"/>
          <p:nvPr/>
        </p:nvSpPr>
        <p:spPr>
          <a:xfrm>
            <a:off x="3778848"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1083" name="Google Shape;1083;g2dadbbe58d1_1_3"/>
          <p:cNvSpPr txBox="1"/>
          <p:nvPr/>
        </p:nvSpPr>
        <p:spPr>
          <a:xfrm>
            <a:off x="5992318" y="4064350"/>
            <a:ext cx="1498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0"/>
              </a:solidFill>
              <a:latin typeface="Jost"/>
              <a:ea typeface="Jost"/>
              <a:cs typeface="Jost"/>
              <a:sym typeface="Jost"/>
            </a:endParaRPr>
          </a:p>
        </p:txBody>
      </p:sp>
      <p:sp>
        <p:nvSpPr>
          <p:cNvPr id="1084" name="Google Shape;1084;g2dadbbe58d1_1_3"/>
          <p:cNvSpPr txBox="1"/>
          <p:nvPr/>
        </p:nvSpPr>
        <p:spPr>
          <a:xfrm>
            <a:off x="4744357"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3"/>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g2e849266e75_0_1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91" name="Google Shape;1091;g2e849266e75_0_11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92" name="Google Shape;1092;g2e849266e75_0_116"/>
          <p:cNvGrpSpPr/>
          <p:nvPr/>
        </p:nvGrpSpPr>
        <p:grpSpPr>
          <a:xfrm>
            <a:off x="3024000" y="209875"/>
            <a:ext cx="3096000" cy="454800"/>
            <a:chOff x="3024000" y="209875"/>
            <a:chExt cx="3096000" cy="454800"/>
          </a:xfrm>
        </p:grpSpPr>
        <p:sp>
          <p:nvSpPr>
            <p:cNvPr id="1093" name="Google Shape;1093;g2e849266e75_0_11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4" name="Google Shape;1094;g2e849266e75_0_11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5" name="Google Shape;1095;g2e849266e75_0_116"/>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096" name="Google Shape;1096;g2e849266e75_0_116"/>
          <p:cNvGrpSpPr/>
          <p:nvPr/>
        </p:nvGrpSpPr>
        <p:grpSpPr>
          <a:xfrm>
            <a:off x="1615135" y="3614075"/>
            <a:ext cx="5913730" cy="1851900"/>
            <a:chOff x="1615135" y="3614075"/>
            <a:chExt cx="5913730" cy="1851900"/>
          </a:xfrm>
        </p:grpSpPr>
        <p:sp>
          <p:nvSpPr>
            <p:cNvPr id="1097" name="Google Shape;1097;g2e849266e75_0_116"/>
            <p:cNvSpPr/>
            <p:nvPr/>
          </p:nvSpPr>
          <p:spPr>
            <a:xfrm flipH="1">
              <a:off x="1615211" y="3629300"/>
              <a:ext cx="59136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98" name="Google Shape;1098;g2e849266e75_0_116"/>
            <p:cNvCxnSpPr/>
            <p:nvPr/>
          </p:nvCxnSpPr>
          <p:spPr>
            <a:xfrm rot="10800000">
              <a:off x="606766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9" name="Google Shape;1099;g2e849266e75_0_116"/>
            <p:cNvCxnSpPr/>
            <p:nvPr/>
          </p:nvCxnSpPr>
          <p:spPr>
            <a:xfrm rot="10800000">
              <a:off x="2426573"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0" name="Google Shape;1100;g2e849266e75_0_116"/>
            <p:cNvCxnSpPr/>
            <p:nvPr/>
          </p:nvCxnSpPr>
          <p:spPr>
            <a:xfrm rot="10800000">
              <a:off x="3171922"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01" name="Google Shape;1101;g2e849266e75_0_116"/>
            <p:cNvGrpSpPr/>
            <p:nvPr/>
          </p:nvGrpSpPr>
          <p:grpSpPr>
            <a:xfrm flipH="1">
              <a:off x="4492853" y="3629300"/>
              <a:ext cx="3036008" cy="1828800"/>
              <a:chOff x="643017" y="3631675"/>
              <a:chExt cx="3036008" cy="1828800"/>
            </a:xfrm>
          </p:grpSpPr>
          <p:sp>
            <p:nvSpPr>
              <p:cNvPr id="1102" name="Google Shape;1102;g2e849266e75_0_116"/>
              <p:cNvSpPr/>
              <p:nvPr/>
            </p:nvSpPr>
            <p:spPr>
              <a:xfrm rot="-5400000">
                <a:off x="1173867" y="3100825"/>
                <a:ext cx="1828800" cy="28905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3" name="Google Shape;1103;g2e849266e75_0_116"/>
              <p:cNvGrpSpPr/>
              <p:nvPr/>
            </p:nvGrpSpPr>
            <p:grpSpPr>
              <a:xfrm>
                <a:off x="3415325" y="4484375"/>
                <a:ext cx="263700" cy="263700"/>
                <a:chOff x="3415325" y="4484375"/>
                <a:chExt cx="263700" cy="263700"/>
              </a:xfrm>
            </p:grpSpPr>
            <p:sp>
              <p:nvSpPr>
                <p:cNvPr id="1104" name="Google Shape;1104;g2e849266e75_0_116"/>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05" name="Google Shape;1105;g2e849266e75_0_116"/>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106" name="Google Shape;1106;g2e849266e75_0_116"/>
            <p:cNvGrpSpPr/>
            <p:nvPr/>
          </p:nvGrpSpPr>
          <p:grpSpPr>
            <a:xfrm flipH="1">
              <a:off x="1615135" y="4063875"/>
              <a:ext cx="5913730" cy="1170725"/>
              <a:chOff x="1181250" y="4063875"/>
              <a:chExt cx="6781800" cy="1170725"/>
            </a:xfrm>
          </p:grpSpPr>
          <p:cxnSp>
            <p:nvCxnSpPr>
              <p:cNvPr id="1107" name="Google Shape;1107;g2e849266e75_0_116"/>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2e849266e75_0_116"/>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9" name="Google Shape;1109;g2e849266e75_0_116"/>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0" name="Google Shape;1110;g2e849266e75_0_116"/>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11" name="Google Shape;1111;g2e849266e75_0_116"/>
            <p:cNvCxnSpPr/>
            <p:nvPr/>
          </p:nvCxnSpPr>
          <p:spPr>
            <a:xfrm rot="10800000">
              <a:off x="373192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2" name="Google Shape;1112;g2e849266e75_0_116"/>
            <p:cNvCxnSpPr/>
            <p:nvPr/>
          </p:nvCxnSpPr>
          <p:spPr>
            <a:xfrm rot="10800000">
              <a:off x="5550222"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1113" name="Google Shape;1113;g2e849266e75_0_116"/>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114" name="Google Shape;1114;g2e849266e75_0_116"/>
          <p:cNvPicPr preferRelativeResize="0"/>
          <p:nvPr/>
        </p:nvPicPr>
        <p:blipFill rotWithShape="1">
          <a:blip r:embed="rId4">
            <a:alphaModFix/>
          </a:blip>
          <a:srcRect l="37495" r="37497"/>
          <a:stretch/>
        </p:blipFill>
        <p:spPr>
          <a:xfrm>
            <a:off x="3558788" y="681900"/>
            <a:ext cx="2026423" cy="2558451"/>
          </a:xfrm>
          <a:prstGeom prst="rect">
            <a:avLst/>
          </a:prstGeom>
          <a:noFill/>
          <a:ln>
            <a:noFill/>
          </a:ln>
        </p:spPr>
      </p:pic>
      <p:sp>
        <p:nvSpPr>
          <p:cNvPr id="1115" name="Google Shape;1115;g2e849266e75_0_116"/>
          <p:cNvSpPr txBox="1"/>
          <p:nvPr/>
        </p:nvSpPr>
        <p:spPr>
          <a:xfrm>
            <a:off x="1615210"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116" name="Google Shape;1116;g2e849266e75_0_116"/>
          <p:cNvSpPr txBox="1"/>
          <p:nvPr/>
        </p:nvSpPr>
        <p:spPr>
          <a:xfrm>
            <a:off x="2333917"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k</a:t>
            </a:r>
            <a:endParaRPr sz="8500" b="0" i="0" u="none" strike="noStrike" cap="none">
              <a:solidFill>
                <a:srgbClr val="2356AF"/>
              </a:solidFill>
              <a:latin typeface="Jost"/>
              <a:ea typeface="Jost"/>
              <a:cs typeface="Jost"/>
              <a:sym typeface="Jost"/>
            </a:endParaRPr>
          </a:p>
        </p:txBody>
      </p:sp>
      <p:sp>
        <p:nvSpPr>
          <p:cNvPr id="1117" name="Google Shape;1117;g2e849266e75_0_116"/>
          <p:cNvSpPr txBox="1"/>
          <p:nvPr/>
        </p:nvSpPr>
        <p:spPr>
          <a:xfrm>
            <a:off x="3172286"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118" name="Google Shape;1118;g2e849266e75_0_116"/>
          <p:cNvSpPr txBox="1"/>
          <p:nvPr/>
        </p:nvSpPr>
        <p:spPr>
          <a:xfrm>
            <a:off x="5538149"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119" name="Google Shape;1119;g2e849266e75_0_116"/>
          <p:cNvSpPr txBox="1"/>
          <p:nvPr/>
        </p:nvSpPr>
        <p:spPr>
          <a:xfrm>
            <a:off x="3778848"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120" name="Google Shape;1120;g2e849266e75_0_116"/>
          <p:cNvSpPr txBox="1"/>
          <p:nvPr/>
        </p:nvSpPr>
        <p:spPr>
          <a:xfrm>
            <a:off x="5992318" y="4064350"/>
            <a:ext cx="1498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ng</a:t>
            </a:r>
            <a:endParaRPr sz="8500" b="0" i="0" u="none" strike="noStrike" cap="none">
              <a:solidFill>
                <a:srgbClr val="FFD400"/>
              </a:solidFill>
              <a:latin typeface="Jost"/>
              <a:ea typeface="Jost"/>
              <a:cs typeface="Jost"/>
              <a:sym typeface="Jost"/>
            </a:endParaRPr>
          </a:p>
        </p:txBody>
      </p:sp>
      <p:sp>
        <p:nvSpPr>
          <p:cNvPr id="1121" name="Google Shape;1121;g2e849266e75_0_116"/>
          <p:cNvSpPr txBox="1"/>
          <p:nvPr/>
        </p:nvSpPr>
        <p:spPr>
          <a:xfrm>
            <a:off x="4744357"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8" name="Google Shape;112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9" name="Google Shape;1129;g1f3daf8a844_0_64"/>
          <p:cNvGrpSpPr/>
          <p:nvPr/>
        </p:nvGrpSpPr>
        <p:grpSpPr>
          <a:xfrm>
            <a:off x="3024000" y="209875"/>
            <a:ext cx="3096000" cy="454800"/>
            <a:chOff x="3024000" y="209875"/>
            <a:chExt cx="3096000" cy="454800"/>
          </a:xfrm>
        </p:grpSpPr>
        <p:sp>
          <p:nvSpPr>
            <p:cNvPr id="1130" name="Google Shape;113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1" name="Google Shape;113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2" name="Google Shape;113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3" name="Google Shape;113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4" name="Google Shape;113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5" name="Google Shape;113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6" name="Google Shape;113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7" name="Google Shape;1137;g1f3daf8a844_0_64"/>
          <p:cNvSpPr txBox="1"/>
          <p:nvPr/>
        </p:nvSpPr>
        <p:spPr>
          <a:xfrm>
            <a:off x="2333951"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8" name="Google Shape;1138;g1f3daf8a844_0_64"/>
          <p:cNvSpPr txBox="1"/>
          <p:nvPr/>
        </p:nvSpPr>
        <p:spPr>
          <a:xfrm>
            <a:off x="5792506"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9" name="Google Shape;1139;g1f3daf8a844_0_64"/>
          <p:cNvSpPr txBox="1"/>
          <p:nvPr/>
        </p:nvSpPr>
        <p:spPr>
          <a:xfrm>
            <a:off x="1181100"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40" name="Google Shape;1140;g1f3daf8a844_0_64"/>
          <p:cNvSpPr txBox="1"/>
          <p:nvPr/>
        </p:nvSpPr>
        <p:spPr>
          <a:xfrm>
            <a:off x="4639654"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6945355"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42" name="Google Shape;1142;g1f3daf8a844_0_64"/>
          <p:cNvSpPr txBox="1"/>
          <p:nvPr/>
        </p:nvSpPr>
        <p:spPr>
          <a:xfrm>
            <a:off x="2333951"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3" name="Google Shape;1143;g1f3daf8a844_0_64"/>
          <p:cNvSpPr txBox="1"/>
          <p:nvPr/>
        </p:nvSpPr>
        <p:spPr>
          <a:xfrm>
            <a:off x="1181100"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4" name="Google Shape;1144;g1f3daf8a844_0_64"/>
          <p:cNvSpPr txBox="1"/>
          <p:nvPr/>
        </p:nvSpPr>
        <p:spPr>
          <a:xfrm>
            <a:off x="3486803"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5" name="Google Shape;1145;g1f3daf8a844_0_64"/>
          <p:cNvSpPr txBox="1"/>
          <p:nvPr/>
        </p:nvSpPr>
        <p:spPr>
          <a:xfrm>
            <a:off x="4639654"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6" name="Google Shape;1146;g1f3daf8a844_0_64"/>
          <p:cNvSpPr txBox="1"/>
          <p:nvPr/>
        </p:nvSpPr>
        <p:spPr>
          <a:xfrm>
            <a:off x="3486803"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7" name="Google Shape;1147;g1f3daf8a844_0_64"/>
          <p:cNvSpPr txBox="1"/>
          <p:nvPr/>
        </p:nvSpPr>
        <p:spPr>
          <a:xfrm>
            <a:off x="6945355"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8" name="Google Shape;1148;g1f3daf8a844_0_64"/>
          <p:cNvSpPr txBox="1"/>
          <p:nvPr/>
        </p:nvSpPr>
        <p:spPr>
          <a:xfrm>
            <a:off x="2355576"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9" name="Google Shape;1149;g1f3daf8a844_0_64"/>
          <p:cNvSpPr txBox="1"/>
          <p:nvPr/>
        </p:nvSpPr>
        <p:spPr>
          <a:xfrm>
            <a:off x="5814131"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50" name="Google Shape;1150;g1f3daf8a844_0_64"/>
          <p:cNvSpPr txBox="1"/>
          <p:nvPr/>
        </p:nvSpPr>
        <p:spPr>
          <a:xfrm>
            <a:off x="3508428"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4661279"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52" name="Google Shape;115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3" name="Google Shape;1153;g1f3daf8a844_0_64"/>
          <p:cNvSpPr txBox="1"/>
          <p:nvPr/>
        </p:nvSpPr>
        <p:spPr>
          <a:xfrm>
            <a:off x="5769688" y="158502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g273481c6f6d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0" name="Google Shape;1160;g273481c6f6d_0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1" name="Google Shape;1161;g273481c6f6d_0_79"/>
          <p:cNvGrpSpPr/>
          <p:nvPr/>
        </p:nvGrpSpPr>
        <p:grpSpPr>
          <a:xfrm>
            <a:off x="3024000" y="209875"/>
            <a:ext cx="3096000" cy="454800"/>
            <a:chOff x="3024000" y="209875"/>
            <a:chExt cx="3096000" cy="454800"/>
          </a:xfrm>
        </p:grpSpPr>
        <p:sp>
          <p:nvSpPr>
            <p:cNvPr id="1162" name="Google Shape;1162;g273481c6f6d_0_7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3" name="Google Shape;1163;g273481c6f6d_0_7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4" name="Google Shape;1164;g273481c6f6d_0_7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65" name="Google Shape;1165;g273481c6f6d_0_79"/>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hitting nodding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pping digging tipping</a:t>
            </a:r>
            <a:endParaRPr sz="1800" b="0" i="0" u="none" strike="noStrike" cap="none">
              <a:solidFill>
                <a:srgbClr val="B7B7B7"/>
              </a:solidFill>
              <a:latin typeface="Jost"/>
              <a:ea typeface="Jost"/>
              <a:cs typeface="Jost"/>
              <a:sym typeface="Jost"/>
            </a:endParaRPr>
          </a:p>
        </p:txBody>
      </p:sp>
      <p:cxnSp>
        <p:nvCxnSpPr>
          <p:cNvPr id="1166" name="Google Shape;1166;g273481c6f6d_0_7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7" name="Google Shape;1167;g273481c6f6d_0_7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8" name="Google Shape;1168;g273481c6f6d_0_7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9" name="Google Shape;1169;g273481c6f6d_0_7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0" name="Google Shape;1170;g273481c6f6d_0_7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1" name="Google Shape;1171;g273481c6f6d_0_79"/>
          <p:cNvSpPr txBox="1"/>
          <p:nvPr/>
        </p:nvSpPr>
        <p:spPr>
          <a:xfrm>
            <a:off x="2333951"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2" name="Google Shape;1172;g273481c6f6d_0_79"/>
          <p:cNvSpPr txBox="1"/>
          <p:nvPr/>
        </p:nvSpPr>
        <p:spPr>
          <a:xfrm>
            <a:off x="5792506"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3" name="Google Shape;1173;g273481c6f6d_0_79"/>
          <p:cNvSpPr txBox="1"/>
          <p:nvPr/>
        </p:nvSpPr>
        <p:spPr>
          <a:xfrm>
            <a:off x="1181100"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74" name="Google Shape;1174;g273481c6f6d_0_79"/>
          <p:cNvSpPr txBox="1"/>
          <p:nvPr/>
        </p:nvSpPr>
        <p:spPr>
          <a:xfrm>
            <a:off x="4639654"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75" name="Google Shape;1175;g273481c6f6d_0_7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6" name="Google Shape;1176;g273481c6f6d_0_79"/>
          <p:cNvSpPr txBox="1"/>
          <p:nvPr/>
        </p:nvSpPr>
        <p:spPr>
          <a:xfrm>
            <a:off x="6945355"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77" name="Google Shape;1177;g273481c6f6d_0_79"/>
          <p:cNvSpPr txBox="1"/>
          <p:nvPr/>
        </p:nvSpPr>
        <p:spPr>
          <a:xfrm>
            <a:off x="2333951"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78" name="Google Shape;1178;g273481c6f6d_0_79"/>
          <p:cNvSpPr txBox="1"/>
          <p:nvPr/>
        </p:nvSpPr>
        <p:spPr>
          <a:xfrm>
            <a:off x="1181100"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79" name="Google Shape;1179;g273481c6f6d_0_79"/>
          <p:cNvSpPr txBox="1"/>
          <p:nvPr/>
        </p:nvSpPr>
        <p:spPr>
          <a:xfrm>
            <a:off x="3486803"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0" name="Google Shape;1180;g273481c6f6d_0_79"/>
          <p:cNvSpPr txBox="1"/>
          <p:nvPr/>
        </p:nvSpPr>
        <p:spPr>
          <a:xfrm>
            <a:off x="4639654"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1" name="Google Shape;1181;g273481c6f6d_0_79"/>
          <p:cNvSpPr txBox="1"/>
          <p:nvPr/>
        </p:nvSpPr>
        <p:spPr>
          <a:xfrm>
            <a:off x="3486803"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2" name="Google Shape;1182;g273481c6f6d_0_79"/>
          <p:cNvSpPr txBox="1"/>
          <p:nvPr/>
        </p:nvSpPr>
        <p:spPr>
          <a:xfrm>
            <a:off x="6945355"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83" name="Google Shape;1183;g273481c6f6d_0_79"/>
          <p:cNvSpPr txBox="1"/>
          <p:nvPr/>
        </p:nvSpPr>
        <p:spPr>
          <a:xfrm>
            <a:off x="2355576"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84" name="Google Shape;1184;g273481c6f6d_0_79"/>
          <p:cNvSpPr txBox="1"/>
          <p:nvPr/>
        </p:nvSpPr>
        <p:spPr>
          <a:xfrm>
            <a:off x="5814131"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85" name="Google Shape;1185;g273481c6f6d_0_79"/>
          <p:cNvSpPr txBox="1"/>
          <p:nvPr/>
        </p:nvSpPr>
        <p:spPr>
          <a:xfrm>
            <a:off x="3508428"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6" name="Google Shape;1186;g273481c6f6d_0_79"/>
          <p:cNvSpPr txBox="1"/>
          <p:nvPr/>
        </p:nvSpPr>
        <p:spPr>
          <a:xfrm>
            <a:off x="4661279" y="2450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87" name="Google Shape;1187;g273481c6f6d_0_79"/>
          <p:cNvSpPr txBox="1"/>
          <p:nvPr/>
        </p:nvSpPr>
        <p:spPr>
          <a:xfrm>
            <a:off x="5769688" y="158502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434</Words>
  <Application>Microsoft Office PowerPoint</Application>
  <PresentationFormat>On-screen Show (4:3)</PresentationFormat>
  <Paragraphs>170</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Poppins Medium</vt:lpstr>
      <vt:lpstr>Calibri</vt:lpstr>
      <vt:lpstr>Poppins</vt:lpstr>
      <vt:lpstr>Jost</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2026-06-03T01:26:43Z</dcterms:modified>
</cp:coreProperties>
</file>