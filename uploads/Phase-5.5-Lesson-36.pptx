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QfzQGwQGvPWOQl5mXG40HcMvD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4B95B6-CF05-4921-9677-3AC3FA9299F9}">
  <a:tblStyle styleId="{924B95B6-CF05-4921-9677-3AC3FA9299F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p:scale>
          <a:sx n="200" d="100"/>
          <a:sy n="200" d="100"/>
        </p:scale>
        <p:origin x="-3680" y="-60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e55d4d7893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e55d4d7893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e55d4d7893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e55d4d7893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e55d4d7893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e55d4d7893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e55d4d7893_0_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e55d4d7893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e55d4d7893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070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/ch/ - tch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8.1 -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6.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7.xml"/><Relationship Id="rId16" Type="http://schemas.openxmlformats.org/officeDocument/2006/relationships/image" Target="../media/image129.png"/><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8.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18" Type="http://schemas.openxmlformats.org/officeDocument/2006/relationships/image" Target="../media/image145.png"/><Relationship Id="rId26" Type="http://schemas.openxmlformats.org/officeDocument/2006/relationships/image" Target="../media/image153.png"/><Relationship Id="rId3" Type="http://schemas.openxmlformats.org/officeDocument/2006/relationships/image" Target="../media/image130.png"/><Relationship Id="rId21" Type="http://schemas.openxmlformats.org/officeDocument/2006/relationships/image" Target="../media/image148.png"/><Relationship Id="rId7" Type="http://schemas.openxmlformats.org/officeDocument/2006/relationships/image" Target="../media/image134.png"/><Relationship Id="rId12" Type="http://schemas.openxmlformats.org/officeDocument/2006/relationships/image" Target="../media/image139.png"/><Relationship Id="rId17" Type="http://schemas.openxmlformats.org/officeDocument/2006/relationships/image" Target="../media/image144.png"/><Relationship Id="rId25" Type="http://schemas.openxmlformats.org/officeDocument/2006/relationships/image" Target="../media/image152.png"/><Relationship Id="rId2" Type="http://schemas.openxmlformats.org/officeDocument/2006/relationships/notesSlide" Target="../notesSlides/notesSlide8.xml"/><Relationship Id="rId16" Type="http://schemas.openxmlformats.org/officeDocument/2006/relationships/image" Target="../media/image143.png"/><Relationship Id="rId20" Type="http://schemas.openxmlformats.org/officeDocument/2006/relationships/image" Target="../media/image147.png"/><Relationship Id="rId29"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33.png"/><Relationship Id="rId11" Type="http://schemas.openxmlformats.org/officeDocument/2006/relationships/image" Target="../media/image138.png"/><Relationship Id="rId24" Type="http://schemas.openxmlformats.org/officeDocument/2006/relationships/image" Target="../media/image151.png"/><Relationship Id="rId5" Type="http://schemas.openxmlformats.org/officeDocument/2006/relationships/image" Target="../media/image132.png"/><Relationship Id="rId15" Type="http://schemas.openxmlformats.org/officeDocument/2006/relationships/image" Target="../media/image142.png"/><Relationship Id="rId23" Type="http://schemas.openxmlformats.org/officeDocument/2006/relationships/image" Target="../media/image150.png"/><Relationship Id="rId28" Type="http://schemas.openxmlformats.org/officeDocument/2006/relationships/image" Target="../media/image155.png"/><Relationship Id="rId10" Type="http://schemas.openxmlformats.org/officeDocument/2006/relationships/image" Target="../media/image137.png"/><Relationship Id="rId19" Type="http://schemas.openxmlformats.org/officeDocument/2006/relationships/image" Target="../media/image146.png"/><Relationship Id="rId4" Type="http://schemas.openxmlformats.org/officeDocument/2006/relationships/image" Target="../media/image131.png"/><Relationship Id="rId9" Type="http://schemas.openxmlformats.org/officeDocument/2006/relationships/image" Target="../media/image136.png"/><Relationship Id="rId14" Type="http://schemas.openxmlformats.org/officeDocument/2006/relationships/image" Target="../media/image141.png"/><Relationship Id="rId22" Type="http://schemas.openxmlformats.org/officeDocument/2006/relationships/image" Target="../media/image149.png"/><Relationship Id="rId27" Type="http://schemas.openxmlformats.org/officeDocument/2006/relationships/image" Target="../media/image154.png"/><Relationship Id="rId30" Type="http://schemas.openxmlformats.org/officeDocument/2006/relationships/image" Target="../media/image157.png"/></Relationships>
</file>

<file path=ppt/slides/_rels/slide9.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16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png"/><Relationship Id="rId15" Type="http://schemas.openxmlformats.org/officeDocument/2006/relationships/image" Target="../media/image17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 Id="rId14" Type="http://schemas.openxmlformats.org/officeDocument/2006/relationships/image" Target="../media/image169.png"/></Relationships>
</file>

<file path=ppt/slides/_rels/slide10.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10.xml"/><Relationship Id="rId16" Type="http://schemas.openxmlformats.org/officeDocument/2006/relationships/image" Target="../media/image184.png"/><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1.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18" Type="http://schemas.openxmlformats.org/officeDocument/2006/relationships/image" Target="../media/image200.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11.xml"/><Relationship Id="rId16" Type="http://schemas.openxmlformats.org/officeDocument/2006/relationships/image" Target="../media/image198.png"/><Relationship Id="rId20" Type="http://schemas.openxmlformats.org/officeDocument/2006/relationships/image" Target="../media/image202.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19" Type="http://schemas.openxmlformats.org/officeDocument/2006/relationships/image" Target="../media/image201.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/ch/;</a:t>
            </a:r>
            <a:br>
              <a:rPr lang="en-US" sz="3000"/>
            </a:br>
            <a:r>
              <a:rPr lang="en-US" sz="3000"/>
              <a:t>tch</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36</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{924B95B6-CF05-4921-9677-3AC3FA9299F9}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/ch/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a:t>
            </a:r>
            <a:r>
              <a:rPr lang="en-US">
                <a:solidFill>
                  <a:srgbClr val="8DC63F"/>
                </a:solidFill>
              </a:rPr>
              <a:t> /ch/ </a:t>
            </a:r>
            <a:r>
              <a:rPr lang="en-US"/>
              <a:t>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2538"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33436"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87516" y="376418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5">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6" name="Google Shape;816;g26b7edf6e71_0_109"/>
          <p:cNvGrpSpPr/>
          <p:nvPr/>
        </p:nvGrpSpPr>
        <p:grpSpPr>
          <a:xfrm>
            <a:off x="865957" y="2135925"/>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7" name="Google Shape;837;g2c298d33e0c_0_6"/>
          <p:cNvGrpSpPr/>
          <p:nvPr/>
        </p:nvGrpSpPr>
        <p:grpSpPr>
          <a:xfrm>
            <a:off x="854893" y="2140761"/>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2" name="Google Shape;872;g2c298da1f27_0_455"/>
          <p:cNvGrpSpPr/>
          <p:nvPr/>
        </p:nvGrpSpPr>
        <p:grpSpPr>
          <a:xfrm>
            <a:off x="868300" y="2129450"/>
            <a:ext cx="7281864" cy="2684601"/>
            <a:chOff x="868300" y="2053250"/>
            <a:chExt cx="7281864" cy="2684601"/>
          </a:xfrm>
        </p:grpSpPr>
        <p:pic>
          <p:nvPicPr>
            <p:cNvPr id="873" name="Google Shape;87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2" name="Google Shape;892;g2c298da1f27_1_0"/>
          <p:cNvGrpSpPr/>
          <p:nvPr/>
        </p:nvGrpSpPr>
        <p:grpSpPr>
          <a:xfrm>
            <a:off x="868300" y="2129450"/>
            <a:ext cx="7281864" cy="2688001"/>
            <a:chOff x="868300" y="2129450"/>
            <a:chExt cx="7281864" cy="2688001"/>
          </a:xfrm>
        </p:grpSpPr>
        <p:pic>
          <p:nvPicPr>
            <p:cNvPr id="893" name="Google Shape;893;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dbdd193bb_0_343"/>
          <p:cNvSpPr txBox="1">
            <a:spLocks noGrp="1"/>
          </p:cNvSpPr>
          <p:nvPr>
            <p:ph type="title"/>
          </p:nvPr>
        </p:nvSpPr>
        <p:spPr>
          <a:xfrm>
            <a:off x="837775" y="582900"/>
            <a:ext cx="7468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 climb</a:t>
            </a:r>
            <a:r>
              <a:rPr lang="en-US" sz="2200"/>
              <a:t>.</a:t>
            </a:r>
            <a:endParaRPr sz="2200"/>
          </a:p>
        </p:txBody>
      </p:sp>
      <p:pic>
        <p:nvPicPr>
          <p:cNvPr id="913" name="Google Shape;913;g2cdbdd193bb_0_343"/>
          <p:cNvPicPr preferRelativeResize="0"/>
          <p:nvPr/>
        </p:nvPicPr>
        <p:blipFill rotWithShape="1">
          <a:blip r:embed="rId3">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47"/>
              </a:srgbClr>
            </a:outerShdw>
          </a:effectLst>
        </p:spPr>
      </p:pic>
      <p:pic>
        <p:nvPicPr>
          <p:cNvPr id="914" name="Google Shape;914;g2cdbdd193bb_0_343"/>
          <p:cNvPicPr preferRelativeResize="0"/>
          <p:nvPr/>
        </p:nvPicPr>
        <p:blipFill rotWithShape="1">
          <a:blip r:embed="rId4">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5">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6">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7">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8">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9">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0">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1">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2">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3">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4">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5">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6">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7">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8">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9">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20">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7" name="Google Shape;93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8" name="Google Shape;938;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9" name="Google Shape;93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0" name="Google Shape;940;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e</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41" name="Google Shape;941;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omp</a:t>
            </a:r>
            <a:endParaRPr sz="5800" b="0" i="0" u="none" strike="noStrike" cap="none">
              <a:solidFill>
                <a:srgbClr val="2356AF"/>
              </a:solidFill>
              <a:latin typeface="Jost"/>
              <a:ea typeface="Jost"/>
              <a:cs typeface="Jost"/>
              <a:sym typeface="Jost"/>
            </a:endParaRPr>
          </a:p>
        </p:txBody>
      </p:sp>
      <p:sp>
        <p:nvSpPr>
          <p:cNvPr id="942" name="Google Shape;942;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ick</a:t>
            </a:r>
            <a:endParaRPr sz="5800" b="0" i="0" u="none" strike="noStrike" cap="none">
              <a:solidFill>
                <a:srgbClr val="2356AF"/>
              </a:solidFill>
              <a:latin typeface="Jost"/>
              <a:ea typeface="Jost"/>
              <a:cs typeface="Jost"/>
              <a:sym typeface="Jost"/>
            </a:endParaRPr>
          </a:p>
        </p:txBody>
      </p:sp>
      <p:sp>
        <p:nvSpPr>
          <p:cNvPr id="943" name="Google Shape;94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22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e55d4d7893_0_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0" name="Google Shape;950;g2e55d4d7893_0_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51" name="Google Shape;951;g2e55d4d7893_0_14"/>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7058"/>
              </a:srgbClr>
            </a:outerShdw>
          </a:effectLst>
        </p:spPr>
      </p:pic>
      <p:sp>
        <p:nvSpPr>
          <p:cNvPr id="952" name="Google Shape;952;g2e55d4d7893_0_1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3" name="Google Shape;953;g2e55d4d7893_0_14"/>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FFD403"/>
                </a:solidFill>
                <a:latin typeface="Jost"/>
                <a:ea typeface="Jost"/>
                <a:cs typeface="Jost"/>
                <a:sym typeface="Jost"/>
              </a:rPr>
              <a:t>tch</a:t>
            </a:r>
            <a:endParaRPr sz="5800" b="0" i="0" u="none" strike="noStrike" cap="none">
              <a:solidFill>
                <a:srgbClr val="FFD403"/>
              </a:solidFill>
              <a:latin typeface="Jost"/>
              <a:ea typeface="Jost"/>
              <a:cs typeface="Jost"/>
              <a:sym typeface="Jost"/>
            </a:endParaRPr>
          </a:p>
        </p:txBody>
      </p:sp>
      <p:sp>
        <p:nvSpPr>
          <p:cNvPr id="954" name="Google Shape;954;g2e55d4d7893_0_14"/>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w</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FFD403"/>
                </a:solidFill>
                <a:latin typeface="Jost"/>
                <a:ea typeface="Jost"/>
                <a:cs typeface="Jost"/>
                <a:sym typeface="Jost"/>
              </a:rPr>
              <a:t>tch</a:t>
            </a:r>
            <a:endParaRPr sz="5800" b="0" i="0" u="none" strike="noStrike" cap="none">
              <a:solidFill>
                <a:srgbClr val="2356AF"/>
              </a:solidFill>
              <a:latin typeface="Jost"/>
              <a:ea typeface="Jost"/>
              <a:cs typeface="Jost"/>
              <a:sym typeface="Jost"/>
            </a:endParaRPr>
          </a:p>
        </p:txBody>
      </p:sp>
      <p:sp>
        <p:nvSpPr>
          <p:cNvPr id="955" name="Google Shape;955;g2e55d4d7893_0_14"/>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swi</a:t>
            </a:r>
            <a:r>
              <a:rPr lang="en-US" sz="5800" b="0" i="0" u="none" strike="noStrike" cap="none">
                <a:solidFill>
                  <a:srgbClr val="FFD403"/>
                </a:solidFill>
                <a:latin typeface="Jost"/>
                <a:ea typeface="Jost"/>
                <a:cs typeface="Jost"/>
                <a:sym typeface="Jost"/>
              </a:rPr>
              <a:t>tch</a:t>
            </a:r>
            <a:endParaRPr sz="5800" b="0" i="0" u="none" strike="noStrike" cap="none">
              <a:solidFill>
                <a:srgbClr val="2356AF"/>
              </a:solidFill>
              <a:latin typeface="Jost"/>
              <a:ea typeface="Jost"/>
              <a:cs typeface="Jost"/>
              <a:sym typeface="Jost"/>
            </a:endParaRPr>
          </a:p>
        </p:txBody>
      </p:sp>
      <p:sp>
        <p:nvSpPr>
          <p:cNvPr id="956" name="Google Shape;956;g2e55d4d7893_0_1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36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3" name="Google Shape;96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0" name="Google Shape;97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1" name="Google Shape;971;g2c4fb7f6616_1_0"/>
          <p:cNvSpPr/>
          <p:nvPr/>
        </p:nvSpPr>
        <p:spPr>
          <a:xfrm>
            <a:off x="27630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c4fb7f6616_1_0"/>
          <p:cNvSpPr/>
          <p:nvPr/>
        </p:nvSpPr>
        <p:spPr>
          <a:xfrm>
            <a:off x="362406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3" name="Google Shape;97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4" name="Google Shape;974;g2c4fb7f6616_1_0"/>
          <p:cNvSpPr txBox="1">
            <a:spLocks noGrp="1"/>
          </p:cNvSpPr>
          <p:nvPr>
            <p:ph type="subTitle" idx="4294967295"/>
          </p:nvPr>
        </p:nvSpPr>
        <p:spPr>
          <a:xfrm>
            <a:off x="4238338" y="1308025"/>
            <a:ext cx="2712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tch</a:t>
            </a:r>
            <a:endParaRPr sz="15000" b="0" i="0" u="none" strike="noStrike" cap="none">
              <a:solidFill>
                <a:srgbClr val="FFD403"/>
              </a:solidFill>
              <a:latin typeface="Jost"/>
              <a:ea typeface="Jost"/>
              <a:cs typeface="Jost"/>
              <a:sym typeface="Jost"/>
            </a:endParaRPr>
          </a:p>
        </p:txBody>
      </p:sp>
      <p:sp>
        <p:nvSpPr>
          <p:cNvPr id="975" name="Google Shape;975;g2c4fb7f6616_1_0"/>
          <p:cNvSpPr txBox="1">
            <a:spLocks noGrp="1"/>
          </p:cNvSpPr>
          <p:nvPr>
            <p:ph type="subTitle" idx="4294967295"/>
          </p:nvPr>
        </p:nvSpPr>
        <p:spPr>
          <a:xfrm>
            <a:off x="21933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76" name="Google Shape;976;g2c4fb7f6616_1_0"/>
          <p:cNvSpPr txBox="1">
            <a:spLocks noGrp="1"/>
          </p:cNvSpPr>
          <p:nvPr>
            <p:ph type="subTitle" idx="4294967295"/>
          </p:nvPr>
        </p:nvSpPr>
        <p:spPr>
          <a:xfrm>
            <a:off x="305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77" name="Google Shape;97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5" name="Google Shape;985;g2c4fb7f6616_1_0"/>
          <p:cNvGrpSpPr/>
          <p:nvPr/>
        </p:nvGrpSpPr>
        <p:grpSpPr>
          <a:xfrm>
            <a:off x="-550" y="6984600"/>
            <a:ext cx="8596479" cy="808600"/>
            <a:chOff x="-550" y="6984600"/>
            <a:chExt cx="8596479" cy="808600"/>
          </a:xfrm>
        </p:grpSpPr>
        <p:sp>
          <p:nvSpPr>
            <p:cNvPr id="986" name="Google Shape;98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5" name="Google Shape;995;g2c4fb7f6616_1_0"/>
          <p:cNvSpPr/>
          <p:nvPr/>
        </p:nvSpPr>
        <p:spPr>
          <a:xfrm>
            <a:off x="4495612" y="4011900"/>
            <a:ext cx="2168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e55d4d7893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2" name="Google Shape;1002;g2e55d4d7893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3" name="Google Shape;1003;g2e55d4d7893_0_29"/>
          <p:cNvSpPr/>
          <p:nvPr/>
        </p:nvSpPr>
        <p:spPr>
          <a:xfrm>
            <a:off x="27196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e55d4d7893_0_29"/>
          <p:cNvSpPr/>
          <p:nvPr/>
        </p:nvSpPr>
        <p:spPr>
          <a:xfrm>
            <a:off x="370026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5" name="Google Shape;1005;g2e55d4d7893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6" name="Google Shape;1006;g2e55d4d7893_0_29"/>
          <p:cNvSpPr txBox="1">
            <a:spLocks noGrp="1"/>
          </p:cNvSpPr>
          <p:nvPr>
            <p:ph type="subTitle" idx="4294967295"/>
          </p:nvPr>
        </p:nvSpPr>
        <p:spPr>
          <a:xfrm>
            <a:off x="4314538" y="1308025"/>
            <a:ext cx="2712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tch</a:t>
            </a:r>
            <a:endParaRPr sz="15000" b="0" i="0" u="none" strike="noStrike" cap="none">
              <a:solidFill>
                <a:srgbClr val="FFD403"/>
              </a:solidFill>
              <a:latin typeface="Jost"/>
              <a:ea typeface="Jost"/>
              <a:cs typeface="Jost"/>
              <a:sym typeface="Jost"/>
            </a:endParaRPr>
          </a:p>
        </p:txBody>
      </p:sp>
      <p:sp>
        <p:nvSpPr>
          <p:cNvPr id="1007" name="Google Shape;1007;g2e55d4d7893_0_29"/>
          <p:cNvSpPr txBox="1">
            <a:spLocks noGrp="1"/>
          </p:cNvSpPr>
          <p:nvPr>
            <p:ph type="subTitle" idx="4294967295"/>
          </p:nvPr>
        </p:nvSpPr>
        <p:spPr>
          <a:xfrm>
            <a:off x="21171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08" name="Google Shape;1008;g2e55d4d7893_0_2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e55d4d7893_0_2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e55d4d7893_0_2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e55d4d7893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e55d4d7893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e55d4d7893_0_2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e55d4d7893_0_2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e55d4d7893_0_2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6" name="Google Shape;1016;g2e55d4d7893_0_29"/>
          <p:cNvGrpSpPr/>
          <p:nvPr/>
        </p:nvGrpSpPr>
        <p:grpSpPr>
          <a:xfrm>
            <a:off x="-550" y="6984600"/>
            <a:ext cx="8596479" cy="808600"/>
            <a:chOff x="-550" y="6984600"/>
            <a:chExt cx="8596479" cy="808600"/>
          </a:xfrm>
        </p:grpSpPr>
        <p:sp>
          <p:nvSpPr>
            <p:cNvPr id="1017" name="Google Shape;1017;g2e55d4d7893_0_2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8" name="Google Shape;1018;g2e55d4d7893_0_2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9" name="Google Shape;1019;g2e55d4d7893_0_2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0" name="Google Shape;1020;g2e55d4d7893_0_2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1" name="Google Shape;1021;g2e55d4d7893_0_2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2" name="Google Shape;1022;g2e55d4d7893_0_2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3" name="Google Shape;1023;g2e55d4d7893_0_2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4" name="Google Shape;1024;g2e55d4d7893_0_2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5" name="Google Shape;1025;g2e55d4d7893_0_2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6" name="Google Shape;1026;g2e55d4d7893_0_29"/>
          <p:cNvSpPr/>
          <p:nvPr/>
        </p:nvSpPr>
        <p:spPr>
          <a:xfrm>
            <a:off x="4571812" y="4011900"/>
            <a:ext cx="2168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e55d4d7893_0_29"/>
          <p:cNvSpPr txBox="1"/>
          <p:nvPr/>
        </p:nvSpPr>
        <p:spPr>
          <a:xfrm>
            <a:off x="2984134"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3000" b="0" i="0" u="none" strike="noStrike" cap="none">
              <a:solidFill>
                <a:srgbClr val="ED1C24"/>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4" name="Google Shape;103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1" name="Google Shape;104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2" name="Google Shape;104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3" name="Google Shape;104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0" name="Google Shape;105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1" name="Google Shape;105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2" name="Google Shape;105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9" name="Google Shape;105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0" name="Google Shape;1060;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1" name="Google Shape;106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8" name="Google Shape;106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9" name="Google Shape;106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0" name="Google Shape;107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7" name="Google Shape;107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8" name="Google Shape;1078;g2d1eea302f1_0_6"/>
          <p:cNvGrpSpPr/>
          <p:nvPr/>
        </p:nvGrpSpPr>
        <p:grpSpPr>
          <a:xfrm>
            <a:off x="3024000" y="209875"/>
            <a:ext cx="3096000" cy="454800"/>
            <a:chOff x="3024000" y="209875"/>
            <a:chExt cx="3096000" cy="454800"/>
          </a:xfrm>
        </p:grpSpPr>
        <p:sp>
          <p:nvSpPr>
            <p:cNvPr id="1079" name="Google Shape;107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0" name="Google Shape;108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1" name="Google Shape;108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2" name="Google Shape;108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87" name="Google Shape;108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88" name="Google Shape;108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89" name="Google Shape;108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90" name="Google Shape;109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91" name="Google Shape;109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2" name="Google Shape;109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3" name="Google Shape;109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4" name="Google Shape;109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5" name="Google Shape;109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6" name="Google Shape;109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097" name="Google Shape;1097;g2d1eea302f1_0_6"/>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8" name="Google Shape;1098;g2d1eea302f1_0_6"/>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9" name="Google Shape;109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0" name="Google Shape;1100;g2d1eea302f1_0_6"/>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01" name="Google Shape;110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e55d4d7893_0_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8" name="Google Shape;1108;g2e55d4d7893_0_6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9" name="Google Shape;1109;g2e55d4d7893_0_65"/>
          <p:cNvGrpSpPr/>
          <p:nvPr/>
        </p:nvGrpSpPr>
        <p:grpSpPr>
          <a:xfrm>
            <a:off x="3024000" y="209875"/>
            <a:ext cx="3096000" cy="454800"/>
            <a:chOff x="3024000" y="209875"/>
            <a:chExt cx="3096000" cy="454800"/>
          </a:xfrm>
        </p:grpSpPr>
        <p:sp>
          <p:nvSpPr>
            <p:cNvPr id="1110" name="Google Shape;1110;g2e55d4d7893_0_6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1" name="Google Shape;1111;g2e55d4d7893_0_6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2" name="Google Shape;1112;g2e55d4d7893_0_6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3" name="Google Shape;1113;g2e55d4d7893_0_65"/>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4" name="Google Shape;1114;g2e55d4d7893_0_65"/>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e55d4d7893_0_65"/>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e55d4d7893_0_65"/>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2e55d4d7893_0_65"/>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2e55d4d7893_0_65"/>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9" name="Google Shape;1119;g2e55d4d7893_0_65"/>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20" name="Google Shape;1120;g2e55d4d7893_0_65"/>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1" name="Google Shape;1121;g2e55d4d7893_0_65"/>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cxnSp>
        <p:nvCxnSpPr>
          <p:cNvPr id="1122" name="Google Shape;1122;g2e55d4d7893_0_65"/>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3" name="Google Shape;1123;g2e55d4d7893_0_65"/>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24" name="Google Shape;1124;g2e55d4d7893_0_65"/>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5" name="Google Shape;1125;g2e55d4d7893_0_65"/>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6" name="Google Shape;1126;g2e55d4d7893_0_65"/>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7" name="Google Shape;1127;g2e55d4d7893_0_65"/>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8" name="Google Shape;1128;g2e55d4d7893_0_65"/>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29" name="Google Shape;1129;g2e55d4d7893_0_65"/>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130" name="Google Shape;1130;g2e55d4d7893_0_65"/>
          <p:cNvSpPr txBox="1"/>
          <p:nvPr/>
        </p:nvSpPr>
        <p:spPr>
          <a:xfrm>
            <a:off x="46396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1" name="Google Shape;1131;g2e55d4d7893_0_65"/>
          <p:cNvSpPr txBox="1"/>
          <p:nvPr/>
        </p:nvSpPr>
        <p:spPr>
          <a:xfrm>
            <a:off x="348677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2" name="Google Shape;1132;g2e55d4d7893_0_65"/>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tch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tch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tch fetch sketch witch ditch pitch kitchen</a:t>
            </a:r>
            <a:endParaRPr sz="1800" b="0" i="0" u="none" strike="noStrike" cap="none">
              <a:solidFill>
                <a:srgbClr val="B7B7B7"/>
              </a:solidFill>
              <a:latin typeface="Jost"/>
              <a:ea typeface="Jost"/>
              <a:cs typeface="Jost"/>
              <a:sym typeface="Jost"/>
            </a:endParaRPr>
          </a:p>
        </p:txBody>
      </p:sp>
      <p:sp>
        <p:nvSpPr>
          <p:cNvPr id="1133" name="Google Shape;1133;g2e55d4d7893_0_6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34" name="Google Shape;1134;g2e55d4d7893_0_65"/>
          <p:cNvSpPr txBox="1"/>
          <p:nvPr/>
        </p:nvSpPr>
        <p:spPr>
          <a:xfrm>
            <a:off x="2333952"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468</Words>
  <Application>Microsoft Office PowerPoint</Application>
  <PresentationFormat>On-screen Show (4:3)</PresentationFormat>
  <Paragraphs>159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Jost</vt:lpstr>
      <vt:lpstr>Poppins</vt:lpstr>
      <vt:lpstr>Nunito Black</vt:lpstr>
      <vt:lpstr>Poppins SemiBold</vt:lpstr>
      <vt:lpstr>Calibri</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2026-05-27T04:01:55Z</dcterms:modified>
</cp:coreProperties>
</file>