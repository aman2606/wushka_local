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gvG3dxCdg802/rdjTyO3Hjbgcp+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123A9A7-2A02-4862-8AA6-289116A3BA65}">
  <a:tblStyle styleId="{3123A9A7-2A02-4862-8AA6-289116A3BA65}"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snapToGrid="0">
      <p:cViewPr>
        <p:scale>
          <a:sx n="200" d="100"/>
          <a:sy n="200" d="100"/>
        </p:scale>
        <p:origin x="144" y="-54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McNally" userId="f41ca301-1e42-4df6-b366-de7a1f7b738f" providerId="ADAL" clId="{6CFED5F7-CA71-4C86-9636-282E33979310}"/>
    <pc:docChg chg="custSel modMainMaster">
      <pc:chgData name="Lauren McNally" userId="f41ca301-1e42-4df6-b366-de7a1f7b738f" providerId="ADAL" clId="{6CFED5F7-CA71-4C86-9636-282E33979310}" dt="2026-05-27T04:13:46.324" v="3" actId="21"/>
      <pc:docMkLst>
        <pc:docMk/>
      </pc:docMkLst>
      <pc:sldMasterChg chg="modSldLayout">
        <pc:chgData name="Lauren McNally" userId="f41ca301-1e42-4df6-b366-de7a1f7b738f" providerId="ADAL" clId="{6CFED5F7-CA71-4C86-9636-282E33979310}" dt="2026-05-27T04:13:46.324" v="3" actId="21"/>
        <pc:sldMasterMkLst>
          <pc:docMk/>
          <pc:sldMasterMk cId="0" sldId="2147483648"/>
        </pc:sldMasterMkLst>
        <pc:sldLayoutChg chg="delSp mod">
          <pc:chgData name="Lauren McNally" userId="f41ca301-1e42-4df6-b366-de7a1f7b738f" providerId="ADAL" clId="{6CFED5F7-CA71-4C86-9636-282E33979310}" dt="2026-05-27T04:13:46.324" v="3" actId="21"/>
          <pc:sldLayoutMkLst>
            <pc:docMk/>
            <pc:sldMasterMk cId="0" sldId="2147483648"/>
            <pc:sldLayoutMk cId="0" sldId="2147483649"/>
          </pc:sldLayoutMkLst>
          <pc:picChg chg="del">
            <ac:chgData name="Lauren McNally" userId="f41ca301-1e42-4df6-b366-de7a1f7b738f" providerId="ADAL" clId="{6CFED5F7-CA71-4C86-9636-282E33979310}" dt="2026-05-27T04:13:46.324" v="3" actId="21"/>
            <ac:picMkLst>
              <pc:docMk/>
              <pc:sldMasterMk cId="0" sldId="2147483648"/>
              <pc:sldLayoutMk cId="0" sldId="2147483649"/>
              <ac:picMk id="20" creationId="{00000000-0000-0000-0000-000000000000}"/>
            </ac:picMkLst>
          </pc:picChg>
        </pc:sldLayoutChg>
        <pc:sldLayoutChg chg="delSp modSp mod">
          <pc:chgData name="Lauren McNally" userId="f41ca301-1e42-4df6-b366-de7a1f7b738f" providerId="ADAL" clId="{6CFED5F7-CA71-4C86-9636-282E33979310}" dt="2026-05-27T04:13:31.930" v="1" actId="21"/>
          <pc:sldLayoutMkLst>
            <pc:docMk/>
            <pc:sldMasterMk cId="0" sldId="2147483648"/>
            <pc:sldLayoutMk cId="0" sldId="2147483653"/>
          </pc:sldLayoutMkLst>
          <pc:picChg chg="del mod">
            <ac:chgData name="Lauren McNally" userId="f41ca301-1e42-4df6-b366-de7a1f7b738f" providerId="ADAL" clId="{6CFED5F7-CA71-4C86-9636-282E33979310}" dt="2026-05-27T04:13:31.930" v="1" actId="21"/>
            <ac:picMkLst>
              <pc:docMk/>
              <pc:sldMasterMk cId="0" sldId="2147483648"/>
              <pc:sldLayoutMk cId="0" sldId="2147483653"/>
              <ac:picMk id="132" creationId="{00000000-0000-0000-0000-000000000000}"/>
            </ac:picMkLst>
          </pc:picChg>
        </pc:sldLayoutChg>
        <pc:sldLayoutChg chg="delSp mod">
          <pc:chgData name="Lauren McNally" userId="f41ca301-1e42-4df6-b366-de7a1f7b738f" providerId="ADAL" clId="{6CFED5F7-CA71-4C86-9636-282E33979310}" dt="2026-05-27T04:13:35.656" v="2" actId="21"/>
          <pc:sldLayoutMkLst>
            <pc:docMk/>
            <pc:sldMasterMk cId="0" sldId="2147483648"/>
            <pc:sldLayoutMk cId="0" sldId="2147483656"/>
          </pc:sldLayoutMkLst>
          <pc:picChg chg="del">
            <ac:chgData name="Lauren McNally" userId="f41ca301-1e42-4df6-b366-de7a1f7b738f" providerId="ADAL" clId="{6CFED5F7-CA71-4C86-9636-282E33979310}" dt="2026-05-27T04:13:35.656" v="2" actId="21"/>
            <ac:picMkLst>
              <pc:docMk/>
              <pc:sldMasterMk cId="0" sldId="2147483648"/>
              <pc:sldLayoutMk cId="0" sldId="2147483656"/>
              <ac:picMk id="193"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0" name="Google Shape;69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341018f9f36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7" name="Google Shape;717;g341018f9f36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8" name="Google Shape;718;g341018f9f36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341018f9f36_0_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341018f9f36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341018f9f36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341018f9f36_0_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g341018f9f36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g341018f9f36_0_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341018f9f36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341018f9f36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341018f9f36_0_1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341018f9f36_0_1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341018f9f36_0_1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341018f9f36_0_1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341018f9f36_0_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5" name="Google Shape;875;g341018f9f36_0_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6" name="Google Shape;876;g341018f9f36_0_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341018f9f36_0_1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341018f9f36_0_1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341018f9f36_0_1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341018f9f36_0_2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0" name="Google Shape;930;g341018f9f36_0_2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1" name="Google Shape;931;g341018f9f36_0_2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341018f9f36_0_2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341018f9f36_0_2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341018f9f36_0_2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6f40b1072c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g26f40b1072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7" name="Google Shape;987;g26f40b1072c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8" name="Google Shape;101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9" name="Google Shape;101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6" name="Google Shape;1056;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7" name="Google Shape;1057;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6" name="Google Shape;1066;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7" name="Google Shape;1067;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701ceed56d_4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6" name="Google Shape;1076;g2701ceed56d_4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7" name="Google Shape;1077;g2701ceed56d_4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2e56a77a509_0_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5" name="Google Shape;1105;g2e56a77a509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6" name="Google Shape;1106;g2e56a77a509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300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2853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100"/>
              <a:buFont typeface="Arial"/>
              <a:buNone/>
            </a:pPr>
            <a:r>
              <a:rPr lang="en-US" sz="1800" i="0" u="none" strike="noStrike" cap="none">
                <a:solidFill>
                  <a:srgbClr val="FFFFFF"/>
                </a:solidFill>
                <a:latin typeface="Poppins SemiBold"/>
                <a:ea typeface="Poppins SemiBold"/>
                <a:cs typeface="Poppins SemiBold"/>
                <a:sym typeface="Poppins SemiBold"/>
              </a:rPr>
              <a:t>Review Sound Family /ch/ &amp; /k/</a:t>
            </a:r>
            <a:endParaRPr sz="180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63424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8.2 - Friday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40</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5.5 - Sound Families </a:t>
            </a:r>
            <a:endParaRPr sz="180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500" b="1"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5.5</a:t>
              </a:r>
              <a:endParaRPr sz="1300" b="1"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20.xml"/><Relationship Id="rId5" Type="http://schemas.openxmlformats.org/officeDocument/2006/relationships/image" Target="../media/image10.png"/><Relationship Id="rId10" Type="http://schemas.openxmlformats.org/officeDocument/2006/relationships/slide" Target="slide19.xml"/><Relationship Id="rId4" Type="http://schemas.openxmlformats.org/officeDocument/2006/relationships/image" Target="../media/image9.png"/><Relationship Id="rId9" Type="http://schemas.openxmlformats.org/officeDocument/2006/relationships/slide" Target="slide17.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3.png"/><Relationship Id="rId21" Type="http://schemas.openxmlformats.org/officeDocument/2006/relationships/image" Target="../media/image30.png"/><Relationship Id="rId7" Type="http://schemas.openxmlformats.org/officeDocument/2006/relationships/image" Target="../media/image17.png"/><Relationship Id="rId12" Type="http://schemas.openxmlformats.org/officeDocument/2006/relationships/image" Target="../media/image6.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3.png"/><Relationship Id="rId5" Type="http://schemas.openxmlformats.org/officeDocument/2006/relationships/image" Target="../media/image15.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20.png"/><Relationship Id="rId19" Type="http://schemas.openxmlformats.org/officeDocument/2006/relationships/image" Target="../media/image28.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52.png"/><Relationship Id="rId29"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6.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8.png"/></Relationships>
</file>

<file path=ppt/slides/_rels/slide5.xml.rels><?xml version="1.0" encoding="UTF-8" standalone="yes"?>
<Relationships xmlns="http://schemas.openxmlformats.org/package/2006/relationships"><Relationship Id="rId13" Type="http://schemas.openxmlformats.org/officeDocument/2006/relationships/image" Target="../media/image73.png"/><Relationship Id="rId18" Type="http://schemas.openxmlformats.org/officeDocument/2006/relationships/image" Target="../media/image78.png"/><Relationship Id="rId26" Type="http://schemas.openxmlformats.org/officeDocument/2006/relationships/image" Target="../media/image86.png"/><Relationship Id="rId39" Type="http://schemas.openxmlformats.org/officeDocument/2006/relationships/image" Target="../media/image99.png"/><Relationship Id="rId21" Type="http://schemas.openxmlformats.org/officeDocument/2006/relationships/image" Target="../media/image81.png"/><Relationship Id="rId34" Type="http://schemas.openxmlformats.org/officeDocument/2006/relationships/image" Target="../media/image94.png"/><Relationship Id="rId42" Type="http://schemas.openxmlformats.org/officeDocument/2006/relationships/image" Target="../media/image102.png"/><Relationship Id="rId7" Type="http://schemas.openxmlformats.org/officeDocument/2006/relationships/image" Target="../media/image67.png"/><Relationship Id="rId2" Type="http://schemas.openxmlformats.org/officeDocument/2006/relationships/notesSlide" Target="../notesSlides/notesSlide5.xml"/><Relationship Id="rId16" Type="http://schemas.openxmlformats.org/officeDocument/2006/relationships/image" Target="../media/image76.png"/><Relationship Id="rId20" Type="http://schemas.openxmlformats.org/officeDocument/2006/relationships/image" Target="../media/image80.png"/><Relationship Id="rId29" Type="http://schemas.openxmlformats.org/officeDocument/2006/relationships/image" Target="../media/image89.png"/><Relationship Id="rId41"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24" Type="http://schemas.openxmlformats.org/officeDocument/2006/relationships/image" Target="../media/image84.png"/><Relationship Id="rId32" Type="http://schemas.openxmlformats.org/officeDocument/2006/relationships/image" Target="../media/image92.png"/><Relationship Id="rId37" Type="http://schemas.openxmlformats.org/officeDocument/2006/relationships/image" Target="../media/image97.png"/><Relationship Id="rId40" Type="http://schemas.openxmlformats.org/officeDocument/2006/relationships/image" Target="../media/image100.png"/><Relationship Id="rId5" Type="http://schemas.openxmlformats.org/officeDocument/2006/relationships/image" Target="../media/image65.png"/><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png"/><Relationship Id="rId36" Type="http://schemas.openxmlformats.org/officeDocument/2006/relationships/image" Target="../media/image96.png"/><Relationship Id="rId10" Type="http://schemas.openxmlformats.org/officeDocument/2006/relationships/image" Target="../media/image70.png"/><Relationship Id="rId19" Type="http://schemas.openxmlformats.org/officeDocument/2006/relationships/image" Target="../media/image79.png"/><Relationship Id="rId31" Type="http://schemas.openxmlformats.org/officeDocument/2006/relationships/image" Target="../media/image91.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 Id="rId22" Type="http://schemas.openxmlformats.org/officeDocument/2006/relationships/image" Target="../media/image82.png"/><Relationship Id="rId27" Type="http://schemas.openxmlformats.org/officeDocument/2006/relationships/image" Target="../media/image87.png"/><Relationship Id="rId30" Type="http://schemas.openxmlformats.org/officeDocument/2006/relationships/image" Target="../media/image90.png"/><Relationship Id="rId35" Type="http://schemas.openxmlformats.org/officeDocument/2006/relationships/image" Target="../media/image95.png"/><Relationship Id="rId43" Type="http://schemas.openxmlformats.org/officeDocument/2006/relationships/image" Target="../media/image103.png"/><Relationship Id="rId8" Type="http://schemas.openxmlformats.org/officeDocument/2006/relationships/image" Target="../media/image68.png"/><Relationship Id="rId3" Type="http://schemas.openxmlformats.org/officeDocument/2006/relationships/image" Target="../media/image63.png"/><Relationship Id="rId12" Type="http://schemas.openxmlformats.org/officeDocument/2006/relationships/image" Target="../media/image72.png"/><Relationship Id="rId17" Type="http://schemas.openxmlformats.org/officeDocument/2006/relationships/image" Target="../media/image77.png"/><Relationship Id="rId25" Type="http://schemas.openxmlformats.org/officeDocument/2006/relationships/image" Target="../media/image85.png"/><Relationship Id="rId33" Type="http://schemas.openxmlformats.org/officeDocument/2006/relationships/image" Target="../media/image93.png"/><Relationship Id="rId38" Type="http://schemas.openxmlformats.org/officeDocument/2006/relationships/image" Target="../media/image98.png"/></Relationships>
</file>

<file path=ppt/slides/_rels/slide6.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18" Type="http://schemas.openxmlformats.org/officeDocument/2006/relationships/image" Target="../media/image117.png"/><Relationship Id="rId3" Type="http://schemas.openxmlformats.org/officeDocument/2006/relationships/image" Target="../media/image5.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6.png"/><Relationship Id="rId2" Type="http://schemas.openxmlformats.org/officeDocument/2006/relationships/notesSlide" Target="../notesSlides/notesSlide6.xml"/><Relationship Id="rId16" Type="http://schemas.openxmlformats.org/officeDocument/2006/relationships/image" Target="../media/image115.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5" Type="http://schemas.openxmlformats.org/officeDocument/2006/relationships/image" Target="../media/image114.png"/><Relationship Id="rId10" Type="http://schemas.openxmlformats.org/officeDocument/2006/relationships/image" Target="../media/image109.png"/><Relationship Id="rId19" Type="http://schemas.openxmlformats.org/officeDocument/2006/relationships/image" Target="../media/image118.png"/><Relationship Id="rId4" Type="http://schemas.openxmlformats.org/officeDocument/2006/relationships/image" Target="../media/image7.png"/><Relationship Id="rId9" Type="http://schemas.openxmlformats.org/officeDocument/2006/relationships/image" Target="../media/image108.png"/><Relationship Id="rId14" Type="http://schemas.openxmlformats.org/officeDocument/2006/relationships/image" Target="../media/image113.png"/></Relationships>
</file>

<file path=ppt/slides/_rels/slide7.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9.png"/><Relationship Id="rId3" Type="http://schemas.openxmlformats.org/officeDocument/2006/relationships/image" Target="../media/image119.png"/><Relationship Id="rId7" Type="http://schemas.openxmlformats.org/officeDocument/2006/relationships/image" Target="../media/image123.png"/><Relationship Id="rId12" Type="http://schemas.openxmlformats.org/officeDocument/2006/relationships/image" Target="../media/image128.png"/><Relationship Id="rId2" Type="http://schemas.openxmlformats.org/officeDocument/2006/relationships/notesSlide" Target="../notesSlides/notesSlide7.xml"/><Relationship Id="rId16" Type="http://schemas.openxmlformats.org/officeDocument/2006/relationships/image" Target="../media/image132.png"/><Relationship Id="rId1" Type="http://schemas.openxmlformats.org/officeDocument/2006/relationships/slideLayout" Target="../slideLayouts/slideLayout3.xml"/><Relationship Id="rId6" Type="http://schemas.openxmlformats.org/officeDocument/2006/relationships/image" Target="../media/image122.png"/><Relationship Id="rId11" Type="http://schemas.openxmlformats.org/officeDocument/2006/relationships/image" Target="../media/image127.png"/><Relationship Id="rId5" Type="http://schemas.openxmlformats.org/officeDocument/2006/relationships/image" Target="../media/image121.png"/><Relationship Id="rId15" Type="http://schemas.openxmlformats.org/officeDocument/2006/relationships/image" Target="../media/image131.png"/><Relationship Id="rId10" Type="http://schemas.openxmlformats.org/officeDocument/2006/relationships/image" Target="../media/image126.png"/><Relationship Id="rId4" Type="http://schemas.openxmlformats.org/officeDocument/2006/relationships/image" Target="../media/image120.png"/><Relationship Id="rId9" Type="http://schemas.openxmlformats.org/officeDocument/2006/relationships/image" Target="../media/image125.png"/><Relationship Id="rId14" Type="http://schemas.openxmlformats.org/officeDocument/2006/relationships/image" Target="../media/image130.png"/></Relationships>
</file>

<file path=ppt/slides/_rels/slide8.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18" Type="http://schemas.openxmlformats.org/officeDocument/2006/relationships/image" Target="../media/image148.png"/><Relationship Id="rId26" Type="http://schemas.openxmlformats.org/officeDocument/2006/relationships/image" Target="../media/image156.png"/><Relationship Id="rId3" Type="http://schemas.openxmlformats.org/officeDocument/2006/relationships/image" Target="../media/image133.png"/><Relationship Id="rId21" Type="http://schemas.openxmlformats.org/officeDocument/2006/relationships/image" Target="../media/image151.png"/><Relationship Id="rId7" Type="http://schemas.openxmlformats.org/officeDocument/2006/relationships/image" Target="../media/image137.png"/><Relationship Id="rId12" Type="http://schemas.openxmlformats.org/officeDocument/2006/relationships/image" Target="../media/image142.png"/><Relationship Id="rId17" Type="http://schemas.openxmlformats.org/officeDocument/2006/relationships/image" Target="../media/image147.png"/><Relationship Id="rId25" Type="http://schemas.openxmlformats.org/officeDocument/2006/relationships/image" Target="../media/image155.png"/><Relationship Id="rId2" Type="http://schemas.openxmlformats.org/officeDocument/2006/relationships/notesSlide" Target="../notesSlides/notesSlide8.xml"/><Relationship Id="rId16" Type="http://schemas.openxmlformats.org/officeDocument/2006/relationships/image" Target="../media/image146.png"/><Relationship Id="rId20" Type="http://schemas.openxmlformats.org/officeDocument/2006/relationships/image" Target="../media/image150.png"/><Relationship Id="rId29" Type="http://schemas.openxmlformats.org/officeDocument/2006/relationships/image" Target="../media/image159.png"/><Relationship Id="rId1" Type="http://schemas.openxmlformats.org/officeDocument/2006/relationships/slideLayout" Target="../slideLayouts/slideLayout3.xml"/><Relationship Id="rId6" Type="http://schemas.openxmlformats.org/officeDocument/2006/relationships/image" Target="../media/image136.png"/><Relationship Id="rId11" Type="http://schemas.openxmlformats.org/officeDocument/2006/relationships/image" Target="../media/image141.png"/><Relationship Id="rId24" Type="http://schemas.openxmlformats.org/officeDocument/2006/relationships/image" Target="../media/image154.png"/><Relationship Id="rId5" Type="http://schemas.openxmlformats.org/officeDocument/2006/relationships/image" Target="../media/image135.png"/><Relationship Id="rId15" Type="http://schemas.openxmlformats.org/officeDocument/2006/relationships/image" Target="../media/image145.png"/><Relationship Id="rId23" Type="http://schemas.openxmlformats.org/officeDocument/2006/relationships/image" Target="../media/image153.png"/><Relationship Id="rId28" Type="http://schemas.openxmlformats.org/officeDocument/2006/relationships/image" Target="../media/image158.png"/><Relationship Id="rId10" Type="http://schemas.openxmlformats.org/officeDocument/2006/relationships/image" Target="../media/image140.png"/><Relationship Id="rId19" Type="http://schemas.openxmlformats.org/officeDocument/2006/relationships/image" Target="../media/image149.png"/><Relationship Id="rId4" Type="http://schemas.openxmlformats.org/officeDocument/2006/relationships/image" Target="../media/image134.png"/><Relationship Id="rId9" Type="http://schemas.openxmlformats.org/officeDocument/2006/relationships/image" Target="../media/image139.png"/><Relationship Id="rId14" Type="http://schemas.openxmlformats.org/officeDocument/2006/relationships/image" Target="../media/image144.png"/><Relationship Id="rId22" Type="http://schemas.openxmlformats.org/officeDocument/2006/relationships/image" Target="../media/image152.png"/><Relationship Id="rId27" Type="http://schemas.openxmlformats.org/officeDocument/2006/relationships/image" Target="../media/image157.png"/><Relationship Id="rId30" Type="http://schemas.openxmlformats.org/officeDocument/2006/relationships/image" Target="../media/image160.png"/></Relationships>
</file>

<file path=ppt/slides/_rels/slide9.xml.rels><?xml version="1.0" encoding="UTF-8" standalone="yes"?>
<Relationships xmlns="http://schemas.openxmlformats.org/package/2006/relationships"><Relationship Id="rId8" Type="http://schemas.openxmlformats.org/officeDocument/2006/relationships/image" Target="../media/image166.png"/><Relationship Id="rId13" Type="http://schemas.openxmlformats.org/officeDocument/2006/relationships/image" Target="../media/image171.png"/><Relationship Id="rId3" Type="http://schemas.openxmlformats.org/officeDocument/2006/relationships/image" Target="../media/image161.png"/><Relationship Id="rId7" Type="http://schemas.openxmlformats.org/officeDocument/2006/relationships/image" Target="../media/image165.png"/><Relationship Id="rId12" Type="http://schemas.openxmlformats.org/officeDocument/2006/relationships/image" Target="../media/image17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4.png"/><Relationship Id="rId11" Type="http://schemas.openxmlformats.org/officeDocument/2006/relationships/image" Target="../media/image169.png"/><Relationship Id="rId5" Type="http://schemas.openxmlformats.org/officeDocument/2006/relationships/image" Target="../media/image163.png"/><Relationship Id="rId15" Type="http://schemas.openxmlformats.org/officeDocument/2006/relationships/image" Target="../media/image173.png"/><Relationship Id="rId10" Type="http://schemas.openxmlformats.org/officeDocument/2006/relationships/image" Target="../media/image168.png"/><Relationship Id="rId4" Type="http://schemas.openxmlformats.org/officeDocument/2006/relationships/image" Target="../media/image162.png"/><Relationship Id="rId9" Type="http://schemas.openxmlformats.org/officeDocument/2006/relationships/image" Target="../media/image167.png"/><Relationship Id="rId14" Type="http://schemas.openxmlformats.org/officeDocument/2006/relationships/image" Target="../media/image172.png"/></Relationships>
</file>

<file path=ppt/slides/_rels/slide10.xml.rels><?xml version="1.0" encoding="UTF-8" standalone="yes"?>
<Relationships xmlns="http://schemas.openxmlformats.org/package/2006/relationships"><Relationship Id="rId8" Type="http://schemas.openxmlformats.org/officeDocument/2006/relationships/image" Target="../media/image179.png"/><Relationship Id="rId13" Type="http://schemas.openxmlformats.org/officeDocument/2006/relationships/image" Target="../media/image184.png"/><Relationship Id="rId3" Type="http://schemas.openxmlformats.org/officeDocument/2006/relationships/image" Target="../media/image174.png"/><Relationship Id="rId7" Type="http://schemas.openxmlformats.org/officeDocument/2006/relationships/image" Target="../media/image178.png"/><Relationship Id="rId12" Type="http://schemas.openxmlformats.org/officeDocument/2006/relationships/image" Target="../media/image183.png"/><Relationship Id="rId17" Type="http://schemas.openxmlformats.org/officeDocument/2006/relationships/image" Target="../media/image188.png"/><Relationship Id="rId2" Type="http://schemas.openxmlformats.org/officeDocument/2006/relationships/notesSlide" Target="../notesSlides/notesSlide10.xml"/><Relationship Id="rId16" Type="http://schemas.openxmlformats.org/officeDocument/2006/relationships/image" Target="../media/image187.png"/><Relationship Id="rId1" Type="http://schemas.openxmlformats.org/officeDocument/2006/relationships/slideLayout" Target="../slideLayouts/slideLayout3.xml"/><Relationship Id="rId6" Type="http://schemas.openxmlformats.org/officeDocument/2006/relationships/image" Target="../media/image177.png"/><Relationship Id="rId11" Type="http://schemas.openxmlformats.org/officeDocument/2006/relationships/image" Target="../media/image182.png"/><Relationship Id="rId5" Type="http://schemas.openxmlformats.org/officeDocument/2006/relationships/image" Target="../media/image176.png"/><Relationship Id="rId15" Type="http://schemas.openxmlformats.org/officeDocument/2006/relationships/image" Target="../media/image186.png"/><Relationship Id="rId10" Type="http://schemas.openxmlformats.org/officeDocument/2006/relationships/image" Target="../media/image181.png"/><Relationship Id="rId4" Type="http://schemas.openxmlformats.org/officeDocument/2006/relationships/image" Target="../media/image175.png"/><Relationship Id="rId9" Type="http://schemas.openxmlformats.org/officeDocument/2006/relationships/image" Target="../media/image180.png"/><Relationship Id="rId14" Type="http://schemas.openxmlformats.org/officeDocument/2006/relationships/image" Target="../media/image185.png"/></Relationships>
</file>

<file path=ppt/slides/_rels/slide11.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image" Target="../media/image198.png"/><Relationship Id="rId18" Type="http://schemas.openxmlformats.org/officeDocument/2006/relationships/image" Target="../media/image203.png"/><Relationship Id="rId3" Type="http://schemas.openxmlformats.org/officeDocument/2006/relationships/image" Target="../media/image10.png"/><Relationship Id="rId21" Type="http://schemas.openxmlformats.org/officeDocument/2006/relationships/image" Target="../media/image206.png"/><Relationship Id="rId7" Type="http://schemas.openxmlformats.org/officeDocument/2006/relationships/image" Target="../media/image192.png"/><Relationship Id="rId12" Type="http://schemas.openxmlformats.org/officeDocument/2006/relationships/image" Target="../media/image197.png"/><Relationship Id="rId17" Type="http://schemas.openxmlformats.org/officeDocument/2006/relationships/image" Target="../media/image202.png"/><Relationship Id="rId2" Type="http://schemas.openxmlformats.org/officeDocument/2006/relationships/notesSlide" Target="../notesSlides/notesSlide11.xml"/><Relationship Id="rId16" Type="http://schemas.openxmlformats.org/officeDocument/2006/relationships/image" Target="../media/image201.png"/><Relationship Id="rId20" Type="http://schemas.openxmlformats.org/officeDocument/2006/relationships/image" Target="../media/image205.png"/><Relationship Id="rId1" Type="http://schemas.openxmlformats.org/officeDocument/2006/relationships/slideLayout" Target="../slideLayouts/slideLayout3.xml"/><Relationship Id="rId6" Type="http://schemas.openxmlformats.org/officeDocument/2006/relationships/image" Target="../media/image191.png"/><Relationship Id="rId11" Type="http://schemas.openxmlformats.org/officeDocument/2006/relationships/image" Target="../media/image196.png"/><Relationship Id="rId5" Type="http://schemas.openxmlformats.org/officeDocument/2006/relationships/image" Target="../media/image190.png"/><Relationship Id="rId15" Type="http://schemas.openxmlformats.org/officeDocument/2006/relationships/image" Target="../media/image200.png"/><Relationship Id="rId10" Type="http://schemas.openxmlformats.org/officeDocument/2006/relationships/image" Target="../media/image195.png"/><Relationship Id="rId19" Type="http://schemas.openxmlformats.org/officeDocument/2006/relationships/image" Target="../media/image204.png"/><Relationship Id="rId4" Type="http://schemas.openxmlformats.org/officeDocument/2006/relationships/image" Target="../media/image189.png"/><Relationship Id="rId9" Type="http://schemas.openxmlformats.org/officeDocument/2006/relationships/image" Target="../media/image194.png"/><Relationship Id="rId14" Type="http://schemas.openxmlformats.org/officeDocument/2006/relationships/image" Target="../media/image199.png"/><Relationship Id="rId22" Type="http://schemas.openxmlformats.org/officeDocument/2006/relationships/image" Target="../media/image207.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0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89.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12.png"/><Relationship Id="rId5" Type="http://schemas.openxmlformats.org/officeDocument/2006/relationships/image" Target="../media/image211.png"/><Relationship Id="rId4" Type="http://schemas.openxmlformats.org/officeDocument/2006/relationships/image" Target="../media/image210.png"/></Relationships>
</file>

<file path=ppt/slides/_rels/slide16.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14.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15.png"/></Relationships>
</file>

<file path=ppt/slides/_rels/slide18.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89.png"/></Relationships>
</file>

<file path=ppt/slides/_rels/slide21.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18.png"/></Relationships>
</file>

<file path=ppt/slides/_rels/slide22.xml.rels><?xml version="1.0" encoding="UTF-8" standalone="yes"?>
<Relationships xmlns="http://schemas.openxmlformats.org/package/2006/relationships"><Relationship Id="rId8" Type="http://schemas.openxmlformats.org/officeDocument/2006/relationships/image" Target="../media/image207.png"/><Relationship Id="rId13" Type="http://schemas.openxmlformats.org/officeDocument/2006/relationships/image" Target="../media/image191.png"/><Relationship Id="rId18" Type="http://schemas.openxmlformats.org/officeDocument/2006/relationships/image" Target="../media/image203.png"/><Relationship Id="rId3" Type="http://schemas.openxmlformats.org/officeDocument/2006/relationships/image" Target="../media/image202.png"/><Relationship Id="rId21" Type="http://schemas.openxmlformats.org/officeDocument/2006/relationships/image" Target="../media/image10.png"/><Relationship Id="rId7" Type="http://schemas.openxmlformats.org/officeDocument/2006/relationships/image" Target="../media/image200.png"/><Relationship Id="rId12" Type="http://schemas.openxmlformats.org/officeDocument/2006/relationships/image" Target="../media/image205.png"/><Relationship Id="rId17" Type="http://schemas.openxmlformats.org/officeDocument/2006/relationships/image" Target="../media/image196.png"/><Relationship Id="rId2" Type="http://schemas.openxmlformats.org/officeDocument/2006/relationships/notesSlide" Target="../notesSlides/notesSlide22.xml"/><Relationship Id="rId16" Type="http://schemas.openxmlformats.org/officeDocument/2006/relationships/image" Target="../media/image194.png"/><Relationship Id="rId20" Type="http://schemas.openxmlformats.org/officeDocument/2006/relationships/image" Target="../media/image190.png"/><Relationship Id="rId1" Type="http://schemas.openxmlformats.org/officeDocument/2006/relationships/slideLayout" Target="../slideLayouts/slideLayout4.xml"/><Relationship Id="rId6" Type="http://schemas.openxmlformats.org/officeDocument/2006/relationships/image" Target="../media/image195.png"/><Relationship Id="rId11" Type="http://schemas.openxmlformats.org/officeDocument/2006/relationships/image" Target="../media/image198.png"/><Relationship Id="rId5" Type="http://schemas.openxmlformats.org/officeDocument/2006/relationships/image" Target="../media/image201.png"/><Relationship Id="rId15" Type="http://schemas.openxmlformats.org/officeDocument/2006/relationships/image" Target="../media/image204.png"/><Relationship Id="rId10" Type="http://schemas.openxmlformats.org/officeDocument/2006/relationships/image" Target="../media/image206.png"/><Relationship Id="rId19" Type="http://schemas.openxmlformats.org/officeDocument/2006/relationships/image" Target="../media/image193.png"/><Relationship Id="rId4" Type="http://schemas.openxmlformats.org/officeDocument/2006/relationships/image" Target="../media/image192.png"/><Relationship Id="rId9" Type="http://schemas.openxmlformats.org/officeDocument/2006/relationships/image" Target="../media/image199.png"/><Relationship Id="rId14" Type="http://schemas.openxmlformats.org/officeDocument/2006/relationships/image" Target="../media/image197.png"/><Relationship Id="rId22" Type="http://schemas.openxmlformats.org/officeDocument/2006/relationships/image" Target="../media/image189.png"/></Relationships>
</file>

<file path=ppt/slides/_rels/slide23.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222.png"/><Relationship Id="rId5" Type="http://schemas.openxmlformats.org/officeDocument/2006/relationships/image" Target="../media/image221.png"/><Relationship Id="rId4" Type="http://schemas.openxmlformats.org/officeDocument/2006/relationships/image" Target="../media/image2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Review Sound Family /ch/ &amp; /k/</a:t>
            </a:r>
            <a:endParaRPr sz="3000"/>
          </a:p>
        </p:txBody>
      </p:sp>
      <p:sp>
        <p:nvSpPr>
          <p:cNvPr id="679" name="Google Shape;679;p1"/>
          <p:cNvSpPr txBox="1">
            <a:spLocks noGrp="1"/>
          </p:cNvSpPr>
          <p:nvPr>
            <p:ph type="subTitle" idx="2"/>
          </p:nvPr>
        </p:nvSpPr>
        <p:spPr>
          <a:xfrm>
            <a:off x="884092" y="3754105"/>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40</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1" name="Google Shape;681;p1"/>
          <p:cNvSpPr/>
          <p:nvPr/>
        </p:nvSpPr>
        <p:spPr>
          <a:xfrm>
            <a:off x="5600040" y="5085080"/>
            <a:ext cx="140100" cy="81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2" name="Google Shape;682;p1"/>
          <p:cNvSpPr/>
          <p:nvPr/>
        </p:nvSpPr>
        <p:spPr>
          <a:xfrm>
            <a:off x="5925600" y="5085080"/>
            <a:ext cx="140100" cy="81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3" name="Google Shape;683;p1" title="JL686-118F.png"/>
          <p:cNvPicPr preferRelativeResize="0"/>
          <p:nvPr/>
        </p:nvPicPr>
        <p:blipFill rotWithShape="1">
          <a:blip r:embed="rId3">
            <a:alphaModFix/>
          </a:blip>
          <a:srcRect b="10"/>
          <a:stretch/>
        </p:blipFill>
        <p:spPr>
          <a:xfrm rot="713626">
            <a:off x="7581275" y="4131198"/>
            <a:ext cx="1071651" cy="1516788"/>
          </a:xfrm>
          <a:prstGeom prst="rect">
            <a:avLst/>
          </a:prstGeom>
          <a:noFill/>
          <a:ln>
            <a:noFill/>
          </a:ln>
          <a:effectLst>
            <a:outerShdw blurRad="71438" dist="38100" dir="5220000" algn="bl" rotWithShape="0">
              <a:srgbClr val="000000">
                <a:alpha val="20000"/>
              </a:srgbClr>
            </a:outerShdw>
          </a:effectLst>
        </p:spPr>
      </p:pic>
      <p:pic>
        <p:nvPicPr>
          <p:cNvPr id="684" name="Google Shape;684;p1" title="JL686-12F.png"/>
          <p:cNvPicPr preferRelativeResize="0"/>
          <p:nvPr/>
        </p:nvPicPr>
        <p:blipFill rotWithShape="1">
          <a:blip r:embed="rId4">
            <a:alphaModFix/>
          </a:blip>
          <a:srcRect l="19" r="19"/>
          <a:stretch/>
        </p:blipFill>
        <p:spPr>
          <a:xfrm rot="193083">
            <a:off x="6666994" y="3998204"/>
            <a:ext cx="1071653" cy="1516786"/>
          </a:xfrm>
          <a:prstGeom prst="rect">
            <a:avLst/>
          </a:prstGeom>
          <a:noFill/>
          <a:ln>
            <a:noFill/>
          </a:ln>
          <a:effectLst>
            <a:outerShdw blurRad="71438" dist="38100" dir="5220000" algn="bl" rotWithShape="0">
              <a:srgbClr val="000000">
                <a:alpha val="20000"/>
              </a:srgbClr>
            </a:outerShdw>
          </a:effectLst>
        </p:spPr>
      </p:pic>
      <p:pic>
        <p:nvPicPr>
          <p:cNvPr id="685" name="Google Shape;685;p1" title="JL686-117F.png"/>
          <p:cNvPicPr preferRelativeResize="0"/>
          <p:nvPr/>
        </p:nvPicPr>
        <p:blipFill rotWithShape="1">
          <a:blip r:embed="rId5">
            <a:alphaModFix/>
          </a:blip>
          <a:srcRect b="10"/>
          <a:stretch/>
        </p:blipFill>
        <p:spPr>
          <a:xfrm rot="-313763">
            <a:off x="5805284" y="4012380"/>
            <a:ext cx="1071652" cy="1516785"/>
          </a:xfrm>
          <a:prstGeom prst="rect">
            <a:avLst/>
          </a:prstGeom>
          <a:noFill/>
          <a:ln>
            <a:noFill/>
          </a:ln>
          <a:effectLst>
            <a:outerShdw blurRad="71438" dist="38100" dir="5220000" algn="bl" rotWithShape="0">
              <a:srgbClr val="000000">
                <a:alpha val="20000"/>
              </a:srgbClr>
            </a:outerShdw>
          </a:effectLst>
        </p:spPr>
      </p:pic>
      <p:pic>
        <p:nvPicPr>
          <p:cNvPr id="686" name="Google Shape;686;p1" title="JL686-58F.png"/>
          <p:cNvPicPr preferRelativeResize="0"/>
          <p:nvPr/>
        </p:nvPicPr>
        <p:blipFill rotWithShape="1">
          <a:blip r:embed="rId6">
            <a:alphaModFix/>
          </a:blip>
          <a:srcRect l="19" r="19"/>
          <a:stretch/>
        </p:blipFill>
        <p:spPr>
          <a:xfrm rot="-781538">
            <a:off x="4887937" y="4198809"/>
            <a:ext cx="1071653" cy="1516788"/>
          </a:xfrm>
          <a:prstGeom prst="rect">
            <a:avLst/>
          </a:prstGeom>
          <a:noFill/>
          <a:ln>
            <a:noFill/>
          </a:ln>
          <a:effectLst>
            <a:outerShdw blurRad="71438" dist="38100" dir="5220000" algn="bl" rotWithShape="0">
              <a:srgbClr val="000000">
                <a:alpha val="20000"/>
              </a:srgbClr>
            </a:outerShdw>
          </a:effectLst>
        </p:spPr>
      </p:pic>
      <p:graphicFrame>
        <p:nvGraphicFramePr>
          <p:cNvPr id="687" name="Google Shape;687;p1"/>
          <p:cNvGraphicFramePr/>
          <p:nvPr/>
        </p:nvGraphicFramePr>
        <p:xfrm>
          <a:off x="4844200" y="1646527"/>
          <a:ext cx="3784875" cy="2032200"/>
        </p:xfrm>
        <a:graphic>
          <a:graphicData uri="http://schemas.openxmlformats.org/drawingml/2006/table">
            <a:tbl>
              <a:tblPr firstRow="1" bandRow="1">
                <a:noFill/>
                <a:tableStyleId>{3123A9A7-2A02-4862-8AA6-289116A3BA65}</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/ch/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/k/</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a:t>
            </a:r>
            <a:r>
              <a:rPr lang="en-US">
                <a:solidFill>
                  <a:srgbClr val="8DC63F"/>
                </a:solidFill>
              </a:rPr>
              <a:t> /ch/</a:t>
            </a:r>
            <a:r>
              <a:rPr lang="en-US"/>
              <a:t> sound family spelling patterns, including homophones and Common Exception Words.</a:t>
            </a:r>
            <a:endParaRPr/>
          </a:p>
        </p:txBody>
      </p:sp>
      <p:sp>
        <p:nvSpPr>
          <p:cNvPr id="694" name="Google Shape;694;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95" name="Google Shape;695;g2bee4f4af4b_0_204"/>
          <p:cNvSpPr txBox="1"/>
          <p:nvPr/>
        </p:nvSpPr>
        <p:spPr>
          <a:xfrm>
            <a:off x="2306383"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96" name="Google Shape;696;g2bee4f4af4b_0_204"/>
          <p:cNvSpPr txBox="1"/>
          <p:nvPr/>
        </p:nvSpPr>
        <p:spPr>
          <a:xfrm>
            <a:off x="2099083"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97" name="Google Shape;697;g2bee4f4af4b_0_204" title="JL686-58F.png"/>
          <p:cNvPicPr preferRelativeResize="0"/>
          <p:nvPr/>
        </p:nvPicPr>
        <p:blipFill rotWithShape="1">
          <a:blip r:embed="rId3">
            <a:alphaModFix/>
          </a:blip>
          <a:srcRect l="19" r="19"/>
          <a:stretch/>
        </p:blipFill>
        <p:spPr>
          <a:xfrm>
            <a:off x="2319758" y="4101860"/>
            <a:ext cx="786850" cy="1113688"/>
          </a:xfrm>
          <a:prstGeom prst="rect">
            <a:avLst/>
          </a:prstGeom>
          <a:noFill/>
          <a:ln>
            <a:noFill/>
          </a:ln>
          <a:effectLst>
            <a:outerShdw blurRad="71438" dist="19050" dir="5220000" algn="bl" rotWithShape="0">
              <a:srgbClr val="D8D8D8"/>
            </a:outerShdw>
          </a:effectLst>
        </p:spPr>
      </p:pic>
      <p:sp>
        <p:nvSpPr>
          <p:cNvPr id="698" name="Google Shape;698;g2bee4f4af4b_0_204"/>
          <p:cNvSpPr txBox="1"/>
          <p:nvPr/>
        </p:nvSpPr>
        <p:spPr>
          <a:xfrm>
            <a:off x="346303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99" name="Google Shape;699;g2bee4f4af4b_0_204"/>
          <p:cNvSpPr txBox="1"/>
          <p:nvPr/>
        </p:nvSpPr>
        <p:spPr>
          <a:xfrm>
            <a:off x="325573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0" name="Google Shape;700;g2bee4f4af4b_0_204" title="JL689-132F.png"/>
          <p:cNvPicPr preferRelativeResize="0"/>
          <p:nvPr/>
        </p:nvPicPr>
        <p:blipFill rotWithShape="1">
          <a:blip r:embed="rId4">
            <a:alphaModFix/>
          </a:blip>
          <a:srcRect l="89" r="79"/>
          <a:stretch/>
        </p:blipFill>
        <p:spPr>
          <a:xfrm>
            <a:off x="3463036" y="4169988"/>
            <a:ext cx="813600" cy="977432"/>
          </a:xfrm>
          <a:prstGeom prst="rect">
            <a:avLst/>
          </a:prstGeom>
          <a:noFill/>
          <a:ln>
            <a:noFill/>
          </a:ln>
          <a:effectLst>
            <a:outerShdw blurRad="71438" dist="19050" dir="5220000" algn="bl" rotWithShape="0">
              <a:srgbClr val="D8D8D8"/>
            </a:outerShdw>
          </a:effectLst>
        </p:spPr>
      </p:pic>
      <p:sp>
        <p:nvSpPr>
          <p:cNvPr id="701" name="Google Shape;701;g2bee4f4af4b_0_204"/>
          <p:cNvSpPr txBox="1"/>
          <p:nvPr/>
        </p:nvSpPr>
        <p:spPr>
          <a:xfrm>
            <a:off x="583814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5505526" y="5256525"/>
            <a:ext cx="1478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a:t>
            </a:r>
            <a:r>
              <a:rPr lang="en-US" sz="900" b="0" i="0" u="none" strike="noStrike" cap="none">
                <a:solidFill>
                  <a:srgbClr val="757070"/>
                </a:solidFill>
                <a:latin typeface="Poppins Medium"/>
                <a:ea typeface="Poppins Medium"/>
                <a:cs typeface="Poppins Medium"/>
                <a:sym typeface="Poppins Medium"/>
              </a:rPr>
              <a:t>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title="JL687-78F.png"/>
          <p:cNvPicPr preferRelativeResize="0"/>
          <p:nvPr/>
        </p:nvPicPr>
        <p:blipFill rotWithShape="1">
          <a:blip r:embed="rId5">
            <a:alphaModFix/>
          </a:blip>
          <a:srcRect/>
          <a:stretch/>
        </p:blipFill>
        <p:spPr>
          <a:xfrm>
            <a:off x="5778959" y="4326104"/>
            <a:ext cx="931974" cy="665200"/>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4650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453599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title="JL692-132F.png"/>
          <p:cNvPicPr preferRelativeResize="0"/>
          <p:nvPr/>
        </p:nvPicPr>
        <p:blipFill rotWithShape="1">
          <a:blip r:embed="rId6">
            <a:alphaModFix/>
          </a:blip>
          <a:srcRect/>
          <a:stretch/>
        </p:blipFill>
        <p:spPr>
          <a:xfrm>
            <a:off x="4750129" y="4232253"/>
            <a:ext cx="614525" cy="852902"/>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Homophone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title="JL693-33F.png"/>
          <p:cNvPicPr preferRelativeResize="0"/>
          <p:nvPr/>
        </p:nvPicPr>
        <p:blipFill rotWithShape="1">
          <a:blip r:embed="rId7">
            <a:alphaModFix/>
          </a:blip>
          <a:srcRect t="159" b="159"/>
          <a:stretch/>
        </p:blipFill>
        <p:spPr>
          <a:xfrm>
            <a:off x="845550" y="4364250"/>
            <a:ext cx="1177926" cy="588950"/>
          </a:xfrm>
          <a:prstGeom prst="rect">
            <a:avLst/>
          </a:prstGeom>
          <a:noFill/>
          <a:ln>
            <a:noFill/>
          </a:ln>
          <a:effectLst>
            <a:outerShdw blurRad="57150" dist="19050" dir="5400000" algn="bl" rotWithShape="0">
              <a:srgbClr val="BFBFBF"/>
            </a:outerShdw>
          </a:effectLst>
        </p:spPr>
      </p:pic>
      <p:sp>
        <p:nvSpPr>
          <p:cNvPr id="710" name="Google Shape;710;g2bee4f4af4b_0_204">
            <a:hlinkClick r:id="rId8" action="ppaction://hlinksldjump"/>
          </p:cNvPr>
          <p:cNvSpPr/>
          <p:nvPr/>
        </p:nvSpPr>
        <p:spPr>
          <a:xfrm>
            <a:off x="2215033" y="362896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1" name="Google Shape;711;g2bee4f4af4b_0_204">
            <a:hlinkClick r:id="rId9" action="ppaction://hlinksldjump"/>
          </p:cNvPr>
          <p:cNvSpPr/>
          <p:nvPr/>
        </p:nvSpPr>
        <p:spPr>
          <a:xfrm>
            <a:off x="3318334" y="346497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2" name="Google Shape;712;g2bee4f4af4b_0_204">
            <a:hlinkClick r:id="rId10" action="ppaction://hlinksldjump"/>
          </p:cNvPr>
          <p:cNvSpPr/>
          <p:nvPr/>
        </p:nvSpPr>
        <p:spPr>
          <a:xfrm>
            <a:off x="4562011" y="370856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11" action="ppaction://hlinksldjump"/>
          </p:cNvPr>
          <p:cNvSpPr/>
          <p:nvPr/>
        </p:nvSpPr>
        <p:spPr>
          <a:xfrm>
            <a:off x="5640589"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12" action="ppaction://hlinksldjump"/>
          </p:cNvPr>
          <p:cNvSpPr/>
          <p:nvPr/>
        </p:nvSpPr>
        <p:spPr>
          <a:xfrm>
            <a:off x="988181" y="363277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g341018f9f36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1" name="Google Shape;721;g341018f9f36_0_6"/>
          <p:cNvGrpSpPr/>
          <p:nvPr/>
        </p:nvGrpSpPr>
        <p:grpSpPr>
          <a:xfrm>
            <a:off x="930400" y="2053244"/>
            <a:ext cx="7283200" cy="3724851"/>
            <a:chOff x="930400" y="2129444"/>
            <a:chExt cx="7283200" cy="3724851"/>
          </a:xfrm>
        </p:grpSpPr>
        <p:pic>
          <p:nvPicPr>
            <p:cNvPr id="722" name="Google Shape;722;g341018f9f36_0_6"/>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341018f9f36_0_6"/>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341018f9f36_0_6"/>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341018f9f36_0_6"/>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341018f9f36_0_6"/>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341018f9f36_0_6"/>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341018f9f36_0_6"/>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341018f9f36_0_6"/>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341018f9f36_0_6"/>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341018f9f36_0_6"/>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41018f9f36_0_6"/>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41018f9f36_0_6"/>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41018f9f36_0_6"/>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41018f9f36_0_6"/>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41018f9f36_0_6"/>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41018f9f36_0_6"/>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41018f9f36_0_6"/>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41018f9f36_0_6"/>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341018f9f36_0_6"/>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341018f9f36_0_6"/>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341018f9f36_0_6"/>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341018f9f36_0_6"/>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341018f9f36_0_6"/>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341018f9f36_0_3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341018f9f36_0_35"/>
          <p:cNvGrpSpPr/>
          <p:nvPr/>
        </p:nvGrpSpPr>
        <p:grpSpPr>
          <a:xfrm>
            <a:off x="930400" y="2053250"/>
            <a:ext cx="7283201" cy="2971674"/>
            <a:chOff x="930400" y="2129450"/>
            <a:chExt cx="7283201" cy="2971674"/>
          </a:xfrm>
        </p:grpSpPr>
        <p:pic>
          <p:nvPicPr>
            <p:cNvPr id="752" name="Google Shape;752;g341018f9f36_0_35"/>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3" name="Google Shape;753;g341018f9f36_0_35"/>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4" name="Google Shape;754;g341018f9f36_0_35"/>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341018f9f36_0_35"/>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6" name="Google Shape;756;g341018f9f36_0_35"/>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7" name="Google Shape;757;g341018f9f36_0_35"/>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341018f9f36_0_35"/>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341018f9f36_0_35"/>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0" name="Google Shape;760;g341018f9f36_0_35"/>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341018f9f36_0_35"/>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2" name="Google Shape;762;g341018f9f36_0_35"/>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341018f9f36_0_35"/>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341018f9f36_0_35"/>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5" name="Google Shape;765;g341018f9f36_0_35"/>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341018f9f36_0_35"/>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7" name="Google Shape;767;g341018f9f36_0_35"/>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8" name="Google Shape;768;g341018f9f36_0_35"/>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341018f9f36_0_35"/>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341018f9f36_0_35"/>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341018f9f36_0_35"/>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341018f9f36_0_35"/>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341018f9f36_0_35"/>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341018f9f36_0_35"/>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341018f9f36_0_35"/>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341018f9f36_0_35"/>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341018f9f36_0_35"/>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341018f9f36_0_35"/>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341018f9f36_0_35"/>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341018f9f36_0_35"/>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341018f9f36_0_7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7" name="Google Shape;787;g341018f9f36_0_70"/>
          <p:cNvGrpSpPr/>
          <p:nvPr/>
        </p:nvGrpSpPr>
        <p:grpSpPr>
          <a:xfrm>
            <a:off x="930400" y="2053250"/>
            <a:ext cx="7283201" cy="2971674"/>
            <a:chOff x="930400" y="2053250"/>
            <a:chExt cx="7283201" cy="2971674"/>
          </a:xfrm>
        </p:grpSpPr>
        <p:pic>
          <p:nvPicPr>
            <p:cNvPr id="788" name="Google Shape;788;g341018f9f36_0_70"/>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89" name="Google Shape;789;g341018f9f36_0_70"/>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0" name="Google Shape;790;g341018f9f36_0_70"/>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341018f9f36_0_70"/>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341018f9f36_0_70"/>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3" name="Google Shape;793;g341018f9f36_0_70"/>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4" name="Google Shape;794;g341018f9f36_0_70"/>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95" name="Google Shape;795;g341018f9f36_0_70"/>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96" name="Google Shape;796;g341018f9f36_0_70"/>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97" name="Google Shape;797;g341018f9f36_0_70"/>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98" name="Google Shape;798;g341018f9f36_0_70"/>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99" name="Google Shape;799;g341018f9f36_0_70"/>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341018f9f36_0_70"/>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1" name="Google Shape;801;g341018f9f36_0_70"/>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2" name="Google Shape;802;g341018f9f36_0_70"/>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3" name="Google Shape;803;g341018f9f36_0_70"/>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4" name="Google Shape;804;g341018f9f36_0_70"/>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05" name="Google Shape;805;g341018f9f36_0_70"/>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6" name="Google Shape;806;g341018f9f36_0_70"/>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7" name="Google Shape;807;g341018f9f36_0_70"/>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08" name="Google Shape;808;g341018f9f36_0_70"/>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09" name="Google Shape;809;g341018f9f36_0_70"/>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0" name="Google Shape;810;g341018f9f36_0_70"/>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1" name="Google Shape;811;g341018f9f36_0_70"/>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2" name="Google Shape;812;g341018f9f36_0_70"/>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3" name="Google Shape;813;g341018f9f36_0_70"/>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4" name="Google Shape;814;g341018f9f36_0_70"/>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5" name="Google Shape;815;g341018f9f36_0_70"/>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16" name="Google Shape;816;g341018f9f36_0_70"/>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17" name="Google Shape;817;g341018f9f36_0_70"/>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18" name="Google Shape;818;g341018f9f36_0_70"/>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9" name="Google Shape;819;g341018f9f36_0_70"/>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0" name="Google Shape;820;g341018f9f36_0_70"/>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1" name="Google Shape;821;g341018f9f36_0_70"/>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2" name="Google Shape;822;g341018f9f36_0_70"/>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3" name="Google Shape;823;g341018f9f36_0_70"/>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4" name="Google Shape;824;g341018f9f36_0_70"/>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5" name="Google Shape;825;g341018f9f36_0_70"/>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26" name="Google Shape;826;g341018f9f36_0_70"/>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7" name="Google Shape;827;g341018f9f36_0_70"/>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341018f9f36_0_70"/>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341018f9f36_0_1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35" name="Google Shape;835;g341018f9f36_0_117"/>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36" name="Google Shape;836;g341018f9f36_0_117"/>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37" name="Google Shape;837;g341018f9f36_0_117"/>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38" name="Google Shape;838;g341018f9f36_0_117"/>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39" name="Google Shape;839;g341018f9f36_0_117"/>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40" name="Google Shape;840;g341018f9f36_0_117"/>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41" name="Google Shape;841;g341018f9f36_0_117"/>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42" name="Google Shape;842;g341018f9f36_0_117"/>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43" name="Google Shape;843;g341018f9f36_0_117"/>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44" name="Google Shape;844;g341018f9f36_0_117"/>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45" name="Google Shape;845;g341018f9f36_0_117"/>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46" name="Google Shape;846;g341018f9f36_0_117"/>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47" name="Google Shape;847;g341018f9f36_0_117"/>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48" name="Google Shape;848;g341018f9f36_0_117"/>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49" name="Google Shape;849;g341018f9f36_0_117"/>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50" name="Google Shape;850;g341018f9f36_0_117"/>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51" name="Google Shape;851;g341018f9f36_0_117"/>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341018f9f36_0_13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58" name="Google Shape;858;g341018f9f36_0_139"/>
          <p:cNvGrpSpPr/>
          <p:nvPr/>
        </p:nvGrpSpPr>
        <p:grpSpPr>
          <a:xfrm>
            <a:off x="930596" y="2135925"/>
            <a:ext cx="7282807" cy="2686611"/>
            <a:chOff x="867357" y="2129450"/>
            <a:chExt cx="7282807" cy="2686611"/>
          </a:xfrm>
        </p:grpSpPr>
        <p:pic>
          <p:nvPicPr>
            <p:cNvPr id="859" name="Google Shape;859;g341018f9f36_0_13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0" name="Google Shape;860;g341018f9f36_0_13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341018f9f36_0_13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2" name="Google Shape;862;g341018f9f36_0_13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63" name="Google Shape;863;g341018f9f36_0_13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64" name="Google Shape;864;g341018f9f36_0_13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5" name="Google Shape;865;g341018f9f36_0_13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6" name="Google Shape;866;g341018f9f36_0_13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67" name="Google Shape;867;g341018f9f36_0_13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8" name="Google Shape;868;g341018f9f36_0_13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9" name="Google Shape;869;g341018f9f36_0_13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70" name="Google Shape;870;g341018f9f36_0_13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71" name="Google Shape;871;g341018f9f36_0_13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72" name="Google Shape;872;g341018f9f36_0_13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g341018f9f36_0_15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79" name="Google Shape;879;g341018f9f36_0_159"/>
          <p:cNvGrpSpPr/>
          <p:nvPr/>
        </p:nvGrpSpPr>
        <p:grpSpPr>
          <a:xfrm>
            <a:off x="931093" y="2119959"/>
            <a:ext cx="7281864" cy="2684601"/>
            <a:chOff x="868300" y="2129450"/>
            <a:chExt cx="7281864" cy="2684601"/>
          </a:xfrm>
        </p:grpSpPr>
        <p:pic>
          <p:nvPicPr>
            <p:cNvPr id="880" name="Google Shape;880;g341018f9f36_0_159"/>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81" name="Google Shape;881;g341018f9f36_0_159"/>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82" name="Google Shape;882;g341018f9f36_0_159"/>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83" name="Google Shape;883;g341018f9f36_0_159"/>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84" name="Google Shape;884;g341018f9f36_0_159"/>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85" name="Google Shape;885;g341018f9f36_0_159"/>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6" name="Google Shape;886;g341018f9f36_0_159"/>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7" name="Google Shape;887;g341018f9f36_0_159"/>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8" name="Google Shape;888;g341018f9f36_0_159"/>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9" name="Google Shape;889;g341018f9f36_0_159"/>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0" name="Google Shape;890;g341018f9f36_0_159"/>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1" name="Google Shape;891;g341018f9f36_0_159"/>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2" name="Google Shape;892;g341018f9f36_0_159"/>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3" name="Google Shape;893;g341018f9f36_0_159"/>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4" name="Google Shape;894;g341018f9f36_0_159"/>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5" name="Google Shape;895;g341018f9f36_0_159"/>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6" name="Google Shape;896;g341018f9f36_0_159"/>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7" name="Google Shape;897;g341018f9f36_0_159"/>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8" name="Google Shape;898;g341018f9f36_0_159"/>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9" name="Google Shape;899;g341018f9f36_0_159"/>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0" name="Google Shape;900;g341018f9f36_0_159"/>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1" name="Google Shape;901;g341018f9f36_0_159"/>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2" name="Google Shape;902;g341018f9f36_0_159"/>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3" name="Google Shape;903;g341018f9f36_0_159"/>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4" name="Google Shape;904;g341018f9f36_0_159"/>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5" name="Google Shape;905;g341018f9f36_0_159"/>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6" name="Google Shape;906;g341018f9f36_0_159"/>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7" name="Google Shape;907;g341018f9f36_0_159"/>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341018f9f36_0_19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14" name="Google Shape;914;g341018f9f36_0_193"/>
          <p:cNvGrpSpPr/>
          <p:nvPr/>
        </p:nvGrpSpPr>
        <p:grpSpPr>
          <a:xfrm>
            <a:off x="931068" y="2129450"/>
            <a:ext cx="7281864" cy="2684601"/>
            <a:chOff x="868300" y="2053250"/>
            <a:chExt cx="7281864" cy="2684601"/>
          </a:xfrm>
        </p:grpSpPr>
        <p:pic>
          <p:nvPicPr>
            <p:cNvPr id="915" name="Google Shape;915;g341018f9f36_0_193"/>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16" name="Google Shape;916;g341018f9f36_0_193"/>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17" name="Google Shape;917;g341018f9f36_0_193"/>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18" name="Google Shape;918;g341018f9f36_0_193"/>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19" name="Google Shape;919;g341018f9f36_0_193"/>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20" name="Google Shape;920;g341018f9f36_0_193"/>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21" name="Google Shape;921;g341018f9f36_0_193"/>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22" name="Google Shape;922;g341018f9f36_0_193"/>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23" name="Google Shape;923;g341018f9f36_0_193"/>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24" name="Google Shape;924;g341018f9f36_0_193"/>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25" name="Google Shape;925;g341018f9f36_0_193"/>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26" name="Google Shape;926;g341018f9f36_0_193"/>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27" name="Google Shape;927;g341018f9f36_0_193"/>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g341018f9f36_0_21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34" name="Google Shape;934;g341018f9f36_0_212"/>
          <p:cNvGrpSpPr/>
          <p:nvPr/>
        </p:nvGrpSpPr>
        <p:grpSpPr>
          <a:xfrm>
            <a:off x="931068" y="2148475"/>
            <a:ext cx="7281864" cy="2688001"/>
            <a:chOff x="868300" y="2129450"/>
            <a:chExt cx="7281864" cy="2688001"/>
          </a:xfrm>
        </p:grpSpPr>
        <p:pic>
          <p:nvPicPr>
            <p:cNvPr id="935" name="Google Shape;935;g341018f9f36_0_212"/>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36" name="Google Shape;936;g341018f9f36_0_212"/>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37" name="Google Shape;937;g341018f9f36_0_212"/>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38" name="Google Shape;938;g341018f9f36_0_212"/>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39" name="Google Shape;939;g341018f9f36_0_212"/>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40" name="Google Shape;940;g341018f9f36_0_212"/>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41" name="Google Shape;941;g341018f9f36_0_212"/>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42" name="Google Shape;942;g341018f9f36_0_212"/>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43" name="Google Shape;943;g341018f9f36_0_212"/>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44" name="Google Shape;944;g341018f9f36_0_212"/>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45" name="Google Shape;945;g341018f9f36_0_212"/>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46" name="Google Shape;946;g341018f9f36_0_212"/>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47" name="Google Shape;947;g341018f9f36_0_212"/>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48" name="Google Shape;948;g341018f9f36_0_212"/>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49" name="Google Shape;949;g341018f9f36_0_212"/>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341018f9f36_0_233"/>
          <p:cNvSpPr txBox="1">
            <a:spLocks noGrp="1"/>
          </p:cNvSpPr>
          <p:nvPr>
            <p:ph type="title"/>
          </p:nvPr>
        </p:nvSpPr>
        <p:spPr>
          <a:xfrm>
            <a:off x="752575" y="582900"/>
            <a:ext cx="76389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r>
              <a:rPr lang="en-US" sz="2000">
                <a:solidFill>
                  <a:srgbClr val="2356AF"/>
                </a:solidFill>
              </a:rPr>
              <a:t>people wild child mind kind behind eye oh most only both though through who prove shoe beautiful climb Christmas school</a:t>
            </a:r>
            <a:r>
              <a:rPr lang="en-US" sz="2000"/>
              <a:t>.</a:t>
            </a:r>
            <a:endParaRPr sz="2000"/>
          </a:p>
        </p:txBody>
      </p:sp>
      <p:pic>
        <p:nvPicPr>
          <p:cNvPr id="956" name="Google Shape;956;g341018f9f36_0_233"/>
          <p:cNvPicPr preferRelativeResize="0"/>
          <p:nvPr/>
        </p:nvPicPr>
        <p:blipFill rotWithShape="1">
          <a:blip r:embed="rId3">
            <a:alphaModFix/>
          </a:blip>
          <a:srcRect l="59" r="59"/>
          <a:stretch/>
        </p:blipFill>
        <p:spPr>
          <a:xfrm>
            <a:off x="931761" y="4928725"/>
            <a:ext cx="1146813" cy="819547"/>
          </a:xfrm>
          <a:prstGeom prst="rect">
            <a:avLst/>
          </a:prstGeom>
          <a:noFill/>
          <a:ln>
            <a:noFill/>
          </a:ln>
          <a:effectLst>
            <a:outerShdw blurRad="71438" dist="19050" dir="5400000" algn="bl" rotWithShape="0">
              <a:srgbClr val="000000">
                <a:alpha val="17250"/>
              </a:srgbClr>
            </a:outerShdw>
          </a:effectLst>
        </p:spPr>
      </p:pic>
      <p:pic>
        <p:nvPicPr>
          <p:cNvPr id="957" name="Google Shape;957;g341018f9f36_0_233"/>
          <p:cNvPicPr preferRelativeResize="0"/>
          <p:nvPr/>
        </p:nvPicPr>
        <p:blipFill rotWithShape="1">
          <a:blip r:embed="rId4">
            <a:alphaModFix/>
          </a:blip>
          <a:srcRect l="159" r="159"/>
          <a:stretch/>
        </p:blipFill>
        <p:spPr>
          <a:xfrm>
            <a:off x="2157987" y="4928725"/>
            <a:ext cx="1147320" cy="822955"/>
          </a:xfrm>
          <a:prstGeom prst="rect">
            <a:avLst/>
          </a:prstGeom>
          <a:noFill/>
          <a:ln>
            <a:noFill/>
          </a:ln>
          <a:effectLst>
            <a:outerShdw blurRad="71438" dist="19050" dir="5400000" algn="bl" rotWithShape="0">
              <a:srgbClr val="000000">
                <a:alpha val="17250"/>
              </a:srgbClr>
            </a:outerShdw>
          </a:effectLst>
        </p:spPr>
      </p:pic>
      <p:pic>
        <p:nvPicPr>
          <p:cNvPr id="958" name="Google Shape;958;g341018f9f36_0_233"/>
          <p:cNvPicPr preferRelativeResize="0"/>
          <p:nvPr/>
        </p:nvPicPr>
        <p:blipFill rotWithShape="1">
          <a:blip r:embed="rId5">
            <a:alphaModFix/>
          </a:blip>
          <a:srcRect l="159" r="159"/>
          <a:stretch/>
        </p:blipFill>
        <p:spPr>
          <a:xfrm>
            <a:off x="7064918" y="3994500"/>
            <a:ext cx="1147320" cy="821565"/>
          </a:xfrm>
          <a:prstGeom prst="rect">
            <a:avLst/>
          </a:prstGeom>
          <a:noFill/>
          <a:ln>
            <a:noFill/>
          </a:ln>
          <a:effectLst>
            <a:outerShdw blurRad="71438" dist="19050" dir="5400000" algn="bl" rotWithShape="0">
              <a:srgbClr val="000000">
                <a:alpha val="17650"/>
              </a:srgbClr>
            </a:outerShdw>
          </a:effectLst>
        </p:spPr>
      </p:pic>
      <p:pic>
        <p:nvPicPr>
          <p:cNvPr id="959" name="Google Shape;959;g341018f9f36_0_233"/>
          <p:cNvPicPr preferRelativeResize="0"/>
          <p:nvPr/>
        </p:nvPicPr>
        <p:blipFill rotWithShape="1">
          <a:blip r:embed="rId6">
            <a:alphaModFix/>
          </a:blip>
          <a:srcRect l="159" r="159"/>
          <a:stretch/>
        </p:blipFill>
        <p:spPr>
          <a:xfrm>
            <a:off x="5838185" y="3994500"/>
            <a:ext cx="1147320" cy="821565"/>
          </a:xfrm>
          <a:prstGeom prst="rect">
            <a:avLst/>
          </a:prstGeom>
          <a:noFill/>
          <a:ln>
            <a:noFill/>
          </a:ln>
          <a:effectLst>
            <a:outerShdw blurRad="71438" dist="19050" dir="5400000" algn="bl" rotWithShape="0">
              <a:srgbClr val="000000">
                <a:alpha val="17650"/>
              </a:srgbClr>
            </a:outerShdw>
          </a:effectLst>
        </p:spPr>
      </p:pic>
      <p:pic>
        <p:nvPicPr>
          <p:cNvPr id="960" name="Google Shape;960;g341018f9f36_0_233"/>
          <p:cNvPicPr preferRelativeResize="0"/>
          <p:nvPr/>
        </p:nvPicPr>
        <p:blipFill rotWithShape="1">
          <a:blip r:embed="rId7">
            <a:alphaModFix/>
          </a:blip>
          <a:srcRect l="159" r="159"/>
          <a:stretch/>
        </p:blipFill>
        <p:spPr>
          <a:xfrm>
            <a:off x="2157987" y="3994500"/>
            <a:ext cx="1147320" cy="822955"/>
          </a:xfrm>
          <a:prstGeom prst="rect">
            <a:avLst/>
          </a:prstGeom>
          <a:noFill/>
          <a:ln>
            <a:noFill/>
          </a:ln>
          <a:effectLst>
            <a:outerShdw blurRad="71438" dist="19050" dir="5400000" algn="bl" rotWithShape="0">
              <a:srgbClr val="000000">
                <a:alpha val="17650"/>
              </a:srgbClr>
            </a:outerShdw>
          </a:effectLst>
        </p:spPr>
      </p:pic>
      <p:pic>
        <p:nvPicPr>
          <p:cNvPr id="961" name="Google Shape;961;g341018f9f36_0_233"/>
          <p:cNvPicPr preferRelativeResize="0"/>
          <p:nvPr/>
        </p:nvPicPr>
        <p:blipFill rotWithShape="1">
          <a:blip r:embed="rId8">
            <a:alphaModFix/>
          </a:blip>
          <a:srcRect l="79" r="69"/>
          <a:stretch/>
        </p:blipFill>
        <p:spPr>
          <a:xfrm>
            <a:off x="3384720" y="3994500"/>
            <a:ext cx="1147320" cy="821566"/>
          </a:xfrm>
          <a:prstGeom prst="rect">
            <a:avLst/>
          </a:prstGeom>
          <a:noFill/>
          <a:ln>
            <a:noFill/>
          </a:ln>
          <a:effectLst>
            <a:outerShdw blurRad="71438" dist="19050" dir="5400000" algn="bl" rotWithShape="0">
              <a:srgbClr val="000000">
                <a:alpha val="17650"/>
              </a:srgbClr>
            </a:outerShdw>
          </a:effectLst>
        </p:spPr>
      </p:pic>
      <p:pic>
        <p:nvPicPr>
          <p:cNvPr id="962" name="Google Shape;962;g341018f9f36_0_233"/>
          <p:cNvPicPr preferRelativeResize="0"/>
          <p:nvPr/>
        </p:nvPicPr>
        <p:blipFill rotWithShape="1">
          <a:blip r:embed="rId9">
            <a:alphaModFix/>
          </a:blip>
          <a:srcRect l="79" r="69"/>
          <a:stretch/>
        </p:blipFill>
        <p:spPr>
          <a:xfrm>
            <a:off x="4611452" y="3994500"/>
            <a:ext cx="1147320" cy="821566"/>
          </a:xfrm>
          <a:prstGeom prst="rect">
            <a:avLst/>
          </a:prstGeom>
          <a:noFill/>
          <a:ln>
            <a:noFill/>
          </a:ln>
          <a:effectLst>
            <a:outerShdw blurRad="71438" dist="19050" dir="5400000" algn="bl" rotWithShape="0">
              <a:srgbClr val="000000">
                <a:alpha val="17650"/>
              </a:srgbClr>
            </a:outerShdw>
          </a:effectLst>
        </p:spPr>
      </p:pic>
      <p:pic>
        <p:nvPicPr>
          <p:cNvPr id="963" name="Google Shape;963;g341018f9f36_0_233"/>
          <p:cNvPicPr preferRelativeResize="0"/>
          <p:nvPr/>
        </p:nvPicPr>
        <p:blipFill rotWithShape="1">
          <a:blip r:embed="rId10">
            <a:alphaModFix/>
          </a:blip>
          <a:srcRect l="59" r="59"/>
          <a:stretch/>
        </p:blipFill>
        <p:spPr>
          <a:xfrm>
            <a:off x="931761" y="3994500"/>
            <a:ext cx="1146813" cy="819547"/>
          </a:xfrm>
          <a:prstGeom prst="rect">
            <a:avLst/>
          </a:prstGeom>
          <a:noFill/>
          <a:ln>
            <a:noFill/>
          </a:ln>
          <a:effectLst>
            <a:outerShdw blurRad="71438" dist="19050" dir="5400000" algn="bl" rotWithShape="0">
              <a:srgbClr val="000000">
                <a:alpha val="17650"/>
              </a:srgbClr>
            </a:outerShdw>
          </a:effectLst>
        </p:spPr>
      </p:pic>
      <p:pic>
        <p:nvPicPr>
          <p:cNvPr id="964" name="Google Shape;964;g341018f9f36_0_233"/>
          <p:cNvPicPr preferRelativeResize="0"/>
          <p:nvPr/>
        </p:nvPicPr>
        <p:blipFill rotWithShape="1">
          <a:blip r:embed="rId11">
            <a:alphaModFix/>
          </a:blip>
          <a:srcRect/>
          <a:stretch/>
        </p:blipFill>
        <p:spPr>
          <a:xfrm>
            <a:off x="931761" y="2129450"/>
            <a:ext cx="1146813" cy="819547"/>
          </a:xfrm>
          <a:prstGeom prst="rect">
            <a:avLst/>
          </a:prstGeom>
          <a:noFill/>
          <a:ln>
            <a:noFill/>
          </a:ln>
          <a:effectLst>
            <a:outerShdw blurRad="71438" dist="19050" dir="5400000" algn="bl" rotWithShape="0">
              <a:srgbClr val="000000">
                <a:alpha val="17650"/>
              </a:srgbClr>
            </a:outerShdw>
          </a:effectLst>
        </p:spPr>
      </p:pic>
      <p:pic>
        <p:nvPicPr>
          <p:cNvPr id="965" name="Google Shape;965;g341018f9f36_0_233"/>
          <p:cNvPicPr preferRelativeResize="0"/>
          <p:nvPr/>
        </p:nvPicPr>
        <p:blipFill rotWithShape="1">
          <a:blip r:embed="rId12">
            <a:alphaModFix/>
          </a:blip>
          <a:srcRect l="189" r="179"/>
          <a:stretch/>
        </p:blipFill>
        <p:spPr>
          <a:xfrm>
            <a:off x="2157987" y="2129450"/>
            <a:ext cx="1147320" cy="822956"/>
          </a:xfrm>
          <a:prstGeom prst="rect">
            <a:avLst/>
          </a:prstGeom>
          <a:noFill/>
          <a:ln>
            <a:noFill/>
          </a:ln>
          <a:effectLst>
            <a:outerShdw blurRad="71438" dist="19050" dir="5400000" algn="bl" rotWithShape="0">
              <a:srgbClr val="000000">
                <a:alpha val="17650"/>
              </a:srgbClr>
            </a:outerShdw>
          </a:effectLst>
        </p:spPr>
      </p:pic>
      <p:pic>
        <p:nvPicPr>
          <p:cNvPr id="966" name="Google Shape;966;g341018f9f36_0_233"/>
          <p:cNvPicPr preferRelativeResize="0"/>
          <p:nvPr/>
        </p:nvPicPr>
        <p:blipFill rotWithShape="1">
          <a:blip r:embed="rId13">
            <a:alphaModFix/>
          </a:blip>
          <a:srcRect l="99" r="99"/>
          <a:stretch/>
        </p:blipFill>
        <p:spPr>
          <a:xfrm>
            <a:off x="3384720" y="2129450"/>
            <a:ext cx="1147320" cy="821565"/>
          </a:xfrm>
          <a:prstGeom prst="rect">
            <a:avLst/>
          </a:prstGeom>
          <a:noFill/>
          <a:ln>
            <a:noFill/>
          </a:ln>
          <a:effectLst>
            <a:outerShdw blurRad="71438" dist="19050" dir="5400000" algn="bl" rotWithShape="0">
              <a:srgbClr val="000000">
                <a:alpha val="17650"/>
              </a:srgbClr>
            </a:outerShdw>
          </a:effectLst>
        </p:spPr>
      </p:pic>
      <p:pic>
        <p:nvPicPr>
          <p:cNvPr id="967" name="Google Shape;967;g341018f9f36_0_233"/>
          <p:cNvPicPr preferRelativeResize="0"/>
          <p:nvPr/>
        </p:nvPicPr>
        <p:blipFill rotWithShape="1">
          <a:blip r:embed="rId14">
            <a:alphaModFix/>
          </a:blip>
          <a:srcRect l="19" r="9"/>
          <a:stretch/>
        </p:blipFill>
        <p:spPr>
          <a:xfrm>
            <a:off x="4611452" y="2129450"/>
            <a:ext cx="1147320" cy="821566"/>
          </a:xfrm>
          <a:prstGeom prst="rect">
            <a:avLst/>
          </a:prstGeom>
          <a:noFill/>
          <a:ln>
            <a:noFill/>
          </a:ln>
          <a:effectLst>
            <a:outerShdw blurRad="71438" dist="19050" dir="5400000" algn="bl" rotWithShape="0">
              <a:srgbClr val="000000">
                <a:alpha val="17650"/>
              </a:srgbClr>
            </a:outerShdw>
          </a:effectLst>
        </p:spPr>
      </p:pic>
      <p:pic>
        <p:nvPicPr>
          <p:cNvPr id="968" name="Google Shape;968;g341018f9f36_0_233"/>
          <p:cNvPicPr preferRelativeResize="0"/>
          <p:nvPr/>
        </p:nvPicPr>
        <p:blipFill rotWithShape="1">
          <a:blip r:embed="rId15">
            <a:alphaModFix/>
          </a:blip>
          <a:srcRect l="99" r="99"/>
          <a:stretch/>
        </p:blipFill>
        <p:spPr>
          <a:xfrm>
            <a:off x="5838185" y="2129450"/>
            <a:ext cx="1147320" cy="821565"/>
          </a:xfrm>
          <a:prstGeom prst="rect">
            <a:avLst/>
          </a:prstGeom>
          <a:noFill/>
          <a:ln>
            <a:noFill/>
          </a:ln>
          <a:effectLst>
            <a:outerShdw blurRad="71438" dist="19050" dir="5400000" algn="bl" rotWithShape="0">
              <a:srgbClr val="000000">
                <a:alpha val="17650"/>
              </a:srgbClr>
            </a:outerShdw>
          </a:effectLst>
        </p:spPr>
      </p:pic>
      <p:pic>
        <p:nvPicPr>
          <p:cNvPr id="969" name="Google Shape;969;g341018f9f36_0_233"/>
          <p:cNvPicPr preferRelativeResize="0"/>
          <p:nvPr/>
        </p:nvPicPr>
        <p:blipFill rotWithShape="1">
          <a:blip r:embed="rId16">
            <a:alphaModFix/>
          </a:blip>
          <a:srcRect l="19" r="9"/>
          <a:stretch/>
        </p:blipFill>
        <p:spPr>
          <a:xfrm>
            <a:off x="7064918" y="2129450"/>
            <a:ext cx="1147320" cy="821566"/>
          </a:xfrm>
          <a:prstGeom prst="rect">
            <a:avLst/>
          </a:prstGeom>
          <a:noFill/>
          <a:ln>
            <a:noFill/>
          </a:ln>
          <a:effectLst>
            <a:outerShdw blurRad="71438" dist="19050" dir="5400000" algn="bl" rotWithShape="0">
              <a:srgbClr val="000000">
                <a:alpha val="17650"/>
              </a:srgbClr>
            </a:outerShdw>
          </a:effectLst>
        </p:spPr>
      </p:pic>
      <p:pic>
        <p:nvPicPr>
          <p:cNvPr id="970" name="Google Shape;970;g341018f9f36_0_233"/>
          <p:cNvPicPr preferRelativeResize="0"/>
          <p:nvPr/>
        </p:nvPicPr>
        <p:blipFill rotWithShape="1">
          <a:blip r:embed="rId17">
            <a:alphaModFix/>
          </a:blip>
          <a:srcRect t="79" b="89"/>
          <a:stretch/>
        </p:blipFill>
        <p:spPr>
          <a:xfrm>
            <a:off x="931761" y="3060275"/>
            <a:ext cx="1146813" cy="819547"/>
          </a:xfrm>
          <a:prstGeom prst="rect">
            <a:avLst/>
          </a:prstGeom>
          <a:noFill/>
          <a:ln>
            <a:noFill/>
          </a:ln>
          <a:effectLst>
            <a:outerShdw blurRad="71438" dist="19050" dir="5400000" algn="bl" rotWithShape="0">
              <a:srgbClr val="000000">
                <a:alpha val="17650"/>
              </a:srgbClr>
            </a:outerShdw>
          </a:effectLst>
        </p:spPr>
      </p:pic>
      <p:pic>
        <p:nvPicPr>
          <p:cNvPr id="971" name="Google Shape;971;g341018f9f36_0_233"/>
          <p:cNvPicPr preferRelativeResize="0"/>
          <p:nvPr/>
        </p:nvPicPr>
        <p:blipFill rotWithShape="1">
          <a:blip r:embed="rId18">
            <a:alphaModFix/>
          </a:blip>
          <a:srcRect l="99" r="99"/>
          <a:stretch/>
        </p:blipFill>
        <p:spPr>
          <a:xfrm>
            <a:off x="2157987" y="3060275"/>
            <a:ext cx="1147320" cy="822955"/>
          </a:xfrm>
          <a:prstGeom prst="rect">
            <a:avLst/>
          </a:prstGeom>
          <a:noFill/>
          <a:ln>
            <a:noFill/>
          </a:ln>
          <a:effectLst>
            <a:outerShdw blurRad="71438" dist="19050" dir="5400000" algn="bl" rotWithShape="0">
              <a:srgbClr val="000000">
                <a:alpha val="17650"/>
              </a:srgbClr>
            </a:outerShdw>
          </a:effectLst>
        </p:spPr>
      </p:pic>
      <p:pic>
        <p:nvPicPr>
          <p:cNvPr id="972" name="Google Shape;972;g341018f9f36_0_233"/>
          <p:cNvPicPr preferRelativeResize="0"/>
          <p:nvPr/>
        </p:nvPicPr>
        <p:blipFill rotWithShape="1">
          <a:blip r:embed="rId19">
            <a:alphaModFix/>
          </a:blip>
          <a:srcRect l="159" r="159"/>
          <a:stretch/>
        </p:blipFill>
        <p:spPr>
          <a:xfrm>
            <a:off x="3384720" y="3060275"/>
            <a:ext cx="1147320" cy="821565"/>
          </a:xfrm>
          <a:prstGeom prst="rect">
            <a:avLst/>
          </a:prstGeom>
          <a:noFill/>
          <a:ln>
            <a:noFill/>
          </a:ln>
          <a:effectLst>
            <a:outerShdw blurRad="71438" dist="19050" dir="5400000" algn="bl" rotWithShape="0">
              <a:srgbClr val="000000">
                <a:alpha val="17650"/>
              </a:srgbClr>
            </a:outerShdw>
          </a:effectLst>
        </p:spPr>
      </p:pic>
      <p:pic>
        <p:nvPicPr>
          <p:cNvPr id="973" name="Google Shape;973;g341018f9f36_0_233"/>
          <p:cNvPicPr preferRelativeResize="0"/>
          <p:nvPr/>
        </p:nvPicPr>
        <p:blipFill rotWithShape="1">
          <a:blip r:embed="rId20">
            <a:alphaModFix/>
          </a:blip>
          <a:srcRect l="159" r="159"/>
          <a:stretch/>
        </p:blipFill>
        <p:spPr>
          <a:xfrm>
            <a:off x="4611452" y="3060275"/>
            <a:ext cx="1147320" cy="821565"/>
          </a:xfrm>
          <a:prstGeom prst="rect">
            <a:avLst/>
          </a:prstGeom>
          <a:noFill/>
          <a:ln>
            <a:noFill/>
          </a:ln>
          <a:effectLst>
            <a:outerShdw blurRad="71438" dist="19050" dir="5400000" algn="bl" rotWithShape="0">
              <a:srgbClr val="000000">
                <a:alpha val="17650"/>
              </a:srgbClr>
            </a:outerShdw>
          </a:effectLst>
        </p:spPr>
      </p:pic>
      <p:pic>
        <p:nvPicPr>
          <p:cNvPr id="974" name="Google Shape;974;g341018f9f36_0_233"/>
          <p:cNvPicPr preferRelativeResize="0"/>
          <p:nvPr/>
        </p:nvPicPr>
        <p:blipFill rotWithShape="1">
          <a:blip r:embed="rId21">
            <a:alphaModFix/>
          </a:blip>
          <a:srcRect l="159" r="159"/>
          <a:stretch/>
        </p:blipFill>
        <p:spPr>
          <a:xfrm>
            <a:off x="5838185" y="3060275"/>
            <a:ext cx="1147320" cy="821565"/>
          </a:xfrm>
          <a:prstGeom prst="rect">
            <a:avLst/>
          </a:prstGeom>
          <a:noFill/>
          <a:ln>
            <a:noFill/>
          </a:ln>
          <a:effectLst>
            <a:outerShdw blurRad="71438" dist="19050" dir="5400000" algn="bl" rotWithShape="0">
              <a:srgbClr val="000000">
                <a:alpha val="17650"/>
              </a:srgbClr>
            </a:outerShdw>
          </a:effectLst>
        </p:spPr>
      </p:pic>
      <p:pic>
        <p:nvPicPr>
          <p:cNvPr id="975" name="Google Shape;975;g341018f9f36_0_233"/>
          <p:cNvPicPr preferRelativeResize="0"/>
          <p:nvPr/>
        </p:nvPicPr>
        <p:blipFill rotWithShape="1">
          <a:blip r:embed="rId22">
            <a:alphaModFix/>
          </a:blip>
          <a:srcRect l="79" r="69"/>
          <a:stretch/>
        </p:blipFill>
        <p:spPr>
          <a:xfrm>
            <a:off x="7064918"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6f40b1072c_1_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Teach Homophones: </a:t>
            </a:r>
            <a:br>
              <a:rPr lang="en-US" sz="2000"/>
            </a:br>
            <a:r>
              <a:rPr lang="en-US" sz="2000">
                <a:solidFill>
                  <a:srgbClr val="2356AF"/>
                </a:solidFill>
              </a:rPr>
              <a:t>which / witch, chord / cord</a:t>
            </a:r>
            <a:r>
              <a:rPr lang="en-US" sz="2000"/>
              <a:t>.</a:t>
            </a:r>
            <a:endParaRPr sz="2000"/>
          </a:p>
        </p:txBody>
      </p:sp>
      <p:pic>
        <p:nvPicPr>
          <p:cNvPr id="982" name="Google Shape;982;g26f40b1072c_1_28" title="JL693-33F.png"/>
          <p:cNvPicPr preferRelativeResize="0"/>
          <p:nvPr/>
        </p:nvPicPr>
        <p:blipFill rotWithShape="1">
          <a:blip r:embed="rId3">
            <a:alphaModFix/>
          </a:blip>
          <a:srcRect t="99" b="109"/>
          <a:stretch/>
        </p:blipFill>
        <p:spPr>
          <a:xfrm>
            <a:off x="903575" y="2149450"/>
            <a:ext cx="3596925" cy="1800400"/>
          </a:xfrm>
          <a:prstGeom prst="rect">
            <a:avLst/>
          </a:prstGeom>
          <a:noFill/>
          <a:ln>
            <a:noFill/>
          </a:ln>
          <a:effectLst>
            <a:outerShdw blurRad="57150" dist="19050" dir="5400000" algn="bl" rotWithShape="0">
              <a:srgbClr val="BFBFBF"/>
            </a:outerShdw>
          </a:effectLst>
        </p:spPr>
      </p:pic>
      <p:pic>
        <p:nvPicPr>
          <p:cNvPr id="983" name="Google Shape;983;g26f40b1072c_1_28" title="JL693-34F.png"/>
          <p:cNvPicPr preferRelativeResize="0"/>
          <p:nvPr/>
        </p:nvPicPr>
        <p:blipFill rotWithShape="1">
          <a:blip r:embed="rId4">
            <a:alphaModFix/>
          </a:blip>
          <a:srcRect t="99" b="109"/>
          <a:stretch/>
        </p:blipFill>
        <p:spPr>
          <a:xfrm>
            <a:off x="4643499" y="2149450"/>
            <a:ext cx="3596925" cy="1800400"/>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g26f40b1072c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Common Exception Words </a:t>
            </a:r>
            <a:r>
              <a:rPr lang="en-US" sz="2000">
                <a:solidFill>
                  <a:srgbClr val="2356AF"/>
                </a:solidFill>
              </a:rPr>
              <a:t>Christmas school</a:t>
            </a:r>
            <a:r>
              <a:rPr lang="en-US" sz="2000"/>
              <a:t>.</a:t>
            </a:r>
            <a:endParaRPr sz="2000"/>
          </a:p>
        </p:txBody>
      </p:sp>
      <p:pic>
        <p:nvPicPr>
          <p:cNvPr id="990" name="Google Shape;990;g26f40b1072c_1_0" title="JL687-78F.png"/>
          <p:cNvPicPr preferRelativeResize="0"/>
          <p:nvPr/>
        </p:nvPicPr>
        <p:blipFill rotWithShape="1">
          <a:blip r:embed="rId3">
            <a:alphaModFix/>
          </a:blip>
          <a:srcRect l="59" r="59"/>
          <a:stretch/>
        </p:blipFill>
        <p:spPr>
          <a:xfrm>
            <a:off x="933275" y="2129450"/>
            <a:ext cx="3558166" cy="2542825"/>
          </a:xfrm>
          <a:prstGeom prst="rect">
            <a:avLst/>
          </a:prstGeom>
          <a:noFill/>
          <a:ln>
            <a:noFill/>
          </a:ln>
          <a:effectLst>
            <a:outerShdw blurRad="57150" dist="19050" dir="5400000" algn="bl" rotWithShape="0">
              <a:srgbClr val="000000">
                <a:alpha val="20000"/>
              </a:srgbClr>
            </a:outerShdw>
          </a:effectLst>
        </p:spPr>
      </p:pic>
      <p:pic>
        <p:nvPicPr>
          <p:cNvPr id="991" name="Google Shape;991;g26f40b1072c_1_0" title="JL687-79F.png"/>
          <p:cNvPicPr preferRelativeResize="0"/>
          <p:nvPr/>
        </p:nvPicPr>
        <p:blipFill rotWithShape="1">
          <a:blip r:embed="rId4">
            <a:alphaModFix/>
          </a:blip>
          <a:srcRect t="19" b="29"/>
          <a:stretch/>
        </p:blipFill>
        <p:spPr>
          <a:xfrm>
            <a:off x="4652558" y="2129450"/>
            <a:ext cx="3558166" cy="25428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JL686</a:t>
            </a:r>
            <a:endParaRPr/>
          </a:p>
        </p:txBody>
      </p:sp>
      <p:sp>
        <p:nvSpPr>
          <p:cNvPr id="998" name="Google Shape;998;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999" name="Google Shape;999;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00" name="Google Shape;1000;g2ce718e20f2_0_845" title="JL686-12F.png"/>
          <p:cNvPicPr preferRelativeResize="0"/>
          <p:nvPr/>
        </p:nvPicPr>
        <p:blipFill rotWithShape="1">
          <a:blip r:embed="rId3">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pic>
        <p:nvPicPr>
          <p:cNvPr id="1001" name="Google Shape;1001;g2ce718e20f2_0_845" title="JL686-118F.png"/>
          <p:cNvPicPr preferRelativeResize="0"/>
          <p:nvPr/>
        </p:nvPicPr>
        <p:blipFill rotWithShape="1">
          <a:blip r:embed="rId4">
            <a:alphaModFix/>
          </a:blip>
          <a:srcRect/>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pic>
        <p:nvPicPr>
          <p:cNvPr id="1002" name="Google Shape;1002;g2ce718e20f2_0_845" title="JL686-58F.png"/>
          <p:cNvPicPr preferRelativeResize="0"/>
          <p:nvPr/>
        </p:nvPicPr>
        <p:blipFill rotWithShape="1">
          <a:blip r:embed="rId5">
            <a:alphaModFix/>
          </a:blip>
          <a:srcRect l="19" r="29"/>
          <a:stretch/>
        </p:blipFill>
        <p:spPr>
          <a:xfrm>
            <a:off x="930445" y="2001075"/>
            <a:ext cx="1747050" cy="2472848"/>
          </a:xfrm>
          <a:prstGeom prst="rect">
            <a:avLst/>
          </a:prstGeom>
          <a:noFill/>
          <a:ln>
            <a:noFill/>
          </a:ln>
          <a:effectLst>
            <a:outerShdw blurRad="71438" dist="28575" dir="5400000" algn="bl" rotWithShape="0">
              <a:srgbClr val="000000">
                <a:alpha val="15686"/>
              </a:srgbClr>
            </a:outerShdw>
          </a:effectLst>
        </p:spPr>
      </p:pic>
      <p:pic>
        <p:nvPicPr>
          <p:cNvPr id="1003" name="Google Shape;1003;g2ce718e20f2_0_845" title="JL686-117F.png"/>
          <p:cNvPicPr preferRelativeResize="0"/>
          <p:nvPr/>
        </p:nvPicPr>
        <p:blipFill rotWithShape="1">
          <a:blip r:embed="rId6">
            <a:alphaModFix/>
          </a:blip>
          <a:srcRect/>
          <a:stretch/>
        </p:blipFill>
        <p:spPr>
          <a:xfrm>
            <a:off x="2775799" y="2001075"/>
            <a:ext cx="1747050" cy="2472849"/>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JL686</a:t>
            </a:r>
            <a:endParaRPr/>
          </a:p>
        </p:txBody>
      </p:sp>
      <p:sp>
        <p:nvSpPr>
          <p:cNvPr id="1010" name="Google Shape;1010;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11" name="Google Shape;1011;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12" name="Google Shape;1012;g2701ceed56d_4_329" title="JL686-12B.png"/>
          <p:cNvPicPr preferRelativeResize="0"/>
          <p:nvPr/>
        </p:nvPicPr>
        <p:blipFill rotWithShape="1">
          <a:blip r:embed="rId3">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pic>
        <p:nvPicPr>
          <p:cNvPr id="1013" name="Google Shape;1013;g2701ceed56d_4_329" title="JL686-118B.png"/>
          <p:cNvPicPr preferRelativeResize="0"/>
          <p:nvPr/>
        </p:nvPicPr>
        <p:blipFill rotWithShape="1">
          <a:blip r:embed="rId4">
            <a:alphaModFix/>
          </a:blip>
          <a:srcRect l="79" r="79"/>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pic>
        <p:nvPicPr>
          <p:cNvPr id="1014" name="Google Shape;1014;g2701ceed56d_4_329" title="JL686-58B.png"/>
          <p:cNvPicPr preferRelativeResize="0"/>
          <p:nvPr/>
        </p:nvPicPr>
        <p:blipFill rotWithShape="1">
          <a:blip r:embed="rId5">
            <a:alphaModFix/>
          </a:blip>
          <a:srcRect l="19" r="29"/>
          <a:stretch/>
        </p:blipFill>
        <p:spPr>
          <a:xfrm>
            <a:off x="930445" y="2001075"/>
            <a:ext cx="1747050" cy="2472848"/>
          </a:xfrm>
          <a:prstGeom prst="rect">
            <a:avLst/>
          </a:prstGeom>
          <a:noFill/>
          <a:ln>
            <a:noFill/>
          </a:ln>
          <a:effectLst>
            <a:outerShdw blurRad="71438" dist="28575" dir="5400000" algn="bl" rotWithShape="0">
              <a:srgbClr val="000000">
                <a:alpha val="15686"/>
              </a:srgbClr>
            </a:outerShdw>
          </a:effectLst>
        </p:spPr>
      </p:pic>
      <p:pic>
        <p:nvPicPr>
          <p:cNvPr id="1015" name="Google Shape;1015;g2701ceed56d_4_329" title="JL686-117B.png"/>
          <p:cNvPicPr preferRelativeResize="0"/>
          <p:nvPr/>
        </p:nvPicPr>
        <p:blipFill rotWithShape="1">
          <a:blip r:embed="rId6">
            <a:alphaModFix/>
          </a:blip>
          <a:srcRect l="79" r="79"/>
          <a:stretch/>
        </p:blipFill>
        <p:spPr>
          <a:xfrm>
            <a:off x="2775799" y="2001075"/>
            <a:ext cx="1747050" cy="2472849"/>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JL689</a:t>
            </a:r>
            <a:endParaRPr/>
          </a:p>
        </p:txBody>
      </p:sp>
      <p:sp>
        <p:nvSpPr>
          <p:cNvPr id="1022" name="Google Shape;102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23" name="Google Shape;102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24" name="Google Shape;1024;g26b641b03cd_0_204" title="JL689-132B.png"/>
          <p:cNvPicPr preferRelativeResize="0"/>
          <p:nvPr/>
        </p:nvPicPr>
        <p:blipFill rotWithShape="1">
          <a:blip r:embed="rId3">
            <a:alphaModFix/>
          </a:blip>
          <a:srcRect l="79" r="89"/>
          <a:stretch/>
        </p:blipFill>
        <p:spPr>
          <a:xfrm>
            <a:off x="1752075" y="1550800"/>
            <a:ext cx="2691199" cy="3233051"/>
          </a:xfrm>
          <a:prstGeom prst="rect">
            <a:avLst/>
          </a:prstGeom>
          <a:noFill/>
          <a:ln>
            <a:noFill/>
          </a:ln>
          <a:effectLst>
            <a:outerShdw blurRad="114300" dist="19050" dir="5400000" algn="bl" rotWithShape="0">
              <a:srgbClr val="000000">
                <a:alpha val="20000"/>
              </a:srgbClr>
            </a:outerShdw>
          </a:effectLst>
        </p:spPr>
      </p:pic>
      <p:pic>
        <p:nvPicPr>
          <p:cNvPr id="1025" name="Google Shape;1025;g26b641b03cd_0_204" title="JL689-133B.png"/>
          <p:cNvPicPr preferRelativeResize="0"/>
          <p:nvPr/>
        </p:nvPicPr>
        <p:blipFill rotWithShape="1">
          <a:blip r:embed="rId4">
            <a:alphaModFix/>
          </a:blip>
          <a:srcRect l="79" r="89"/>
          <a:stretch/>
        </p:blipFill>
        <p:spPr>
          <a:xfrm>
            <a:off x="4700725" y="1550800"/>
            <a:ext cx="2691199"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JL689</a:t>
            </a:r>
            <a:endParaRPr/>
          </a:p>
        </p:txBody>
      </p:sp>
      <p:sp>
        <p:nvSpPr>
          <p:cNvPr id="1032" name="Google Shape;103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33" name="Google Shape;103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34" name="Google Shape;1034;g2c186218c5a_0_48" title="JL689-132F.png"/>
          <p:cNvPicPr preferRelativeResize="0"/>
          <p:nvPr/>
        </p:nvPicPr>
        <p:blipFill rotWithShape="1">
          <a:blip r:embed="rId3">
            <a:alphaModFix/>
          </a:blip>
          <a:srcRect l="79" r="89"/>
          <a:stretch/>
        </p:blipFill>
        <p:spPr>
          <a:xfrm>
            <a:off x="1752075" y="1550800"/>
            <a:ext cx="2691199" cy="3233051"/>
          </a:xfrm>
          <a:prstGeom prst="rect">
            <a:avLst/>
          </a:prstGeom>
          <a:noFill/>
          <a:ln>
            <a:noFill/>
          </a:ln>
          <a:effectLst>
            <a:outerShdw blurRad="114300" dist="19050" dir="5400000" algn="bl" rotWithShape="0">
              <a:srgbClr val="000000">
                <a:alpha val="20000"/>
              </a:srgbClr>
            </a:outerShdw>
          </a:effectLst>
        </p:spPr>
      </p:pic>
      <p:pic>
        <p:nvPicPr>
          <p:cNvPr id="1035" name="Google Shape;1035;g2c186218c5a_0_48" title="JL689-133F.png"/>
          <p:cNvPicPr preferRelativeResize="0"/>
          <p:nvPr/>
        </p:nvPicPr>
        <p:blipFill rotWithShape="1">
          <a:blip r:embed="rId4">
            <a:alphaModFix/>
          </a:blip>
          <a:srcRect l="79" r="89"/>
          <a:stretch/>
        </p:blipFill>
        <p:spPr>
          <a:xfrm>
            <a:off x="4700725" y="1550800"/>
            <a:ext cx="2691199"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JL692</a:t>
            </a:r>
            <a:endParaRPr/>
          </a:p>
        </p:txBody>
      </p:sp>
      <p:sp>
        <p:nvSpPr>
          <p:cNvPr id="1042" name="Google Shape;104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43" name="Google Shape;104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44" name="Google Shape;1044;g26b641b03cd_0_213" title="JL692-132B.png"/>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JL692</a:t>
            </a:r>
            <a:endParaRPr/>
          </a:p>
        </p:txBody>
      </p:sp>
      <p:sp>
        <p:nvSpPr>
          <p:cNvPr id="1051" name="Google Shape;105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52" name="Google Shape;105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3" name="Google Shape;1053;g2c186218c5a_0_149" title="JL692-132F.png"/>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g26b641b03cd_0_301"/>
          <p:cNvSpPr txBox="1">
            <a:spLocks noGrp="1"/>
          </p:cNvSpPr>
          <p:nvPr>
            <p:ph type="title"/>
          </p:nvPr>
        </p:nvSpPr>
        <p:spPr>
          <a:xfrm>
            <a:off x="569750" y="5568500"/>
            <a:ext cx="8004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60" name="Google Shape;1060;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sp>
        <p:nvSpPr>
          <p:cNvPr id="1061" name="Google Shape;1061;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2" name="Google Shape;1062;g26b641b03cd_0_301" title="JL687-78F.png"/>
          <p:cNvPicPr preferRelativeResize="0"/>
          <p:nvPr/>
        </p:nvPicPr>
        <p:blipFill rotWithShape="1">
          <a:blip r:embed="rId3">
            <a:alphaModFix/>
          </a:blip>
          <a:srcRect l="59" r="59"/>
          <a:stretch/>
        </p:blipFill>
        <p:spPr>
          <a:xfrm>
            <a:off x="1167450" y="2026425"/>
            <a:ext cx="3273401" cy="2339253"/>
          </a:xfrm>
          <a:prstGeom prst="rect">
            <a:avLst/>
          </a:prstGeom>
          <a:noFill/>
          <a:ln>
            <a:noFill/>
          </a:ln>
          <a:effectLst>
            <a:outerShdw blurRad="71438" dist="19050" dir="5400000" algn="bl" rotWithShape="0">
              <a:srgbClr val="000000">
                <a:alpha val="17254"/>
              </a:srgbClr>
            </a:outerShdw>
          </a:effectLst>
        </p:spPr>
      </p:pic>
      <p:pic>
        <p:nvPicPr>
          <p:cNvPr id="1063" name="Google Shape;1063;g26b641b03cd_0_301" title="JL687-79F.png"/>
          <p:cNvPicPr preferRelativeResize="0"/>
          <p:nvPr/>
        </p:nvPicPr>
        <p:blipFill rotWithShape="1">
          <a:blip r:embed="rId4">
            <a:alphaModFix/>
          </a:blip>
          <a:srcRect t="19" b="29"/>
          <a:stretch/>
        </p:blipFill>
        <p:spPr>
          <a:xfrm>
            <a:off x="4703149" y="2026425"/>
            <a:ext cx="3273401" cy="2339252"/>
          </a:xfrm>
          <a:prstGeom prst="rect">
            <a:avLst/>
          </a:prstGeom>
          <a:noFill/>
          <a:ln>
            <a:noFill/>
          </a:ln>
          <a:effectLst>
            <a:outerShdw blurRad="71438" dist="19050" dir="5400000" algn="bl" rotWithShape="0">
              <a:srgbClr val="000000">
                <a:alpha val="17254"/>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sp>
        <p:nvSpPr>
          <p:cNvPr id="1070" name="Google Shape;1070;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71" name="Google Shape;1071;g26b641b03cd_0_308"/>
          <p:cNvSpPr txBox="1">
            <a:spLocks noGrp="1"/>
          </p:cNvSpPr>
          <p:nvPr>
            <p:ph type="title"/>
          </p:nvPr>
        </p:nvSpPr>
        <p:spPr>
          <a:xfrm>
            <a:off x="609675" y="5568500"/>
            <a:ext cx="7924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72" name="Google Shape;1072;g26b641b03cd_0_308" title="JL687-78B.png"/>
          <p:cNvPicPr preferRelativeResize="0"/>
          <p:nvPr/>
        </p:nvPicPr>
        <p:blipFill rotWithShape="1">
          <a:blip r:embed="rId3">
            <a:alphaModFix/>
          </a:blip>
          <a:srcRect/>
          <a:stretch/>
        </p:blipFill>
        <p:spPr>
          <a:xfrm>
            <a:off x="1167450" y="2026425"/>
            <a:ext cx="3273400" cy="2339253"/>
          </a:xfrm>
          <a:prstGeom prst="rect">
            <a:avLst/>
          </a:prstGeom>
          <a:noFill/>
          <a:ln>
            <a:noFill/>
          </a:ln>
          <a:effectLst>
            <a:outerShdw blurRad="71438" dist="19050" dir="5400000" algn="bl" rotWithShape="0">
              <a:srgbClr val="000000">
                <a:alpha val="17647"/>
              </a:srgbClr>
            </a:outerShdw>
          </a:effectLst>
        </p:spPr>
      </p:pic>
      <p:pic>
        <p:nvPicPr>
          <p:cNvPr id="1073" name="Google Shape;1073;g26b641b03cd_0_308" title="JL687-79B.png"/>
          <p:cNvPicPr preferRelativeResize="0"/>
          <p:nvPr/>
        </p:nvPicPr>
        <p:blipFill rotWithShape="1">
          <a:blip r:embed="rId4">
            <a:alphaModFix/>
          </a:blip>
          <a:srcRect t="89" b="79"/>
          <a:stretch/>
        </p:blipFill>
        <p:spPr>
          <a:xfrm>
            <a:off x="4703149" y="2026425"/>
            <a:ext cx="3273400" cy="2339254"/>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g2701ceed56d_4_0"/>
          <p:cNvSpPr txBox="1">
            <a:spLocks noGrp="1"/>
          </p:cNvSpPr>
          <p:nvPr>
            <p:ph type="title"/>
          </p:nvPr>
        </p:nvSpPr>
        <p:spPr>
          <a:xfrm>
            <a:off x="596375" y="5568500"/>
            <a:ext cx="7951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80" name="Google Shape;1080;g2701ceed56d_4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sp>
        <p:nvSpPr>
          <p:cNvPr id="1081" name="Google Shape;1081;g2701ceed56d_4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82" name="Google Shape;1082;g2701ceed56d_4_0"/>
          <p:cNvGrpSpPr/>
          <p:nvPr/>
        </p:nvGrpSpPr>
        <p:grpSpPr>
          <a:xfrm>
            <a:off x="975876" y="841623"/>
            <a:ext cx="7192217" cy="1957960"/>
            <a:chOff x="975876" y="841623"/>
            <a:chExt cx="7192217" cy="1957960"/>
          </a:xfrm>
        </p:grpSpPr>
        <p:pic>
          <p:nvPicPr>
            <p:cNvPr id="1083" name="Google Shape;1083;g2701ceed56d_4_0"/>
            <p:cNvPicPr preferRelativeResize="0"/>
            <p:nvPr/>
          </p:nvPicPr>
          <p:blipFill rotWithShape="1">
            <a:blip r:embed="rId3">
              <a:alphaModFix/>
            </a:blip>
            <a:srcRect t="79" b="89"/>
            <a:stretch/>
          </p:blipFill>
          <p:spPr>
            <a:xfrm>
              <a:off x="6430515" y="841625"/>
              <a:ext cx="828489" cy="592062"/>
            </a:xfrm>
            <a:prstGeom prst="rect">
              <a:avLst/>
            </a:prstGeom>
            <a:noFill/>
            <a:ln>
              <a:noFill/>
            </a:ln>
            <a:effectLst>
              <a:outerShdw blurRad="57150" dist="19050" dir="5400000" algn="bl" rotWithShape="0">
                <a:srgbClr val="000000">
                  <a:alpha val="20000"/>
                </a:srgbClr>
              </a:outerShdw>
            </a:effectLst>
          </p:spPr>
        </p:pic>
        <p:pic>
          <p:nvPicPr>
            <p:cNvPr id="1084" name="Google Shape;1084;g2701ceed56d_4_0"/>
            <p:cNvPicPr preferRelativeResize="0"/>
            <p:nvPr/>
          </p:nvPicPr>
          <p:blipFill rotWithShape="1">
            <a:blip r:embed="rId4">
              <a:alphaModFix/>
            </a:blip>
            <a:srcRect t="19" b="29"/>
            <a:stretch/>
          </p:blipFill>
          <p:spPr>
            <a:xfrm>
              <a:off x="5521390" y="1524573"/>
              <a:ext cx="828489" cy="592062"/>
            </a:xfrm>
            <a:prstGeom prst="rect">
              <a:avLst/>
            </a:prstGeom>
            <a:noFill/>
            <a:ln>
              <a:noFill/>
            </a:ln>
            <a:effectLst>
              <a:outerShdw blurRad="57150" dist="19050" dir="5400000" algn="bl" rotWithShape="0">
                <a:srgbClr val="000000">
                  <a:alpha val="20000"/>
                </a:srgbClr>
              </a:outerShdw>
            </a:effectLst>
          </p:spPr>
        </p:pic>
        <p:pic>
          <p:nvPicPr>
            <p:cNvPr id="1085" name="Google Shape;1085;g2701ceed56d_4_0"/>
            <p:cNvPicPr preferRelativeResize="0"/>
            <p:nvPr/>
          </p:nvPicPr>
          <p:blipFill rotWithShape="1">
            <a:blip r:embed="rId5">
              <a:alphaModFix/>
            </a:blip>
            <a:srcRect t="79" b="89"/>
            <a:stretch/>
          </p:blipFill>
          <p:spPr>
            <a:xfrm>
              <a:off x="5521405" y="841625"/>
              <a:ext cx="828489" cy="592062"/>
            </a:xfrm>
            <a:prstGeom prst="rect">
              <a:avLst/>
            </a:prstGeom>
            <a:noFill/>
            <a:ln>
              <a:noFill/>
            </a:ln>
            <a:effectLst>
              <a:outerShdw blurRad="57150" dist="19050" dir="5400000" algn="bl" rotWithShape="0">
                <a:srgbClr val="000000">
                  <a:alpha val="20000"/>
                </a:srgbClr>
              </a:outerShdw>
            </a:effectLst>
          </p:spPr>
        </p:pic>
        <p:pic>
          <p:nvPicPr>
            <p:cNvPr id="1086" name="Google Shape;1086;g2701ceed56d_4_0"/>
            <p:cNvPicPr preferRelativeResize="0"/>
            <p:nvPr/>
          </p:nvPicPr>
          <p:blipFill rotWithShape="1">
            <a:blip r:embed="rId6">
              <a:alphaModFix/>
            </a:blip>
            <a:srcRect l="59" r="59"/>
            <a:stretch/>
          </p:blipFill>
          <p:spPr>
            <a:xfrm>
              <a:off x="4612280" y="1524573"/>
              <a:ext cx="828489" cy="592062"/>
            </a:xfrm>
            <a:prstGeom prst="rect">
              <a:avLst/>
            </a:prstGeom>
            <a:noFill/>
            <a:ln>
              <a:noFill/>
            </a:ln>
            <a:effectLst>
              <a:outerShdw blurRad="57150" dist="19050" dir="5400000" algn="bl" rotWithShape="0">
                <a:srgbClr val="000000">
                  <a:alpha val="20000"/>
                </a:srgbClr>
              </a:outerShdw>
            </a:effectLst>
          </p:spPr>
        </p:pic>
        <p:pic>
          <p:nvPicPr>
            <p:cNvPr id="1087" name="Google Shape;1087;g2701ceed56d_4_0"/>
            <p:cNvPicPr preferRelativeResize="0"/>
            <p:nvPr/>
          </p:nvPicPr>
          <p:blipFill rotWithShape="1">
            <a:blip r:embed="rId7">
              <a:alphaModFix/>
            </a:blip>
            <a:srcRect/>
            <a:stretch/>
          </p:blipFill>
          <p:spPr>
            <a:xfrm>
              <a:off x="4612307" y="841625"/>
              <a:ext cx="828489" cy="592062"/>
            </a:xfrm>
            <a:prstGeom prst="rect">
              <a:avLst/>
            </a:prstGeom>
            <a:noFill/>
            <a:ln>
              <a:noFill/>
            </a:ln>
            <a:effectLst>
              <a:outerShdw blurRad="57150" dist="19050" dir="5400000" algn="bl" rotWithShape="0">
                <a:srgbClr val="000000">
                  <a:alpha val="20000"/>
                </a:srgbClr>
              </a:outerShdw>
            </a:effectLst>
          </p:spPr>
        </p:pic>
        <p:pic>
          <p:nvPicPr>
            <p:cNvPr id="1088" name="Google Shape;1088;g2701ceed56d_4_0"/>
            <p:cNvPicPr preferRelativeResize="0"/>
            <p:nvPr/>
          </p:nvPicPr>
          <p:blipFill rotWithShape="1">
            <a:blip r:embed="rId8">
              <a:alphaModFix/>
            </a:blip>
            <a:srcRect t="19" b="29"/>
            <a:stretch/>
          </p:blipFill>
          <p:spPr>
            <a:xfrm>
              <a:off x="3703182" y="1524573"/>
              <a:ext cx="828489" cy="592062"/>
            </a:xfrm>
            <a:prstGeom prst="rect">
              <a:avLst/>
            </a:prstGeom>
            <a:noFill/>
            <a:ln>
              <a:noFill/>
            </a:ln>
            <a:effectLst>
              <a:outerShdw blurRad="57150" dist="19050" dir="5400000" algn="bl" rotWithShape="0">
                <a:srgbClr val="000000">
                  <a:alpha val="20000"/>
                </a:srgbClr>
              </a:outerShdw>
            </a:effectLst>
          </p:spPr>
        </p:pic>
        <p:pic>
          <p:nvPicPr>
            <p:cNvPr id="1089" name="Google Shape;1089;g2701ceed56d_4_0"/>
            <p:cNvPicPr preferRelativeResize="0"/>
            <p:nvPr/>
          </p:nvPicPr>
          <p:blipFill rotWithShape="1">
            <a:blip r:embed="rId9">
              <a:alphaModFix/>
            </a:blip>
            <a:srcRect t="79" b="89"/>
            <a:stretch/>
          </p:blipFill>
          <p:spPr>
            <a:xfrm>
              <a:off x="3703209" y="841625"/>
              <a:ext cx="828489" cy="592062"/>
            </a:xfrm>
            <a:prstGeom prst="rect">
              <a:avLst/>
            </a:prstGeom>
            <a:noFill/>
            <a:ln>
              <a:noFill/>
            </a:ln>
            <a:effectLst>
              <a:outerShdw blurRad="57150" dist="19050" dir="5400000" algn="bl" rotWithShape="0">
                <a:srgbClr val="000000">
                  <a:alpha val="20000"/>
                </a:srgbClr>
              </a:outerShdw>
            </a:effectLst>
          </p:spPr>
        </p:pic>
        <p:pic>
          <p:nvPicPr>
            <p:cNvPr id="1090" name="Google Shape;1090;g2701ceed56d_4_0"/>
            <p:cNvPicPr preferRelativeResize="0"/>
            <p:nvPr/>
          </p:nvPicPr>
          <p:blipFill rotWithShape="1">
            <a:blip r:embed="rId10">
              <a:alphaModFix/>
            </a:blip>
            <a:srcRect l="59" r="59"/>
            <a:stretch/>
          </p:blipFill>
          <p:spPr>
            <a:xfrm>
              <a:off x="2794084" y="1524573"/>
              <a:ext cx="828489" cy="592062"/>
            </a:xfrm>
            <a:prstGeom prst="rect">
              <a:avLst/>
            </a:prstGeom>
            <a:noFill/>
            <a:ln>
              <a:noFill/>
            </a:ln>
            <a:effectLst>
              <a:outerShdw blurRad="57150" dist="19050" dir="5400000" algn="bl" rotWithShape="0">
                <a:srgbClr val="000000">
                  <a:alpha val="20000"/>
                </a:srgbClr>
              </a:outerShdw>
            </a:effectLst>
          </p:spPr>
        </p:pic>
        <p:pic>
          <p:nvPicPr>
            <p:cNvPr id="1091" name="Google Shape;1091;g2701ceed56d_4_0"/>
            <p:cNvPicPr preferRelativeResize="0"/>
            <p:nvPr/>
          </p:nvPicPr>
          <p:blipFill rotWithShape="1">
            <a:blip r:embed="rId11">
              <a:alphaModFix/>
            </a:blip>
            <a:srcRect/>
            <a:stretch/>
          </p:blipFill>
          <p:spPr>
            <a:xfrm>
              <a:off x="2794110" y="841625"/>
              <a:ext cx="828489" cy="592062"/>
            </a:xfrm>
            <a:prstGeom prst="rect">
              <a:avLst/>
            </a:prstGeom>
            <a:noFill/>
            <a:ln>
              <a:noFill/>
            </a:ln>
            <a:effectLst>
              <a:outerShdw blurRad="57150" dist="19050" dir="5400000" algn="bl" rotWithShape="0">
                <a:srgbClr val="000000">
                  <a:alpha val="20000"/>
                </a:srgbClr>
              </a:outerShdw>
            </a:effectLst>
          </p:spPr>
        </p:pic>
        <p:pic>
          <p:nvPicPr>
            <p:cNvPr id="1092" name="Google Shape;1092;g2701ceed56d_4_0"/>
            <p:cNvPicPr preferRelativeResize="0"/>
            <p:nvPr/>
          </p:nvPicPr>
          <p:blipFill rotWithShape="1">
            <a:blip r:embed="rId12">
              <a:alphaModFix/>
            </a:blip>
            <a:srcRect l="59" r="59"/>
            <a:stretch/>
          </p:blipFill>
          <p:spPr>
            <a:xfrm>
              <a:off x="1884985" y="1524573"/>
              <a:ext cx="828489" cy="592062"/>
            </a:xfrm>
            <a:prstGeom prst="rect">
              <a:avLst/>
            </a:prstGeom>
            <a:noFill/>
            <a:ln>
              <a:noFill/>
            </a:ln>
            <a:effectLst>
              <a:outerShdw blurRad="57150" dist="19050" dir="5400000" algn="bl" rotWithShape="0">
                <a:srgbClr val="000000">
                  <a:alpha val="20000"/>
                </a:srgbClr>
              </a:outerShdw>
            </a:effectLst>
          </p:spPr>
        </p:pic>
        <p:pic>
          <p:nvPicPr>
            <p:cNvPr id="1093" name="Google Shape;1093;g2701ceed56d_4_0"/>
            <p:cNvPicPr preferRelativeResize="0"/>
            <p:nvPr/>
          </p:nvPicPr>
          <p:blipFill rotWithShape="1">
            <a:blip r:embed="rId13">
              <a:alphaModFix/>
            </a:blip>
            <a:srcRect l="59" r="59"/>
            <a:stretch/>
          </p:blipFill>
          <p:spPr>
            <a:xfrm>
              <a:off x="975910" y="2207520"/>
              <a:ext cx="828489" cy="592062"/>
            </a:xfrm>
            <a:prstGeom prst="rect">
              <a:avLst/>
            </a:prstGeom>
            <a:noFill/>
            <a:ln>
              <a:noFill/>
            </a:ln>
            <a:effectLst>
              <a:outerShdw blurRad="57150" dist="19050" dir="5400000" algn="bl" rotWithShape="0">
                <a:srgbClr val="000000">
                  <a:alpha val="20000"/>
                </a:srgbClr>
              </a:outerShdw>
            </a:effectLst>
          </p:spPr>
        </p:pic>
        <p:pic>
          <p:nvPicPr>
            <p:cNvPr id="1094" name="Google Shape;1094;g2701ceed56d_4_0"/>
            <p:cNvPicPr preferRelativeResize="0"/>
            <p:nvPr/>
          </p:nvPicPr>
          <p:blipFill rotWithShape="1">
            <a:blip r:embed="rId14">
              <a:alphaModFix/>
            </a:blip>
            <a:srcRect/>
            <a:stretch/>
          </p:blipFill>
          <p:spPr>
            <a:xfrm>
              <a:off x="1885001" y="841625"/>
              <a:ext cx="828489" cy="592062"/>
            </a:xfrm>
            <a:prstGeom prst="rect">
              <a:avLst/>
            </a:prstGeom>
            <a:noFill/>
            <a:ln>
              <a:noFill/>
            </a:ln>
            <a:effectLst>
              <a:outerShdw blurRad="57150" dist="19050" dir="5400000" algn="bl" rotWithShape="0">
                <a:srgbClr val="000000">
                  <a:alpha val="20000"/>
                </a:srgbClr>
              </a:outerShdw>
            </a:effectLst>
          </p:spPr>
        </p:pic>
        <p:pic>
          <p:nvPicPr>
            <p:cNvPr id="1095" name="Google Shape;1095;g2701ceed56d_4_0"/>
            <p:cNvPicPr preferRelativeResize="0"/>
            <p:nvPr/>
          </p:nvPicPr>
          <p:blipFill rotWithShape="1">
            <a:blip r:embed="rId15">
              <a:alphaModFix/>
            </a:blip>
            <a:srcRect l="59" r="59"/>
            <a:stretch/>
          </p:blipFill>
          <p:spPr>
            <a:xfrm>
              <a:off x="975876" y="1524573"/>
              <a:ext cx="828489" cy="592062"/>
            </a:xfrm>
            <a:prstGeom prst="rect">
              <a:avLst/>
            </a:prstGeom>
            <a:noFill/>
            <a:ln>
              <a:noFill/>
            </a:ln>
            <a:effectLst>
              <a:outerShdw blurRad="57150" dist="19050" dir="5400000" algn="bl" rotWithShape="0">
                <a:srgbClr val="000000">
                  <a:alpha val="20000"/>
                </a:srgbClr>
              </a:outerShdw>
            </a:effectLst>
          </p:spPr>
        </p:pic>
        <p:pic>
          <p:nvPicPr>
            <p:cNvPr id="1096" name="Google Shape;1096;g2701ceed56d_4_0"/>
            <p:cNvPicPr preferRelativeResize="0"/>
            <p:nvPr/>
          </p:nvPicPr>
          <p:blipFill rotWithShape="1">
            <a:blip r:embed="rId16">
              <a:alphaModFix/>
            </a:blip>
            <a:srcRect t="19" b="29"/>
            <a:stretch/>
          </p:blipFill>
          <p:spPr>
            <a:xfrm>
              <a:off x="7339601" y="1524570"/>
              <a:ext cx="828489" cy="592062"/>
            </a:xfrm>
            <a:prstGeom prst="rect">
              <a:avLst/>
            </a:prstGeom>
            <a:noFill/>
            <a:ln>
              <a:noFill/>
            </a:ln>
            <a:effectLst>
              <a:outerShdw blurRad="57150" dist="19050" dir="5400000" algn="bl" rotWithShape="0">
                <a:srgbClr val="000000">
                  <a:alpha val="20000"/>
                </a:srgbClr>
              </a:outerShdw>
            </a:effectLst>
          </p:spPr>
        </p:pic>
        <p:pic>
          <p:nvPicPr>
            <p:cNvPr id="1097" name="Google Shape;1097;g2701ceed56d_4_0"/>
            <p:cNvPicPr preferRelativeResize="0"/>
            <p:nvPr/>
          </p:nvPicPr>
          <p:blipFill rotWithShape="1">
            <a:blip r:embed="rId17">
              <a:alphaModFix/>
            </a:blip>
            <a:srcRect/>
            <a:stretch/>
          </p:blipFill>
          <p:spPr>
            <a:xfrm>
              <a:off x="975880" y="841625"/>
              <a:ext cx="828489" cy="592062"/>
            </a:xfrm>
            <a:prstGeom prst="rect">
              <a:avLst/>
            </a:prstGeom>
            <a:noFill/>
            <a:ln>
              <a:noFill/>
            </a:ln>
            <a:effectLst>
              <a:outerShdw blurRad="57150" dist="19050" dir="5400000" algn="bl" rotWithShape="0">
                <a:srgbClr val="000000">
                  <a:alpha val="20000"/>
                </a:srgbClr>
              </a:outerShdw>
            </a:effectLst>
          </p:spPr>
        </p:pic>
        <p:pic>
          <p:nvPicPr>
            <p:cNvPr id="1098" name="Google Shape;1098;g2701ceed56d_4_0"/>
            <p:cNvPicPr preferRelativeResize="0"/>
            <p:nvPr/>
          </p:nvPicPr>
          <p:blipFill rotWithShape="1">
            <a:blip r:embed="rId18">
              <a:alphaModFix/>
            </a:blip>
            <a:srcRect t="79" b="89"/>
            <a:stretch/>
          </p:blipFill>
          <p:spPr>
            <a:xfrm>
              <a:off x="7339605" y="841623"/>
              <a:ext cx="828489" cy="592062"/>
            </a:xfrm>
            <a:prstGeom prst="rect">
              <a:avLst/>
            </a:prstGeom>
            <a:noFill/>
            <a:ln>
              <a:noFill/>
            </a:ln>
            <a:effectLst>
              <a:outerShdw blurRad="57150" dist="19050" dir="5400000" algn="bl" rotWithShape="0">
                <a:srgbClr val="000000">
                  <a:alpha val="20000"/>
                </a:srgbClr>
              </a:outerShdw>
            </a:effectLst>
          </p:spPr>
        </p:pic>
        <p:pic>
          <p:nvPicPr>
            <p:cNvPr id="1099" name="Google Shape;1099;g2701ceed56d_4_0"/>
            <p:cNvPicPr preferRelativeResize="0"/>
            <p:nvPr/>
          </p:nvPicPr>
          <p:blipFill rotWithShape="1">
            <a:blip r:embed="rId19">
              <a:alphaModFix/>
            </a:blip>
            <a:srcRect t="19" b="29"/>
            <a:stretch/>
          </p:blipFill>
          <p:spPr>
            <a:xfrm>
              <a:off x="6430480" y="1524570"/>
              <a:ext cx="828489" cy="592062"/>
            </a:xfrm>
            <a:prstGeom prst="rect">
              <a:avLst/>
            </a:prstGeom>
            <a:noFill/>
            <a:ln>
              <a:noFill/>
            </a:ln>
            <a:effectLst>
              <a:outerShdw blurRad="57150" dist="19050" dir="5400000" algn="bl" rotWithShape="0">
                <a:srgbClr val="000000">
                  <a:alpha val="20000"/>
                </a:srgbClr>
              </a:outerShdw>
            </a:effectLst>
          </p:spPr>
        </p:pic>
        <p:pic>
          <p:nvPicPr>
            <p:cNvPr id="1100" name="Google Shape;1100;g2701ceed56d_4_0" title="JL687-77F.png"/>
            <p:cNvPicPr preferRelativeResize="0"/>
            <p:nvPr/>
          </p:nvPicPr>
          <p:blipFill rotWithShape="1">
            <a:blip r:embed="rId20">
              <a:alphaModFix/>
            </a:blip>
            <a:srcRect l="59" r="59"/>
            <a:stretch/>
          </p:blipFill>
          <p:spPr>
            <a:xfrm>
              <a:off x="18850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01" name="Google Shape;1101;g2701ceed56d_4_0" title="JL687-78F.png"/>
            <p:cNvPicPr preferRelativeResize="0"/>
            <p:nvPr/>
          </p:nvPicPr>
          <p:blipFill rotWithShape="1">
            <a:blip r:embed="rId21">
              <a:alphaModFix/>
            </a:blip>
            <a:srcRect l="59" r="59"/>
            <a:stretch/>
          </p:blipFill>
          <p:spPr>
            <a:xfrm>
              <a:off x="27941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02" name="Google Shape;1102;g2701ceed56d_4_0" title="JL687-79F.png"/>
            <p:cNvPicPr preferRelativeResize="0"/>
            <p:nvPr/>
          </p:nvPicPr>
          <p:blipFill rotWithShape="1">
            <a:blip r:embed="rId22">
              <a:alphaModFix/>
            </a:blip>
            <a:srcRect t="19" b="29"/>
            <a:stretch/>
          </p:blipFill>
          <p:spPr>
            <a:xfrm>
              <a:off x="3703210" y="2207520"/>
              <a:ext cx="828489" cy="592062"/>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pic>
        <p:nvPicPr>
          <p:cNvPr id="1108" name="Google Shape;1108;g2e56a77a509_0_41"/>
          <p:cNvPicPr preferRelativeResize="0"/>
          <p:nvPr/>
        </p:nvPicPr>
        <p:blipFill rotWithShape="1">
          <a:blip r:embed="rId3">
            <a:alphaModFix/>
          </a:blip>
          <a:srcRect/>
          <a:stretch/>
        </p:blipFill>
        <p:spPr>
          <a:xfrm>
            <a:off x="5096992" y="4384018"/>
            <a:ext cx="2455151" cy="1403482"/>
          </a:xfrm>
          <a:prstGeom prst="rect">
            <a:avLst/>
          </a:prstGeom>
          <a:noFill/>
          <a:ln>
            <a:noFill/>
          </a:ln>
        </p:spPr>
      </p:pic>
      <p:pic>
        <p:nvPicPr>
          <p:cNvPr id="1109" name="Google Shape;1109;g2e56a77a509_0_41"/>
          <p:cNvPicPr preferRelativeResize="0"/>
          <p:nvPr/>
        </p:nvPicPr>
        <p:blipFill rotWithShape="1">
          <a:blip r:embed="rId4">
            <a:alphaModFix/>
          </a:blip>
          <a:srcRect/>
          <a:stretch/>
        </p:blipFill>
        <p:spPr>
          <a:xfrm>
            <a:off x="5105176" y="2726175"/>
            <a:ext cx="2421130" cy="1713546"/>
          </a:xfrm>
          <a:prstGeom prst="rect">
            <a:avLst/>
          </a:prstGeom>
          <a:noFill/>
          <a:ln>
            <a:noFill/>
          </a:ln>
        </p:spPr>
      </p:pic>
      <p:grpSp>
        <p:nvGrpSpPr>
          <p:cNvPr id="1110" name="Google Shape;1110;g2e56a77a509_0_41"/>
          <p:cNvGrpSpPr/>
          <p:nvPr/>
        </p:nvGrpSpPr>
        <p:grpSpPr>
          <a:xfrm>
            <a:off x="726875" y="2722446"/>
            <a:ext cx="4215921" cy="1165554"/>
            <a:chOff x="726875" y="2722446"/>
            <a:chExt cx="4215921" cy="1165554"/>
          </a:xfrm>
        </p:grpSpPr>
        <p:pic>
          <p:nvPicPr>
            <p:cNvPr id="1111" name="Google Shape;1111;g2e56a77a509_0_41"/>
            <p:cNvPicPr preferRelativeResize="0"/>
            <p:nvPr/>
          </p:nvPicPr>
          <p:blipFill rotWithShape="1">
            <a:blip r:embed="rId5">
              <a:alphaModFix/>
            </a:blip>
            <a:srcRect r="52563"/>
            <a:stretch/>
          </p:blipFill>
          <p:spPr>
            <a:xfrm>
              <a:off x="726875" y="2734350"/>
              <a:ext cx="1115226" cy="1153650"/>
            </a:xfrm>
            <a:prstGeom prst="rect">
              <a:avLst/>
            </a:prstGeom>
            <a:noFill/>
            <a:ln>
              <a:noFill/>
            </a:ln>
          </p:spPr>
        </p:pic>
        <p:pic>
          <p:nvPicPr>
            <p:cNvPr id="1112" name="Google Shape;1112;g2e56a77a509_0_41"/>
            <p:cNvPicPr preferRelativeResize="0"/>
            <p:nvPr/>
          </p:nvPicPr>
          <p:blipFill rotWithShape="1">
            <a:blip r:embed="rId6">
              <a:alphaModFix/>
            </a:blip>
            <a:srcRect r="51238"/>
            <a:stretch/>
          </p:blipFill>
          <p:spPr>
            <a:xfrm>
              <a:off x="2808099" y="2746318"/>
              <a:ext cx="1115226" cy="1122275"/>
            </a:xfrm>
            <a:prstGeom prst="rect">
              <a:avLst/>
            </a:prstGeom>
            <a:noFill/>
            <a:ln>
              <a:noFill/>
            </a:ln>
          </p:spPr>
        </p:pic>
        <p:pic>
          <p:nvPicPr>
            <p:cNvPr id="1113" name="Google Shape;1113;g2e56a77a509_0_41"/>
            <p:cNvPicPr preferRelativeResize="0"/>
            <p:nvPr/>
          </p:nvPicPr>
          <p:blipFill rotWithShape="1">
            <a:blip r:embed="rId5">
              <a:alphaModFix/>
            </a:blip>
            <a:srcRect l="52562"/>
            <a:stretch/>
          </p:blipFill>
          <p:spPr>
            <a:xfrm>
              <a:off x="1731015" y="2722446"/>
              <a:ext cx="1115226" cy="1153650"/>
            </a:xfrm>
            <a:prstGeom prst="rect">
              <a:avLst/>
            </a:prstGeom>
            <a:noFill/>
            <a:ln>
              <a:noFill/>
            </a:ln>
          </p:spPr>
        </p:pic>
        <p:pic>
          <p:nvPicPr>
            <p:cNvPr id="1114" name="Google Shape;1114;g2e56a77a509_0_41"/>
            <p:cNvPicPr preferRelativeResize="0"/>
            <p:nvPr/>
          </p:nvPicPr>
          <p:blipFill rotWithShape="1">
            <a:blip r:embed="rId6">
              <a:alphaModFix/>
            </a:blip>
            <a:srcRect l="52807"/>
            <a:stretch/>
          </p:blipFill>
          <p:spPr>
            <a:xfrm>
              <a:off x="3863471" y="2738134"/>
              <a:ext cx="1079325" cy="1122275"/>
            </a:xfrm>
            <a:prstGeom prst="rect">
              <a:avLst/>
            </a:prstGeom>
            <a:noFill/>
            <a:ln>
              <a:noFill/>
            </a:ln>
          </p:spPr>
        </p:pic>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388</Words>
  <Application>Microsoft Office PowerPoint</Application>
  <PresentationFormat>On-screen Show (4:3)</PresentationFormat>
  <Paragraphs>99</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Jost</vt:lpstr>
      <vt:lpstr>Poppins</vt:lpstr>
      <vt:lpstr>Nunito Black</vt:lpstr>
      <vt:lpstr>Poppins SemiBold</vt:lpstr>
      <vt:lpstr>Calibri</vt:lpstr>
      <vt:lpstr>Arial</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vt:lpstr>
      <vt:lpstr>Teach Homophones:  which / witch, chord / cord.</vt:lpstr>
      <vt:lpstr>Review Common Exception Words Christmas school.</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2026-05-27T04:13:47Z</dcterms:modified>
</cp:coreProperties>
</file>