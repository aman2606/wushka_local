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embeddedFontLst>
    <p:embeddedFont>
      <p:font typeface="Jost" panose="020B0604020202020204" charset="0"/>
      <p:regular r:id="rId14"/>
      <p:bold r:id="rId15"/>
      <p:italic r:id="rId16"/>
      <p:boldItalic r:id="rId17"/>
    </p:embeddedFont>
    <p:embeddedFont>
      <p:font typeface="Nunito Black" pitchFamily="2" charset="0"/>
      <p:bold r:id="rId18"/>
      <p:boldItalic r:id="rId19"/>
    </p:embeddedFont>
    <p:embeddedFont>
      <p:font typeface="Poppins" panose="00000500000000000000" pitchFamily="2" charset="0"/>
      <p:regular r:id="rId20"/>
      <p:bold r:id="rId21"/>
      <p:italic r:id="rId22"/>
      <p:boldItalic r:id="rId23"/>
    </p:embeddedFont>
    <p:embeddedFont>
      <p:font typeface="Poppins Medium" panose="00000600000000000000" pitchFamily="2" charset="0"/>
      <p:regular r:id="rId24"/>
      <p:bold r:id="rId25"/>
      <p:italic r:id="rId26"/>
      <p:boldItalic r:id="rId27"/>
    </p:embeddedFont>
    <p:embeddedFont>
      <p:font typeface="Poppins SemiBold" panose="00000700000000000000"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gTguJJCYx8PkLfnIl+zMoRzaPi6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B21FE74-A7A4-4FBB-91FE-AD4CEC1A3664}">
  <a:tblStyle styleId="{8B21FE74-A7A4-4FBB-91FE-AD4CEC1A3664}"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8.fntdata"/><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38" Type="http://customschemas.google.com/relationships/presentationmetadata" Target="meta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font" Target="fonts/font17.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4" name="Google Shape;684;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2" name="Google Shape;692;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3" name="Google Shape;693;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9" name="Google Shape;699;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0" name="Google Shape;700;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9" name="Google Shape;729;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0" name="Google Shape;730;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5" name="Google Shape;765;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6" name="Google Shape;766;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3" name="Google Shape;813;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4" name="Google Shape;814;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74b7ea0376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5" name="Google Shape;865;g274b7ea037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6" name="Google Shape;866;g274b7ea037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274b7ea0376_0_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6" name="Google Shape;886;g274b7ea0376_0_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7" name="Google Shape;887;g274b7ea0376_0_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1" name="Google Shape;921;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2" name="Google Shape;922;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274b7ea0376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3" name="Google Shape;943;g274b7ea0376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4" name="Google Shape;944;g274b7ea0376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g274b7ea0376_0_26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9" name="Google Shape;949;g274b7ea0376_0_2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0" name="Google Shape;950;g274b7ea0376_0_2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6" y="1600125"/>
            <a:ext cx="59502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E82625"/>
                </a:solidFill>
                <a:latin typeface="Poppins SemiBold"/>
                <a:ea typeface="Poppins SemiBold"/>
                <a:cs typeface="Poppins SemiBold"/>
                <a:sym typeface="Poppins SemiBold"/>
              </a:rPr>
              <a:t>Phase 6</a:t>
            </a:r>
            <a:endParaRPr sz="6000">
              <a:solidFill>
                <a:srgbClr val="E8262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7240990" y="88100"/>
              <a:ext cx="1337400" cy="403500"/>
              <a:chOff x="3235750" y="88250"/>
              <a:chExt cx="1337400" cy="403500"/>
            </a:xfrm>
          </p:grpSpPr>
          <p:sp>
            <p:nvSpPr>
              <p:cNvPr id="28" name="Google Shape;28;p14"/>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35" name="Google Shape;35;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649025" y="2240850"/>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 name="Google Shape;45;p15"/>
          <p:cNvGrpSpPr/>
          <p:nvPr/>
        </p:nvGrpSpPr>
        <p:grpSpPr>
          <a:xfrm>
            <a:off x="357775" y="5983875"/>
            <a:ext cx="586800" cy="571500"/>
            <a:chOff x="662575" y="6212475"/>
            <a:chExt cx="586800" cy="571500"/>
          </a:xfrm>
        </p:grpSpPr>
        <p:sp>
          <p:nvSpPr>
            <p:cNvPr id="46" name="Google Shape;46;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 name="Google Shape;47;p1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 name="Google Shape;48;p1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 name="Google Shape;49;p15"/>
          <p:cNvGrpSpPr/>
          <p:nvPr/>
        </p:nvGrpSpPr>
        <p:grpSpPr>
          <a:xfrm>
            <a:off x="8199150" y="5983875"/>
            <a:ext cx="586800" cy="571500"/>
            <a:chOff x="7894350" y="6212475"/>
            <a:chExt cx="586800" cy="571500"/>
          </a:xfrm>
        </p:grpSpPr>
        <p:sp>
          <p:nvSpPr>
            <p:cNvPr id="50" name="Google Shape;50;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3" name="Google Shape;53;p15"/>
          <p:cNvSpPr txBox="1"/>
          <p:nvPr/>
        </p:nvSpPr>
        <p:spPr>
          <a:xfrm>
            <a:off x="856325" y="4243525"/>
            <a:ext cx="28866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Terminology</a:t>
            </a:r>
            <a:endParaRPr sz="3200" b="0" i="0" u="none" strike="noStrike" cap="none">
              <a:solidFill>
                <a:srgbClr val="E82625"/>
              </a:solidFill>
              <a:latin typeface="Poppins Medium"/>
              <a:ea typeface="Poppins Medium"/>
              <a:cs typeface="Poppins Medium"/>
              <a:sym typeface="Poppins Medium"/>
            </a:endParaRPr>
          </a:p>
        </p:txBody>
      </p:sp>
      <p:sp>
        <p:nvSpPr>
          <p:cNvPr id="54" name="Google Shape;54;p15"/>
          <p:cNvSpPr txBox="1"/>
          <p:nvPr/>
        </p:nvSpPr>
        <p:spPr>
          <a:xfrm>
            <a:off x="9530850" y="948800"/>
            <a:ext cx="3348000" cy="51102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 letter or group of letters placed at the end of a word to make a new word.</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Root Word</a:t>
            </a:r>
            <a:r>
              <a:rPr lang="en-US" sz="1600" b="0" i="0" u="none" strike="noStrike" cap="none">
                <a:solidFill>
                  <a:srgbClr val="000000"/>
                </a:solidFill>
                <a:latin typeface="Poppins"/>
                <a:ea typeface="Poppins"/>
                <a:cs typeface="Poppins"/>
                <a:sym typeface="Poppins"/>
              </a:rPr>
              <a:t> - a word that forms the basis of new words though the addition of prefixes and suffixes.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Syllable</a:t>
            </a:r>
            <a:r>
              <a:rPr lang="en-US" sz="1600" b="0" i="0" u="none" strike="noStrike" cap="none">
                <a:solidFill>
                  <a:srgbClr val="000000"/>
                </a:solidFill>
                <a:latin typeface="Poppins"/>
                <a:ea typeface="Poppins"/>
                <a:cs typeface="Poppins"/>
                <a:sym typeface="Poppins"/>
              </a:rPr>
              <a:t> - a unit of pronunciation that has one vowel sound with or without surrounding consonants.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the name for an object or set of objects, such as a thing, a person, an animal, a place, a quality, an idea or an action.</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denotes more than one of a noun.</a:t>
            </a:r>
            <a:endParaRPr sz="1600" b="0" i="0" u="none" strike="noStrike" cap="none">
              <a:solidFill>
                <a:srgbClr val="000000"/>
              </a:solidFill>
              <a:latin typeface="Poppins"/>
              <a:ea typeface="Poppins"/>
              <a:cs typeface="Poppins"/>
              <a:sym typeface="Poppins"/>
            </a:endParaRPr>
          </a:p>
        </p:txBody>
      </p:sp>
      <p:sp>
        <p:nvSpPr>
          <p:cNvPr id="55" name="Google Shape;5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Objective</a:t>
            </a:r>
            <a:endParaRPr sz="3200" b="0" i="0" u="none" strike="noStrike" cap="none">
              <a:solidFill>
                <a:srgbClr val="E82625"/>
              </a:solidFill>
              <a:latin typeface="Poppins Medium"/>
              <a:ea typeface="Poppins Medium"/>
              <a:cs typeface="Poppins Medium"/>
              <a:sym typeface="Poppins Medium"/>
            </a:endParaRPr>
          </a:p>
        </p:txBody>
      </p:sp>
      <p:sp>
        <p:nvSpPr>
          <p:cNvPr id="56" name="Google Shape;56;p15"/>
          <p:cNvSpPr txBox="1"/>
          <p:nvPr/>
        </p:nvSpPr>
        <p:spPr>
          <a:xfrm>
            <a:off x="856314" y="2205603"/>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Review</a:t>
            </a:r>
            <a:endParaRPr sz="3200" b="0" i="0" u="none" strike="noStrike" cap="none">
              <a:solidFill>
                <a:srgbClr val="E82625"/>
              </a:solidFill>
              <a:latin typeface="Poppins Medium"/>
              <a:ea typeface="Poppins Medium"/>
              <a:cs typeface="Poppins Medium"/>
              <a:sym typeface="Poppins Medium"/>
            </a:endParaRPr>
          </a:p>
        </p:txBody>
      </p:sp>
      <p:cxnSp>
        <p:nvCxnSpPr>
          <p:cNvPr id="57" name="Google Shape;57;p15"/>
          <p:cNvCxnSpPr/>
          <p:nvPr/>
        </p:nvCxnSpPr>
        <p:spPr>
          <a:xfrm>
            <a:off x="865586" y="3245606"/>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853949"/>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7240990" y="88100"/>
              <a:ext cx="1337400" cy="403500"/>
              <a:chOff x="3235750" y="88250"/>
              <a:chExt cx="1337400" cy="403500"/>
            </a:xfrm>
          </p:grpSpPr>
          <p:sp>
            <p:nvSpPr>
              <p:cNvPr id="62" name="Google Shape;62;p15"/>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69" name="Google Shape;69;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75" name="Google Shape;75;p15"/>
          <p:cNvSpPr txBox="1"/>
          <p:nvPr/>
        </p:nvSpPr>
        <p:spPr>
          <a:xfrm>
            <a:off x="3742925" y="3637975"/>
            <a:ext cx="4405800" cy="2054700"/>
          </a:xfrm>
          <a:prstGeom prst="rect">
            <a:avLst/>
          </a:prstGeom>
          <a:noFill/>
          <a:ln>
            <a:noFill/>
          </a:ln>
        </p:spPr>
        <p:txBody>
          <a:bodyPr spcFirstLastPara="1" wrap="square" lIns="91425" tIns="91425" rIns="0" bIns="91425" anchor="ctr" anchorCtr="0">
            <a:noAutofit/>
          </a:bodyPr>
          <a:lstStyle/>
          <a:p>
            <a:pPr marL="0" marR="0" lvl="0" indent="0" algn="l" rtl="0">
              <a:lnSpc>
                <a:spcPct val="115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15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Present Tense</a:t>
            </a:r>
            <a:r>
              <a:rPr lang="en-US" sz="1600" b="0" i="0" u="none" strike="noStrike" cap="none">
                <a:solidFill>
                  <a:srgbClr val="000000"/>
                </a:solidFill>
                <a:latin typeface="Poppins"/>
                <a:ea typeface="Poppins"/>
                <a:cs typeface="Poppins"/>
                <a:sym typeface="Poppins"/>
              </a:rPr>
              <a:t> – shows that an action or event is currently happening or continually happening in the present.</a:t>
            </a:r>
            <a:endParaRPr sz="1600" b="0" i="0" u="none" strike="noStrike" cap="none">
              <a:solidFill>
                <a:srgbClr val="000000"/>
              </a:solidFill>
              <a:latin typeface="Poppins"/>
              <a:ea typeface="Poppins"/>
              <a:cs typeface="Poppins"/>
              <a:sym typeface="Poppins"/>
            </a:endParaRPr>
          </a:p>
          <a:p>
            <a:pPr marL="0" marR="0" lvl="0" indent="0" algn="l" rtl="0">
              <a:lnSpc>
                <a:spcPct val="115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Present Continuous Tense</a:t>
            </a:r>
            <a:r>
              <a:rPr lang="en-US" sz="1600" b="0" i="0" u="none" strike="noStrike" cap="none">
                <a:solidFill>
                  <a:srgbClr val="000000"/>
                </a:solidFill>
                <a:latin typeface="Poppins"/>
                <a:ea typeface="Poppins"/>
                <a:cs typeface="Poppins"/>
                <a:sym typeface="Poppins"/>
              </a:rPr>
              <a:t> – shows that an action is happening /continuing at the moment of speaking or planning to happen in the future.</a:t>
            </a:r>
            <a:endParaRPr sz="1600" b="0" i="0" u="none" strike="noStrike" cap="none">
              <a:solidFill>
                <a:srgbClr val="000000"/>
              </a:solidFill>
              <a:latin typeface="Poppins"/>
              <a:ea typeface="Poppins"/>
              <a:cs typeface="Poppins"/>
              <a:sym typeface="Poppi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6"/>
        <p:cNvGrpSpPr/>
        <p:nvPr/>
      </p:nvGrpSpPr>
      <p:grpSpPr>
        <a:xfrm>
          <a:off x="0" y="0"/>
          <a:ext cx="0" cy="0"/>
          <a:chOff x="0" y="0"/>
          <a:chExt cx="0" cy="0"/>
        </a:xfrm>
      </p:grpSpPr>
      <p:sp>
        <p:nvSpPr>
          <p:cNvPr id="77" name="Google Shape;77;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9" name="Google Shape;7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0" name="Google Shape;80;g26b641b03cd_1_92"/>
          <p:cNvGrpSpPr/>
          <p:nvPr/>
        </p:nvGrpSpPr>
        <p:grpSpPr>
          <a:xfrm>
            <a:off x="357775" y="5983875"/>
            <a:ext cx="586800" cy="571500"/>
            <a:chOff x="662575" y="6212475"/>
            <a:chExt cx="586800" cy="571500"/>
          </a:xfrm>
        </p:grpSpPr>
        <p:sp>
          <p:nvSpPr>
            <p:cNvPr id="81" name="Google Shape;81;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 name="Google Shape;83;g26b641b03cd_1_9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4" name="Google Shape;84;g26b641b03cd_1_92"/>
          <p:cNvGrpSpPr/>
          <p:nvPr/>
        </p:nvGrpSpPr>
        <p:grpSpPr>
          <a:xfrm>
            <a:off x="8199150" y="5983875"/>
            <a:ext cx="586800" cy="571500"/>
            <a:chOff x="7894350" y="6212475"/>
            <a:chExt cx="586800" cy="571500"/>
          </a:xfrm>
        </p:grpSpPr>
        <p:sp>
          <p:nvSpPr>
            <p:cNvPr id="85" name="Google Shape;85;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 name="Google Shape;87;g26b641b03cd_1_9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8" name="Google Shape;88;g26b641b03cd_1_92"/>
          <p:cNvGrpSpPr/>
          <p:nvPr/>
        </p:nvGrpSpPr>
        <p:grpSpPr>
          <a:xfrm>
            <a:off x="-36800" y="-52000"/>
            <a:ext cx="9236100" cy="543600"/>
            <a:chOff x="-36800" y="-52000"/>
            <a:chExt cx="9236100" cy="54360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7240990" y="88100"/>
              <a:ext cx="1337400" cy="403500"/>
              <a:chOff x="3235750" y="88250"/>
              <a:chExt cx="1337400" cy="403500"/>
            </a:xfrm>
          </p:grpSpPr>
          <p:sp>
            <p:nvSpPr>
              <p:cNvPr id="91" name="Google Shape;91;g26b641b03cd_1_92"/>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2" name="Google Shape;92;g26b641b03cd_1_92"/>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98" name="Google Shape;98;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Independent Reading">
  <p:cSld name="Alien Word of the Day_2_1_1_2">
    <p:spTree>
      <p:nvGrpSpPr>
        <p:cNvPr id="1" name="Shape 104"/>
        <p:cNvGrpSpPr/>
        <p:nvPr/>
      </p:nvGrpSpPr>
      <p:grpSpPr>
        <a:xfrm>
          <a:off x="0" y="0"/>
          <a:ext cx="0" cy="0"/>
          <a:chOff x="0" y="0"/>
          <a:chExt cx="0" cy="0"/>
        </a:xfrm>
      </p:grpSpPr>
      <p:sp>
        <p:nvSpPr>
          <p:cNvPr id="105" name="Google Shape;105;g274b7ea0376_0_97"/>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6" name="Google Shape;106;g274b7ea0376_0_97"/>
          <p:cNvGrpSpPr/>
          <p:nvPr/>
        </p:nvGrpSpPr>
        <p:grpSpPr>
          <a:xfrm>
            <a:off x="357775" y="5983875"/>
            <a:ext cx="586800" cy="571500"/>
            <a:chOff x="662575" y="6212475"/>
            <a:chExt cx="586800" cy="571500"/>
          </a:xfrm>
        </p:grpSpPr>
        <p:sp>
          <p:nvSpPr>
            <p:cNvPr id="107" name="Google Shape;107;g274b7ea0376_0_9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74b7ea0376_0_9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74b7ea0376_0_9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0" name="Google Shape;110;g274b7ea0376_0_97"/>
          <p:cNvGrpSpPr/>
          <p:nvPr/>
        </p:nvGrpSpPr>
        <p:grpSpPr>
          <a:xfrm>
            <a:off x="8199150" y="5983875"/>
            <a:ext cx="586800" cy="571500"/>
            <a:chOff x="7894350" y="6212475"/>
            <a:chExt cx="586800" cy="571500"/>
          </a:xfrm>
        </p:grpSpPr>
        <p:sp>
          <p:nvSpPr>
            <p:cNvPr id="111" name="Google Shape;111;g274b7ea0376_0_9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 name="Google Shape;112;g274b7ea0376_0_9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74b7ea0376_0_9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4" name="Google Shape;114;g274b7ea0376_0_97"/>
          <p:cNvGrpSpPr/>
          <p:nvPr/>
        </p:nvGrpSpPr>
        <p:grpSpPr>
          <a:xfrm>
            <a:off x="-36800" y="-52000"/>
            <a:ext cx="9236100" cy="543600"/>
            <a:chOff x="-36800" y="-52000"/>
            <a:chExt cx="9236100" cy="543600"/>
          </a:xfrm>
        </p:grpSpPr>
        <p:sp>
          <p:nvSpPr>
            <p:cNvPr id="115" name="Google Shape;115;g274b7ea0376_0_97"/>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6" name="Google Shape;116;g274b7ea0376_0_97"/>
            <p:cNvGrpSpPr/>
            <p:nvPr/>
          </p:nvGrpSpPr>
          <p:grpSpPr>
            <a:xfrm>
              <a:off x="7240990" y="88100"/>
              <a:ext cx="1337400" cy="403500"/>
              <a:chOff x="3235750" y="88250"/>
              <a:chExt cx="1337400" cy="403500"/>
            </a:xfrm>
          </p:grpSpPr>
          <p:sp>
            <p:nvSpPr>
              <p:cNvPr id="117" name="Google Shape;117;g274b7ea0376_0_97"/>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18" name="Google Shape;118;g274b7ea0376_0_97"/>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19" name="Google Shape;119;g274b7ea0376_0_97"/>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20" name="Google Shape;120;g274b7ea0376_0_97"/>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21" name="Google Shape;121;g274b7ea0376_0_97"/>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22" name="Google Shape;122;g274b7ea0376_0_97"/>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274b7ea0376_0_97"/>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24" name="Google Shape;124;g274b7ea0376_0_97"/>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74b7ea0376_0_97"/>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26" name="Google Shape;126;g274b7ea0376_0_97"/>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27" name="Google Shape;127;g274b7ea0376_0_97"/>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8" name="Google Shape;128;g274b7ea0376_0_97"/>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9" name="Google Shape;129;g274b7ea0376_0_97"/>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30" name="Google Shape;130;g274b7ea0376_0_97"/>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D1C24"/>
                </a:solidFill>
                <a:latin typeface="Poppins Medium"/>
                <a:ea typeface="Poppins Medium"/>
                <a:cs typeface="Poppins Medium"/>
                <a:sym typeface="Poppins Medium"/>
              </a:rPr>
              <a:t>Independent Reading</a:t>
            </a:r>
            <a:endParaRPr sz="3200" b="0" i="0" u="none" strike="noStrike" cap="none">
              <a:solidFill>
                <a:srgbClr val="ED1C24"/>
              </a:solidFill>
              <a:latin typeface="Poppins Medium"/>
              <a:ea typeface="Poppins Medium"/>
              <a:cs typeface="Poppins Medium"/>
              <a:sym typeface="Poppins Medium"/>
            </a:endParaRPr>
          </a:p>
        </p:txBody>
      </p:sp>
      <p:cxnSp>
        <p:nvCxnSpPr>
          <p:cNvPr id="131" name="Google Shape;131;g274b7ea0376_0_97"/>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32" name="Google Shape;132;g274b7ea0376_0_97"/>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rgbClr val="000000"/>
                </a:solidFill>
                <a:latin typeface="Poppins"/>
                <a:ea typeface="Poppins"/>
                <a:cs typeface="Poppins"/>
                <a:sym typeface="Poppins"/>
              </a:rPr>
              <a:t>Children are given a decodable reader that covers letter sounds previously taught.</a:t>
            </a:r>
            <a:endParaRPr sz="1400" b="0" i="0" u="none" strike="noStrike" cap="none">
              <a:solidFill>
                <a:srgbClr val="000000"/>
              </a:solidFill>
              <a:latin typeface="Poppins"/>
              <a:ea typeface="Poppins"/>
              <a:cs typeface="Poppins"/>
              <a:sym typeface="Poppins"/>
            </a:endParaRPr>
          </a:p>
        </p:txBody>
      </p:sp>
      <p:sp>
        <p:nvSpPr>
          <p:cNvPr id="133" name="Google Shape;133;g274b7ea0376_0_97"/>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ED1C24"/>
                </a:solidFill>
                <a:latin typeface="Poppins Medium"/>
                <a:ea typeface="Poppins Medium"/>
                <a:cs typeface="Poppins Medium"/>
                <a:sym typeface="Poppins Medium"/>
              </a:rPr>
              <a:t>Decodable Readers</a:t>
            </a:r>
            <a:endParaRPr sz="1100" b="0" i="0" u="none" strike="noStrike" cap="none">
              <a:solidFill>
                <a:srgbClr val="ED1C24"/>
              </a:solidFill>
              <a:latin typeface="Poppins Medium"/>
              <a:ea typeface="Poppins Medium"/>
              <a:cs typeface="Poppins Medium"/>
              <a:sym typeface="Poppins Medium"/>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uffix Word Table">
  <p:cSld name="Alien Word of the Day_2_1_1_2_1">
    <p:spTree>
      <p:nvGrpSpPr>
        <p:cNvPr id="1" name="Shape 134"/>
        <p:cNvGrpSpPr/>
        <p:nvPr/>
      </p:nvGrpSpPr>
      <p:grpSpPr>
        <a:xfrm>
          <a:off x="0" y="0"/>
          <a:ext cx="0" cy="0"/>
          <a:chOff x="0" y="0"/>
          <a:chExt cx="0" cy="0"/>
        </a:xfrm>
      </p:grpSpPr>
      <p:sp>
        <p:nvSpPr>
          <p:cNvPr id="135" name="Google Shape;135;g274b7ea0376_0_23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6" name="Google Shape;136;g274b7ea0376_0_230"/>
          <p:cNvGrpSpPr/>
          <p:nvPr/>
        </p:nvGrpSpPr>
        <p:grpSpPr>
          <a:xfrm>
            <a:off x="357775" y="5983875"/>
            <a:ext cx="586800" cy="571500"/>
            <a:chOff x="662575" y="6212475"/>
            <a:chExt cx="586800" cy="571500"/>
          </a:xfrm>
        </p:grpSpPr>
        <p:sp>
          <p:nvSpPr>
            <p:cNvPr id="137" name="Google Shape;137;g274b7ea0376_0_23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74b7ea0376_0_23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9" name="Google Shape;139;g274b7ea0376_0_23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40" name="Google Shape;140;g274b7ea0376_0_230"/>
          <p:cNvGrpSpPr/>
          <p:nvPr/>
        </p:nvGrpSpPr>
        <p:grpSpPr>
          <a:xfrm>
            <a:off x="8199150" y="5983875"/>
            <a:ext cx="586800" cy="571500"/>
            <a:chOff x="7894350" y="6212475"/>
            <a:chExt cx="586800" cy="571500"/>
          </a:xfrm>
        </p:grpSpPr>
        <p:sp>
          <p:nvSpPr>
            <p:cNvPr id="141" name="Google Shape;141;g274b7ea0376_0_23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2" name="Google Shape;142;g274b7ea0376_0_23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3" name="Google Shape;143;g274b7ea0376_0_23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44" name="Google Shape;144;g274b7ea0376_0_230"/>
          <p:cNvGrpSpPr/>
          <p:nvPr/>
        </p:nvGrpSpPr>
        <p:grpSpPr>
          <a:xfrm>
            <a:off x="-36800" y="-52000"/>
            <a:ext cx="9236100" cy="543600"/>
            <a:chOff x="-36800" y="-52000"/>
            <a:chExt cx="9236100" cy="543600"/>
          </a:xfrm>
        </p:grpSpPr>
        <p:sp>
          <p:nvSpPr>
            <p:cNvPr id="145" name="Google Shape;145;g274b7ea0376_0_23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6" name="Google Shape;146;g274b7ea0376_0_230"/>
            <p:cNvGrpSpPr/>
            <p:nvPr/>
          </p:nvGrpSpPr>
          <p:grpSpPr>
            <a:xfrm>
              <a:off x="7240990" y="88100"/>
              <a:ext cx="1337400" cy="403500"/>
              <a:chOff x="3235750" y="88250"/>
              <a:chExt cx="1337400" cy="403500"/>
            </a:xfrm>
          </p:grpSpPr>
          <p:sp>
            <p:nvSpPr>
              <p:cNvPr id="147" name="Google Shape;147;g274b7ea0376_0_23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48" name="Google Shape;148;g274b7ea0376_0_23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49" name="Google Shape;149;g274b7ea0376_0_23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50" name="Google Shape;150;g274b7ea0376_0_23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51" name="Google Shape;151;g274b7ea0376_0_23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52" name="Google Shape;152;g274b7ea0376_0_23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3" name="Google Shape;153;g274b7ea0376_0_23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54" name="Google Shape;154;g274b7ea0376_0_23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5" name="Google Shape;155;g274b7ea0376_0_23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6" name="Google Shape;156;g274b7ea0376_0_23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57" name="Google Shape;157;g274b7ea0376_0_23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8" name="Google Shape;158;g274b7ea0376_0_23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9" name="Google Shape;159;g274b7ea0376_0_23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60" name="Google Shape;160;g274b7ea0376_0_230"/>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a:solidFill>
                  <a:srgbClr val="ED1C24"/>
                </a:solidFill>
                <a:latin typeface="Poppins Medium"/>
                <a:ea typeface="Poppins Medium"/>
                <a:cs typeface="Poppins Medium"/>
                <a:sym typeface="Poppins Medium"/>
              </a:rPr>
              <a:t>Practise</a:t>
            </a:r>
            <a:r>
              <a:rPr lang="en-US" sz="3200" b="0" i="0" u="none" strike="noStrike" cap="none">
                <a:solidFill>
                  <a:srgbClr val="ED1C24"/>
                </a:solidFill>
                <a:latin typeface="Poppins Medium"/>
                <a:ea typeface="Poppins Medium"/>
                <a:cs typeface="Poppins Medium"/>
                <a:sym typeface="Poppins Medium"/>
              </a:rPr>
              <a:t> using Affixes</a:t>
            </a:r>
            <a:endParaRPr sz="3200" b="0" i="0" u="none" strike="noStrike" cap="none">
              <a:solidFill>
                <a:srgbClr val="ED1C24"/>
              </a:solidFill>
              <a:latin typeface="Poppins Medium"/>
              <a:ea typeface="Poppins Medium"/>
              <a:cs typeface="Poppins Medium"/>
              <a:sym typeface="Poppins Medium"/>
            </a:endParaRPr>
          </a:p>
        </p:txBody>
      </p:sp>
      <p:cxnSp>
        <p:nvCxnSpPr>
          <p:cNvPr id="161" name="Google Shape;161;g274b7ea0376_0_230"/>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95"/>
        <p:cNvGrpSpPr/>
        <p:nvPr/>
      </p:nvGrpSpPr>
      <p:grpSpPr>
        <a:xfrm>
          <a:off x="0" y="0"/>
          <a:ext cx="0" cy="0"/>
          <a:chOff x="0" y="0"/>
          <a:chExt cx="0" cy="0"/>
        </a:xfrm>
      </p:grpSpPr>
      <p:sp>
        <p:nvSpPr>
          <p:cNvPr id="196" name="Google Shape;196;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97" name="Google Shape;197;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End of Session</a:t>
            </a:r>
            <a:endParaRPr sz="3200" b="0" i="0" u="none" strike="noStrike" cap="none">
              <a:solidFill>
                <a:srgbClr val="E82625"/>
              </a:solidFill>
              <a:latin typeface="Poppins Medium"/>
              <a:ea typeface="Poppins Medium"/>
              <a:cs typeface="Poppins Medium"/>
              <a:sym typeface="Poppins Medium"/>
            </a:endParaRPr>
          </a:p>
        </p:txBody>
      </p:sp>
      <p:cxnSp>
        <p:nvCxnSpPr>
          <p:cNvPr id="198" name="Google Shape;198;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9" name="Google Shape;199;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 name="Google Shape;200;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202" name="Google Shape;202;g26b641b03cd_0_260"/>
          <p:cNvGrpSpPr/>
          <p:nvPr/>
        </p:nvGrpSpPr>
        <p:grpSpPr>
          <a:xfrm>
            <a:off x="8199150" y="5983875"/>
            <a:ext cx="586800" cy="571500"/>
            <a:chOff x="7894350" y="6212475"/>
            <a:chExt cx="586800" cy="571500"/>
          </a:xfrm>
        </p:grpSpPr>
        <p:sp>
          <p:nvSpPr>
            <p:cNvPr id="203" name="Google Shape;203;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6b641b03cd_0_26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6b641b03cd_0_26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6" name="Google Shape;206;g26b641b03cd_0_260"/>
          <p:cNvGrpSpPr/>
          <p:nvPr/>
        </p:nvGrpSpPr>
        <p:grpSpPr>
          <a:xfrm>
            <a:off x="-36800" y="-52000"/>
            <a:ext cx="9236100" cy="543600"/>
            <a:chOff x="-36800" y="-52000"/>
            <a:chExt cx="9236100" cy="543600"/>
          </a:xfrm>
        </p:grpSpPr>
        <p:sp>
          <p:nvSpPr>
            <p:cNvPr id="207" name="Google Shape;207;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8" name="Google Shape;208;g26b641b03cd_0_260"/>
            <p:cNvGrpSpPr/>
            <p:nvPr/>
          </p:nvGrpSpPr>
          <p:grpSpPr>
            <a:xfrm>
              <a:off x="7240990" y="88100"/>
              <a:ext cx="1337400" cy="403500"/>
              <a:chOff x="3235750" y="88250"/>
              <a:chExt cx="1337400" cy="403500"/>
            </a:xfrm>
          </p:grpSpPr>
          <p:sp>
            <p:nvSpPr>
              <p:cNvPr id="209" name="Google Shape;209;g26b641b03cd_0_26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10" name="Google Shape;210;g26b641b03cd_0_26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211" name="Google Shape;211;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12" name="Google Shape;212;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213" name="Google Shape;213;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14" name="Google Shape;214;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216" name="Google Shape;216;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8" name="Google Shape;218;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9" name="Google Shape;219;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22"/>
        <p:cNvGrpSpPr/>
        <p:nvPr/>
      </p:nvGrpSpPr>
      <p:grpSpPr>
        <a:xfrm>
          <a:off x="0" y="0"/>
          <a:ext cx="0" cy="0"/>
          <a:chOff x="0" y="0"/>
          <a:chExt cx="0" cy="0"/>
        </a:xfrm>
      </p:grpSpPr>
      <p:sp>
        <p:nvSpPr>
          <p:cNvPr id="223" name="Google Shape;223;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4" name="Google Shape;224;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5" name="Google Shape;225;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sp>
        <p:nvSpPr>
          <p:cNvPr id="226" name="Google Shape;226;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27" name="Google Shape;227;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8" name="Google Shape;228;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9" name="Google Shape;229;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0" name="Google Shape;230;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1" name="Google Shape;231;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2" name="Google Shape;232;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3" name="Google Shape;233;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4" name="Google Shape;234;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5" name="Google Shape;235;g2c235dd0dad_1_87"/>
          <p:cNvGrpSpPr/>
          <p:nvPr/>
        </p:nvGrpSpPr>
        <p:grpSpPr>
          <a:xfrm>
            <a:off x="662575" y="6212475"/>
            <a:ext cx="586800" cy="571500"/>
            <a:chOff x="662575" y="6212475"/>
            <a:chExt cx="586800" cy="571500"/>
          </a:xfrm>
        </p:grpSpPr>
        <p:sp>
          <p:nvSpPr>
            <p:cNvPr id="236" name="Google Shape;236;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7" name="Google Shape;237;g2c235dd0dad_1_8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2c235dd0dad_1_8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9" name="Google Shape;239;g2c235dd0dad_1_87"/>
          <p:cNvGrpSpPr/>
          <p:nvPr/>
        </p:nvGrpSpPr>
        <p:grpSpPr>
          <a:xfrm>
            <a:off x="7894350" y="6212475"/>
            <a:ext cx="586800" cy="571500"/>
            <a:chOff x="7894350" y="6212475"/>
            <a:chExt cx="586800" cy="571500"/>
          </a:xfrm>
        </p:grpSpPr>
        <p:sp>
          <p:nvSpPr>
            <p:cNvPr id="240" name="Google Shape;240;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c235dd0dad_1_8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43" name="Google Shape;243;g2c235dd0dad_1_8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5" name="Google Shape;245;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6" name="Google Shape;246;g2c235dd0dad_1_8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7" name="Google Shape;247;g2c235dd0dad_1_8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9" name="Google Shape;249;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50" name="Google Shape;250;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51" name="Google Shape;251;g2c235dd0dad_1_8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52" name="Google Shape;252;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53"/>
        <p:cNvGrpSpPr/>
        <p:nvPr/>
      </p:nvGrpSpPr>
      <p:grpSpPr>
        <a:xfrm>
          <a:off x="0" y="0"/>
          <a:ext cx="0" cy="0"/>
          <a:chOff x="0" y="0"/>
          <a:chExt cx="0" cy="0"/>
        </a:xfrm>
      </p:grpSpPr>
      <p:sp>
        <p:nvSpPr>
          <p:cNvPr id="254" name="Google Shape;254;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55" name="Google Shape;255;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cxnSp>
        <p:nvCxnSpPr>
          <p:cNvPr id="256" name="Google Shape;256;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58" name="Google Shape;258;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59" name="Google Shape;259;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0" name="Google Shape;260;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1" name="Google Shape;261;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2" name="Google Shape;262;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63" name="Google Shape;263;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64" name="Google Shape;264;g1f3daf8a844_0_32"/>
          <p:cNvGrpSpPr/>
          <p:nvPr/>
        </p:nvGrpSpPr>
        <p:grpSpPr>
          <a:xfrm>
            <a:off x="662575" y="6212475"/>
            <a:ext cx="586800" cy="571500"/>
            <a:chOff x="662575" y="6212475"/>
            <a:chExt cx="586800" cy="571500"/>
          </a:xfrm>
        </p:grpSpPr>
        <p:sp>
          <p:nvSpPr>
            <p:cNvPr id="265" name="Google Shape;265;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1f3daf8a844_0_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1f3daf8a844_0_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8" name="Google Shape;268;g1f3daf8a844_0_32"/>
          <p:cNvGrpSpPr/>
          <p:nvPr/>
        </p:nvGrpSpPr>
        <p:grpSpPr>
          <a:xfrm>
            <a:off x="7894350" y="6212475"/>
            <a:ext cx="586800" cy="571500"/>
            <a:chOff x="7894350" y="6212475"/>
            <a:chExt cx="586800" cy="571500"/>
          </a:xfrm>
        </p:grpSpPr>
        <p:sp>
          <p:nvSpPr>
            <p:cNvPr id="269" name="Google Shape;269;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1f3daf8a844_0_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1" name="Google Shape;271;g1f3daf8a844_0_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72" name="Google Shape;272;g1f3daf8a844_0_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74" name="Google Shape;274;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5" name="Google Shape;275;g1f3daf8a844_0_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6" name="Google Shape;276;g1f3daf8a844_0_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8" name="Google Shape;278;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79" name="Google Shape;279;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80" name="Google Shape;280;g1f3daf8a844_0_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81" name="Google Shape;281;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82"/>
        <p:cNvGrpSpPr/>
        <p:nvPr/>
      </p:nvGrpSpPr>
      <p:grpSpPr>
        <a:xfrm>
          <a:off x="0" y="0"/>
          <a:ext cx="0" cy="0"/>
          <a:chOff x="0" y="0"/>
          <a:chExt cx="0" cy="0"/>
        </a:xfrm>
      </p:grpSpPr>
      <p:sp>
        <p:nvSpPr>
          <p:cNvPr id="283" name="Google Shape;28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84" name="Google Shape;28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Quickwrite</a:t>
            </a:r>
            <a:endParaRPr sz="3000" b="0" i="0" u="none" strike="noStrike" cap="none">
              <a:solidFill>
                <a:srgbClr val="E82625"/>
              </a:solidFill>
              <a:latin typeface="Poppins Medium"/>
              <a:ea typeface="Poppins Medium"/>
              <a:cs typeface="Poppins Medium"/>
              <a:sym typeface="Poppins Medium"/>
            </a:endParaRPr>
          </a:p>
        </p:txBody>
      </p:sp>
      <p:sp>
        <p:nvSpPr>
          <p:cNvPr id="285" name="Google Shape;285;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6" name="Google Shape;286;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7" name="Google Shape;287;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8" name="Google Shape;288;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9" name="Google Shape;289;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90" name="Google Shape;290;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91" name="Google Shape;291;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92" name="Google Shape;292;g2c157a2fb06_0_53"/>
          <p:cNvGrpSpPr/>
          <p:nvPr/>
        </p:nvGrpSpPr>
        <p:grpSpPr>
          <a:xfrm>
            <a:off x="662575" y="6212475"/>
            <a:ext cx="586800" cy="571500"/>
            <a:chOff x="662575" y="6212475"/>
            <a:chExt cx="586800" cy="571500"/>
          </a:xfrm>
        </p:grpSpPr>
        <p:sp>
          <p:nvSpPr>
            <p:cNvPr id="293" name="Google Shape;293;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6" name="Google Shape;296;g2c157a2fb06_0_53"/>
          <p:cNvGrpSpPr/>
          <p:nvPr/>
        </p:nvGrpSpPr>
        <p:grpSpPr>
          <a:xfrm>
            <a:off x="7894350" y="6212475"/>
            <a:ext cx="586800" cy="571500"/>
            <a:chOff x="7894350" y="6212475"/>
            <a:chExt cx="586800" cy="571500"/>
          </a:xfrm>
        </p:grpSpPr>
        <p:sp>
          <p:nvSpPr>
            <p:cNvPr id="297" name="Google Shape;297;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5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5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00" name="Google Shape;300;g2c157a2fb06_0_5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5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02" name="Google Shape;302;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3" name="Google Shape;303;g2c157a2fb06_0_5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4" name="Google Shape;304;g2c157a2fb06_0_5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6" name="Google Shape;306;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07" name="Google Shape;307;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08" name="Google Shape;308;g2c157a2fb06_0_5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09" name="Google Shape;309;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10"/>
        <p:cNvGrpSpPr/>
        <p:nvPr/>
      </p:nvGrpSpPr>
      <p:grpSpPr>
        <a:xfrm>
          <a:off x="0" y="0"/>
          <a:ext cx="0" cy="0"/>
          <a:chOff x="0" y="0"/>
          <a:chExt cx="0" cy="0"/>
        </a:xfrm>
      </p:grpSpPr>
      <p:pic>
        <p:nvPicPr>
          <p:cNvPr id="311" name="Google Shape;311;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12" name="Google Shape;31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3" name="Google Shape;31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Full Circle</a:t>
            </a:r>
            <a:endParaRPr sz="3000" b="0" i="0" u="none" strike="noStrike" cap="none">
              <a:solidFill>
                <a:srgbClr val="E82625"/>
              </a:solidFill>
              <a:latin typeface="Poppins Medium"/>
              <a:ea typeface="Poppins Medium"/>
              <a:cs typeface="Poppins Medium"/>
              <a:sym typeface="Poppins Medium"/>
            </a:endParaRPr>
          </a:p>
        </p:txBody>
      </p:sp>
      <p:sp>
        <p:nvSpPr>
          <p:cNvPr id="314" name="Google Shape;314;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6" name="Google Shape;316;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7" name="Google Shape;317;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8" name="Google Shape;31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9" name="Google Shape;31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20" name="Google Shape;320;g2c157a2fb06_0_158"/>
          <p:cNvGrpSpPr/>
          <p:nvPr/>
        </p:nvGrpSpPr>
        <p:grpSpPr>
          <a:xfrm>
            <a:off x="662575" y="6212475"/>
            <a:ext cx="586800" cy="571500"/>
            <a:chOff x="662575" y="6212475"/>
            <a:chExt cx="586800" cy="571500"/>
          </a:xfrm>
        </p:grpSpPr>
        <p:sp>
          <p:nvSpPr>
            <p:cNvPr id="321" name="Google Shape;32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15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4" name="Google Shape;324;g2c157a2fb06_0_158"/>
          <p:cNvGrpSpPr/>
          <p:nvPr/>
        </p:nvGrpSpPr>
        <p:grpSpPr>
          <a:xfrm>
            <a:off x="7894350" y="6212475"/>
            <a:ext cx="586800" cy="571500"/>
            <a:chOff x="7894350" y="6212475"/>
            <a:chExt cx="586800" cy="571500"/>
          </a:xfrm>
        </p:grpSpPr>
        <p:sp>
          <p:nvSpPr>
            <p:cNvPr id="325" name="Google Shape;32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15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15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8" name="Google Shape;328;g2c157a2fb06_0_15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15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30" name="Google Shape;330;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1" name="Google Shape;331;g2c157a2fb06_0_15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15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35" name="Google Shape;335;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36" name="Google Shape;336;g2c157a2fb06_0_15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37" name="Google Shape;337;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38"/>
        <p:cNvGrpSpPr/>
        <p:nvPr/>
      </p:nvGrpSpPr>
      <p:grpSpPr>
        <a:xfrm>
          <a:off x="0" y="0"/>
          <a:ext cx="0" cy="0"/>
          <a:chOff x="0" y="0"/>
          <a:chExt cx="0" cy="0"/>
        </a:xfrm>
      </p:grpSpPr>
      <p:sp>
        <p:nvSpPr>
          <p:cNvPr id="339" name="Google Shape;339;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40" name="Google Shape;340;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Picture Match</a:t>
            </a:r>
            <a:endParaRPr sz="3000" b="0" i="0" u="none" strike="noStrike" cap="none">
              <a:solidFill>
                <a:srgbClr val="E82625"/>
              </a:solidFill>
              <a:latin typeface="Poppins Medium"/>
              <a:ea typeface="Poppins Medium"/>
              <a:cs typeface="Poppins Medium"/>
              <a:sym typeface="Poppins Medium"/>
            </a:endParaRPr>
          </a:p>
        </p:txBody>
      </p:sp>
      <p:sp>
        <p:nvSpPr>
          <p:cNvPr id="341" name="Google Shape;341;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4" name="Google Shape;344;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5" name="Google Shape;345;g2c157a2fb06_0_263"/>
          <p:cNvSpPr>
            <a:spLocks noGrp="1"/>
          </p:cNvSpPr>
          <p:nvPr>
            <p:ph type="pic" idx="5"/>
          </p:nvPr>
        </p:nvSpPr>
        <p:spPr>
          <a:xfrm>
            <a:off x="5086375" y="4412425"/>
            <a:ext cx="2668800" cy="1291500"/>
          </a:xfrm>
          <a:prstGeom prst="rect">
            <a:avLst/>
          </a:prstGeom>
          <a:noFill/>
          <a:ln>
            <a:noFill/>
          </a:ln>
        </p:spPr>
      </p:sp>
      <p:sp>
        <p:nvSpPr>
          <p:cNvPr id="346" name="Google Shape;346;g2c157a2fb06_0_263"/>
          <p:cNvSpPr>
            <a:spLocks noGrp="1"/>
          </p:cNvSpPr>
          <p:nvPr>
            <p:ph type="pic" idx="6"/>
          </p:nvPr>
        </p:nvSpPr>
        <p:spPr>
          <a:xfrm>
            <a:off x="5086375" y="797675"/>
            <a:ext cx="2668800" cy="1291500"/>
          </a:xfrm>
          <a:prstGeom prst="rect">
            <a:avLst/>
          </a:prstGeom>
          <a:noFill/>
          <a:ln>
            <a:noFill/>
          </a:ln>
        </p:spPr>
      </p:sp>
      <p:sp>
        <p:nvSpPr>
          <p:cNvPr id="347" name="Google Shape;347;g2c157a2fb06_0_263"/>
          <p:cNvSpPr>
            <a:spLocks noGrp="1"/>
          </p:cNvSpPr>
          <p:nvPr>
            <p:ph type="pic" idx="7"/>
          </p:nvPr>
        </p:nvSpPr>
        <p:spPr>
          <a:xfrm>
            <a:off x="5086375" y="2002592"/>
            <a:ext cx="2668800" cy="1291500"/>
          </a:xfrm>
          <a:prstGeom prst="rect">
            <a:avLst/>
          </a:prstGeom>
          <a:noFill/>
          <a:ln>
            <a:noFill/>
          </a:ln>
        </p:spPr>
      </p:sp>
      <p:sp>
        <p:nvSpPr>
          <p:cNvPr id="348" name="Google Shape;348;g2c157a2fb06_0_263"/>
          <p:cNvSpPr>
            <a:spLocks noGrp="1"/>
          </p:cNvSpPr>
          <p:nvPr>
            <p:ph type="pic" idx="8"/>
          </p:nvPr>
        </p:nvSpPr>
        <p:spPr>
          <a:xfrm>
            <a:off x="5086375" y="3207508"/>
            <a:ext cx="2668800" cy="1291500"/>
          </a:xfrm>
          <a:prstGeom prst="rect">
            <a:avLst/>
          </a:prstGeom>
          <a:noFill/>
          <a:ln>
            <a:noFill/>
          </a:ln>
        </p:spPr>
      </p:sp>
      <p:sp>
        <p:nvSpPr>
          <p:cNvPr id="349" name="Google Shape;34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0" name="Google Shape;35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51" name="Google Shape;351;g2c157a2fb06_0_263"/>
          <p:cNvGrpSpPr/>
          <p:nvPr/>
        </p:nvGrpSpPr>
        <p:grpSpPr>
          <a:xfrm>
            <a:off x="662575" y="6212475"/>
            <a:ext cx="586800" cy="571500"/>
            <a:chOff x="662575" y="6212475"/>
            <a:chExt cx="586800" cy="571500"/>
          </a:xfrm>
        </p:grpSpPr>
        <p:sp>
          <p:nvSpPr>
            <p:cNvPr id="352" name="Google Shape;35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3" name="Google Shape;353;g2c157a2fb06_0_26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26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5" name="Google Shape;355;g2c157a2fb06_0_263"/>
          <p:cNvGrpSpPr/>
          <p:nvPr/>
        </p:nvGrpSpPr>
        <p:grpSpPr>
          <a:xfrm>
            <a:off x="7894350" y="6212475"/>
            <a:ext cx="586800" cy="571500"/>
            <a:chOff x="7894350" y="6212475"/>
            <a:chExt cx="586800" cy="571500"/>
          </a:xfrm>
        </p:grpSpPr>
        <p:sp>
          <p:nvSpPr>
            <p:cNvPr id="356" name="Google Shape;35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7" name="Google Shape;357;g2c157a2fb06_0_26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26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9" name="Google Shape;359;g2c157a2fb06_0_26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61" name="Google Shape;36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2" name="Google Shape;362;g2c157a2fb06_0_26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26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66" name="Google Shape;366;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67" name="Google Shape;367;g2c157a2fb06_0_26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68" name="Google Shape;368;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69"/>
        <p:cNvGrpSpPr/>
        <p:nvPr/>
      </p:nvGrpSpPr>
      <p:grpSpPr>
        <a:xfrm>
          <a:off x="0" y="0"/>
          <a:ext cx="0" cy="0"/>
          <a:chOff x="0" y="0"/>
          <a:chExt cx="0" cy="0"/>
        </a:xfrm>
      </p:grpSpPr>
      <p:cxnSp>
        <p:nvCxnSpPr>
          <p:cNvPr id="370" name="Google Shape;370;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71" name="Google Shape;371;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72" name="Google Shape;372;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73" name="Google Shape;37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4" name="Google Shape;37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Caption</a:t>
            </a:r>
            <a:endParaRPr sz="3000" b="0" i="0" u="none" strike="noStrike" cap="none">
              <a:solidFill>
                <a:srgbClr val="E82625"/>
              </a:solidFill>
              <a:latin typeface="Poppins Medium"/>
              <a:ea typeface="Poppins Medium"/>
              <a:cs typeface="Poppins Medium"/>
              <a:sym typeface="Poppins Medium"/>
            </a:endParaRPr>
          </a:p>
        </p:txBody>
      </p:sp>
      <p:sp>
        <p:nvSpPr>
          <p:cNvPr id="375" name="Google Shape;37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6" name="Google Shape;37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7" name="Google Shape;377;g2c157a2fb06_0_467"/>
          <p:cNvGrpSpPr/>
          <p:nvPr/>
        </p:nvGrpSpPr>
        <p:grpSpPr>
          <a:xfrm>
            <a:off x="662575" y="6212475"/>
            <a:ext cx="586800" cy="571500"/>
            <a:chOff x="662575" y="6212475"/>
            <a:chExt cx="586800" cy="571500"/>
          </a:xfrm>
        </p:grpSpPr>
        <p:sp>
          <p:nvSpPr>
            <p:cNvPr id="378" name="Google Shape;37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46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1" name="Google Shape;381;g2c157a2fb06_0_467"/>
          <p:cNvGrpSpPr/>
          <p:nvPr/>
        </p:nvGrpSpPr>
        <p:grpSpPr>
          <a:xfrm>
            <a:off x="7894350" y="6212475"/>
            <a:ext cx="586800" cy="571500"/>
            <a:chOff x="7894350" y="6212475"/>
            <a:chExt cx="586800" cy="571500"/>
          </a:xfrm>
        </p:grpSpPr>
        <p:sp>
          <p:nvSpPr>
            <p:cNvPr id="382" name="Google Shape;38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46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85" name="Google Shape;385;g2c157a2fb06_0_46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46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87" name="Google Shape;387;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46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9" name="Google Shape;389;g2c157a2fb06_0_46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1" name="Google Shape;391;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92" name="Google Shape;392;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93" name="Google Shape;393;g2c157a2fb06_0_46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94" name="Google Shape;394;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95"/>
        <p:cNvGrpSpPr/>
        <p:nvPr/>
      </p:nvGrpSpPr>
      <p:grpSpPr>
        <a:xfrm>
          <a:off x="0" y="0"/>
          <a:ext cx="0" cy="0"/>
          <a:chOff x="0" y="0"/>
          <a:chExt cx="0" cy="0"/>
        </a:xfrm>
      </p:grpSpPr>
      <p:cxnSp>
        <p:nvCxnSpPr>
          <p:cNvPr id="396" name="Google Shape;396;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7" name="Google Shape;397;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Caption</a:t>
            </a:r>
            <a:endParaRPr sz="3000" b="0" i="0" u="none" strike="noStrike" cap="none">
              <a:solidFill>
                <a:srgbClr val="E82625"/>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11" name="Google Shape;411;g2c157a2fb06_0_629"/>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629"/>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13" name="Google Shape;413;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4" name="Google Shape;414;g2c157a2fb06_0_629"/>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5" name="Google Shape;415;g2c157a2fb06_0_629"/>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6" name="Google Shape;416;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7" name="Google Shape;417;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18" name="Google Shape;418;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19" name="Google Shape;419;g2c157a2fb06_0_629"/>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20" name="Google Shape;420;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21"/>
        <p:cNvGrpSpPr/>
        <p:nvPr/>
      </p:nvGrpSpPr>
      <p:grpSpPr>
        <a:xfrm>
          <a:off x="0" y="0"/>
          <a:ext cx="0" cy="0"/>
          <a:chOff x="0" y="0"/>
          <a:chExt cx="0" cy="0"/>
        </a:xfrm>
      </p:grpSpPr>
      <p:cxnSp>
        <p:nvCxnSpPr>
          <p:cNvPr id="422" name="Google Shape;422;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3" name="Google Shape;423;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4" name="Google Shape;424;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5" name="Google Shape;425;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6" name="Google Shape;42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7" name="Google Shape;42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Sentence</a:t>
            </a:r>
            <a:endParaRPr sz="3000" b="0" i="0" u="none" strike="noStrike" cap="none">
              <a:solidFill>
                <a:srgbClr val="E82625"/>
              </a:solidFill>
              <a:latin typeface="Poppins Medium"/>
              <a:ea typeface="Poppins Medium"/>
              <a:cs typeface="Poppins Medium"/>
              <a:sym typeface="Poppins Medium"/>
            </a:endParaRPr>
          </a:p>
        </p:txBody>
      </p:sp>
      <p:sp>
        <p:nvSpPr>
          <p:cNvPr id="428" name="Google Shape;42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9" name="Google Shape;42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0" name="Google Shape;430;g2c157a2fb06_0_798"/>
          <p:cNvGrpSpPr/>
          <p:nvPr/>
        </p:nvGrpSpPr>
        <p:grpSpPr>
          <a:xfrm>
            <a:off x="662575" y="6212475"/>
            <a:ext cx="586800" cy="571500"/>
            <a:chOff x="662575" y="6212475"/>
            <a:chExt cx="586800" cy="571500"/>
          </a:xfrm>
        </p:grpSpPr>
        <p:sp>
          <p:nvSpPr>
            <p:cNvPr id="431" name="Google Shape;43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79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4" name="Google Shape;434;g2c157a2fb06_0_798"/>
          <p:cNvGrpSpPr/>
          <p:nvPr/>
        </p:nvGrpSpPr>
        <p:grpSpPr>
          <a:xfrm>
            <a:off x="7894350" y="6212475"/>
            <a:ext cx="586800" cy="571500"/>
            <a:chOff x="7894350" y="6212475"/>
            <a:chExt cx="586800" cy="571500"/>
          </a:xfrm>
        </p:grpSpPr>
        <p:sp>
          <p:nvSpPr>
            <p:cNvPr id="435" name="Google Shape;43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79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8" name="Google Shape;438;g2c157a2fb06_0_79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79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40" name="Google Shape;440;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1" name="Google Shape;441;g2c157a2fb06_0_79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9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4" name="Google Shape;444;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45" name="Google Shape;445;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46" name="Google Shape;446;g2c157a2fb06_0_79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47" name="Google Shape;447;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8"/>
        <p:cNvGrpSpPr/>
        <p:nvPr/>
      </p:nvGrpSpPr>
      <p:grpSpPr>
        <a:xfrm>
          <a:off x="0" y="0"/>
          <a:ext cx="0" cy="0"/>
          <a:chOff x="0" y="0"/>
          <a:chExt cx="0" cy="0"/>
        </a:xfrm>
      </p:grpSpPr>
      <p:cxnSp>
        <p:nvCxnSpPr>
          <p:cNvPr id="449" name="Google Shape;449;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50" name="Google Shape;450;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1" name="Google Shape;451;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2" name="Google Shape;452;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3" name="Google Shape;453;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4" name="Google Shape;454;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Sentence</a:t>
            </a:r>
            <a:endParaRPr sz="3000" b="0" i="0" u="none" strike="noStrike" cap="none">
              <a:solidFill>
                <a:srgbClr val="E82625"/>
              </a:solidFill>
              <a:latin typeface="Poppins Medium"/>
              <a:ea typeface="Poppins Medium"/>
              <a:cs typeface="Poppins Medium"/>
              <a:sym typeface="Poppins Medium"/>
            </a:endParaRPr>
          </a:p>
        </p:txBody>
      </p:sp>
      <p:sp>
        <p:nvSpPr>
          <p:cNvPr id="455" name="Google Shape;455;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6" name="Google Shape;456;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7" name="Google Shape;457;g2c157a2fb06_0_825"/>
          <p:cNvGrpSpPr/>
          <p:nvPr/>
        </p:nvGrpSpPr>
        <p:grpSpPr>
          <a:xfrm>
            <a:off x="662575" y="6212475"/>
            <a:ext cx="586800" cy="571500"/>
            <a:chOff x="662575" y="6212475"/>
            <a:chExt cx="586800" cy="571500"/>
          </a:xfrm>
        </p:grpSpPr>
        <p:sp>
          <p:nvSpPr>
            <p:cNvPr id="458" name="Google Shape;458;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82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82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1" name="Google Shape;461;g2c157a2fb06_0_825"/>
          <p:cNvGrpSpPr/>
          <p:nvPr/>
        </p:nvGrpSpPr>
        <p:grpSpPr>
          <a:xfrm>
            <a:off x="7894350" y="6212475"/>
            <a:ext cx="586800" cy="571500"/>
            <a:chOff x="7894350" y="6212475"/>
            <a:chExt cx="586800" cy="571500"/>
          </a:xfrm>
        </p:grpSpPr>
        <p:sp>
          <p:nvSpPr>
            <p:cNvPr id="462" name="Google Shape;462;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82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82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5" name="Google Shape;465;g2c157a2fb06_0_82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7" name="Google Shape;467;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8" name="Google Shape;468;g2c157a2fb06_0_82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82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73" name="Google Shape;473;g2c157a2fb06_0_82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74" name="Google Shape;474;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75"/>
        <p:cNvGrpSpPr/>
        <p:nvPr/>
      </p:nvGrpSpPr>
      <p:grpSpPr>
        <a:xfrm>
          <a:off x="0" y="0"/>
          <a:ext cx="0" cy="0"/>
          <a:chOff x="0" y="0"/>
          <a:chExt cx="0" cy="0"/>
        </a:xfrm>
      </p:grpSpPr>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Hands Up, Pair Up</a:t>
            </a:r>
            <a:endParaRPr sz="3000" b="0" i="0" u="none" strike="noStrike" cap="none">
              <a:solidFill>
                <a:srgbClr val="E82625"/>
              </a:solidFill>
              <a:latin typeface="Poppins Medium"/>
              <a:ea typeface="Poppins Medium"/>
              <a:cs typeface="Poppins Medium"/>
              <a:sym typeface="Poppins Medium"/>
            </a:endParaRPr>
          </a:p>
        </p:txBody>
      </p:sp>
      <p:sp>
        <p:nvSpPr>
          <p:cNvPr id="480" name="Google Shape;480;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1" name="Google Shape;481;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2" name="Google Shape;482;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4" name="Google Shape;484;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8" name="Google Shape;488;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0" name="Google Shape;490;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1" name="Google Shape;491;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2" name="Google Shape;492;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4" name="Google Shape;494;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5" name="Google Shape;495;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6" name="Google Shape;496;g2c157a2fb06_0_700"/>
          <p:cNvGrpSpPr/>
          <p:nvPr/>
        </p:nvGrpSpPr>
        <p:grpSpPr>
          <a:xfrm>
            <a:off x="662575" y="6212475"/>
            <a:ext cx="586800" cy="571500"/>
            <a:chOff x="662575" y="6212475"/>
            <a:chExt cx="586800" cy="571500"/>
          </a:xfrm>
        </p:grpSpPr>
        <p:sp>
          <p:nvSpPr>
            <p:cNvPr id="497" name="Google Shape;497;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8" name="Google Shape;498;g2c157a2fb06_0_70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70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0" name="Google Shape;500;g2c157a2fb06_0_700"/>
          <p:cNvGrpSpPr/>
          <p:nvPr/>
        </p:nvGrpSpPr>
        <p:grpSpPr>
          <a:xfrm>
            <a:off x="7894350" y="6212475"/>
            <a:ext cx="586800" cy="571500"/>
            <a:chOff x="7894350" y="6212475"/>
            <a:chExt cx="586800" cy="571500"/>
          </a:xfrm>
        </p:grpSpPr>
        <p:sp>
          <p:nvSpPr>
            <p:cNvPr id="501" name="Google Shape;501;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04" name="Google Shape;504;g2c157a2fb06_0_70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6" name="Google Shape;506;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7" name="Google Shape;507;g2c157a2fb06_0_70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70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0" name="Google Shape;510;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11" name="Google Shape;511;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12" name="Google Shape;512;g2c157a2fb06_0_70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13" name="Google Shape;513;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14"/>
        <p:cNvGrpSpPr/>
        <p:nvPr/>
      </p:nvGrpSpPr>
      <p:grpSpPr>
        <a:xfrm>
          <a:off x="0" y="0"/>
          <a:ext cx="0" cy="0"/>
          <a:chOff x="0" y="0"/>
          <a:chExt cx="0" cy="0"/>
        </a:xfrm>
      </p:grpSpPr>
      <p:sp>
        <p:nvSpPr>
          <p:cNvPr id="515" name="Google Shape;51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Bingo</a:t>
            </a:r>
            <a:endParaRPr sz="3000" b="0" i="0" u="none" strike="noStrike" cap="none">
              <a:solidFill>
                <a:srgbClr val="E82625"/>
              </a:solidFill>
              <a:latin typeface="Poppins Medium"/>
              <a:ea typeface="Poppins Medium"/>
              <a:cs typeface="Poppins Medium"/>
              <a:sym typeface="Poppins Medium"/>
            </a:endParaRPr>
          </a:p>
        </p:txBody>
      </p:sp>
      <p:cxnSp>
        <p:nvCxnSpPr>
          <p:cNvPr id="516" name="Google Shape;51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7" name="Google Shape;51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8" name="Google Shape;518;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9" name="Google Shape;519;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0" name="Google Shape;520;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4" name="Google Shape;524;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5" name="Google Shape;525;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26" name="Google Shape;526;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7" name="Google Shape;527;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8" name="Google Shape;528;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9" name="Google Shape;529;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0" name="Google Shape;530;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5" name="Google Shape;535;g2c157a2fb06_0_932"/>
          <p:cNvGrpSpPr/>
          <p:nvPr/>
        </p:nvGrpSpPr>
        <p:grpSpPr>
          <a:xfrm>
            <a:off x="662575" y="6212475"/>
            <a:ext cx="586800" cy="571500"/>
            <a:chOff x="662575" y="6212475"/>
            <a:chExt cx="586800" cy="571500"/>
          </a:xfrm>
        </p:grpSpPr>
        <p:sp>
          <p:nvSpPr>
            <p:cNvPr id="536" name="Google Shape;536;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9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9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9" name="Google Shape;539;g2c157a2fb06_0_932"/>
          <p:cNvGrpSpPr/>
          <p:nvPr/>
        </p:nvGrpSpPr>
        <p:grpSpPr>
          <a:xfrm>
            <a:off x="7894350" y="6212475"/>
            <a:ext cx="586800" cy="571500"/>
            <a:chOff x="7894350" y="6212475"/>
            <a:chExt cx="586800" cy="571500"/>
          </a:xfrm>
        </p:grpSpPr>
        <p:sp>
          <p:nvSpPr>
            <p:cNvPr id="540" name="Google Shape;540;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3" name="Google Shape;543;g2c157a2fb06_0_9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9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45" name="Google Shape;545;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6" name="Google Shape;546;g2c157a2fb06_0_9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7" name="Google Shape;547;g2c157a2fb06_0_9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9" name="Google Shape;549;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50" name="Google Shape;550;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51" name="Google Shape;551;g2c157a2fb06_0_9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52" name="Google Shape;552;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53"/>
        <p:cNvGrpSpPr/>
        <p:nvPr/>
      </p:nvGrpSpPr>
      <p:grpSpPr>
        <a:xfrm>
          <a:off x="0" y="0"/>
          <a:ext cx="0" cy="0"/>
          <a:chOff x="0" y="0"/>
          <a:chExt cx="0" cy="0"/>
        </a:xfrm>
      </p:grpSpPr>
      <p:cxnSp>
        <p:nvCxnSpPr>
          <p:cNvPr id="554" name="Google Shape;554;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5" name="Google Shape;555;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6" name="Google Shape;556;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66" name="Google Shape;566;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Lucky Dip</a:t>
            </a:r>
            <a:endParaRPr sz="3000" b="0" i="0" u="none" strike="noStrike" cap="none">
              <a:solidFill>
                <a:srgbClr val="E82625"/>
              </a:solidFill>
              <a:latin typeface="Poppins Medium"/>
              <a:ea typeface="Poppins Medium"/>
              <a:cs typeface="Poppins Medium"/>
              <a:sym typeface="Poppins Medium"/>
            </a:endParaRPr>
          </a:p>
        </p:txBody>
      </p:sp>
      <p:sp>
        <p:nvSpPr>
          <p:cNvPr id="567" name="Google Shape;567;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9" name="Google Shape;569;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0" name="Google Shape;570;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1" name="Google Shape;571;g2c157a2fb06_0_1045"/>
          <p:cNvGrpSpPr/>
          <p:nvPr/>
        </p:nvGrpSpPr>
        <p:grpSpPr>
          <a:xfrm>
            <a:off x="662575" y="6212475"/>
            <a:ext cx="586800" cy="571500"/>
            <a:chOff x="662575" y="6212475"/>
            <a:chExt cx="586800" cy="571500"/>
          </a:xfrm>
        </p:grpSpPr>
        <p:sp>
          <p:nvSpPr>
            <p:cNvPr id="572" name="Google Shape;572;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04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04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5" name="Google Shape;575;g2c157a2fb06_0_1045"/>
          <p:cNvGrpSpPr/>
          <p:nvPr/>
        </p:nvGrpSpPr>
        <p:grpSpPr>
          <a:xfrm>
            <a:off x="7894350" y="6212475"/>
            <a:ext cx="586800" cy="571500"/>
            <a:chOff x="7894350" y="6212475"/>
            <a:chExt cx="586800" cy="571500"/>
          </a:xfrm>
        </p:grpSpPr>
        <p:sp>
          <p:nvSpPr>
            <p:cNvPr id="576" name="Google Shape;576;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9" name="Google Shape;579;g2c157a2fb06_0_104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04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81" name="Google Shape;581;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2" name="Google Shape;582;g2c157a2fb06_0_104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4" name="Google Shape;58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5" name="Google Shape;585;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6" name="Google Shape;586;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87" name="Google Shape;587;g2c157a2fb06_0_104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88" name="Google Shape;588;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9"/>
        <p:cNvGrpSpPr/>
        <p:nvPr/>
      </p:nvGrpSpPr>
      <p:grpSpPr>
        <a:xfrm>
          <a:off x="0" y="0"/>
          <a:ext cx="0" cy="0"/>
          <a:chOff x="0" y="0"/>
          <a:chExt cx="0" cy="0"/>
        </a:xfrm>
      </p:grpSpPr>
      <p:sp>
        <p:nvSpPr>
          <p:cNvPr id="590" name="Google Shape;590;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1" name="Google Shape;591;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Countdown</a:t>
            </a:r>
            <a:endParaRPr sz="3000" b="0" i="0" u="none" strike="noStrike" cap="none">
              <a:solidFill>
                <a:srgbClr val="E82625"/>
              </a:solidFill>
              <a:latin typeface="Poppins Medium"/>
              <a:ea typeface="Poppins Medium"/>
              <a:cs typeface="Poppins Medium"/>
              <a:sym typeface="Poppins Medium"/>
            </a:endParaRPr>
          </a:p>
        </p:txBody>
      </p:sp>
      <p:sp>
        <p:nvSpPr>
          <p:cNvPr id="592" name="Google Shape;592;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3" name="Google Shape;593;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4" name="Google Shape;594;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5" name="Google Shape;595;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96" name="Google Shape;596;g2c157a2fb06_0_1110"/>
          <p:cNvGrpSpPr/>
          <p:nvPr/>
        </p:nvGrpSpPr>
        <p:grpSpPr>
          <a:xfrm>
            <a:off x="5806200" y="1807463"/>
            <a:ext cx="756300" cy="146700"/>
            <a:chOff x="5806200" y="1807463"/>
            <a:chExt cx="756300" cy="146700"/>
          </a:xfrm>
        </p:grpSpPr>
        <p:sp>
          <p:nvSpPr>
            <p:cNvPr id="597" name="Google Shape;597;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8" name="Google Shape;598;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0" name="Google Shape;600;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1" name="Google Shape;601;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2" name="Google Shape;602;g2c157a2fb06_0_1110"/>
          <p:cNvGrpSpPr/>
          <p:nvPr/>
        </p:nvGrpSpPr>
        <p:grpSpPr>
          <a:xfrm>
            <a:off x="5806200" y="2842438"/>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6" name="Google Shape;606;g2c157a2fb06_0_1110"/>
          <p:cNvGrpSpPr/>
          <p:nvPr/>
        </p:nvGrpSpPr>
        <p:grpSpPr>
          <a:xfrm>
            <a:off x="5806200" y="3877413"/>
            <a:ext cx="756300" cy="146700"/>
            <a:chOff x="5806200" y="1807463"/>
            <a:chExt cx="756300" cy="146700"/>
          </a:xfrm>
        </p:grpSpPr>
        <p:sp>
          <p:nvSpPr>
            <p:cNvPr id="607" name="Google Shape;607;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9" name="Google Shape;609;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0" name="Google Shape;610;g2c157a2fb06_0_1110"/>
          <p:cNvGrpSpPr/>
          <p:nvPr/>
        </p:nvGrpSpPr>
        <p:grpSpPr>
          <a:xfrm>
            <a:off x="662575" y="6212475"/>
            <a:ext cx="586800" cy="571500"/>
            <a:chOff x="662575" y="6212475"/>
            <a:chExt cx="586800" cy="571500"/>
          </a:xfrm>
        </p:grpSpPr>
        <p:sp>
          <p:nvSpPr>
            <p:cNvPr id="611" name="Google Shape;611;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2" name="Google Shape;612;g2c157a2fb06_0_111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3" name="Google Shape;613;g2c157a2fb06_0_111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4" name="Google Shape;614;g2c157a2fb06_0_1110"/>
          <p:cNvGrpSpPr/>
          <p:nvPr/>
        </p:nvGrpSpPr>
        <p:grpSpPr>
          <a:xfrm>
            <a:off x="7894350" y="6212475"/>
            <a:ext cx="586800" cy="571500"/>
            <a:chOff x="7894350" y="6212475"/>
            <a:chExt cx="586800" cy="571500"/>
          </a:xfrm>
        </p:grpSpPr>
        <p:sp>
          <p:nvSpPr>
            <p:cNvPr id="615" name="Google Shape;615;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111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11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8" name="Google Shape;618;g2c157a2fb06_0_111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20" name="Google Shape;620;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1" name="Google Shape;621;g2c157a2fb06_0_111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4" name="Google Shape;624;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625" name="Google Shape;625;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626" name="Google Shape;626;g2c157a2fb06_0_111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627" name="Google Shape;627;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8"/>
        <p:cNvGrpSpPr/>
        <p:nvPr/>
      </p:nvGrpSpPr>
      <p:grpSpPr>
        <a:xfrm>
          <a:off x="0" y="0"/>
          <a:ext cx="0" cy="0"/>
          <a:chOff x="0" y="0"/>
          <a:chExt cx="0" cy="0"/>
        </a:xfrm>
      </p:grpSpPr>
      <p:sp>
        <p:nvSpPr>
          <p:cNvPr id="629" name="Google Shape;629;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33" name="Google Shape;633;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5" name="Google Shape;635;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8" name="Google Shape;638;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9" name="Google Shape;639;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40" name="Google Shape;640;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41" name="Google Shape;641;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42" name="Google Shape;642;p30"/>
          <p:cNvGrpSpPr/>
          <p:nvPr/>
        </p:nvGrpSpPr>
        <p:grpSpPr>
          <a:xfrm>
            <a:off x="6022940" y="5341706"/>
            <a:ext cx="594501" cy="305904"/>
            <a:chOff x="5672081" y="1914352"/>
            <a:chExt cx="792668" cy="305904"/>
          </a:xfrm>
        </p:grpSpPr>
        <p:sp>
          <p:nvSpPr>
            <p:cNvPr id="643" name="Google Shape;643;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5" name="Google Shape;645;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6" name="Google Shape;646;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4" name="Google Shape;654;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5" name="Google Shape;655;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2" name="Google Shape;662;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5" name="Google Shape;665;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6" name="Google Shape;666;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8" name="Google Shape;668;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9" name="Google Shape;669;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0" name="Google Shape;670;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1" name="Google Shape;671;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72" name="Google Shape;672;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73" name="Google Shape;673;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4"/>
        <p:cNvGrpSpPr/>
        <p:nvPr/>
      </p:nvGrpSpPr>
      <p:grpSpPr>
        <a:xfrm>
          <a:off x="0" y="0"/>
          <a:ext cx="0" cy="0"/>
          <a:chOff x="0" y="0"/>
          <a:chExt cx="0" cy="0"/>
        </a:xfrm>
      </p:grpSpPr>
      <p:sp>
        <p:nvSpPr>
          <p:cNvPr id="675" name="Google Shape;675;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7" name="Google Shape;677;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8"/>
        <p:cNvGrpSpPr/>
        <p:nvPr/>
      </p:nvGrpSpPr>
      <p:grpSpPr>
        <a:xfrm>
          <a:off x="0" y="0"/>
          <a:ext cx="0" cy="0"/>
          <a:chOff x="0" y="0"/>
          <a:chExt cx="0" cy="0"/>
        </a:xfrm>
      </p:grpSpPr>
      <p:sp>
        <p:nvSpPr>
          <p:cNvPr id="679" name="Google Shape;679;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80" name="Google Shape;680;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81" name="Google Shape;681;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s>
</file>

<file path=ppt/slides/_rels/slide5.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2.png"/><Relationship Id="rId26" Type="http://schemas.openxmlformats.org/officeDocument/2006/relationships/image" Target="../media/image80.png"/><Relationship Id="rId39" Type="http://schemas.openxmlformats.org/officeDocument/2006/relationships/image" Target="../media/image93.png"/><Relationship Id="rId21" Type="http://schemas.openxmlformats.org/officeDocument/2006/relationships/image" Target="../media/image75.png"/><Relationship Id="rId34" Type="http://schemas.openxmlformats.org/officeDocument/2006/relationships/image" Target="../media/image88.png"/><Relationship Id="rId42" Type="http://schemas.openxmlformats.org/officeDocument/2006/relationships/image" Target="../media/image96.png"/><Relationship Id="rId7"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70.png"/><Relationship Id="rId20" Type="http://schemas.openxmlformats.org/officeDocument/2006/relationships/image" Target="../media/image74.png"/><Relationship Id="rId29" Type="http://schemas.openxmlformats.org/officeDocument/2006/relationships/image" Target="../media/image83.png"/><Relationship Id="rId41" Type="http://schemas.openxmlformats.org/officeDocument/2006/relationships/image" Target="../media/image95.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32" Type="http://schemas.openxmlformats.org/officeDocument/2006/relationships/image" Target="../media/image86.png"/><Relationship Id="rId37" Type="http://schemas.openxmlformats.org/officeDocument/2006/relationships/image" Target="../media/image91.png"/><Relationship Id="rId40" Type="http://schemas.openxmlformats.org/officeDocument/2006/relationships/image" Target="../media/image94.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png"/><Relationship Id="rId36" Type="http://schemas.openxmlformats.org/officeDocument/2006/relationships/image" Target="../media/image90.png"/><Relationship Id="rId10" Type="http://schemas.openxmlformats.org/officeDocument/2006/relationships/image" Target="../media/image64.png"/><Relationship Id="rId19" Type="http://schemas.openxmlformats.org/officeDocument/2006/relationships/image" Target="../media/image73.png"/><Relationship Id="rId31" Type="http://schemas.openxmlformats.org/officeDocument/2006/relationships/image" Target="../media/image85.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png"/><Relationship Id="rId30" Type="http://schemas.openxmlformats.org/officeDocument/2006/relationships/image" Target="../media/image84.png"/><Relationship Id="rId35" Type="http://schemas.openxmlformats.org/officeDocument/2006/relationships/image" Target="../media/image89.png"/><Relationship Id="rId43" Type="http://schemas.openxmlformats.org/officeDocument/2006/relationships/image" Target="../media/image97.png"/><Relationship Id="rId8" Type="http://schemas.openxmlformats.org/officeDocument/2006/relationships/image" Target="../media/image62.png"/><Relationship Id="rId3" Type="http://schemas.openxmlformats.org/officeDocument/2006/relationships/image" Target="../media/image57.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33" Type="http://schemas.openxmlformats.org/officeDocument/2006/relationships/image" Target="../media/image87.png"/><Relationship Id="rId38" Type="http://schemas.openxmlformats.org/officeDocument/2006/relationships/image" Target="../media/image92.png"/></Relationships>
</file>

<file path=ppt/slides/_rels/slide6.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2" Type="http://schemas.openxmlformats.org/officeDocument/2006/relationships/notesSlide" Target="../notesSlides/notesSlide6.xml"/><Relationship Id="rId16" Type="http://schemas.openxmlformats.org/officeDocument/2006/relationships/image" Target="../media/image111.png"/><Relationship Id="rId29"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8" Type="http://schemas.openxmlformats.org/officeDocument/2006/relationships/image" Target="../media/image103.png"/><Relationship Id="rId3" Type="http://schemas.openxmlformats.org/officeDocument/2006/relationships/image" Target="../media/image98.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0" Type="http://schemas.openxmlformats.org/officeDocument/2006/relationships/image" Target="../media/image115.png"/><Relationship Id="rId41" Type="http://schemas.openxmlformats.org/officeDocument/2006/relationships/image" Target="../media/image136.png"/></Relationships>
</file>

<file path=ppt/slides/_rels/slide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2" Type="http://schemas.openxmlformats.org/officeDocument/2006/relationships/notesSlide" Target="../notesSlides/notesSlide7.xml"/><Relationship Id="rId16"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8.xml.rels><?xml version="1.0" encoding="UTF-8" standalone="yes"?>
<Relationships xmlns="http://schemas.openxmlformats.org/package/2006/relationships"><Relationship Id="rId8" Type="http://schemas.openxmlformats.org/officeDocument/2006/relationships/image" Target="../media/image162.png"/><Relationship Id="rId13" Type="http://schemas.openxmlformats.org/officeDocument/2006/relationships/image" Target="../media/image167.png"/><Relationship Id="rId18" Type="http://schemas.openxmlformats.org/officeDocument/2006/relationships/image" Target="../media/image172.png"/><Relationship Id="rId26" Type="http://schemas.openxmlformats.org/officeDocument/2006/relationships/image" Target="../media/image180.png"/><Relationship Id="rId3" Type="http://schemas.openxmlformats.org/officeDocument/2006/relationships/image" Target="../media/image157.png"/><Relationship Id="rId21" Type="http://schemas.openxmlformats.org/officeDocument/2006/relationships/image" Target="../media/image175.png"/><Relationship Id="rId7" Type="http://schemas.openxmlformats.org/officeDocument/2006/relationships/image" Target="../media/image161.png"/><Relationship Id="rId12" Type="http://schemas.openxmlformats.org/officeDocument/2006/relationships/image" Target="../media/image166.png"/><Relationship Id="rId17" Type="http://schemas.openxmlformats.org/officeDocument/2006/relationships/image" Target="../media/image171.png"/><Relationship Id="rId25" Type="http://schemas.openxmlformats.org/officeDocument/2006/relationships/image" Target="../media/image179.png"/><Relationship Id="rId2" Type="http://schemas.openxmlformats.org/officeDocument/2006/relationships/notesSlide" Target="../notesSlides/notesSlide8.xml"/><Relationship Id="rId16" Type="http://schemas.openxmlformats.org/officeDocument/2006/relationships/image" Target="../media/image170.png"/><Relationship Id="rId20" Type="http://schemas.openxmlformats.org/officeDocument/2006/relationships/image" Target="../media/image174.png"/><Relationship Id="rId29" Type="http://schemas.openxmlformats.org/officeDocument/2006/relationships/image" Target="../media/image183.png"/><Relationship Id="rId1" Type="http://schemas.openxmlformats.org/officeDocument/2006/relationships/slideLayout" Target="../slideLayouts/slideLayout3.xml"/><Relationship Id="rId6" Type="http://schemas.openxmlformats.org/officeDocument/2006/relationships/image" Target="../media/image160.png"/><Relationship Id="rId11" Type="http://schemas.openxmlformats.org/officeDocument/2006/relationships/image" Target="../media/image165.png"/><Relationship Id="rId24" Type="http://schemas.openxmlformats.org/officeDocument/2006/relationships/image" Target="../media/image178.png"/><Relationship Id="rId5" Type="http://schemas.openxmlformats.org/officeDocument/2006/relationships/image" Target="../media/image159.png"/><Relationship Id="rId15" Type="http://schemas.openxmlformats.org/officeDocument/2006/relationships/image" Target="../media/image169.png"/><Relationship Id="rId23" Type="http://schemas.openxmlformats.org/officeDocument/2006/relationships/image" Target="../media/image177.png"/><Relationship Id="rId28" Type="http://schemas.openxmlformats.org/officeDocument/2006/relationships/image" Target="../media/image182.png"/><Relationship Id="rId10" Type="http://schemas.openxmlformats.org/officeDocument/2006/relationships/image" Target="../media/image164.png"/><Relationship Id="rId19" Type="http://schemas.openxmlformats.org/officeDocument/2006/relationships/image" Target="../media/image173.png"/><Relationship Id="rId4" Type="http://schemas.openxmlformats.org/officeDocument/2006/relationships/image" Target="../media/image158.png"/><Relationship Id="rId9" Type="http://schemas.openxmlformats.org/officeDocument/2006/relationships/image" Target="../media/image163.png"/><Relationship Id="rId14" Type="http://schemas.openxmlformats.org/officeDocument/2006/relationships/image" Target="../media/image168.png"/><Relationship Id="rId22" Type="http://schemas.openxmlformats.org/officeDocument/2006/relationships/image" Target="../media/image176.png"/><Relationship Id="rId27" Type="http://schemas.openxmlformats.org/officeDocument/2006/relationships/image" Target="../media/image181.png"/><Relationship Id="rId30" Type="http://schemas.openxmlformats.org/officeDocument/2006/relationships/image" Target="../media/image184.png"/></Relationships>
</file>

<file path=ppt/slides/_rels/slide9.xml.rels><?xml version="1.0" encoding="UTF-8" standalone="yes"?>
<Relationships xmlns="http://schemas.openxmlformats.org/package/2006/relationships"><Relationship Id="rId8" Type="http://schemas.openxmlformats.org/officeDocument/2006/relationships/image" Target="../media/image190.png"/><Relationship Id="rId13" Type="http://schemas.openxmlformats.org/officeDocument/2006/relationships/image" Target="../media/image195.png"/><Relationship Id="rId3" Type="http://schemas.openxmlformats.org/officeDocument/2006/relationships/image" Target="../media/image185.png"/><Relationship Id="rId7" Type="http://schemas.openxmlformats.org/officeDocument/2006/relationships/image" Target="../media/image189.png"/><Relationship Id="rId12" Type="http://schemas.openxmlformats.org/officeDocument/2006/relationships/image" Target="../media/image194.png"/><Relationship Id="rId17" Type="http://schemas.openxmlformats.org/officeDocument/2006/relationships/image" Target="../media/image199.png"/><Relationship Id="rId2" Type="http://schemas.openxmlformats.org/officeDocument/2006/relationships/notesSlide" Target="../notesSlides/notesSlide9.xml"/><Relationship Id="rId16" Type="http://schemas.openxmlformats.org/officeDocument/2006/relationships/image" Target="../media/image198.png"/><Relationship Id="rId1" Type="http://schemas.openxmlformats.org/officeDocument/2006/relationships/slideLayout" Target="../slideLayouts/slideLayout3.xml"/><Relationship Id="rId6" Type="http://schemas.openxmlformats.org/officeDocument/2006/relationships/image" Target="../media/image188.png"/><Relationship Id="rId11" Type="http://schemas.openxmlformats.org/officeDocument/2006/relationships/image" Target="../media/image193.png"/><Relationship Id="rId5" Type="http://schemas.openxmlformats.org/officeDocument/2006/relationships/image" Target="../media/image187.png"/><Relationship Id="rId15" Type="http://schemas.openxmlformats.org/officeDocument/2006/relationships/image" Target="../media/image197.png"/><Relationship Id="rId10" Type="http://schemas.openxmlformats.org/officeDocument/2006/relationships/image" Target="../media/image192.png"/><Relationship Id="rId4" Type="http://schemas.openxmlformats.org/officeDocument/2006/relationships/image" Target="../media/image186.png"/><Relationship Id="rId9" Type="http://schemas.openxmlformats.org/officeDocument/2006/relationships/image" Target="../media/image191.png"/><Relationship Id="rId14" Type="http://schemas.openxmlformats.org/officeDocument/2006/relationships/image" Target="../media/image196.png"/></Relationships>
</file>

<file path=ppt/slides/_rels/slide10.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Review suffix -ing</a:t>
            </a:r>
            <a:endParaRPr sz="3000"/>
          </a:p>
        </p:txBody>
      </p:sp>
      <p:sp>
        <p:nvSpPr>
          <p:cNvPr id="687" name="Google Shape;687;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688" name="Google Shape;688;p1"/>
          <p:cNvGraphicFramePr/>
          <p:nvPr/>
        </p:nvGraphicFramePr>
        <p:xfrm>
          <a:off x="4844200" y="1891197"/>
          <a:ext cx="3785000" cy="1678950"/>
        </p:xfrm>
        <a:graphic>
          <a:graphicData uri="http://schemas.openxmlformats.org/drawingml/2006/table">
            <a:tbl>
              <a:tblPr firstRow="1" bandRow="1">
                <a:noFill/>
                <a:tableStyleId>{8B21FE74-A7A4-4FBB-91FE-AD4CEC1A3664}</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latin typeface="Jost"/>
                          <a:ea typeface="Jost"/>
                          <a:cs typeface="Jost"/>
                          <a:sym typeface="Jost"/>
                        </a:rPr>
                        <a:t>-s and -es</a:t>
                      </a:r>
                      <a:endParaRPr sz="20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FFFFFF"/>
                          </a:solidFill>
                          <a:latin typeface="Jost"/>
                          <a:ea typeface="Jost"/>
                          <a:cs typeface="Jost"/>
                          <a:sym typeface="Jost"/>
                        </a:rPr>
                        <a:t>-ing</a:t>
                      </a:r>
                      <a:endParaRPr sz="20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-ed</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-er</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-est</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un-</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689" name="Google Shape;689;p1"/>
          <p:cNvSpPr txBox="1"/>
          <p:nvPr/>
        </p:nvSpPr>
        <p:spPr>
          <a:xfrm>
            <a:off x="884092" y="32969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10</a:t>
            </a:r>
            <a:endParaRPr sz="2200" b="0" i="1" u="none" strike="noStrike" cap="none">
              <a:solidFill>
                <a:srgbClr val="262626"/>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g2bee4f4af4b_0_204"/>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Review changing words to present-continuous using suffixes.</a:t>
            </a:r>
            <a:endParaRPr/>
          </a:p>
        </p:txBody>
      </p:sp>
      <p:sp>
        <p:nvSpPr>
          <p:cNvPr id="696" name="Google Shape;696;g2bee4f4af4b_0_204"/>
          <p:cNvSpPr txBox="1">
            <a:spLocks noGrp="1"/>
          </p:cNvSpPr>
          <p:nvPr>
            <p:ph type="body" idx="2"/>
          </p:nvPr>
        </p:nvSpPr>
        <p:spPr>
          <a:xfrm>
            <a:off x="3649025" y="2240850"/>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03" name="Google Shape;703;g26b641b03cd_0_165"/>
          <p:cNvGrpSpPr/>
          <p:nvPr/>
        </p:nvGrpSpPr>
        <p:grpSpPr>
          <a:xfrm>
            <a:off x="930400" y="2053244"/>
            <a:ext cx="7283200" cy="3724851"/>
            <a:chOff x="930400" y="2129444"/>
            <a:chExt cx="7283200" cy="3724851"/>
          </a:xfrm>
        </p:grpSpPr>
        <p:pic>
          <p:nvPicPr>
            <p:cNvPr id="704" name="Google Shape;704;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9" name="Google Shape;709;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10" name="Google Shape;710;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11" name="Google Shape;711;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2" name="Google Shape;712;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13" name="Google Shape;713;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4" name="Google Shape;714;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sp>
        <p:nvSpPr>
          <p:cNvPr id="732" name="Google Shape;732;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3" name="Google Shape;733;g26b7edf6e71_0_26"/>
          <p:cNvGrpSpPr/>
          <p:nvPr/>
        </p:nvGrpSpPr>
        <p:grpSpPr>
          <a:xfrm>
            <a:off x="930400" y="2053250"/>
            <a:ext cx="7283201" cy="2971674"/>
            <a:chOff x="930400" y="2129450"/>
            <a:chExt cx="7283201" cy="2971674"/>
          </a:xfrm>
        </p:grpSpPr>
        <p:pic>
          <p:nvPicPr>
            <p:cNvPr id="734" name="Google Shape;734;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6" name="Google Shape;736;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37" name="Google Shape;737;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38" name="Google Shape;738;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9" name="Google Shape;739;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0" name="Google Shape;740;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1" name="Google Shape;741;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2" name="Google Shape;742;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3" name="Google Shape;743;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44" name="Google Shape;744;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45" name="Google Shape;745;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46" name="Google Shape;746;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7" name="Google Shape;747;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48" name="Google Shape;748;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9" name="Google Shape;749;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0" name="Google Shape;750;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1" name="Google Shape;751;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3" name="Google Shape;753;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55" name="Google Shape;755;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59" name="Google Shape;759;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62" name="Google Shape;762;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69" name="Google Shape;769;g2c298da1f27_0_417"/>
          <p:cNvGrpSpPr/>
          <p:nvPr/>
        </p:nvGrpSpPr>
        <p:grpSpPr>
          <a:xfrm>
            <a:off x="930400" y="2053250"/>
            <a:ext cx="7283201" cy="2971674"/>
            <a:chOff x="930400" y="2053250"/>
            <a:chExt cx="7283201" cy="2971674"/>
          </a:xfrm>
        </p:grpSpPr>
        <p:pic>
          <p:nvPicPr>
            <p:cNvPr id="770" name="Google Shape;770;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71" name="Google Shape;771;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76" name="Google Shape;776;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77" name="Google Shape;777;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80" name="Google Shape;780;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81" name="Google Shape;781;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82" name="Google Shape;782;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83" name="Google Shape;783;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4" name="Google Shape;784;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5" name="Google Shape;785;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6" name="Google Shape;786;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87" name="Google Shape;787;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8" name="Google Shape;788;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89" name="Google Shape;789;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90" name="Google Shape;790;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91" name="Google Shape;791;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92" name="Google Shape;792;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93" name="Google Shape;793;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94" name="Google Shape;794;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95" name="Google Shape;795;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96" name="Google Shape;796;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97" name="Google Shape;797;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98" name="Google Shape;798;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99" name="Google Shape;799;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0" name="Google Shape;800;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1" name="Google Shape;801;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802" name="Google Shape;802;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03" name="Google Shape;803;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804" name="Google Shape;804;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805" name="Google Shape;805;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06" name="Google Shape;806;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07" name="Google Shape;807;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808" name="Google Shape;808;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09" name="Google Shape;809;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810" name="Google Shape;810;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817" name="Google Shape;817;g2cdbdd49f8e_0_0"/>
          <p:cNvGrpSpPr/>
          <p:nvPr/>
        </p:nvGrpSpPr>
        <p:grpSpPr>
          <a:xfrm>
            <a:off x="855905" y="2053250"/>
            <a:ext cx="7272577" cy="3316697"/>
            <a:chOff x="855905" y="2053250"/>
            <a:chExt cx="7272577" cy="3316697"/>
          </a:xfrm>
        </p:grpSpPr>
        <p:pic>
          <p:nvPicPr>
            <p:cNvPr id="818" name="Google Shape;818;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819" name="Google Shape;819;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820" name="Google Shape;820;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821" name="Google Shape;821;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822" name="Google Shape;822;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823" name="Google Shape;823;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824" name="Google Shape;824;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825" name="Google Shape;825;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826" name="Google Shape;826;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827" name="Google Shape;827;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828" name="Google Shape;828;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829" name="Google Shape;829;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830" name="Google Shape;830;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831" name="Google Shape;831;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832" name="Google Shape;832;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833" name="Google Shape;833;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834" name="Google Shape;834;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35" name="Google Shape;835;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36" name="Google Shape;836;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37" name="Google Shape;837;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38" name="Google Shape;838;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39" name="Google Shape;839;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40" name="Google Shape;840;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41" name="Google Shape;841;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42" name="Google Shape;842;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43" name="Google Shape;843;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44" name="Google Shape;844;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45" name="Google Shape;845;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46" name="Google Shape;846;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47" name="Google Shape;847;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48" name="Google Shape;848;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49" name="Google Shape;849;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50" name="Google Shape;850;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51" name="Google Shape;851;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52" name="Google Shape;852;g2cdbdd49f8e_0_0"/>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pic>
          <p:nvPicPr>
            <p:cNvPr id="853" name="Google Shape;853;g2cdbdd49f8e_0_0"/>
            <p:cNvPicPr preferRelativeResize="0"/>
            <p:nvPr/>
          </p:nvPicPr>
          <p:blipFill rotWithShape="1">
            <a:blip r:embed="rId38">
              <a:alphaModFix/>
            </a:blip>
            <a:srcRect l="29" r="29"/>
            <a:stretch/>
          </p:blipFill>
          <p:spPr>
            <a:xfrm>
              <a:off x="7583489" y="3750026"/>
              <a:ext cx="544981" cy="771496"/>
            </a:xfrm>
            <a:prstGeom prst="rect">
              <a:avLst/>
            </a:prstGeom>
            <a:noFill/>
            <a:ln>
              <a:noFill/>
            </a:ln>
            <a:effectLst>
              <a:outerShdw blurRad="71438" dist="28575" dir="5400000" algn="bl" rotWithShape="0">
                <a:srgbClr val="000000">
                  <a:alpha val="14900"/>
                </a:srgbClr>
              </a:outerShdw>
            </a:effectLst>
          </p:spPr>
        </p:pic>
        <p:pic>
          <p:nvPicPr>
            <p:cNvPr id="854" name="Google Shape;854;g2cdbdd49f8e_0_0"/>
            <p:cNvPicPr preferRelativeResize="0"/>
            <p:nvPr/>
          </p:nvPicPr>
          <p:blipFill rotWithShape="1">
            <a:blip r:embed="rId39">
              <a:alphaModFix/>
            </a:blip>
            <a:srcRect l="89" r="79"/>
            <a:stretch/>
          </p:blipFill>
          <p:spPr>
            <a:xfrm>
              <a:off x="856030" y="4598451"/>
              <a:ext cx="544981" cy="771496"/>
            </a:xfrm>
            <a:prstGeom prst="rect">
              <a:avLst/>
            </a:prstGeom>
            <a:noFill/>
            <a:ln>
              <a:noFill/>
            </a:ln>
            <a:effectLst>
              <a:outerShdw blurRad="71438" dist="28575" dir="5400000" algn="bl" rotWithShape="0">
                <a:srgbClr val="000000">
                  <a:alpha val="14900"/>
                </a:srgbClr>
              </a:outerShdw>
            </a:effectLst>
          </p:spPr>
        </p:pic>
        <p:pic>
          <p:nvPicPr>
            <p:cNvPr id="855" name="Google Shape;855;g2cdbdd49f8e_0_0"/>
            <p:cNvPicPr preferRelativeResize="0"/>
            <p:nvPr/>
          </p:nvPicPr>
          <p:blipFill rotWithShape="1">
            <a:blip r:embed="rId40">
              <a:alphaModFix/>
            </a:blip>
            <a:srcRect l="29" r="29"/>
            <a:stretch/>
          </p:blipFill>
          <p:spPr>
            <a:xfrm>
              <a:off x="1467533" y="4598451"/>
              <a:ext cx="544981" cy="771496"/>
            </a:xfrm>
            <a:prstGeom prst="rect">
              <a:avLst/>
            </a:prstGeom>
            <a:noFill/>
            <a:ln>
              <a:noFill/>
            </a:ln>
            <a:effectLst>
              <a:outerShdw blurRad="71438" dist="28575" dir="5400000" algn="bl" rotWithShape="0">
                <a:srgbClr val="000000">
                  <a:alpha val="14900"/>
                </a:srgbClr>
              </a:outerShdw>
            </a:effectLst>
          </p:spPr>
        </p:pic>
        <p:pic>
          <p:nvPicPr>
            <p:cNvPr id="856" name="Google Shape;856;g2cdbdd49f8e_0_0"/>
            <p:cNvPicPr preferRelativeResize="0"/>
            <p:nvPr/>
          </p:nvPicPr>
          <p:blipFill rotWithShape="1">
            <a:blip r:embed="rId41">
              <a:alphaModFix/>
            </a:blip>
            <a:srcRect l="89" r="79"/>
            <a:stretch/>
          </p:blipFill>
          <p:spPr>
            <a:xfrm>
              <a:off x="2079037" y="4598451"/>
              <a:ext cx="544981" cy="771496"/>
            </a:xfrm>
            <a:prstGeom prst="rect">
              <a:avLst/>
            </a:prstGeom>
            <a:noFill/>
            <a:ln>
              <a:noFill/>
            </a:ln>
            <a:effectLst>
              <a:outerShdw blurRad="71438" dist="28575" dir="5400000" algn="bl" rotWithShape="0">
                <a:srgbClr val="000000">
                  <a:alpha val="14900"/>
                </a:srgbClr>
              </a:outerShdw>
            </a:effectLst>
          </p:spPr>
        </p:pic>
        <p:pic>
          <p:nvPicPr>
            <p:cNvPr id="857" name="Google Shape;857;g2cdbdd49f8e_0_0"/>
            <p:cNvPicPr preferRelativeResize="0"/>
            <p:nvPr/>
          </p:nvPicPr>
          <p:blipFill rotWithShape="1">
            <a:blip r:embed="rId42">
              <a:alphaModFix/>
            </a:blip>
            <a:srcRect l="79" r="79"/>
            <a:stretch/>
          </p:blipFill>
          <p:spPr>
            <a:xfrm>
              <a:off x="2690529" y="4598412"/>
              <a:ext cx="545045" cy="771487"/>
            </a:xfrm>
            <a:prstGeom prst="rect">
              <a:avLst/>
            </a:prstGeom>
            <a:noFill/>
            <a:ln>
              <a:noFill/>
            </a:ln>
            <a:effectLst>
              <a:outerShdw blurRad="71438" dist="28575" dir="5400000" algn="bl" rotWithShape="0">
                <a:srgbClr val="000000">
                  <a:alpha val="14900"/>
                </a:srgbClr>
              </a:outerShdw>
            </a:effectLst>
          </p:spPr>
        </p:pic>
        <p:pic>
          <p:nvPicPr>
            <p:cNvPr id="858" name="Google Shape;858;g2cdbdd49f8e_0_0"/>
            <p:cNvPicPr preferRelativeResize="0"/>
            <p:nvPr/>
          </p:nvPicPr>
          <p:blipFill rotWithShape="1">
            <a:blip r:embed="rId43">
              <a:alphaModFix/>
            </a:blip>
            <a:srcRect l="79" r="79"/>
            <a:stretch/>
          </p:blipFill>
          <p:spPr>
            <a:xfrm>
              <a:off x="3302141" y="4598412"/>
              <a:ext cx="545045" cy="771487"/>
            </a:xfrm>
            <a:prstGeom prst="rect">
              <a:avLst/>
            </a:prstGeom>
            <a:noFill/>
            <a:ln>
              <a:noFill/>
            </a:ln>
            <a:effectLst>
              <a:outerShdw blurRad="71438" dist="28575" dir="5400000" algn="bl" rotWithShape="0">
                <a:srgbClr val="000000">
                  <a:alpha val="14900"/>
                </a:srgbClr>
              </a:outerShdw>
            </a:effectLst>
          </p:spPr>
        </p:pic>
        <p:pic>
          <p:nvPicPr>
            <p:cNvPr id="859" name="Google Shape;859;g2cdbdd49f8e_0_0"/>
            <p:cNvPicPr preferRelativeResize="0"/>
            <p:nvPr/>
          </p:nvPicPr>
          <p:blipFill rotWithShape="1">
            <a:blip r:embed="rId44">
              <a:alphaModFix/>
            </a:blip>
            <a:srcRect l="19" r="29"/>
            <a:stretch/>
          </p:blipFill>
          <p:spPr>
            <a:xfrm>
              <a:off x="3913752" y="4598412"/>
              <a:ext cx="545045" cy="771487"/>
            </a:xfrm>
            <a:prstGeom prst="rect">
              <a:avLst/>
            </a:prstGeom>
            <a:noFill/>
            <a:ln>
              <a:noFill/>
            </a:ln>
            <a:effectLst>
              <a:outerShdw blurRad="71438" dist="28575" dir="5400000" algn="bl" rotWithShape="0">
                <a:srgbClr val="000000">
                  <a:alpha val="14900"/>
                </a:srgbClr>
              </a:outerShdw>
            </a:effectLst>
          </p:spPr>
        </p:pic>
        <p:pic>
          <p:nvPicPr>
            <p:cNvPr id="860" name="Google Shape;860;g2cdbdd49f8e_0_0"/>
            <p:cNvPicPr preferRelativeResize="0"/>
            <p:nvPr/>
          </p:nvPicPr>
          <p:blipFill rotWithShape="1">
            <a:blip r:embed="rId45">
              <a:alphaModFix/>
            </a:blip>
            <a:srcRect l="79" r="79"/>
            <a:stretch/>
          </p:blipFill>
          <p:spPr>
            <a:xfrm>
              <a:off x="4525363" y="4598412"/>
              <a:ext cx="545045" cy="771487"/>
            </a:xfrm>
            <a:prstGeom prst="rect">
              <a:avLst/>
            </a:prstGeom>
            <a:noFill/>
            <a:ln>
              <a:noFill/>
            </a:ln>
            <a:effectLst>
              <a:outerShdw blurRad="71438" dist="28575" dir="5400000" algn="bl" rotWithShape="0">
                <a:srgbClr val="000000">
                  <a:alpha val="14900"/>
                </a:srgbClr>
              </a:outerShdw>
            </a:effectLst>
          </p:spPr>
        </p:pic>
        <p:pic>
          <p:nvPicPr>
            <p:cNvPr id="861" name="Google Shape;861;g2cdbdd49f8e_0_0"/>
            <p:cNvPicPr preferRelativeResize="0"/>
            <p:nvPr/>
          </p:nvPicPr>
          <p:blipFill rotWithShape="1">
            <a:blip r:embed="rId46">
              <a:alphaModFix/>
            </a:blip>
            <a:srcRect l="79" r="79"/>
            <a:stretch/>
          </p:blipFill>
          <p:spPr>
            <a:xfrm>
              <a:off x="5136975" y="4598412"/>
              <a:ext cx="545045" cy="771487"/>
            </a:xfrm>
            <a:prstGeom prst="rect">
              <a:avLst/>
            </a:prstGeom>
            <a:noFill/>
            <a:ln>
              <a:noFill/>
            </a:ln>
            <a:effectLst>
              <a:outerShdw blurRad="71438" dist="28575" dir="5400000" algn="bl" rotWithShape="0">
                <a:srgbClr val="000000">
                  <a:alpha val="14900"/>
                </a:srgbClr>
              </a:outerShdw>
            </a:effectLst>
          </p:spPr>
        </p:pic>
        <p:pic>
          <p:nvPicPr>
            <p:cNvPr id="862" name="Google Shape;862;g2cdbdd49f8e_0_0"/>
            <p:cNvPicPr preferRelativeResize="0"/>
            <p:nvPr/>
          </p:nvPicPr>
          <p:blipFill rotWithShape="1">
            <a:blip r:embed="rId47">
              <a:alphaModFix/>
            </a:blip>
            <a:srcRect l="19" r="29"/>
            <a:stretch/>
          </p:blipFill>
          <p:spPr>
            <a:xfrm>
              <a:off x="5748586" y="4598412"/>
              <a:ext cx="545045" cy="771487"/>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g274b7ea0376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2 </a:t>
            </a:r>
            <a:r>
              <a:rPr lang="en-US" sz="2400">
                <a:latin typeface="Poppins"/>
                <a:ea typeface="Poppins"/>
                <a:cs typeface="Poppins"/>
                <a:sym typeface="Poppins"/>
              </a:rPr>
              <a:t>Common Exception Words</a:t>
            </a:r>
            <a:r>
              <a:rPr lang="en-US" sz="2400" b="0" i="0" u="none" strike="noStrike" cap="none">
                <a:solidFill>
                  <a:srgbClr val="000000"/>
                </a:solidFill>
                <a:latin typeface="Poppins"/>
                <a:ea typeface="Poppins"/>
                <a:cs typeface="Poppins"/>
                <a:sym typeface="Poppins"/>
              </a:rPr>
              <a:t> </a:t>
            </a:r>
            <a:br>
              <a:rPr lang="en-US" sz="2400" b="0" i="0" u="none" strike="noStrike" cap="none">
                <a:solidFill>
                  <a:srgbClr val="000000"/>
                </a:solidFill>
                <a:latin typeface="Poppins"/>
                <a:ea typeface="Poppins"/>
                <a:cs typeface="Poppins"/>
                <a:sym typeface="Poppins"/>
              </a:rPr>
            </a:br>
            <a:r>
              <a:rPr lang="en-US" sz="2400">
                <a:solidFill>
                  <a:srgbClr val="2356AF"/>
                </a:solidFill>
                <a:latin typeface="Poppins"/>
                <a:ea typeface="Poppins"/>
                <a:cs typeface="Poppins"/>
                <a:sym typeface="Poppins"/>
              </a:rPr>
              <a:t>as I is no go to into the put his has of pull full</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grpSp>
        <p:nvGrpSpPr>
          <p:cNvPr id="869" name="Google Shape;869;g274b7ea0376_0_0"/>
          <p:cNvGrpSpPr/>
          <p:nvPr/>
        </p:nvGrpSpPr>
        <p:grpSpPr>
          <a:xfrm>
            <a:off x="930596" y="2135925"/>
            <a:ext cx="7282807" cy="2686611"/>
            <a:chOff x="867357" y="2129450"/>
            <a:chExt cx="7282807" cy="2686611"/>
          </a:xfrm>
        </p:grpSpPr>
        <p:pic>
          <p:nvPicPr>
            <p:cNvPr id="870" name="Google Shape;870;g274b7ea0376_0_0"/>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71" name="Google Shape;871;g274b7ea0376_0_0"/>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72" name="Google Shape;872;g274b7ea0376_0_0"/>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73" name="Google Shape;873;g274b7ea0376_0_0"/>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74" name="Google Shape;874;g274b7ea0376_0_0"/>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75" name="Google Shape;875;g274b7ea0376_0_0"/>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6" name="Google Shape;876;g274b7ea0376_0_0"/>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7" name="Google Shape;877;g274b7ea0376_0_0"/>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78" name="Google Shape;878;g274b7ea0376_0_0"/>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79" name="Google Shape;879;g274b7ea0376_0_0"/>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80" name="Google Shape;880;g274b7ea0376_0_0"/>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81" name="Google Shape;881;g274b7ea0376_0_0"/>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82" name="Google Shape;882;g274b7ea0376_0_0"/>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83" name="Google Shape;883;g274b7ea0376_0_0"/>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g274b7ea0376_0_29"/>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3 </a:t>
            </a:r>
            <a:r>
              <a:rPr lang="en-US" sz="2400">
                <a:latin typeface="Poppins"/>
                <a:ea typeface="Poppins"/>
                <a:cs typeface="Poppins"/>
                <a:sym typeface="Poppins"/>
              </a:rPr>
              <a:t>Common Exception Word</a:t>
            </a:r>
            <a:r>
              <a:rPr lang="en-US" sz="2400" b="0" i="0" u="none" strike="noStrike" cap="none">
                <a:solidFill>
                  <a:srgbClr val="000000"/>
                </a:solidFill>
                <a:latin typeface="Poppins"/>
                <a:ea typeface="Poppins"/>
                <a:cs typeface="Poppins"/>
                <a:sym typeface="Poppins"/>
              </a:rPr>
              <a:t>s </a:t>
            </a:r>
            <a:r>
              <a:rPr lang="en-US" sz="2400">
                <a:solidFill>
                  <a:srgbClr val="2356AF"/>
                </a:solidFill>
                <a:latin typeface="Poppins"/>
                <a:ea typeface="Poppins"/>
                <a:cs typeface="Poppins"/>
                <a:sym typeface="Poppins"/>
              </a:rPr>
              <a:t>push they me we be he she my by looked you are there here were all sure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grpSp>
        <p:nvGrpSpPr>
          <p:cNvPr id="890" name="Google Shape;890;g274b7ea0376_0_29"/>
          <p:cNvGrpSpPr/>
          <p:nvPr/>
        </p:nvGrpSpPr>
        <p:grpSpPr>
          <a:xfrm>
            <a:off x="931068" y="2133038"/>
            <a:ext cx="7281864" cy="2684601"/>
            <a:chOff x="868300" y="2129450"/>
            <a:chExt cx="7281864" cy="2684601"/>
          </a:xfrm>
        </p:grpSpPr>
        <p:pic>
          <p:nvPicPr>
            <p:cNvPr id="891" name="Google Shape;891;g274b7ea0376_0_29"/>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92" name="Google Shape;892;g274b7ea0376_0_29"/>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93" name="Google Shape;893;g274b7ea0376_0_29"/>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94" name="Google Shape;894;g274b7ea0376_0_29"/>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95" name="Google Shape;895;g274b7ea0376_0_29"/>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96" name="Google Shape;896;g274b7ea0376_0_29"/>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97" name="Google Shape;897;g274b7ea0376_0_29"/>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98" name="Google Shape;898;g274b7ea0376_0_29"/>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99" name="Google Shape;899;g274b7ea0376_0_29"/>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900" name="Google Shape;900;g274b7ea0376_0_29"/>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901" name="Google Shape;901;g274b7ea0376_0_29"/>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902" name="Google Shape;902;g274b7ea0376_0_29"/>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03" name="Google Shape;903;g274b7ea0376_0_29"/>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04" name="Google Shape;904;g274b7ea0376_0_29"/>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05" name="Google Shape;905;g274b7ea0376_0_29"/>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06" name="Google Shape;906;g274b7ea0376_0_29"/>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07" name="Google Shape;907;g274b7ea0376_0_29"/>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908" name="Google Shape;908;g274b7ea0376_0_29"/>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909" name="Google Shape;909;g274b7ea0376_0_29"/>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910" name="Google Shape;910;g274b7ea0376_0_29"/>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911" name="Google Shape;911;g274b7ea0376_0_29"/>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912" name="Google Shape;912;g274b7ea0376_0_29"/>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913" name="Google Shape;913;g274b7ea0376_0_29"/>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14" name="Google Shape;914;g274b7ea0376_0_29"/>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15" name="Google Shape;915;g274b7ea0376_0_29"/>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16" name="Google Shape;916;g274b7ea0376_0_29"/>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17" name="Google Shape;917;g274b7ea0376_0_29"/>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18" name="Google Shape;918;g274b7ea0376_0_29"/>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925" name="Google Shape;925;g2c298da1f27_1_0"/>
          <p:cNvGrpSpPr/>
          <p:nvPr/>
        </p:nvGrpSpPr>
        <p:grpSpPr>
          <a:xfrm>
            <a:off x="931068" y="2129450"/>
            <a:ext cx="7281864" cy="2688001"/>
            <a:chOff x="868300" y="2129450"/>
            <a:chExt cx="7281864" cy="2688001"/>
          </a:xfrm>
        </p:grpSpPr>
        <p:pic>
          <p:nvPicPr>
            <p:cNvPr id="926" name="Google Shape;926;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27" name="Google Shape;927;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28" name="Google Shape;928;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29" name="Google Shape;929;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30" name="Google Shape;930;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31" name="Google Shape;931;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32" name="Google Shape;932;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33" name="Google Shape;933;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34" name="Google Shape;934;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35" name="Google Shape;935;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36" name="Google Shape;936;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37" name="Google Shape;937;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38" name="Google Shape;938;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39" name="Google Shape;939;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940" name="Google Shape;940;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pic>
        <p:nvPicPr>
          <p:cNvPr id="946" name="Google Shape;946;g274b7ea0376_0_64"/>
          <p:cNvPicPr preferRelativeResize="0"/>
          <p:nvPr/>
        </p:nvPicPr>
        <p:blipFill rotWithShape="1">
          <a:blip r:embed="rId3">
            <a:alphaModFix/>
          </a:blip>
          <a:srcRect/>
          <a:stretch/>
        </p:blipFill>
        <p:spPr>
          <a:xfrm>
            <a:off x="771450" y="2841951"/>
            <a:ext cx="7601099" cy="223296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pic>
        <p:nvPicPr>
          <p:cNvPr id="952" name="Google Shape;952;g274b7ea0376_0_260"/>
          <p:cNvPicPr preferRelativeResize="0"/>
          <p:nvPr/>
        </p:nvPicPr>
        <p:blipFill rotWithShape="1">
          <a:blip r:embed="rId3">
            <a:alphaModFix/>
          </a:blip>
          <a:srcRect/>
          <a:stretch/>
        </p:blipFill>
        <p:spPr>
          <a:xfrm>
            <a:off x="905725" y="1961277"/>
            <a:ext cx="4538027" cy="3572401"/>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151</Words>
  <Application>Microsoft Office PowerPoint</Application>
  <PresentationFormat>On-screen Show (4:3)</PresentationFormat>
  <Paragraphs>27</Paragraphs>
  <Slides>11</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Poppins Medium</vt:lpstr>
      <vt:lpstr>Arial</vt:lpstr>
      <vt:lpstr>Jost</vt:lpstr>
      <vt:lpstr>Poppins</vt:lpstr>
      <vt:lpstr>Calibri</vt:lpstr>
      <vt:lpstr>Nunito Black</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PowerPoint Presentation</vt:lpstr>
      <vt:lpstr>PowerPoint Presentation</vt:lpstr>
      <vt:lpstr>Review Phase 5 Common Exception Words today house mouse hour because Mr Mrs Ms where should could would move use want.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2026-06-03T00:39:02Z</dcterms:modified>
</cp:coreProperties>
</file>