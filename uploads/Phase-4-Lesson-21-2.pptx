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h8yl8wMUbIBPWWaUeH8NyZjpfpq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327B6FD-0E0C-46D2-91A8-2FF47B97D1E6}">
  <a:tblStyle styleId="{0327B6FD-0E0C-46D2-91A8-2FF47B97D1E6}"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3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7" name="Google Shape;72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5" name="Google Shape;74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6" name="Google Shape;74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6" name="Google Shape;77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d064dd82c9_0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d064dd82c9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d064dd82c9_0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2d064dd82c9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g2d064dd82c9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3" name="Google Shape;963;g2d064dd82c9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7" name="Google Shape;99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8" name="Google Shape;99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4" name="Google Shape;1014;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5" name="Google Shape;1015;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2" name="Google Shape;1032;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3" name="Google Shape;1033;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1" name="Google Shape;1041;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2" name="Google Shape;1042;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d064dd82c9_0_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2d064dd82c9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2d064dd82c9_0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d064dd82c9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g2d064dd82c9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g2d064dd82c9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7" name="Google Shape;107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8" name="Google Shape;107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2d064dd82c9_0_9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5" name="Google Shape;1105;g2d064dd82c9_0_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6" name="Google Shape;1106;g2d064dd82c9_0_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937850"/>
            <a:ext cx="4850100" cy="13692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7679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896909"/>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50" b="0" i="0" u="none" strike="noStrike" cap="none">
                <a:solidFill>
                  <a:srgbClr val="FFFFFF"/>
                </a:solidFill>
                <a:latin typeface="Poppins SemiBold"/>
                <a:ea typeface="Poppins SemiBold"/>
                <a:cs typeface="Poppins SemiBold"/>
                <a:sym typeface="Poppins SemiBold"/>
              </a:rPr>
              <a:t>CVCC CCVC CCVCC (long vowel)</a:t>
            </a:r>
            <a:endParaRPr sz="175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6418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50" b="0" i="0" u="none" strike="noStrike" cap="none">
                <a:solidFill>
                  <a:srgbClr val="8DC63F"/>
                </a:solidFill>
                <a:latin typeface="Poppins Medium"/>
                <a:ea typeface="Poppins Medium"/>
                <a:cs typeface="Poppins Medium"/>
                <a:sym typeface="Poppins Medium"/>
              </a:rPr>
              <a:t>Week 5 - Monday</a:t>
            </a:r>
            <a:endParaRPr sz="175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50" b="0" i="0" u="none" strike="noStrike" cap="none">
                <a:solidFill>
                  <a:srgbClr val="8DC63F"/>
                </a:solidFill>
                <a:latin typeface="Poppins Medium"/>
                <a:ea typeface="Poppins Medium"/>
                <a:cs typeface="Poppins Medium"/>
                <a:sym typeface="Poppins Medium"/>
              </a:rPr>
              <a:t>Lesson 21</a:t>
            </a:r>
            <a:endParaRPr sz="175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50" b="0" i="0" u="none" strike="noStrike" cap="none">
                <a:solidFill>
                  <a:srgbClr val="FFFFFF"/>
                </a:solidFill>
                <a:latin typeface="Poppins SemiBold"/>
                <a:ea typeface="Poppins SemiBold"/>
                <a:cs typeface="Poppins SemiBold"/>
                <a:sym typeface="Poppins SemiBold"/>
              </a:rPr>
              <a:t>Phase 4 - Blends</a:t>
            </a:r>
            <a:endParaRPr sz="175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7.png"/><Relationship Id="rId7"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3.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26" Type="http://schemas.openxmlformats.org/officeDocument/2006/relationships/image" Target="../media/image97.png"/><Relationship Id="rId3" Type="http://schemas.openxmlformats.org/officeDocument/2006/relationships/image" Target="../media/image74.pn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7.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5.pn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5.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s>
</file>

<file path=ppt/slides/_rels/slide8.xml.rels><?xml version="1.0" encoding="UTF-8" standalone="yes"?>
<Relationships xmlns="http://schemas.openxmlformats.org/package/2006/relationships"><Relationship Id="rId3" Type="http://schemas.openxmlformats.org/officeDocument/2006/relationships/image" Target="../media/image110.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100" y="2685046"/>
            <a:ext cx="39600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330"/>
              <a:buNone/>
            </a:pPr>
            <a:r>
              <a:rPr lang="en-US" sz="2800"/>
              <a:t>CVCC CCVC CCVCC (long vowel)</a:t>
            </a:r>
            <a:endParaRPr sz="2800"/>
          </a:p>
        </p:txBody>
      </p:sp>
      <p:sp>
        <p:nvSpPr>
          <p:cNvPr id="716" name="Google Shape;716;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21</a:t>
            </a:r>
            <a:endParaRPr/>
          </a:p>
        </p:txBody>
      </p:sp>
      <p:sp>
        <p:nvSpPr>
          <p:cNvPr id="717" name="Google Shape;71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718" name="Google Shape;718;p1"/>
          <p:cNvGrpSpPr/>
          <p:nvPr/>
        </p:nvGrpSpPr>
        <p:grpSpPr>
          <a:xfrm>
            <a:off x="5144185" y="3921751"/>
            <a:ext cx="3372389" cy="1869425"/>
            <a:chOff x="5144185" y="3921751"/>
            <a:chExt cx="3372389" cy="1869425"/>
          </a:xfrm>
        </p:grpSpPr>
        <p:sp>
          <p:nvSpPr>
            <p:cNvPr id="719" name="Google Shape;719;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0" name="Google Shape;720;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21" name="Google Shape;721;p1"/>
            <p:cNvPicPr preferRelativeResize="0"/>
            <p:nvPr/>
          </p:nvPicPr>
          <p:blipFill rotWithShape="1">
            <a:blip r:embed="rId3">
              <a:alphaModFix/>
            </a:blip>
            <a:srcRect/>
            <a:stretch/>
          </p:blipFill>
          <p:spPr>
            <a:xfrm rot="-221314">
              <a:off x="5189451" y="4120812"/>
              <a:ext cx="2058468" cy="1473526"/>
            </a:xfrm>
            <a:prstGeom prst="rect">
              <a:avLst/>
            </a:prstGeom>
            <a:noFill/>
            <a:ln>
              <a:noFill/>
            </a:ln>
            <a:effectLst>
              <a:outerShdw blurRad="57150" dist="38100" dir="5400000" algn="bl" rotWithShape="0">
                <a:srgbClr val="000000">
                  <a:alpha val="20000"/>
                </a:srgbClr>
              </a:outerShdw>
            </a:effectLst>
          </p:spPr>
        </p:pic>
        <p:pic>
          <p:nvPicPr>
            <p:cNvPr id="722" name="Google Shape;722;p1"/>
            <p:cNvPicPr preferRelativeResize="0"/>
            <p:nvPr/>
          </p:nvPicPr>
          <p:blipFill rotWithShape="1">
            <a:blip r:embed="rId4">
              <a:alphaModFix/>
            </a:blip>
            <a:srcRect/>
            <a:stretch/>
          </p:blipFill>
          <p:spPr>
            <a:xfrm rot="479439">
              <a:off x="7168209" y="3999283"/>
              <a:ext cx="1235205" cy="1714362"/>
            </a:xfrm>
            <a:prstGeom prst="rect">
              <a:avLst/>
            </a:prstGeom>
            <a:noFill/>
            <a:ln>
              <a:noFill/>
            </a:ln>
            <a:effectLst>
              <a:outerShdw blurRad="71438" dist="19050" dir="5220000" algn="bl" rotWithShape="0">
                <a:srgbClr val="000000">
                  <a:alpha val="17254"/>
                </a:srgbClr>
              </a:outerShdw>
            </a:effectLst>
          </p:spPr>
        </p:pic>
      </p:grpSp>
      <p:graphicFrame>
        <p:nvGraphicFramePr>
          <p:cNvPr id="723" name="Google Shape;723;p1"/>
          <p:cNvGraphicFramePr/>
          <p:nvPr/>
        </p:nvGraphicFramePr>
        <p:xfrm>
          <a:off x="4844200" y="1891197"/>
          <a:ext cx="3785000" cy="1678950"/>
        </p:xfrm>
        <a:graphic>
          <a:graphicData uri="http://schemas.openxmlformats.org/drawingml/2006/table">
            <a:tbl>
              <a:tblPr firstRow="1" bandRow="1">
                <a:noFill/>
                <a:tableStyleId>{0327B6FD-0E0C-46D2-91A8-2FF47B97D1E6}</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CVCC CCVC CCVCC </a:t>
                      </a:r>
                      <a:br>
                        <a:rPr lang="en-US" sz="1400" u="none" strike="noStrike" cap="none">
                          <a:solidFill>
                            <a:schemeClr val="lt1"/>
                          </a:solidFill>
                          <a:latin typeface="Jost"/>
                          <a:ea typeface="Jost"/>
                          <a:cs typeface="Jost"/>
                          <a:sym typeface="Jost"/>
                        </a:rPr>
                      </a:br>
                      <a:r>
                        <a:rPr lang="en-US" sz="1400" u="none" strike="noStrike" cap="none">
                          <a:solidFill>
                            <a:schemeClr val="lt1"/>
                          </a:solidFill>
                          <a:latin typeface="Jost"/>
                          <a:ea typeface="Jost"/>
                          <a:cs typeface="Jost"/>
                          <a:sym typeface="Jost"/>
                        </a:rPr>
                        <a:t>(long vowel)</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words containing adjacent consonants.</a:t>
            </a:r>
            <a:endParaRPr/>
          </a:p>
        </p:txBody>
      </p:sp>
      <p:sp>
        <p:nvSpPr>
          <p:cNvPr id="730" name="Google Shape;730;g2bee4f4af4b_0_204"/>
          <p:cNvSpPr txBox="1">
            <a:spLocks noGrp="1"/>
          </p:cNvSpPr>
          <p:nvPr>
            <p:ph type="body" idx="2"/>
          </p:nvPr>
        </p:nvSpPr>
        <p:spPr>
          <a:xfrm>
            <a:off x="3298550" y="1937850"/>
            <a:ext cx="4850100" cy="13692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31" name="Google Shape;731;g2bee4f4af4b_0_204"/>
          <p:cNvSpPr txBox="1"/>
          <p:nvPr/>
        </p:nvSpPr>
        <p:spPr>
          <a:xfrm>
            <a:off x="115583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2" name="Google Shape;732;g2bee4f4af4b_0_204"/>
          <p:cNvSpPr txBox="1"/>
          <p:nvPr/>
        </p:nvSpPr>
        <p:spPr>
          <a:xfrm>
            <a:off x="353094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234338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4" name="Google Shape;734;g2bee4f4af4b_0_204"/>
          <p:cNvSpPr txBox="1"/>
          <p:nvPr/>
        </p:nvSpPr>
        <p:spPr>
          <a:xfrm>
            <a:off x="94853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5" name="Google Shape;735;g2bee4f4af4b_0_204"/>
          <p:cNvPicPr preferRelativeResize="0"/>
          <p:nvPr/>
        </p:nvPicPr>
        <p:blipFill rotWithShape="1">
          <a:blip r:embed="rId3">
            <a:alphaModFix/>
          </a:blip>
          <a:srcRect/>
          <a:stretch/>
        </p:blipFill>
        <p:spPr>
          <a:xfrm>
            <a:off x="1155831" y="4169988"/>
            <a:ext cx="813600" cy="977432"/>
          </a:xfrm>
          <a:prstGeom prst="rect">
            <a:avLst/>
          </a:prstGeom>
          <a:noFill/>
          <a:ln>
            <a:noFill/>
          </a:ln>
          <a:effectLst>
            <a:outerShdw blurRad="71438" dist="19050" dir="5220000" algn="bl" rotWithShape="0">
              <a:srgbClr val="D8D8D8"/>
            </a:outerShdw>
          </a:effectLst>
        </p:spPr>
      </p:pic>
      <p:sp>
        <p:nvSpPr>
          <p:cNvPr id="736" name="Google Shape;736;g2bee4f4af4b_0_204"/>
          <p:cNvSpPr txBox="1"/>
          <p:nvPr/>
        </p:nvSpPr>
        <p:spPr>
          <a:xfrm>
            <a:off x="3182824" y="5256525"/>
            <a:ext cx="15099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4">
            <a:alphaModFix/>
          </a:blip>
          <a:srcRect t="149" b="139"/>
          <a:stretch/>
        </p:blipFill>
        <p:spPr>
          <a:xfrm>
            <a:off x="3471754" y="4326104"/>
            <a:ext cx="931973" cy="665199"/>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2228786"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9" name="Google Shape;739;g2bee4f4af4b_0_204"/>
          <p:cNvPicPr preferRelativeResize="0"/>
          <p:nvPr/>
        </p:nvPicPr>
        <p:blipFill rotWithShape="1">
          <a:blip r:embed="rId5">
            <a:alphaModFix/>
          </a:blip>
          <a:srcRect/>
          <a:stretch/>
        </p:blipFill>
        <p:spPr>
          <a:xfrm>
            <a:off x="2442924" y="4232253"/>
            <a:ext cx="614525" cy="852902"/>
          </a:xfrm>
          <a:prstGeom prst="rect">
            <a:avLst/>
          </a:prstGeom>
          <a:noFill/>
          <a:ln>
            <a:noFill/>
          </a:ln>
          <a:effectLst>
            <a:outerShdw blurRad="71438" dist="19050" dir="5220000" algn="bl" rotWithShape="0">
              <a:srgbClr val="D8D8D8"/>
            </a:outerShdw>
          </a:effectLst>
        </p:spPr>
      </p:pic>
      <p:sp>
        <p:nvSpPr>
          <p:cNvPr id="740" name="Google Shape;740;g2bee4f4af4b_0_204">
            <a:hlinkClick r:id="rId6" action="ppaction://hlinksldjump"/>
          </p:cNvPr>
          <p:cNvSpPr/>
          <p:nvPr/>
        </p:nvSpPr>
        <p:spPr>
          <a:xfrm>
            <a:off x="3464524"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g2bee4f4af4b_0_204">
            <a:hlinkClick r:id="rId7" action="ppaction://hlinksldjump"/>
          </p:cNvPr>
          <p:cNvSpPr/>
          <p:nvPr/>
        </p:nvSpPr>
        <p:spPr>
          <a:xfrm>
            <a:off x="2221670" y="381742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bee4f4af4b_0_204">
            <a:hlinkClick r:id="rId8" action="ppaction://hlinksldjump"/>
          </p:cNvPr>
          <p:cNvSpPr/>
          <p:nvPr/>
        </p:nvSpPr>
        <p:spPr>
          <a:xfrm>
            <a:off x="987667"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9" name="Google Shape;749;g26b641b03cd_0_165"/>
          <p:cNvGrpSpPr/>
          <p:nvPr/>
        </p:nvGrpSpPr>
        <p:grpSpPr>
          <a:xfrm>
            <a:off x="930400" y="2129444"/>
            <a:ext cx="7283200" cy="3724851"/>
            <a:chOff x="930400" y="2129444"/>
            <a:chExt cx="7283200" cy="3724851"/>
          </a:xfrm>
        </p:grpSpPr>
        <p:pic>
          <p:nvPicPr>
            <p:cNvPr id="750" name="Google Shape;75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9" name="Google Shape;77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9" name="Google Shape;78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solidFill>
                  <a:schemeClr val="dk1"/>
                </a:solidFill>
              </a:rPr>
              <a:t>.</a:t>
            </a:r>
            <a:endParaRPr>
              <a:solidFill>
                <a:schemeClr val="dk1"/>
              </a:solidFill>
            </a:endParaRPr>
          </a:p>
        </p:txBody>
      </p:sp>
      <p:grpSp>
        <p:nvGrpSpPr>
          <p:cNvPr id="814" name="Google Shape;814;g26b7edf6e71_0_109"/>
          <p:cNvGrpSpPr/>
          <p:nvPr/>
        </p:nvGrpSpPr>
        <p:grpSpPr>
          <a:xfrm>
            <a:off x="865957" y="2135925"/>
            <a:ext cx="7282807" cy="2686611"/>
            <a:chOff x="867357" y="2129450"/>
            <a:chExt cx="7282807" cy="2686611"/>
          </a:xfrm>
        </p:grpSpPr>
        <p:pic>
          <p:nvPicPr>
            <p:cNvPr id="815" name="Google Shape;81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solidFill>
                  <a:schemeClr val="dk1"/>
                </a:solidFill>
              </a:rPr>
              <a:t>.</a:t>
            </a:r>
            <a:endParaRPr>
              <a:solidFill>
                <a:schemeClr val="dk1"/>
              </a:solidFill>
            </a:endParaRPr>
          </a:p>
        </p:txBody>
      </p:sp>
      <p:grpSp>
        <p:nvGrpSpPr>
          <p:cNvPr id="835" name="Google Shape;835;g2c298d33e0c_0_6"/>
          <p:cNvGrpSpPr/>
          <p:nvPr/>
        </p:nvGrpSpPr>
        <p:grpSpPr>
          <a:xfrm>
            <a:off x="868300" y="2129450"/>
            <a:ext cx="7281864" cy="2684601"/>
            <a:chOff x="868300" y="2129450"/>
            <a:chExt cx="7281864" cy="2684601"/>
          </a:xfrm>
        </p:grpSpPr>
        <p:pic>
          <p:nvPicPr>
            <p:cNvPr id="836" name="Google Shape;83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0" name="Google Shape;84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6b94af6077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 out have some come what was</a:t>
            </a:r>
            <a:r>
              <a:rPr lang="en-US">
                <a:solidFill>
                  <a:schemeClr val="dk1"/>
                </a:solidFill>
              </a:rPr>
              <a:t>.</a:t>
            </a:r>
            <a:endParaRPr/>
          </a:p>
        </p:txBody>
      </p:sp>
      <p:pic>
        <p:nvPicPr>
          <p:cNvPr id="870" name="Google Shape;870;g26b94af6077_0_0"/>
          <p:cNvPicPr preferRelativeResize="0"/>
          <p:nvPr/>
        </p:nvPicPr>
        <p:blipFill rotWithShape="1">
          <a:blip r:embed="rId3">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71" name="Google Shape;871;g26b94af6077_0_0"/>
          <p:cNvPicPr preferRelativeResize="0"/>
          <p:nvPr/>
        </p:nvPicPr>
        <p:blipFill rotWithShape="1">
          <a:blip r:embed="rId4">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872" name="Google Shape;872;g26b94af6077_0_0"/>
          <p:cNvPicPr preferRelativeResize="0"/>
          <p:nvPr/>
        </p:nvPicPr>
        <p:blipFill rotWithShape="1">
          <a:blip r:embed="rId5">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3" name="Google Shape;873;g26b94af6077_0_0"/>
          <p:cNvPicPr preferRelativeResize="0"/>
          <p:nvPr/>
        </p:nvPicPr>
        <p:blipFill rotWithShape="1">
          <a:blip r:embed="rId6">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74" name="Google Shape;874;g26b94af6077_0_0"/>
          <p:cNvPicPr preferRelativeResize="0"/>
          <p:nvPr/>
        </p:nvPicPr>
        <p:blipFill rotWithShape="1">
          <a:blip r:embed="rId7">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75" name="Google Shape;875;g26b94af6077_0_0"/>
          <p:cNvPicPr preferRelativeResize="0"/>
          <p:nvPr/>
        </p:nvPicPr>
        <p:blipFill rotWithShape="1">
          <a:blip r:embed="rId8">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76" name="Google Shape;876;g26b94af6077_0_0"/>
          <p:cNvPicPr preferRelativeResize="0"/>
          <p:nvPr/>
        </p:nvPicPr>
        <p:blipFill rotWithShape="1">
          <a:blip r:embed="rId9">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77" name="Google Shape;877;g26b94af6077_0_0"/>
          <p:cNvPicPr preferRelativeResize="0"/>
          <p:nvPr/>
        </p:nvPicPr>
        <p:blipFill rotWithShape="1">
          <a:blip r:embed="rId10">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4" name="Google Shape;884;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5" name="Google Shape;885;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92" name="Google Shape;89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3" name="Google Shape;89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0" name="Google Shape;900;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1" name="Google Shape;901;g2c4feb0fda9_1_0"/>
          <p:cNvSpPr/>
          <p:nvPr/>
        </p:nvSpPr>
        <p:spPr>
          <a:xfrm>
            <a:off x="3515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2" name="Google Shape;902;g2c4feb0fda9_1_0"/>
          <p:cNvSpPr/>
          <p:nvPr/>
        </p:nvSpPr>
        <p:spPr>
          <a:xfrm>
            <a:off x="5923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3" name="Google Shape;903;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4" name="Google Shape;904;g2c4feb0fda9_1_0"/>
          <p:cNvSpPr txBox="1">
            <a:spLocks noGrp="1"/>
          </p:cNvSpPr>
          <p:nvPr>
            <p:ph type="subTitle" idx="4294967295"/>
          </p:nvPr>
        </p:nvSpPr>
        <p:spPr>
          <a:xfrm>
            <a:off x="5354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05" name="Google Shape;905;g2c4feb0fda9_1_0"/>
          <p:cNvSpPr txBox="1">
            <a:spLocks noGrp="1"/>
          </p:cNvSpPr>
          <p:nvPr>
            <p:ph type="subTitle" idx="4294967295"/>
          </p:nvPr>
        </p:nvSpPr>
        <p:spPr>
          <a:xfrm>
            <a:off x="2946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06" name="Google Shape;906;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7" name="Google Shape;907;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8" name="Google Shape;908;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9" name="Google Shape;909;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1" name="Google Shape;911;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2" name="Google Shape;912;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3" name="Google Shape;913;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4" name="Google Shape;914;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5" name="Google Shape;915;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6" name="Google Shape;916;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7" name="Google Shape;917;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8" name="Google Shape;918;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19" name="Google Shape;919;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0" name="Google Shape;920;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1" name="Google Shape;921;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23" name="Google Shape;923;g2c4feb0fda9_1_0"/>
          <p:cNvSpPr/>
          <p:nvPr/>
        </p:nvSpPr>
        <p:spPr>
          <a:xfrm>
            <a:off x="2830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c4feb0fda9_1_0"/>
          <p:cNvSpPr txBox="1">
            <a:spLocks noGrp="1"/>
          </p:cNvSpPr>
          <p:nvPr>
            <p:ph type="subTitle" idx="4294967295"/>
          </p:nvPr>
        </p:nvSpPr>
        <p:spPr>
          <a:xfrm>
            <a:off x="2260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25" name="Google Shape;925;g2c4feb0fda9_1_0"/>
          <p:cNvSpPr/>
          <p:nvPr/>
        </p:nvSpPr>
        <p:spPr>
          <a:xfrm>
            <a:off x="4145275" y="4011900"/>
            <a:ext cx="13185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4feb0fda9_1_0"/>
          <p:cNvSpPr txBox="1"/>
          <p:nvPr/>
        </p:nvSpPr>
        <p:spPr>
          <a:xfrm>
            <a:off x="3785928" y="1306913"/>
            <a:ext cx="2136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00904C"/>
                </a:solidFill>
                <a:latin typeface="Poppins"/>
                <a:ea typeface="Poppins"/>
                <a:cs typeface="Poppins"/>
                <a:sym typeface="Poppins"/>
              </a:rPr>
              <a:t>a</a:t>
            </a:r>
            <a:r>
              <a:rPr lang="en-US" sz="15000" b="0" i="0" u="none" strike="noStrike" cap="none">
                <a:solidFill>
                  <a:srgbClr val="00904C"/>
                </a:solidFill>
                <a:latin typeface="Jost"/>
                <a:ea typeface="Jost"/>
                <a:cs typeface="Jost"/>
                <a:sym typeface="Jost"/>
              </a:rPr>
              <a:t>i</a:t>
            </a:r>
            <a:endParaRPr sz="14000" b="0" i="0" u="none" strike="noStrike" cap="none">
              <a:solidFill>
                <a:srgbClr val="00904C"/>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d064dd82c9_0_2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3" name="Google Shape;933;g2d064dd82c9_0_2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4" name="Google Shape;934;g2d064dd82c9_0_28"/>
          <p:cNvSpPr/>
          <p:nvPr/>
        </p:nvSpPr>
        <p:spPr>
          <a:xfrm>
            <a:off x="3211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5" name="Google Shape;935;g2d064dd82c9_0_28"/>
          <p:cNvSpPr/>
          <p:nvPr/>
        </p:nvSpPr>
        <p:spPr>
          <a:xfrm>
            <a:off x="6457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6" name="Google Shape;936;g2d064dd82c9_0_2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7" name="Google Shape;937;g2d064dd82c9_0_28"/>
          <p:cNvSpPr txBox="1">
            <a:spLocks noGrp="1"/>
          </p:cNvSpPr>
          <p:nvPr>
            <p:ph type="subTitle" idx="4294967295"/>
          </p:nvPr>
        </p:nvSpPr>
        <p:spPr>
          <a:xfrm>
            <a:off x="58875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38" name="Google Shape;938;g2d064dd82c9_0_28"/>
          <p:cNvSpPr txBox="1">
            <a:spLocks noGrp="1"/>
          </p:cNvSpPr>
          <p:nvPr>
            <p:ph type="subTitle" idx="4294967295"/>
          </p:nvPr>
        </p:nvSpPr>
        <p:spPr>
          <a:xfrm>
            <a:off x="2641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39" name="Google Shape;939;g2d064dd82c9_0_28"/>
          <p:cNvSpPr txBox="1">
            <a:spLocks noGrp="1"/>
          </p:cNvSpPr>
          <p:nvPr>
            <p:ph type="subTitle" idx="4294967295"/>
          </p:nvPr>
        </p:nvSpPr>
        <p:spPr>
          <a:xfrm>
            <a:off x="3578700" y="1308025"/>
            <a:ext cx="2680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ow</a:t>
            </a:r>
            <a:endParaRPr sz="15000" b="0" i="0" u="none" strike="noStrike" cap="none">
              <a:solidFill>
                <a:srgbClr val="815137"/>
              </a:solidFill>
              <a:latin typeface="Jost"/>
              <a:ea typeface="Jost"/>
              <a:cs typeface="Jost"/>
              <a:sym typeface="Jost"/>
            </a:endParaRPr>
          </a:p>
        </p:txBody>
      </p:sp>
      <p:sp>
        <p:nvSpPr>
          <p:cNvPr id="940" name="Google Shape;940;g2d064dd82c9_0_2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d064dd82c9_0_2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d064dd82c9_0_2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d064dd82c9_0_2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4" name="Google Shape;944;g2d064dd82c9_0_2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5" name="Google Shape;945;g2d064dd82c9_0_2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6" name="Google Shape;946;g2d064dd82c9_0_2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7" name="Google Shape;947;g2d064dd82c9_0_2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8" name="Google Shape;948;g2d064dd82c9_0_2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9" name="Google Shape;949;g2d064dd82c9_0_2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0" name="Google Shape;950;g2d064dd82c9_0_28"/>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1" name="Google Shape;951;g2d064dd82c9_0_2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2" name="Google Shape;952;g2d064dd82c9_0_2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3" name="Google Shape;953;g2d064dd82c9_0_2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4" name="Google Shape;954;g2d064dd82c9_0_28"/>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d064dd82c9_0_2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d064dd82c9_0_2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7" name="Google Shape;957;g2d064dd82c9_0_28"/>
          <p:cNvSpPr/>
          <p:nvPr/>
        </p:nvSpPr>
        <p:spPr>
          <a:xfrm>
            <a:off x="2296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8" name="Google Shape;958;g2d064dd82c9_0_28"/>
          <p:cNvSpPr txBox="1">
            <a:spLocks noGrp="1"/>
          </p:cNvSpPr>
          <p:nvPr>
            <p:ph type="subTitle" idx="4294967295"/>
          </p:nvPr>
        </p:nvSpPr>
        <p:spPr>
          <a:xfrm>
            <a:off x="17270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59" name="Google Shape;959;g2d064dd82c9_0_28"/>
          <p:cNvSpPr/>
          <p:nvPr/>
        </p:nvSpPr>
        <p:spPr>
          <a:xfrm>
            <a:off x="3974400" y="4011900"/>
            <a:ext cx="18894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g2d064dd82c9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6" name="Google Shape;966;g2d064dd82c9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7" name="Google Shape;967;g2d064dd82c9_0_64"/>
          <p:cNvSpPr/>
          <p:nvPr/>
        </p:nvSpPr>
        <p:spPr>
          <a:xfrm>
            <a:off x="275014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8" name="Google Shape;968;g2d064dd82c9_0_6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9" name="Google Shape;969;g2d064dd82c9_0_64"/>
          <p:cNvSpPr txBox="1">
            <a:spLocks noGrp="1"/>
          </p:cNvSpPr>
          <p:nvPr>
            <p:ph type="subTitle" idx="4294967295"/>
          </p:nvPr>
        </p:nvSpPr>
        <p:spPr>
          <a:xfrm>
            <a:off x="525154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2278F"/>
                </a:solidFill>
                <a:latin typeface="Jost"/>
                <a:ea typeface="Jost"/>
                <a:cs typeface="Jost"/>
                <a:sym typeface="Jost"/>
              </a:rPr>
              <a:t>e</a:t>
            </a:r>
            <a:endParaRPr sz="15000" b="0" i="0" u="none" strike="noStrike" cap="none">
              <a:solidFill>
                <a:srgbClr val="92278F"/>
              </a:solidFill>
              <a:latin typeface="Jost"/>
              <a:ea typeface="Jost"/>
              <a:cs typeface="Jost"/>
              <a:sym typeface="Jost"/>
            </a:endParaRPr>
          </a:p>
        </p:txBody>
      </p:sp>
      <p:sp>
        <p:nvSpPr>
          <p:cNvPr id="970" name="Google Shape;970;g2d064dd82c9_0_64"/>
          <p:cNvSpPr txBox="1">
            <a:spLocks noGrp="1"/>
          </p:cNvSpPr>
          <p:nvPr>
            <p:ph type="subTitle" idx="4294967295"/>
          </p:nvPr>
        </p:nvSpPr>
        <p:spPr>
          <a:xfrm>
            <a:off x="218044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71" name="Google Shape;971;g2d064dd82c9_0_64"/>
          <p:cNvSpPr txBox="1">
            <a:spLocks noGrp="1"/>
          </p:cNvSpPr>
          <p:nvPr>
            <p:ph type="subTitle" idx="4294967295"/>
          </p:nvPr>
        </p:nvSpPr>
        <p:spPr>
          <a:xfrm>
            <a:off x="3018921" y="1308025"/>
            <a:ext cx="2680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ow</a:t>
            </a:r>
            <a:endParaRPr sz="15000" b="0" i="0" u="none" strike="noStrike" cap="none">
              <a:solidFill>
                <a:srgbClr val="815137"/>
              </a:solidFill>
              <a:latin typeface="Jost"/>
              <a:ea typeface="Jost"/>
              <a:cs typeface="Jost"/>
              <a:sym typeface="Jost"/>
            </a:endParaRPr>
          </a:p>
        </p:txBody>
      </p:sp>
      <p:sp>
        <p:nvSpPr>
          <p:cNvPr id="972" name="Google Shape;972;g2d064dd82c9_0_6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d064dd82c9_0_6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d064dd82c9_0_6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d064dd82c9_0_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d064dd82c9_0_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d064dd82c9_0_6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8" name="Google Shape;978;g2d064dd82c9_0_6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9" name="Google Shape;979;g2d064dd82c9_0_6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0" name="Google Shape;980;g2d064dd82c9_0_6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1" name="Google Shape;981;g2d064dd82c9_0_6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2" name="Google Shape;982;g2d064dd82c9_0_64"/>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3" name="Google Shape;983;g2d064dd82c9_0_6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4" name="Google Shape;984;g2d064dd82c9_0_6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5" name="Google Shape;985;g2d064dd82c9_0_6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6" name="Google Shape;986;g2d064dd82c9_0_64"/>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7" name="Google Shape;987;g2d064dd82c9_0_6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8" name="Google Shape;988;g2d064dd82c9_0_6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89" name="Google Shape;989;g2d064dd82c9_0_64"/>
          <p:cNvSpPr/>
          <p:nvPr/>
        </p:nvSpPr>
        <p:spPr>
          <a:xfrm>
            <a:off x="209455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2d064dd82c9_0_64"/>
          <p:cNvSpPr txBox="1">
            <a:spLocks noGrp="1"/>
          </p:cNvSpPr>
          <p:nvPr>
            <p:ph type="subTitle" idx="4294967295"/>
          </p:nvPr>
        </p:nvSpPr>
        <p:spPr>
          <a:xfrm>
            <a:off x="152485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91" name="Google Shape;991;g2d064dd82c9_0_64"/>
          <p:cNvSpPr/>
          <p:nvPr/>
        </p:nvSpPr>
        <p:spPr>
          <a:xfrm>
            <a:off x="3414621" y="4011900"/>
            <a:ext cx="18894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d064dd82c9_0_64"/>
          <p:cNvSpPr txBox="1">
            <a:spLocks noGrp="1"/>
          </p:cNvSpPr>
          <p:nvPr>
            <p:ph type="subTitle" idx="4294967295"/>
          </p:nvPr>
        </p:nvSpPr>
        <p:spPr>
          <a:xfrm>
            <a:off x="608974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2278F"/>
                </a:solidFill>
                <a:latin typeface="Jost"/>
                <a:ea typeface="Jost"/>
                <a:cs typeface="Jost"/>
                <a:sym typeface="Jost"/>
              </a:rPr>
              <a:t>r</a:t>
            </a:r>
            <a:endParaRPr sz="15000" b="0" i="0" u="none" strike="noStrike" cap="none">
              <a:solidFill>
                <a:srgbClr val="92278F"/>
              </a:solidFill>
              <a:latin typeface="Jost"/>
              <a:ea typeface="Jost"/>
              <a:cs typeface="Jost"/>
              <a:sym typeface="Jost"/>
            </a:endParaRPr>
          </a:p>
        </p:txBody>
      </p:sp>
      <p:sp>
        <p:nvSpPr>
          <p:cNvPr id="993" name="Google Shape;993;g2d064dd82c9_0_64"/>
          <p:cNvSpPr/>
          <p:nvPr/>
        </p:nvSpPr>
        <p:spPr>
          <a:xfrm>
            <a:off x="5614394" y="4011900"/>
            <a:ext cx="15864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d064dd82c9_0_64"/>
          <p:cNvSpPr/>
          <p:nvPr/>
        </p:nvSpPr>
        <p:spPr>
          <a:xfrm>
            <a:off x="539681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01" name="Google Shape;1001;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2" name="Google Shape;1002;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9" name="Google Shape;1009;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0" name="Google Shape;1010;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1" name="Google Shape;1011;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8" name="Google Shape;1018;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9" name="Google Shape;1019;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20" name="Google Shape;1020;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7" name="Google Shape;1027;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8" name="Google Shape;1028;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9" name="Google Shape;1029;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6" name="Google Shape;1036;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7" name="Google Shape;1037;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8" name="Google Shape;1038;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g26b641b03cd_0_301"/>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5" name="Google Shape;1045;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6" name="Google Shape;1046;g26b641b03cd_0_301"/>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7" name="Google Shape;1047;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2d064dd82c9_0_14"/>
          <p:cNvSpPr txBox="1">
            <a:spLocks noGrp="1"/>
          </p:cNvSpPr>
          <p:nvPr>
            <p:ph type="title"/>
          </p:nvPr>
        </p:nvSpPr>
        <p:spPr>
          <a:xfrm>
            <a:off x="986725" y="5568500"/>
            <a:ext cx="7170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4" name="Google Shape;1054;g2d064dd82c9_0_1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5" name="Google Shape;1055;g2d064dd82c9_0_14"/>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56" name="Google Shape;1056;g2d064dd82c9_0_1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g2d064dd82c9_0_6"/>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3" name="Google Shape;1063;g2d064dd82c9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4" name="Google Shape;1064;g2d064dd82c9_0_6"/>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5" name="Google Shape;1065;g2d064dd82c9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6b641b03cd_0_308"/>
          <p:cNvSpPr txBox="1">
            <a:spLocks noGrp="1"/>
          </p:cNvSpPr>
          <p:nvPr>
            <p:ph type="title"/>
          </p:nvPr>
        </p:nvSpPr>
        <p:spPr>
          <a:xfrm>
            <a:off x="993175" y="5568500"/>
            <a:ext cx="71577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2" name="Google Shape;107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3" name="Google Shape;1073;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4" name="Google Shape;107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1" name="Google Shape;108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2" name="Google Shape;1082;g1f3daf8a844_0_64"/>
          <p:cNvGrpSpPr/>
          <p:nvPr/>
        </p:nvGrpSpPr>
        <p:grpSpPr>
          <a:xfrm>
            <a:off x="3024000" y="209875"/>
            <a:ext cx="3096000" cy="454800"/>
            <a:chOff x="3024000" y="209875"/>
            <a:chExt cx="3096000" cy="454800"/>
          </a:xfrm>
        </p:grpSpPr>
        <p:sp>
          <p:nvSpPr>
            <p:cNvPr id="1083" name="Google Shape;108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4" name="Google Shape;108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5" name="Google Shape;108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6" name="Google Shape;108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7" name="Google Shape;108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8" name="Google Shape;108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9" name="Google Shape;108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0" name="Google Shape;1090;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1" name="Google Shape;1091;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92" name="Google Shape;1092;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93" name="Google Shape;1093;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94" name="Google Shape;1094;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95" name="Google Shape;1095;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96" name="Google Shape;1096;g1f3daf8a844_0_64"/>
          <p:cNvSpPr txBox="1"/>
          <p:nvPr/>
        </p:nvSpPr>
        <p:spPr>
          <a:xfrm>
            <a:off x="238033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97" name="Google Shape;1097;g1f3daf8a844_0_64"/>
          <p:cNvSpPr txBox="1"/>
          <p:nvPr/>
        </p:nvSpPr>
        <p:spPr>
          <a:xfrm>
            <a:off x="584662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098" name="Google Shape;1098;g1f3daf8a844_0_64"/>
          <p:cNvSpPr txBox="1"/>
          <p:nvPr/>
        </p:nvSpPr>
        <p:spPr>
          <a:xfrm>
            <a:off x="1181100" y="2160375"/>
            <a:ext cx="1118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ow</a:t>
            </a:r>
            <a:endParaRPr sz="5500" b="0" i="0" u="none" strike="noStrike" cap="none">
              <a:solidFill>
                <a:srgbClr val="815137"/>
              </a:solidFill>
              <a:latin typeface="Jost"/>
              <a:ea typeface="Jost"/>
              <a:cs typeface="Jost"/>
              <a:sym typeface="Jost"/>
            </a:endParaRPr>
          </a:p>
        </p:txBody>
      </p:sp>
      <p:sp>
        <p:nvSpPr>
          <p:cNvPr id="1099" name="Google Shape;1099;g1f3daf8a844_0_64"/>
          <p:cNvSpPr txBox="1"/>
          <p:nvPr/>
        </p:nvSpPr>
        <p:spPr>
          <a:xfrm>
            <a:off x="347906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00" name="Google Shape;1100;g1f3daf8a844_0_64"/>
          <p:cNvSpPr txBox="1"/>
          <p:nvPr/>
        </p:nvSpPr>
        <p:spPr>
          <a:xfrm>
            <a:off x="4387827" y="2160375"/>
            <a:ext cx="1567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a:t>
            </a:r>
            <a:r>
              <a:rPr lang="en-US" sz="48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sp>
        <p:nvSpPr>
          <p:cNvPr id="1101" name="Google Shape;1101;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00904D"/>
              </a:solidFill>
              <a:latin typeface="Jost"/>
              <a:ea typeface="Jost"/>
              <a:cs typeface="Jost"/>
              <a:sym typeface="Jost"/>
            </a:endParaRPr>
          </a:p>
        </p:txBody>
      </p:sp>
      <p:cxnSp>
        <p:nvCxnSpPr>
          <p:cNvPr id="1102" name="Google Shape;1102;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g2d064dd82c9_0_9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9" name="Google Shape;1109;g2d064dd82c9_0_9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10" name="Google Shape;1110;g2d064dd82c9_0_99"/>
          <p:cNvGrpSpPr/>
          <p:nvPr/>
        </p:nvGrpSpPr>
        <p:grpSpPr>
          <a:xfrm>
            <a:off x="3024000" y="209875"/>
            <a:ext cx="3096000" cy="454800"/>
            <a:chOff x="3024000" y="209875"/>
            <a:chExt cx="3096000" cy="454800"/>
          </a:xfrm>
        </p:grpSpPr>
        <p:sp>
          <p:nvSpPr>
            <p:cNvPr id="1111" name="Google Shape;1111;g2d064dd82c9_0_9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2" name="Google Shape;1112;g2d064dd82c9_0_9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3" name="Google Shape;1113;g2d064dd82c9_0_99"/>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14" name="Google Shape;1114;g2d064dd82c9_0_99"/>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bleed brown cle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 clown steep creep</a:t>
            </a:r>
            <a:endParaRPr sz="1800" b="0" i="0" u="none" strike="noStrike" cap="none">
              <a:solidFill>
                <a:srgbClr val="B7B7B7"/>
              </a:solidFill>
              <a:latin typeface="Jost"/>
              <a:ea typeface="Jost"/>
              <a:cs typeface="Jost"/>
              <a:sym typeface="Jost"/>
            </a:endParaRPr>
          </a:p>
        </p:txBody>
      </p:sp>
      <p:cxnSp>
        <p:nvCxnSpPr>
          <p:cNvPr id="1115" name="Google Shape;1115;g2d064dd82c9_0_99"/>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6" name="Google Shape;1116;g2d064dd82c9_0_99"/>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7" name="Google Shape;1117;g2d064dd82c9_0_99"/>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8" name="Google Shape;1118;g2d064dd82c9_0_99"/>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9" name="Google Shape;1119;g2d064dd82c9_0_99"/>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20" name="Google Shape;1120;g2d064dd82c9_0_99"/>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1" name="Google Shape;1121;g2d064dd82c9_0_99"/>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22" name="Google Shape;1122;g2d064dd82c9_0_99"/>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3" name="Google Shape;1123;g2d064dd82c9_0_99"/>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24" name="Google Shape;1124;g2d064dd82c9_0_99"/>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cxnSp>
        <p:nvCxnSpPr>
          <p:cNvPr id="1125" name="Google Shape;1125;g2d064dd82c9_0_99"/>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6" name="Google Shape;1126;g2d064dd82c9_0_99"/>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27" name="Google Shape;1127;g2d064dd82c9_0_99"/>
          <p:cNvSpPr txBox="1"/>
          <p:nvPr/>
        </p:nvSpPr>
        <p:spPr>
          <a:xfrm>
            <a:off x="238033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8" name="Google Shape;1128;g2d064dd82c9_0_99"/>
          <p:cNvSpPr txBox="1"/>
          <p:nvPr/>
        </p:nvSpPr>
        <p:spPr>
          <a:xfrm>
            <a:off x="584662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129" name="Google Shape;1129;g2d064dd82c9_0_99"/>
          <p:cNvSpPr txBox="1"/>
          <p:nvPr/>
        </p:nvSpPr>
        <p:spPr>
          <a:xfrm>
            <a:off x="1181100" y="2160375"/>
            <a:ext cx="1118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ow</a:t>
            </a:r>
            <a:endParaRPr sz="5500" b="0" i="0" u="none" strike="noStrike" cap="none">
              <a:solidFill>
                <a:srgbClr val="815137"/>
              </a:solidFill>
              <a:latin typeface="Jost"/>
              <a:ea typeface="Jost"/>
              <a:cs typeface="Jost"/>
              <a:sym typeface="Jost"/>
            </a:endParaRPr>
          </a:p>
        </p:txBody>
      </p:sp>
      <p:sp>
        <p:nvSpPr>
          <p:cNvPr id="1130" name="Google Shape;1130;g2d064dd82c9_0_99"/>
          <p:cNvSpPr txBox="1"/>
          <p:nvPr/>
        </p:nvSpPr>
        <p:spPr>
          <a:xfrm>
            <a:off x="347906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31" name="Google Shape;1131;g2d064dd82c9_0_99"/>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00904D"/>
              </a:solidFill>
              <a:latin typeface="Jost"/>
              <a:ea typeface="Jost"/>
              <a:cs typeface="Jost"/>
              <a:sym typeface="Jost"/>
            </a:endParaRPr>
          </a:p>
        </p:txBody>
      </p:sp>
      <p:sp>
        <p:nvSpPr>
          <p:cNvPr id="1132" name="Google Shape;1132;g2d064dd82c9_0_99"/>
          <p:cNvSpPr txBox="1"/>
          <p:nvPr/>
        </p:nvSpPr>
        <p:spPr>
          <a:xfrm>
            <a:off x="4387827" y="2160375"/>
            <a:ext cx="1567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a:t>
            </a:r>
            <a:r>
              <a:rPr lang="en-US" sz="48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487</Words>
  <Application>Microsoft Office PowerPoint</Application>
  <PresentationFormat>On-screen Show (4:3)</PresentationFormat>
  <Paragraphs>155</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Calibri</vt:lpstr>
      <vt:lpstr>Nunito Black</vt:lpstr>
      <vt:lpstr>Poppins</vt:lpstr>
      <vt:lpstr>Jost</vt:lpstr>
      <vt:lpstr>Arial</vt:lpstr>
      <vt:lpstr>Poppins SemiBold</vt:lpstr>
      <vt:lpstr>Poppins Medium</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vt:lpstr>
      <vt:lpstr>Review Alphabet Song</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2026-05-20T01:40:17Z</dcterms:modified>
</cp:coreProperties>
</file>