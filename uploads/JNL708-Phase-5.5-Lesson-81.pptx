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y="6858000" cx="9144000"/>
  <p:notesSz cx="6858000" cy="9144000"/>
  <p:embeddedFontLst>
    <p:embeddedFont>
      <p:font typeface="Poppins"/>
      <p:regular r:id="rId34"/>
      <p:bold r:id="rId35"/>
      <p:italic r:id="rId36"/>
      <p:boldItalic r:id="rId37"/>
    </p:embeddedFont>
    <p:embeddedFont>
      <p:font typeface="Jost"/>
      <p:regular r:id="rId38"/>
      <p:bold r:id="rId39"/>
      <p:italic r:id="rId40"/>
      <p:boldItalic r:id="rId41"/>
    </p:embeddedFont>
    <p:embeddedFont>
      <p:font typeface="Poppins Medium"/>
      <p:regular r:id="rId42"/>
      <p:bold r:id="rId43"/>
      <p:italic r:id="rId44"/>
      <p:boldItalic r:id="rId45"/>
    </p:embeddedFont>
    <p:embeddedFont>
      <p:font typeface="Poppins SemiBold"/>
      <p:regular r:id="rId46"/>
      <p:bold r:id="rId47"/>
      <p:italic r:id="rId48"/>
      <p:boldItalic r:id="rId49"/>
    </p:embeddedFont>
    <p:embeddedFont>
      <p:font typeface="Nunito Black"/>
      <p:bold r:id="rId50"/>
      <p:boldItalic r:id="rId5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747775"/>
          </p15:clr>
        </p15:guide>
        <p15:guide id="2" pos="2880">
          <p15:clr>
            <a:srgbClr val="747775"/>
          </p15:clr>
        </p15:guide>
      </p15:sldGuideLst>
    </p:ext>
    <p:ext uri="GoogleSlidesCustomDataVersion2">
      <go:slidesCustomData xmlns:go="http://customooxmlschemas.google.com/" r:id="rId52" roundtripDataSignature="AMtx7mg+RU/fpf+O0rXEGlJr9p673ZGpH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859B62C-A85F-45CC-AC0F-B5AE03D5692E}">
  <a:tblStyle styleId="{7859B62C-A85F-45CC-AC0F-B5AE03D5692E}" styleName="Table_0">
    <a:wholeTbl>
      <a:tcTxStyle b="off" i="off">
        <a:font>
          <a:latin typeface="Calibri"/>
          <a:ea typeface="Calibri"/>
          <a:cs typeface="Calibri"/>
        </a:font>
        <a:srgbClr val="000000"/>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Jost-italic.fntdata"/><Relationship Id="rId42" Type="http://schemas.openxmlformats.org/officeDocument/2006/relationships/font" Target="fonts/PoppinsMedium-regular.fntdata"/><Relationship Id="rId41" Type="http://schemas.openxmlformats.org/officeDocument/2006/relationships/font" Target="fonts/Jost-boldItalic.fntdata"/><Relationship Id="rId44" Type="http://schemas.openxmlformats.org/officeDocument/2006/relationships/font" Target="fonts/PoppinsMedium-italic.fntdata"/><Relationship Id="rId43" Type="http://schemas.openxmlformats.org/officeDocument/2006/relationships/font" Target="fonts/PoppinsMedium-bold.fntdata"/><Relationship Id="rId46" Type="http://schemas.openxmlformats.org/officeDocument/2006/relationships/font" Target="fonts/PoppinsSemiBold-regular.fntdata"/><Relationship Id="rId45" Type="http://schemas.openxmlformats.org/officeDocument/2006/relationships/font" Target="fonts/PoppinsMedium-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PoppinsSemiBold-italic.fntdata"/><Relationship Id="rId47" Type="http://schemas.openxmlformats.org/officeDocument/2006/relationships/font" Target="fonts/PoppinsSemiBold-bold.fntdata"/><Relationship Id="rId49" Type="http://schemas.openxmlformats.org/officeDocument/2006/relationships/font" Target="fonts/PoppinsSemiBold-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font" Target="fonts/Poppins-bold.fntdata"/><Relationship Id="rId34" Type="http://schemas.openxmlformats.org/officeDocument/2006/relationships/font" Target="fonts/Poppins-regular.fntdata"/><Relationship Id="rId37" Type="http://schemas.openxmlformats.org/officeDocument/2006/relationships/font" Target="fonts/Poppins-boldItalic.fntdata"/><Relationship Id="rId36" Type="http://schemas.openxmlformats.org/officeDocument/2006/relationships/font" Target="fonts/Poppins-italic.fntdata"/><Relationship Id="rId39" Type="http://schemas.openxmlformats.org/officeDocument/2006/relationships/font" Target="fonts/Jost-bold.fntdata"/><Relationship Id="rId38" Type="http://schemas.openxmlformats.org/officeDocument/2006/relationships/font" Target="fonts/Jost-regular.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NunitoBlack-boldItalic.fntdata"/><Relationship Id="rId50" Type="http://schemas.openxmlformats.org/officeDocument/2006/relationships/font" Target="fonts/NunitoBlack-bold.fntdata"/><Relationship Id="rId52" Type="http://customschemas.google.com/relationships/presentationmetadata" Target="meta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 name="Shape 647"/>
        <p:cNvGrpSpPr/>
        <p:nvPr/>
      </p:nvGrpSpPr>
      <p:grpSpPr>
        <a:xfrm>
          <a:off x="0" y="0"/>
          <a:ext cx="0" cy="0"/>
          <a:chOff x="0" y="0"/>
          <a:chExt cx="0" cy="0"/>
        </a:xfrm>
      </p:grpSpPr>
      <p:sp>
        <p:nvSpPr>
          <p:cNvPr id="648" name="Google Shape;648;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9" name="Google Shape;649;p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5" name="Shape 655"/>
        <p:cNvGrpSpPr/>
        <p:nvPr/>
      </p:nvGrpSpPr>
      <p:grpSpPr>
        <a:xfrm>
          <a:off x="0" y="0"/>
          <a:ext cx="0" cy="0"/>
          <a:chOff x="0" y="0"/>
          <a:chExt cx="0" cy="0"/>
        </a:xfrm>
      </p:grpSpPr>
      <p:sp>
        <p:nvSpPr>
          <p:cNvPr id="656" name="Google Shape;656;g2bee4f4af4b_0_20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7" name="Google Shape;657;g2bee4f4af4b_0_20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8" name="Google Shape;658;g2bee4f4af4b_0_20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8" name="Shape 678"/>
        <p:cNvGrpSpPr/>
        <p:nvPr/>
      </p:nvGrpSpPr>
      <p:grpSpPr>
        <a:xfrm>
          <a:off x="0" y="0"/>
          <a:ext cx="0" cy="0"/>
          <a:chOff x="0" y="0"/>
          <a:chExt cx="0" cy="0"/>
        </a:xfrm>
      </p:grpSpPr>
      <p:sp>
        <p:nvSpPr>
          <p:cNvPr id="679" name="Google Shape;679;g341b0cfeb39_0_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0" name="Google Shape;680;g341b0cfeb39_0_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1" name="Google Shape;681;g341b0cfeb39_0_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8" name="Shape 708"/>
        <p:cNvGrpSpPr/>
        <p:nvPr/>
      </p:nvGrpSpPr>
      <p:grpSpPr>
        <a:xfrm>
          <a:off x="0" y="0"/>
          <a:ext cx="0" cy="0"/>
          <a:chOff x="0" y="0"/>
          <a:chExt cx="0" cy="0"/>
        </a:xfrm>
      </p:grpSpPr>
      <p:sp>
        <p:nvSpPr>
          <p:cNvPr id="709" name="Google Shape;709;g341b0cfeb39_0_3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0" name="Google Shape;710;g341b0cfeb39_0_3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1" name="Google Shape;711;g341b0cfeb39_0_3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4" name="Shape 744"/>
        <p:cNvGrpSpPr/>
        <p:nvPr/>
      </p:nvGrpSpPr>
      <p:grpSpPr>
        <a:xfrm>
          <a:off x="0" y="0"/>
          <a:ext cx="0" cy="0"/>
          <a:chOff x="0" y="0"/>
          <a:chExt cx="0" cy="0"/>
        </a:xfrm>
      </p:grpSpPr>
      <p:sp>
        <p:nvSpPr>
          <p:cNvPr id="745" name="Google Shape;745;g341b0cfeb39_0_6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6" name="Google Shape;746;g341b0cfeb39_0_6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47" name="Google Shape;747;g341b0cfeb39_0_6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2" name="Shape 792"/>
        <p:cNvGrpSpPr/>
        <p:nvPr/>
      </p:nvGrpSpPr>
      <p:grpSpPr>
        <a:xfrm>
          <a:off x="0" y="0"/>
          <a:ext cx="0" cy="0"/>
          <a:chOff x="0" y="0"/>
          <a:chExt cx="0" cy="0"/>
        </a:xfrm>
      </p:grpSpPr>
      <p:sp>
        <p:nvSpPr>
          <p:cNvPr id="793" name="Google Shape;793;g341b0cfeb39_0_11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4" name="Google Shape;794;g341b0cfeb39_0_11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5" name="Google Shape;795;g341b0cfeb39_0_11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4" name="Shape 844"/>
        <p:cNvGrpSpPr/>
        <p:nvPr/>
      </p:nvGrpSpPr>
      <p:grpSpPr>
        <a:xfrm>
          <a:off x="0" y="0"/>
          <a:ext cx="0" cy="0"/>
          <a:chOff x="0" y="0"/>
          <a:chExt cx="0" cy="0"/>
        </a:xfrm>
      </p:grpSpPr>
      <p:sp>
        <p:nvSpPr>
          <p:cNvPr id="845" name="Google Shape;845;g341b0cfeb39_0_16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6" name="Google Shape;846;g341b0cfeb39_0_16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7" name="Google Shape;847;g341b0cfeb39_0_16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5" name="Shape 865"/>
        <p:cNvGrpSpPr/>
        <p:nvPr/>
      </p:nvGrpSpPr>
      <p:grpSpPr>
        <a:xfrm>
          <a:off x="0" y="0"/>
          <a:ext cx="0" cy="0"/>
          <a:chOff x="0" y="0"/>
          <a:chExt cx="0" cy="0"/>
        </a:xfrm>
      </p:grpSpPr>
      <p:sp>
        <p:nvSpPr>
          <p:cNvPr id="866" name="Google Shape;866;g341b0cfeb39_0_18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7" name="Google Shape;867;g341b0cfeb39_0_18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8" name="Google Shape;868;g341b0cfeb39_0_18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0" name="Shape 900"/>
        <p:cNvGrpSpPr/>
        <p:nvPr/>
      </p:nvGrpSpPr>
      <p:grpSpPr>
        <a:xfrm>
          <a:off x="0" y="0"/>
          <a:ext cx="0" cy="0"/>
          <a:chOff x="0" y="0"/>
          <a:chExt cx="0" cy="0"/>
        </a:xfrm>
      </p:grpSpPr>
      <p:sp>
        <p:nvSpPr>
          <p:cNvPr id="901" name="Google Shape;901;g341b0cfeb39_0_21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2" name="Google Shape;902;g341b0cfeb39_0_21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3" name="Google Shape;903;g341b0cfeb39_0_21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0" name="Shape 920"/>
        <p:cNvGrpSpPr/>
        <p:nvPr/>
      </p:nvGrpSpPr>
      <p:grpSpPr>
        <a:xfrm>
          <a:off x="0" y="0"/>
          <a:ext cx="0" cy="0"/>
          <a:chOff x="0" y="0"/>
          <a:chExt cx="0" cy="0"/>
        </a:xfrm>
      </p:grpSpPr>
      <p:sp>
        <p:nvSpPr>
          <p:cNvPr id="921" name="Google Shape;921;g341b0cfeb39_0_23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22" name="Google Shape;922;g341b0cfeb39_0_23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3" name="Google Shape;923;g341b0cfeb39_0_23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1" name="Shape 941"/>
        <p:cNvGrpSpPr/>
        <p:nvPr/>
      </p:nvGrpSpPr>
      <p:grpSpPr>
        <a:xfrm>
          <a:off x="0" y="0"/>
          <a:ext cx="0" cy="0"/>
          <a:chOff x="0" y="0"/>
          <a:chExt cx="0" cy="0"/>
        </a:xfrm>
      </p:grpSpPr>
      <p:sp>
        <p:nvSpPr>
          <p:cNvPr id="942" name="Google Shape;942;g341b0cfeb39_0_25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3" name="Google Shape;943;g341b0cfeb39_0_25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4" name="Google Shape;944;g341b0cfeb39_0_25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1" name="Shape 971"/>
        <p:cNvGrpSpPr/>
        <p:nvPr/>
      </p:nvGrpSpPr>
      <p:grpSpPr>
        <a:xfrm>
          <a:off x="0" y="0"/>
          <a:ext cx="0" cy="0"/>
          <a:chOff x="0" y="0"/>
          <a:chExt cx="0" cy="0"/>
        </a:xfrm>
      </p:grpSpPr>
      <p:sp>
        <p:nvSpPr>
          <p:cNvPr id="972" name="Google Shape;972;g341b0cfeb39_0_28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3" name="Google Shape;973;g341b0cfeb39_0_28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4" name="Google Shape;974;g341b0cfeb39_0_28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1" name="Shape 1001"/>
        <p:cNvGrpSpPr/>
        <p:nvPr/>
      </p:nvGrpSpPr>
      <p:grpSpPr>
        <a:xfrm>
          <a:off x="0" y="0"/>
          <a:ext cx="0" cy="0"/>
          <a:chOff x="0" y="0"/>
          <a:chExt cx="0" cy="0"/>
        </a:xfrm>
      </p:grpSpPr>
      <p:sp>
        <p:nvSpPr>
          <p:cNvPr id="1002" name="Google Shape;1002;g2c186218c5a_0_2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3" name="Google Shape;1003;g2c186218c5a_0_2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4" name="Google Shape;1004;g2c186218c5a_0_2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4" name="Shape 1014"/>
        <p:cNvGrpSpPr/>
        <p:nvPr/>
      </p:nvGrpSpPr>
      <p:grpSpPr>
        <a:xfrm>
          <a:off x="0" y="0"/>
          <a:ext cx="0" cy="0"/>
          <a:chOff x="0" y="0"/>
          <a:chExt cx="0" cy="0"/>
        </a:xfrm>
      </p:grpSpPr>
      <p:sp>
        <p:nvSpPr>
          <p:cNvPr id="1015" name="Google Shape;1015;g2c186218c5a_0_4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16" name="Google Shape;1016;g2c186218c5a_0_4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7" name="Google Shape;1017;g2c186218c5a_0_4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1" name="Shape 1021"/>
        <p:cNvGrpSpPr/>
        <p:nvPr/>
      </p:nvGrpSpPr>
      <p:grpSpPr>
        <a:xfrm>
          <a:off x="0" y="0"/>
          <a:ext cx="0" cy="0"/>
          <a:chOff x="0" y="0"/>
          <a:chExt cx="0" cy="0"/>
        </a:xfrm>
      </p:grpSpPr>
      <p:sp>
        <p:nvSpPr>
          <p:cNvPr id="1022" name="Google Shape;1022;g2c4fb7f6616_1_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3" name="Google Shape;1023;g2c4fb7f6616_1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4" name="Google Shape;1024;g2c4fb7f6616_1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1" name="Shape 1051"/>
        <p:cNvGrpSpPr/>
        <p:nvPr/>
      </p:nvGrpSpPr>
      <p:grpSpPr>
        <a:xfrm>
          <a:off x="0" y="0"/>
          <a:ext cx="0" cy="0"/>
          <a:chOff x="0" y="0"/>
          <a:chExt cx="0" cy="0"/>
        </a:xfrm>
      </p:grpSpPr>
      <p:sp>
        <p:nvSpPr>
          <p:cNvPr id="1052" name="Google Shape;1052;g273d54cbfde_0_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3" name="Google Shape;1053;g273d54cbfde_0_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4" name="Google Shape;1054;g273d54cbfde_0_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1" name="Shape 1081"/>
        <p:cNvGrpSpPr/>
        <p:nvPr/>
      </p:nvGrpSpPr>
      <p:grpSpPr>
        <a:xfrm>
          <a:off x="0" y="0"/>
          <a:ext cx="0" cy="0"/>
          <a:chOff x="0" y="0"/>
          <a:chExt cx="0" cy="0"/>
        </a:xfrm>
      </p:grpSpPr>
      <p:sp>
        <p:nvSpPr>
          <p:cNvPr id="1082" name="Google Shape;1082;g2c186218c5a_0_4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83" name="Google Shape;1083;g2c186218c5a_0_4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4" name="Google Shape;1084;g2c186218c5a_0_4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8" name="Shape 1088"/>
        <p:cNvGrpSpPr/>
        <p:nvPr/>
      </p:nvGrpSpPr>
      <p:grpSpPr>
        <a:xfrm>
          <a:off x="0" y="0"/>
          <a:ext cx="0" cy="0"/>
          <a:chOff x="0" y="0"/>
          <a:chExt cx="0" cy="0"/>
        </a:xfrm>
      </p:grpSpPr>
      <p:sp>
        <p:nvSpPr>
          <p:cNvPr id="1089" name="Google Shape;1089;g26b641b03cd_0_20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0" name="Google Shape;1090;g26b641b03cd_0_20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1" name="Google Shape;1091;g26b641b03cd_0_20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7" name="Shape 1097"/>
        <p:cNvGrpSpPr/>
        <p:nvPr/>
      </p:nvGrpSpPr>
      <p:grpSpPr>
        <a:xfrm>
          <a:off x="0" y="0"/>
          <a:ext cx="0" cy="0"/>
          <a:chOff x="0" y="0"/>
          <a:chExt cx="0" cy="0"/>
        </a:xfrm>
      </p:grpSpPr>
      <p:sp>
        <p:nvSpPr>
          <p:cNvPr id="1098" name="Google Shape;1098;g2c186218c5a_0_4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9" name="Google Shape;1099;g2c186218c5a_0_4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0" name="Google Shape;1100;g2c186218c5a_0_4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6" name="Shape 1106"/>
        <p:cNvGrpSpPr/>
        <p:nvPr/>
      </p:nvGrpSpPr>
      <p:grpSpPr>
        <a:xfrm>
          <a:off x="0" y="0"/>
          <a:ext cx="0" cy="0"/>
          <a:chOff x="0" y="0"/>
          <a:chExt cx="0" cy="0"/>
        </a:xfrm>
      </p:grpSpPr>
      <p:sp>
        <p:nvSpPr>
          <p:cNvPr id="1107" name="Google Shape;1107;g26b641b03cd_0_21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08" name="Google Shape;1108;g26b641b03cd_0_2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9" name="Google Shape;1109;g26b641b03cd_0_21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5" name="Shape 1115"/>
        <p:cNvGrpSpPr/>
        <p:nvPr/>
      </p:nvGrpSpPr>
      <p:grpSpPr>
        <a:xfrm>
          <a:off x="0" y="0"/>
          <a:ext cx="0" cy="0"/>
          <a:chOff x="0" y="0"/>
          <a:chExt cx="0" cy="0"/>
        </a:xfrm>
      </p:grpSpPr>
      <p:sp>
        <p:nvSpPr>
          <p:cNvPr id="1116" name="Google Shape;1116;g2c186218c5a_0_14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17" name="Google Shape;1117;g2c186218c5a_0_14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8" name="Google Shape;1118;g2c186218c5a_0_14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4" name="Shape 1124"/>
        <p:cNvGrpSpPr/>
        <p:nvPr/>
      </p:nvGrpSpPr>
      <p:grpSpPr>
        <a:xfrm>
          <a:off x="0" y="0"/>
          <a:ext cx="0" cy="0"/>
          <a:chOff x="0" y="0"/>
          <a:chExt cx="0" cy="0"/>
        </a:xfrm>
      </p:grpSpPr>
      <p:sp>
        <p:nvSpPr>
          <p:cNvPr id="1125" name="Google Shape;1125;g26b641b03cd_0_30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26" name="Google Shape;1126;g26b641b03cd_0_30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7" name="Google Shape;1127;g26b641b03cd_0_30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3" name="Shape 1133"/>
        <p:cNvGrpSpPr/>
        <p:nvPr/>
      </p:nvGrpSpPr>
      <p:grpSpPr>
        <a:xfrm>
          <a:off x="0" y="0"/>
          <a:ext cx="0" cy="0"/>
          <a:chOff x="0" y="0"/>
          <a:chExt cx="0" cy="0"/>
        </a:xfrm>
      </p:grpSpPr>
      <p:sp>
        <p:nvSpPr>
          <p:cNvPr id="1134" name="Google Shape;1134;g26b641b03cd_0_30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5" name="Google Shape;1135;g26b641b03cd_0_30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6" name="Google Shape;1136;g26b641b03cd_0_30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2" name="Shape 1142"/>
        <p:cNvGrpSpPr/>
        <p:nvPr/>
      </p:nvGrpSpPr>
      <p:grpSpPr>
        <a:xfrm>
          <a:off x="0" y="0"/>
          <a:ext cx="0" cy="0"/>
          <a:chOff x="0" y="0"/>
          <a:chExt cx="0" cy="0"/>
        </a:xfrm>
      </p:grpSpPr>
      <p:sp>
        <p:nvSpPr>
          <p:cNvPr id="1143" name="Google Shape;1143;g1f3daf8a844_0_6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44" name="Google Shape;1144;g1f3daf8a844_0_6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5" name="Google Shape;1145;g1f3daf8a844_0_6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9" name="Shape 1169"/>
        <p:cNvGrpSpPr/>
        <p:nvPr/>
      </p:nvGrpSpPr>
      <p:grpSpPr>
        <a:xfrm>
          <a:off x="0" y="0"/>
          <a:ext cx="0" cy="0"/>
          <a:chOff x="0" y="0"/>
          <a:chExt cx="0" cy="0"/>
        </a:xfrm>
      </p:grpSpPr>
      <p:sp>
        <p:nvSpPr>
          <p:cNvPr id="1170" name="Google Shape;1170;g273d54cbfde_0_4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71" name="Google Shape;1171;g273d54cbfde_0_4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72" name="Google Shape;1172;g273d54cbfde_0_4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8" name="Shape 1198"/>
        <p:cNvGrpSpPr/>
        <p:nvPr/>
      </p:nvGrpSpPr>
      <p:grpSpPr>
        <a:xfrm>
          <a:off x="0" y="0"/>
          <a:ext cx="0" cy="0"/>
          <a:chOff x="0" y="0"/>
          <a:chExt cx="0" cy="0"/>
        </a:xfrm>
      </p:grpSpPr>
      <p:sp>
        <p:nvSpPr>
          <p:cNvPr id="1199" name="Google Shape;1199;g2c186218c5a_0_12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00" name="Google Shape;1200;g2c186218c5a_0_12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01" name="Google Shape;1201;g2c186218c5a_0_12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4" name="Shape 1204"/>
        <p:cNvGrpSpPr/>
        <p:nvPr/>
      </p:nvGrpSpPr>
      <p:grpSpPr>
        <a:xfrm>
          <a:off x="0" y="0"/>
          <a:ext cx="0" cy="0"/>
          <a:chOff x="0" y="0"/>
          <a:chExt cx="0" cy="0"/>
        </a:xfrm>
      </p:grpSpPr>
      <p:sp>
        <p:nvSpPr>
          <p:cNvPr id="1205" name="Google Shape;1205;g2c4fb7f6616_0_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06" name="Google Shape;1206;g2c4fb7f6616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07" name="Google Shape;1207;g2c4fb7f6616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8.png"/><Relationship Id="rId4" Type="http://schemas.openxmlformats.org/officeDocument/2006/relationships/image" Target="../media/image15.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www.rainbowphonics.com" TargetMode="External"/><Relationship Id="rId3" Type="http://schemas.openxmlformats.org/officeDocument/2006/relationships/hyperlink" Target="http://www.beanstalkbooks.com" TargetMode="External"/><Relationship Id="rId4" Type="http://schemas.openxmlformats.org/officeDocument/2006/relationships/hyperlink" Target="http://www.juniorlearning.com" TargetMode="External"/><Relationship Id="rId10" Type="http://schemas.openxmlformats.org/officeDocument/2006/relationships/image" Target="../media/image2.png"/><Relationship Id="rId9" Type="http://schemas.openxmlformats.org/officeDocument/2006/relationships/image" Target="../media/image6.png"/><Relationship Id="rId5" Type="http://schemas.openxmlformats.org/officeDocument/2006/relationships/image" Target="../media/image15.png"/><Relationship Id="rId6" Type="http://schemas.openxmlformats.org/officeDocument/2006/relationships/image" Target="../media/image3.png"/><Relationship Id="rId7" Type="http://schemas.openxmlformats.org/officeDocument/2006/relationships/image" Target="../media/image4.png"/><Relationship Id="rId8" Type="http://schemas.openxmlformats.org/officeDocument/2006/relationships/image" Target="../media/image7.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jpg"/><Relationship Id="rId3"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1.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Phase, week, lesson">
  <p:cSld name="Title Slide-Phase, week, lesson">
    <p:spTree>
      <p:nvGrpSpPr>
        <p:cNvPr id="15" name="Shape 15"/>
        <p:cNvGrpSpPr/>
        <p:nvPr/>
      </p:nvGrpSpPr>
      <p:grpSpPr>
        <a:xfrm>
          <a:off x="0" y="0"/>
          <a:ext cx="0" cy="0"/>
          <a:chOff x="0" y="0"/>
          <a:chExt cx="0" cy="0"/>
        </a:xfrm>
      </p:grpSpPr>
      <p:sp>
        <p:nvSpPr>
          <p:cNvPr id="16" name="Google Shape;16;p14"/>
          <p:cNvSpPr txBox="1"/>
          <p:nvPr>
            <p:ph idx="1" type="subTitle"/>
          </p:nvPr>
        </p:nvSpPr>
        <p:spPr>
          <a:xfrm>
            <a:off x="884092" y="2716660"/>
            <a:ext cx="3882600" cy="845400"/>
          </a:xfrm>
          <a:prstGeom prst="rect">
            <a:avLst/>
          </a:prstGeom>
          <a:noFill/>
          <a:ln>
            <a:noFill/>
          </a:ln>
        </p:spPr>
        <p:txBody>
          <a:bodyPr anchorCtr="0" anchor="t" bIns="0" lIns="0" spcFirstLastPara="1" rIns="0" wrap="square" tIns="0">
            <a:normAutofit/>
          </a:bodyPr>
          <a:lstStyle>
            <a:lvl1pPr lvl="0" algn="l">
              <a:lnSpc>
                <a:spcPct val="90000"/>
              </a:lnSpc>
              <a:spcBef>
                <a:spcPts val="1000"/>
              </a:spcBef>
              <a:spcAft>
                <a:spcPts val="0"/>
              </a:spcAft>
              <a:buClr>
                <a:srgbClr val="262626"/>
              </a:buClr>
              <a:buSzPts val="3200"/>
              <a:buNone/>
              <a:defRPr b="0" sz="320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7" name="Google Shape;17;p14"/>
          <p:cNvSpPr txBox="1"/>
          <p:nvPr/>
        </p:nvSpPr>
        <p:spPr>
          <a:xfrm>
            <a:off x="804225" y="1600125"/>
            <a:ext cx="5299200" cy="1015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6600"/>
              <a:buFont typeface="Arial"/>
              <a:buNone/>
            </a:pPr>
            <a:r>
              <a:rPr lang="en-US" sz="6000">
                <a:solidFill>
                  <a:srgbClr val="CB3D85"/>
                </a:solidFill>
                <a:latin typeface="Poppins SemiBold"/>
                <a:ea typeface="Poppins SemiBold"/>
                <a:cs typeface="Poppins SemiBold"/>
                <a:sym typeface="Poppins SemiBold"/>
              </a:rPr>
              <a:t>Phase 5.5</a:t>
            </a:r>
            <a:endParaRPr b="0" i="0" sz="6000" u="none" cap="none" strike="noStrike">
              <a:solidFill>
                <a:srgbClr val="CB3D85"/>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 name="Google Shape;19;p14"/>
          <p:cNvSpPr txBox="1"/>
          <p:nvPr>
            <p:ph idx="2" type="subTitle"/>
          </p:nvPr>
        </p:nvSpPr>
        <p:spPr>
          <a:xfrm>
            <a:off x="884092" y="3677905"/>
            <a:ext cx="3882600" cy="845400"/>
          </a:xfrm>
          <a:prstGeom prst="rect">
            <a:avLst/>
          </a:prstGeom>
          <a:noFill/>
          <a:ln>
            <a:noFill/>
          </a:ln>
        </p:spPr>
        <p:txBody>
          <a:bodyPr anchorCtr="0" anchor="t" bIns="0" lIns="0" spcFirstLastPara="1" rIns="0" wrap="square" tIns="0">
            <a:normAutofit/>
          </a:bodyPr>
          <a:lstStyle>
            <a:lvl1pPr lvl="0" algn="l">
              <a:lnSpc>
                <a:spcPct val="90000"/>
              </a:lnSpc>
              <a:spcBef>
                <a:spcPts val="1000"/>
              </a:spcBef>
              <a:spcAft>
                <a:spcPts val="0"/>
              </a:spcAft>
              <a:buClr>
                <a:srgbClr val="262626"/>
              </a:buClr>
              <a:buSzPts val="2200"/>
              <a:buNone/>
              <a:defRPr b="0" i="1" sz="220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3" name="Google Shape;23;p14">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4" name="Google Shape;24;p14">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7" name="Google Shape;27;p14"/>
            <p:cNvGrpSpPr/>
            <p:nvPr/>
          </p:nvGrpSpPr>
          <p:grpSpPr>
            <a:xfrm>
              <a:off x="5905920" y="88100"/>
              <a:ext cx="1337400" cy="403500"/>
              <a:chOff x="565600" y="88250"/>
              <a:chExt cx="1337400" cy="403500"/>
            </a:xfrm>
          </p:grpSpPr>
          <p:sp>
            <p:nvSpPr>
              <p:cNvPr id="28" name="Google Shape;28;p14"/>
              <p:cNvSpPr/>
              <p:nvPr/>
            </p:nvSpPr>
            <p:spPr>
              <a:xfrm>
                <a:off x="565600" y="88250"/>
                <a:ext cx="1337400" cy="240000"/>
              </a:xfrm>
              <a:prstGeom prst="roundRect">
                <a:avLst>
                  <a:gd fmla="val 16667"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92278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92278F"/>
                  </a:solidFill>
                  <a:latin typeface="Poppins"/>
                  <a:ea typeface="Poppins"/>
                  <a:cs typeface="Poppins"/>
                  <a:sym typeface="Poppins"/>
                </a:endParaRPr>
              </a:p>
            </p:txBody>
          </p:sp>
        </p:grpSp>
        <p:sp>
          <p:nvSpPr>
            <p:cNvPr id="30" name="Google Shape;30;p14"/>
            <p:cNvSpPr txBox="1"/>
            <p:nvPr/>
          </p:nvSpPr>
          <p:spPr>
            <a:xfrm>
              <a:off x="789125" y="88250"/>
              <a:ext cx="974100" cy="365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2</a:t>
              </a:r>
              <a:endParaRPr b="0" i="0" sz="1500" u="none" cap="none" strike="noStrike">
                <a:solidFill>
                  <a:srgbClr val="9FC5E8"/>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4</a:t>
              </a:r>
              <a:endParaRPr b="0" i="0" sz="1300" u="none" cap="none" strike="noStrik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4753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5</a:t>
              </a:r>
              <a:endParaRPr b="0" i="0" sz="1300" u="none" cap="none" strike="noStrike">
                <a:solidFill>
                  <a:srgbClr val="FFFFFF"/>
                </a:solidFill>
                <a:latin typeface="Poppins SemiBold"/>
                <a:ea typeface="Poppins SemiBold"/>
                <a:cs typeface="Poppins SemiBold"/>
                <a:sym typeface="Poppins SemiBold"/>
              </a:endParaRPr>
            </a:p>
          </p:txBody>
        </p:sp>
        <p:sp>
          <p:nvSpPr>
            <p:cNvPr id="33" name="Google Shape;33;p14"/>
            <p:cNvSpPr txBox="1"/>
            <p:nvPr/>
          </p:nvSpPr>
          <p:spPr>
            <a:xfrm>
              <a:off x="60968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FFFFFF"/>
                  </a:solidFill>
                  <a:latin typeface="Poppins SemiBold"/>
                  <a:ea typeface="Poppins SemiBold"/>
                  <a:cs typeface="Poppins SemiBold"/>
                  <a:sym typeface="Poppins SemiBold"/>
                </a:rPr>
                <a:t>Phase 5.5</a:t>
              </a:r>
              <a:endParaRPr b="0" i="0" sz="1300" u="none" cap="none" strike="noStrike">
                <a:solidFill>
                  <a:srgbClr val="FFFFFF"/>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5" name="Google Shape;35;p14"/>
            <p:cNvSpPr txBox="1"/>
            <p:nvPr/>
          </p:nvSpPr>
          <p:spPr>
            <a:xfrm>
              <a:off x="7422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6</a:t>
              </a:r>
              <a:endParaRPr b="0" i="0" sz="1300" u="none" cap="none" strike="noStrike">
                <a:solidFill>
                  <a:srgbClr val="9FC5E8"/>
                </a:solidFill>
                <a:latin typeface="Poppins SemiBold"/>
                <a:ea typeface="Poppins SemiBold"/>
                <a:cs typeface="Poppins SemiBold"/>
                <a:sym typeface="Poppins SemiBold"/>
              </a:endParaRPr>
            </a:p>
          </p:txBody>
        </p:sp>
        <p:sp>
          <p:nvSpPr>
            <p:cNvPr id="36" name="Google Shape;36;p14"/>
            <p:cNvSpPr/>
            <p:nvPr/>
          </p:nvSpPr>
          <p:spPr>
            <a:xfrm>
              <a:off x="724100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7" name="Google Shape;37;p14"/>
            <p:cNvSpPr/>
            <p:nvPr/>
          </p:nvSpPr>
          <p:spPr>
            <a:xfrm>
              <a:off x="56560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163B7E"/>
                </a:solidFill>
                <a:latin typeface="Poppins"/>
                <a:ea typeface="Poppins"/>
                <a:cs typeface="Poppins"/>
                <a:sym typeface="Poppins"/>
              </a:endParaRPr>
            </a:p>
          </p:txBody>
        </p:sp>
        <p:sp>
          <p:nvSpPr>
            <p:cNvPr id="38" name="Google Shape;38;p14"/>
            <p:cNvSpPr txBox="1"/>
            <p:nvPr/>
          </p:nvSpPr>
          <p:spPr>
            <a:xfrm>
              <a:off x="2084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3</a:t>
              </a:r>
              <a:endParaRPr b="0" i="0" sz="1300" u="none" cap="none" strike="noStrike">
                <a:solidFill>
                  <a:srgbClr val="9FC5E8"/>
                </a:solidFill>
                <a:latin typeface="Poppins SemiBold"/>
                <a:ea typeface="Poppins SemiBold"/>
                <a:cs typeface="Poppins SemiBold"/>
                <a:sym typeface="Poppins SemiBold"/>
              </a:endParaRPr>
            </a:p>
          </p:txBody>
        </p:sp>
        <p:sp>
          <p:nvSpPr>
            <p:cNvPr id="39" name="Google Shape;39;p14"/>
            <p:cNvSpPr/>
            <p:nvPr/>
          </p:nvSpPr>
          <p:spPr>
            <a:xfrm>
              <a:off x="190068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0" name="Google Shape;40;p14"/>
            <p:cNvSpPr/>
            <p:nvPr/>
          </p:nvSpPr>
          <p:spPr>
            <a:xfrm>
              <a:off x="323576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ily objective">
  <p:cSld name="1_Daily objective, Revision">
    <p:spTree>
      <p:nvGrpSpPr>
        <p:cNvPr id="41" name="Shape 41"/>
        <p:cNvGrpSpPr/>
        <p:nvPr/>
      </p:nvGrpSpPr>
      <p:grpSpPr>
        <a:xfrm>
          <a:off x="0" y="0"/>
          <a:ext cx="0" cy="0"/>
          <a:chOff x="0" y="0"/>
          <a:chExt cx="0" cy="0"/>
        </a:xfrm>
      </p:grpSpPr>
      <p:sp>
        <p:nvSpPr>
          <p:cNvPr id="42" name="Google Shape;42;p15"/>
          <p:cNvSpPr txBox="1"/>
          <p:nvPr>
            <p:ph idx="1" type="body"/>
          </p:nvPr>
        </p:nvSpPr>
        <p:spPr>
          <a:xfrm>
            <a:off x="3298550" y="1032250"/>
            <a:ext cx="4850100" cy="620700"/>
          </a:xfrm>
          <a:prstGeom prst="rect">
            <a:avLst/>
          </a:prstGeom>
          <a:noFill/>
          <a:ln>
            <a:noFill/>
          </a:ln>
        </p:spPr>
        <p:txBody>
          <a:bodyPr anchorCtr="0" anchor="ctr" bIns="0" lIns="0" spcFirstLastPara="1" rIns="0" wrap="square" tIns="0">
            <a:noAutofit/>
          </a:bodyPr>
          <a:lstStyle>
            <a:lvl1pPr indent="-330200" lvl="0" marL="457200" algn="l">
              <a:lnSpc>
                <a:spcPct val="100000"/>
              </a:lnSpc>
              <a:spcBef>
                <a:spcPts val="1000"/>
              </a:spcBef>
              <a:spcAft>
                <a:spcPts val="0"/>
              </a:spcAft>
              <a:buClr>
                <a:srgbClr val="262626"/>
              </a:buClr>
              <a:buSzPts val="1600"/>
              <a:buChar char="•"/>
              <a:defRPr sz="1600">
                <a:solidFill>
                  <a:srgbClr val="262626"/>
                </a:solidFill>
              </a:defRPr>
            </a:lvl1pPr>
            <a:lvl2pPr indent="-330200" lvl="1" marL="914400" algn="l">
              <a:lnSpc>
                <a:spcPct val="100000"/>
              </a:lnSpc>
              <a:spcBef>
                <a:spcPts val="1000"/>
              </a:spcBef>
              <a:spcAft>
                <a:spcPts val="0"/>
              </a:spcAft>
              <a:buClr>
                <a:schemeClr val="dk1"/>
              </a:buClr>
              <a:buSzPts val="1600"/>
              <a:buChar char="•"/>
              <a:defRPr sz="1600"/>
            </a:lvl2pPr>
            <a:lvl3pPr indent="-228600" lvl="2" marL="1371600" algn="l">
              <a:lnSpc>
                <a:spcPct val="100000"/>
              </a:lnSpc>
              <a:spcBef>
                <a:spcPts val="1000"/>
              </a:spcBef>
              <a:spcAft>
                <a:spcPts val="0"/>
              </a:spcAft>
              <a:buClr>
                <a:schemeClr val="dk1"/>
              </a:buClr>
              <a:buSzPts val="1600"/>
              <a:buNone/>
              <a:defRPr sz="1600"/>
            </a:lvl3pPr>
            <a:lvl4pPr indent="-330200" lvl="3" marL="1828800" algn="l">
              <a:lnSpc>
                <a:spcPct val="100000"/>
              </a:lnSpc>
              <a:spcBef>
                <a:spcPts val="1000"/>
              </a:spcBef>
              <a:spcAft>
                <a:spcPts val="0"/>
              </a:spcAft>
              <a:buClr>
                <a:schemeClr val="dk1"/>
              </a:buClr>
              <a:buSzPts val="1600"/>
              <a:buChar char="•"/>
              <a:defRPr sz="1600"/>
            </a:lvl4pPr>
            <a:lvl5pPr indent="-330200" lvl="4" marL="2286000" algn="l">
              <a:lnSpc>
                <a:spcPct val="100000"/>
              </a:lnSpc>
              <a:spcBef>
                <a:spcPts val="500"/>
              </a:spcBef>
              <a:spcAft>
                <a:spcPts val="0"/>
              </a:spcAft>
              <a:buClr>
                <a:schemeClr val="dk1"/>
              </a:buClr>
              <a:buSzPts val="1600"/>
              <a:buChar char="•"/>
              <a:defRPr sz="1600"/>
            </a:lvl5pPr>
            <a:lvl6pPr indent="-330200" lvl="5" marL="2743200" algn="l">
              <a:lnSpc>
                <a:spcPct val="100000"/>
              </a:lnSpc>
              <a:spcBef>
                <a:spcPts val="500"/>
              </a:spcBef>
              <a:spcAft>
                <a:spcPts val="0"/>
              </a:spcAft>
              <a:buClr>
                <a:schemeClr val="dk1"/>
              </a:buClr>
              <a:buSzPts val="1600"/>
              <a:buChar char="•"/>
              <a:defRPr sz="1600"/>
            </a:lvl6pPr>
            <a:lvl7pPr indent="-330200" lvl="6" marL="3200400" algn="l">
              <a:lnSpc>
                <a:spcPct val="100000"/>
              </a:lnSpc>
              <a:spcBef>
                <a:spcPts val="500"/>
              </a:spcBef>
              <a:spcAft>
                <a:spcPts val="0"/>
              </a:spcAft>
              <a:buClr>
                <a:schemeClr val="dk1"/>
              </a:buClr>
              <a:buSzPts val="1600"/>
              <a:buChar char="•"/>
              <a:defRPr sz="1600"/>
            </a:lvl7pPr>
            <a:lvl8pPr indent="-330200" lvl="7" marL="3657600" algn="l">
              <a:lnSpc>
                <a:spcPct val="100000"/>
              </a:lnSpc>
              <a:spcBef>
                <a:spcPts val="500"/>
              </a:spcBef>
              <a:spcAft>
                <a:spcPts val="0"/>
              </a:spcAft>
              <a:buClr>
                <a:schemeClr val="dk1"/>
              </a:buClr>
              <a:buSzPts val="1600"/>
              <a:buChar char="•"/>
              <a:defRPr sz="1600"/>
            </a:lvl8pPr>
            <a:lvl9pPr indent="-330200" lvl="8" marL="4114800" algn="l">
              <a:lnSpc>
                <a:spcPct val="100000"/>
              </a:lnSpc>
              <a:spcBef>
                <a:spcPts val="500"/>
              </a:spcBef>
              <a:spcAft>
                <a:spcPts val="0"/>
              </a:spcAft>
              <a:buClr>
                <a:schemeClr val="dk1"/>
              </a:buClr>
              <a:buSzPts val="1600"/>
              <a:buChar char="•"/>
              <a:defRPr sz="1600"/>
            </a:lvl9pPr>
          </a:lstStyle>
          <a:p/>
        </p:txBody>
      </p:sp>
      <p:sp>
        <p:nvSpPr>
          <p:cNvPr id="43" name="Google Shape;43;p15"/>
          <p:cNvSpPr txBox="1"/>
          <p:nvPr>
            <p:ph idx="2" type="body"/>
          </p:nvPr>
        </p:nvSpPr>
        <p:spPr>
          <a:xfrm>
            <a:off x="3298550" y="2159660"/>
            <a:ext cx="4850100" cy="620700"/>
          </a:xfrm>
          <a:prstGeom prst="rect">
            <a:avLst/>
          </a:prstGeom>
          <a:noFill/>
          <a:ln>
            <a:noFill/>
          </a:ln>
        </p:spPr>
        <p:txBody>
          <a:bodyPr anchorCtr="0" anchor="ctr" bIns="0" lIns="0" spcFirstLastPara="1" rIns="0" wrap="square" tIns="0">
            <a:noAutofit/>
          </a:bodyPr>
          <a:lstStyle>
            <a:lvl1pPr indent="-330200" lvl="0" marL="457200" algn="l">
              <a:lnSpc>
                <a:spcPct val="100000"/>
              </a:lnSpc>
              <a:spcBef>
                <a:spcPts val="1000"/>
              </a:spcBef>
              <a:spcAft>
                <a:spcPts val="0"/>
              </a:spcAft>
              <a:buClr>
                <a:srgbClr val="262626"/>
              </a:buClr>
              <a:buSzPts val="1600"/>
              <a:buChar char="•"/>
              <a:defRPr sz="1600">
                <a:solidFill>
                  <a:srgbClr val="262626"/>
                </a:solidFill>
              </a:defRPr>
            </a:lvl1pPr>
            <a:lvl2pPr indent="-330200" lvl="1" marL="914400" algn="l">
              <a:lnSpc>
                <a:spcPct val="100000"/>
              </a:lnSpc>
              <a:spcBef>
                <a:spcPts val="1000"/>
              </a:spcBef>
              <a:spcAft>
                <a:spcPts val="0"/>
              </a:spcAft>
              <a:buClr>
                <a:schemeClr val="dk1"/>
              </a:buClr>
              <a:buSzPts val="1600"/>
              <a:buChar char="•"/>
              <a:defRPr sz="1600"/>
            </a:lvl2pPr>
            <a:lvl3pPr indent="-330200" lvl="2" marL="1371600" algn="l">
              <a:lnSpc>
                <a:spcPct val="100000"/>
              </a:lnSpc>
              <a:spcBef>
                <a:spcPts val="1000"/>
              </a:spcBef>
              <a:spcAft>
                <a:spcPts val="0"/>
              </a:spcAft>
              <a:buClr>
                <a:schemeClr val="dk1"/>
              </a:buClr>
              <a:buSzPts val="1600"/>
              <a:buChar char="•"/>
              <a:defRPr sz="1600"/>
            </a:lvl3pPr>
            <a:lvl4pPr indent="-330200" lvl="3" marL="1828800" algn="l">
              <a:lnSpc>
                <a:spcPct val="100000"/>
              </a:lnSpc>
              <a:spcBef>
                <a:spcPts val="1000"/>
              </a:spcBef>
              <a:spcAft>
                <a:spcPts val="0"/>
              </a:spcAft>
              <a:buClr>
                <a:schemeClr val="dk1"/>
              </a:buClr>
              <a:buSzPts val="1600"/>
              <a:buChar char="•"/>
              <a:defRPr sz="1600"/>
            </a:lvl4pPr>
            <a:lvl5pPr indent="-330200" lvl="4" marL="2286000" algn="l">
              <a:lnSpc>
                <a:spcPct val="100000"/>
              </a:lnSpc>
              <a:spcBef>
                <a:spcPts val="500"/>
              </a:spcBef>
              <a:spcAft>
                <a:spcPts val="0"/>
              </a:spcAft>
              <a:buClr>
                <a:schemeClr val="dk1"/>
              </a:buClr>
              <a:buSzPts val="1600"/>
              <a:buChar char="•"/>
              <a:defRPr sz="1600"/>
            </a:lvl5pPr>
            <a:lvl6pPr indent="-330200" lvl="5" marL="2743200" algn="l">
              <a:lnSpc>
                <a:spcPct val="100000"/>
              </a:lnSpc>
              <a:spcBef>
                <a:spcPts val="500"/>
              </a:spcBef>
              <a:spcAft>
                <a:spcPts val="0"/>
              </a:spcAft>
              <a:buClr>
                <a:schemeClr val="dk1"/>
              </a:buClr>
              <a:buSzPts val="1600"/>
              <a:buChar char="•"/>
              <a:defRPr sz="1600"/>
            </a:lvl6pPr>
            <a:lvl7pPr indent="-330200" lvl="6" marL="3200400" algn="l">
              <a:lnSpc>
                <a:spcPct val="100000"/>
              </a:lnSpc>
              <a:spcBef>
                <a:spcPts val="500"/>
              </a:spcBef>
              <a:spcAft>
                <a:spcPts val="0"/>
              </a:spcAft>
              <a:buClr>
                <a:schemeClr val="dk1"/>
              </a:buClr>
              <a:buSzPts val="1600"/>
              <a:buChar char="•"/>
              <a:defRPr sz="1600"/>
            </a:lvl7pPr>
            <a:lvl8pPr indent="-330200" lvl="7" marL="3657600" algn="l">
              <a:lnSpc>
                <a:spcPct val="100000"/>
              </a:lnSpc>
              <a:spcBef>
                <a:spcPts val="500"/>
              </a:spcBef>
              <a:spcAft>
                <a:spcPts val="0"/>
              </a:spcAft>
              <a:buClr>
                <a:schemeClr val="dk1"/>
              </a:buClr>
              <a:buSzPts val="1600"/>
              <a:buChar char="•"/>
              <a:defRPr sz="1600"/>
            </a:lvl8pPr>
            <a:lvl9pPr indent="-330200" lvl="8" marL="4114800" algn="l">
              <a:lnSpc>
                <a:spcPct val="100000"/>
              </a:lnSpc>
              <a:spcBef>
                <a:spcPts val="500"/>
              </a:spcBef>
              <a:spcAft>
                <a:spcPts val="0"/>
              </a:spcAft>
              <a:buClr>
                <a:schemeClr val="dk1"/>
              </a:buClr>
              <a:buSzPts val="1600"/>
              <a:buChar char="•"/>
              <a:defRPr sz="1600"/>
            </a:lvl9pPr>
          </a:lstStyle>
          <a:p/>
        </p:txBody>
      </p:sp>
      <p:sp>
        <p:nvSpPr>
          <p:cNvPr id="44" name="Google Shape;44;p15"/>
          <p:cNvSpPr txBox="1"/>
          <p:nvPr/>
        </p:nvSpPr>
        <p:spPr>
          <a:xfrm>
            <a:off x="856314" y="3261675"/>
            <a:ext cx="6198000" cy="497700"/>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Clr>
                <a:srgbClr val="262626"/>
              </a:buClr>
              <a:buSzPts val="2400"/>
              <a:buFont typeface="Poppins"/>
              <a:buNone/>
            </a:pPr>
            <a:r>
              <a:rPr b="0" i="0" lang="en-US" sz="2400" u="none" cap="none" strike="noStrike">
                <a:solidFill>
                  <a:srgbClr val="262626"/>
                </a:solidFill>
                <a:latin typeface="Poppins"/>
                <a:ea typeface="Poppins"/>
                <a:cs typeface="Poppins"/>
                <a:sym typeface="Poppins"/>
              </a:rPr>
              <a:t>Supplementary Resources:</a:t>
            </a:r>
            <a:endParaRPr b="0" i="0" sz="2400" u="none" cap="none" strike="noStrike">
              <a:solidFill>
                <a:srgbClr val="262626"/>
              </a:solidFill>
              <a:latin typeface="Poppins"/>
              <a:ea typeface="Poppins"/>
              <a:cs typeface="Poppins"/>
              <a:sym typeface="Poppins"/>
            </a:endParaRPr>
          </a:p>
        </p:txBody>
      </p:sp>
      <p:sp>
        <p:nvSpPr>
          <p:cNvPr id="45" name="Google Shape;45;p15"/>
          <p:cNvSpPr txBox="1"/>
          <p:nvPr>
            <p:ph idx="3" type="body"/>
          </p:nvPr>
        </p:nvSpPr>
        <p:spPr>
          <a:xfrm>
            <a:off x="856325" y="3761525"/>
            <a:ext cx="7215900" cy="338700"/>
          </a:xfrm>
          <a:prstGeom prst="rect">
            <a:avLst/>
          </a:prstGeom>
          <a:noFill/>
          <a:ln>
            <a:noFill/>
          </a:ln>
        </p:spPr>
        <p:txBody>
          <a:bodyPr anchorCtr="0" anchor="t" bIns="45700" lIns="91425" spcFirstLastPara="1" rIns="91425" wrap="square" tIns="45700">
            <a:normAutofit/>
          </a:bodyPr>
          <a:lstStyle>
            <a:lvl1pPr indent="-330200" lvl="0" marL="457200" algn="l">
              <a:lnSpc>
                <a:spcPct val="100000"/>
              </a:lnSpc>
              <a:spcBef>
                <a:spcPts val="1000"/>
              </a:spcBef>
              <a:spcAft>
                <a:spcPts val="0"/>
              </a:spcAft>
              <a:buClr>
                <a:srgbClr val="262626"/>
              </a:buClr>
              <a:buSzPts val="1600"/>
              <a:buChar char="•"/>
              <a:defRPr sz="1600">
                <a:solidFill>
                  <a:srgbClr val="262626"/>
                </a:solidFill>
              </a:defRPr>
            </a:lvl1pPr>
            <a:lvl2pPr indent="-330200" lvl="1" marL="914400" algn="l">
              <a:lnSpc>
                <a:spcPct val="100000"/>
              </a:lnSpc>
              <a:spcBef>
                <a:spcPts val="500"/>
              </a:spcBef>
              <a:spcAft>
                <a:spcPts val="0"/>
              </a:spcAft>
              <a:buClr>
                <a:srgbClr val="262626"/>
              </a:buClr>
              <a:buSzPts val="1600"/>
              <a:buChar char="•"/>
              <a:defRPr sz="1600">
                <a:solidFill>
                  <a:srgbClr val="262626"/>
                </a:solidFill>
              </a:defRPr>
            </a:lvl2pPr>
            <a:lvl3pPr indent="-330200" lvl="2" marL="1371600" algn="l">
              <a:lnSpc>
                <a:spcPct val="100000"/>
              </a:lnSpc>
              <a:spcBef>
                <a:spcPts val="500"/>
              </a:spcBef>
              <a:spcAft>
                <a:spcPts val="0"/>
              </a:spcAft>
              <a:buClr>
                <a:srgbClr val="262626"/>
              </a:buClr>
              <a:buSzPts val="1600"/>
              <a:buChar char="•"/>
              <a:defRPr sz="1600">
                <a:solidFill>
                  <a:srgbClr val="262626"/>
                </a:solidFill>
              </a:defRPr>
            </a:lvl3pPr>
            <a:lvl4pPr indent="-330200" lvl="3" marL="1828800" algn="l">
              <a:lnSpc>
                <a:spcPct val="100000"/>
              </a:lnSpc>
              <a:spcBef>
                <a:spcPts val="500"/>
              </a:spcBef>
              <a:spcAft>
                <a:spcPts val="0"/>
              </a:spcAft>
              <a:buClr>
                <a:srgbClr val="262626"/>
              </a:buClr>
              <a:buSzPts val="1600"/>
              <a:buChar char="•"/>
              <a:defRPr sz="1600">
                <a:solidFill>
                  <a:srgbClr val="262626"/>
                </a:solidFill>
              </a:defRPr>
            </a:lvl4pPr>
            <a:lvl5pPr indent="-330200" lvl="4" marL="2286000" algn="l">
              <a:lnSpc>
                <a:spcPct val="100000"/>
              </a:lnSpc>
              <a:spcBef>
                <a:spcPts val="500"/>
              </a:spcBef>
              <a:spcAft>
                <a:spcPts val="0"/>
              </a:spcAft>
              <a:buClr>
                <a:srgbClr val="262626"/>
              </a:buClr>
              <a:buSzPts val="1600"/>
              <a:buChar char="•"/>
              <a:defRPr sz="1600">
                <a:solidFill>
                  <a:srgbClr val="262626"/>
                </a:solidFill>
              </a:defRPr>
            </a:lvl5pPr>
            <a:lvl6pPr indent="-330200" lvl="5" marL="2743200" algn="l">
              <a:lnSpc>
                <a:spcPct val="100000"/>
              </a:lnSpc>
              <a:spcBef>
                <a:spcPts val="500"/>
              </a:spcBef>
              <a:spcAft>
                <a:spcPts val="0"/>
              </a:spcAft>
              <a:buClr>
                <a:schemeClr val="dk1"/>
              </a:buClr>
              <a:buSzPts val="1600"/>
              <a:buChar char="•"/>
              <a:defRPr sz="1600"/>
            </a:lvl6pPr>
            <a:lvl7pPr indent="-330200" lvl="6" marL="3200400" algn="l">
              <a:lnSpc>
                <a:spcPct val="100000"/>
              </a:lnSpc>
              <a:spcBef>
                <a:spcPts val="500"/>
              </a:spcBef>
              <a:spcAft>
                <a:spcPts val="0"/>
              </a:spcAft>
              <a:buClr>
                <a:schemeClr val="dk1"/>
              </a:buClr>
              <a:buSzPts val="1600"/>
              <a:buChar char="•"/>
              <a:defRPr sz="1600"/>
            </a:lvl7pPr>
            <a:lvl8pPr indent="-330200" lvl="7" marL="3657600" algn="l">
              <a:lnSpc>
                <a:spcPct val="100000"/>
              </a:lnSpc>
              <a:spcBef>
                <a:spcPts val="500"/>
              </a:spcBef>
              <a:spcAft>
                <a:spcPts val="0"/>
              </a:spcAft>
              <a:buClr>
                <a:schemeClr val="dk1"/>
              </a:buClr>
              <a:buSzPts val="1600"/>
              <a:buChar char="•"/>
              <a:defRPr sz="1600"/>
            </a:lvl8pPr>
            <a:lvl9pPr indent="-330200" lvl="8" marL="4114800" algn="l">
              <a:lnSpc>
                <a:spcPct val="100000"/>
              </a:lnSpc>
              <a:spcBef>
                <a:spcPts val="500"/>
              </a:spcBef>
              <a:spcAft>
                <a:spcPts val="0"/>
              </a:spcAft>
              <a:buClr>
                <a:schemeClr val="dk1"/>
              </a:buClr>
              <a:buSzPts val="1600"/>
              <a:buChar char="•"/>
              <a:defRPr sz="1600"/>
            </a:lvl9pPr>
          </a:lstStyle>
          <a:p/>
        </p:txBody>
      </p:sp>
      <p:sp>
        <p:nvSpPr>
          <p:cNvPr id="46" name="Google Shape;46;p15"/>
          <p:cNvSpPr txBox="1"/>
          <p:nvPr/>
        </p:nvSpPr>
        <p:spPr>
          <a:xfrm>
            <a:off x="856323" y="1003020"/>
            <a:ext cx="2381700" cy="691200"/>
          </a:xfrm>
          <a:prstGeom prst="rect">
            <a:avLst/>
          </a:prstGeom>
          <a:noFill/>
          <a:ln>
            <a:noFill/>
          </a:ln>
        </p:spPr>
        <p:txBody>
          <a:bodyPr anchorCtr="0" anchor="ctr" bIns="0" lIns="91425" spcFirstLastPara="1" rIns="91425" wrap="square" tIns="0">
            <a:noAutofit/>
          </a:bodyPr>
          <a:lstStyle/>
          <a:p>
            <a:pPr indent="0" lvl="0" marL="0" marR="0" rtl="0" algn="l">
              <a:lnSpc>
                <a:spcPct val="90000"/>
              </a:lnSpc>
              <a:spcBef>
                <a:spcPts val="0"/>
              </a:spcBef>
              <a:spcAft>
                <a:spcPts val="0"/>
              </a:spcAft>
              <a:buClr>
                <a:srgbClr val="F7941D"/>
              </a:buClr>
              <a:buSzPts val="3200"/>
              <a:buFont typeface="Poppins Medium"/>
              <a:buNone/>
            </a:pPr>
            <a:r>
              <a:rPr b="0" i="0" lang="en-US" sz="3200" u="none" cap="none" strike="noStrike">
                <a:solidFill>
                  <a:srgbClr val="CB3D85"/>
                </a:solidFill>
                <a:latin typeface="Poppins Medium"/>
                <a:ea typeface="Poppins Medium"/>
                <a:cs typeface="Poppins Medium"/>
                <a:sym typeface="Poppins Medium"/>
              </a:rPr>
              <a:t>Objective</a:t>
            </a:r>
            <a:endParaRPr b="0" i="0" sz="3200" u="none" cap="none" strike="noStrike">
              <a:solidFill>
                <a:srgbClr val="CB3D85"/>
              </a:solidFill>
              <a:latin typeface="Poppins Medium"/>
              <a:ea typeface="Poppins Medium"/>
              <a:cs typeface="Poppins Medium"/>
              <a:sym typeface="Poppins Medium"/>
            </a:endParaRPr>
          </a:p>
        </p:txBody>
      </p:sp>
      <p:sp>
        <p:nvSpPr>
          <p:cNvPr id="47" name="Google Shape;47;p15"/>
          <p:cNvSpPr/>
          <p:nvPr/>
        </p:nvSpPr>
        <p:spPr>
          <a:xfrm>
            <a:off x="-36800" y="6252300"/>
            <a:ext cx="9236100" cy="663000"/>
          </a:xfrm>
          <a:prstGeom prst="rect">
            <a:avLst/>
          </a:prstGeom>
          <a:solidFill>
            <a:srgbClr val="07376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8" name="Google Shape;48;p15"/>
          <p:cNvGrpSpPr/>
          <p:nvPr/>
        </p:nvGrpSpPr>
        <p:grpSpPr>
          <a:xfrm>
            <a:off x="357775" y="5983875"/>
            <a:ext cx="586800" cy="571500"/>
            <a:chOff x="662575" y="6212475"/>
            <a:chExt cx="586800" cy="571500"/>
          </a:xfrm>
        </p:grpSpPr>
        <p:sp>
          <p:nvSpPr>
            <p:cNvPr id="49" name="Google Shape;49;p15">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0" name="Google Shape;50;p15">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1" name="Google Shape;51;p15">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
        <p:nvSpPr>
          <p:cNvPr id="52" name="Google Shape;52;p15"/>
          <p:cNvSpPr txBox="1"/>
          <p:nvPr/>
        </p:nvSpPr>
        <p:spPr>
          <a:xfrm>
            <a:off x="856314" y="2124410"/>
            <a:ext cx="2244900" cy="6912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F7941D"/>
              </a:buClr>
              <a:buSzPts val="3200"/>
              <a:buFont typeface="Poppins Medium"/>
              <a:buNone/>
            </a:pPr>
            <a:r>
              <a:rPr b="0" i="0" lang="en-US" sz="3200" u="none" cap="none" strike="noStrike">
                <a:solidFill>
                  <a:srgbClr val="CB3D85"/>
                </a:solidFill>
                <a:latin typeface="Poppins Medium"/>
                <a:ea typeface="Poppins Medium"/>
                <a:cs typeface="Poppins Medium"/>
                <a:sym typeface="Poppins Medium"/>
              </a:rPr>
              <a:t>Review</a:t>
            </a:r>
            <a:endParaRPr b="0" i="0" sz="3200" u="none" cap="none" strike="noStrike">
              <a:solidFill>
                <a:srgbClr val="CB3D85"/>
              </a:solidFill>
              <a:latin typeface="Poppins Medium"/>
              <a:ea typeface="Poppins Medium"/>
              <a:cs typeface="Poppins Medium"/>
              <a:sym typeface="Poppins Medium"/>
            </a:endParaRPr>
          </a:p>
        </p:txBody>
      </p:sp>
      <p:cxnSp>
        <p:nvCxnSpPr>
          <p:cNvPr id="53" name="Google Shape;53;p15"/>
          <p:cNvCxnSpPr/>
          <p:nvPr/>
        </p:nvCxnSpPr>
        <p:spPr>
          <a:xfrm>
            <a:off x="865586" y="3078360"/>
            <a:ext cx="7283100" cy="0"/>
          </a:xfrm>
          <a:prstGeom prst="straightConnector1">
            <a:avLst/>
          </a:prstGeom>
          <a:noFill/>
          <a:ln cap="flat" cmpd="sng" w="9525">
            <a:solidFill>
              <a:srgbClr val="BFBFBF"/>
            </a:solidFill>
            <a:prstDash val="solid"/>
            <a:miter lim="800000"/>
            <a:headEnd len="sm" w="sm" type="none"/>
            <a:tailEnd len="sm" w="sm" type="none"/>
          </a:ln>
        </p:spPr>
      </p:cxnSp>
      <p:cxnSp>
        <p:nvCxnSpPr>
          <p:cNvPr id="54" name="Google Shape;54;p15"/>
          <p:cNvCxnSpPr/>
          <p:nvPr/>
        </p:nvCxnSpPr>
        <p:spPr>
          <a:xfrm>
            <a:off x="865586" y="1861660"/>
            <a:ext cx="7283100" cy="0"/>
          </a:xfrm>
          <a:prstGeom prst="straightConnector1">
            <a:avLst/>
          </a:prstGeom>
          <a:noFill/>
          <a:ln cap="flat" cmpd="sng" w="9525">
            <a:solidFill>
              <a:srgbClr val="BFBFBF"/>
            </a:solidFill>
            <a:prstDash val="solid"/>
            <a:miter lim="800000"/>
            <a:headEnd len="sm" w="sm" type="none"/>
            <a:tailEnd len="sm" w="sm" type="none"/>
          </a:ln>
        </p:spPr>
      </p:cxnSp>
      <p:grpSp>
        <p:nvGrpSpPr>
          <p:cNvPr id="55" name="Google Shape;55;p15"/>
          <p:cNvGrpSpPr/>
          <p:nvPr/>
        </p:nvGrpSpPr>
        <p:grpSpPr>
          <a:xfrm>
            <a:off x="8199150" y="5983875"/>
            <a:ext cx="586800" cy="571500"/>
            <a:chOff x="7894350" y="6212475"/>
            <a:chExt cx="586800" cy="571500"/>
          </a:xfrm>
        </p:grpSpPr>
        <p:sp>
          <p:nvSpPr>
            <p:cNvPr id="56" name="Google Shape;56;p15">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7" name="Google Shape;57;p15">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8" name="Google Shape;58;p15">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59" name="Google Shape;59;p15"/>
          <p:cNvGrpSpPr/>
          <p:nvPr/>
        </p:nvGrpSpPr>
        <p:grpSpPr>
          <a:xfrm>
            <a:off x="-36800" y="-52000"/>
            <a:ext cx="9236100" cy="543600"/>
            <a:chOff x="-36800" y="-52000"/>
            <a:chExt cx="9236100" cy="543600"/>
          </a:xfrm>
        </p:grpSpPr>
        <p:sp>
          <p:nvSpPr>
            <p:cNvPr id="60" name="Google Shape;60;p15"/>
            <p:cNvSpPr/>
            <p:nvPr/>
          </p:nvSpPr>
          <p:spPr>
            <a:xfrm>
              <a:off x="-36800" y="-52000"/>
              <a:ext cx="9236100" cy="543600"/>
            </a:xfrm>
            <a:prstGeom prst="rect">
              <a:avLst/>
            </a:prstGeom>
            <a:solidFill>
              <a:srgbClr val="CFE2F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61" name="Google Shape;61;p15"/>
            <p:cNvGrpSpPr/>
            <p:nvPr/>
          </p:nvGrpSpPr>
          <p:grpSpPr>
            <a:xfrm>
              <a:off x="5905920" y="88100"/>
              <a:ext cx="1337400" cy="403500"/>
              <a:chOff x="565600" y="88250"/>
              <a:chExt cx="1337400" cy="403500"/>
            </a:xfrm>
          </p:grpSpPr>
          <p:sp>
            <p:nvSpPr>
              <p:cNvPr id="62" name="Google Shape;62;p15"/>
              <p:cNvSpPr/>
              <p:nvPr/>
            </p:nvSpPr>
            <p:spPr>
              <a:xfrm>
                <a:off x="565600" y="88250"/>
                <a:ext cx="1337400" cy="240000"/>
              </a:xfrm>
              <a:prstGeom prst="roundRect">
                <a:avLst>
                  <a:gd fmla="val 16667"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92278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92278F"/>
                  </a:solidFill>
                  <a:latin typeface="Poppins"/>
                  <a:ea typeface="Poppins"/>
                  <a:cs typeface="Poppins"/>
                  <a:sym typeface="Poppins"/>
                </a:endParaRPr>
              </a:p>
            </p:txBody>
          </p:sp>
        </p:grpSp>
        <p:sp>
          <p:nvSpPr>
            <p:cNvPr id="64" name="Google Shape;64;p15"/>
            <p:cNvSpPr txBox="1"/>
            <p:nvPr/>
          </p:nvSpPr>
          <p:spPr>
            <a:xfrm>
              <a:off x="789125" y="88250"/>
              <a:ext cx="974100" cy="365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2</a:t>
              </a:r>
              <a:endParaRPr b="0" i="0" sz="1500" u="none" cap="none" strike="noStrike">
                <a:solidFill>
                  <a:srgbClr val="9FC5E8"/>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4</a:t>
              </a:r>
              <a:endParaRPr b="0" i="0" sz="1300" u="none" cap="none" strike="noStrik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4753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5</a:t>
              </a:r>
              <a:endParaRPr b="0" i="0" sz="1300" u="none" cap="none" strike="noStrike">
                <a:solidFill>
                  <a:srgbClr val="FFFFFF"/>
                </a:solidFill>
                <a:latin typeface="Poppins SemiBold"/>
                <a:ea typeface="Poppins SemiBold"/>
                <a:cs typeface="Poppins SemiBold"/>
                <a:sym typeface="Poppins SemiBold"/>
              </a:endParaRPr>
            </a:p>
          </p:txBody>
        </p:sp>
        <p:sp>
          <p:nvSpPr>
            <p:cNvPr id="67" name="Google Shape;67;p15"/>
            <p:cNvSpPr txBox="1"/>
            <p:nvPr/>
          </p:nvSpPr>
          <p:spPr>
            <a:xfrm>
              <a:off x="60968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FFFFFF"/>
                  </a:solidFill>
                  <a:latin typeface="Poppins SemiBold"/>
                  <a:ea typeface="Poppins SemiBold"/>
                  <a:cs typeface="Poppins SemiBold"/>
                  <a:sym typeface="Poppins SemiBold"/>
                </a:rPr>
                <a:t>Phase 5.5</a:t>
              </a:r>
              <a:endParaRPr b="0" i="0" sz="1300" u="none" cap="none" strike="noStrike">
                <a:solidFill>
                  <a:srgbClr val="FFFFFF"/>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69" name="Google Shape;69;p15"/>
            <p:cNvSpPr txBox="1"/>
            <p:nvPr/>
          </p:nvSpPr>
          <p:spPr>
            <a:xfrm>
              <a:off x="7422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6</a:t>
              </a:r>
              <a:endParaRPr b="0" i="0" sz="1300" u="none" cap="none" strike="noStrike">
                <a:solidFill>
                  <a:srgbClr val="9FC5E8"/>
                </a:solidFill>
                <a:latin typeface="Poppins SemiBold"/>
                <a:ea typeface="Poppins SemiBold"/>
                <a:cs typeface="Poppins SemiBold"/>
                <a:sym typeface="Poppins SemiBold"/>
              </a:endParaRPr>
            </a:p>
          </p:txBody>
        </p:sp>
        <p:sp>
          <p:nvSpPr>
            <p:cNvPr id="70" name="Google Shape;70;p15"/>
            <p:cNvSpPr/>
            <p:nvPr/>
          </p:nvSpPr>
          <p:spPr>
            <a:xfrm>
              <a:off x="724100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71" name="Google Shape;71;p15"/>
            <p:cNvSpPr/>
            <p:nvPr/>
          </p:nvSpPr>
          <p:spPr>
            <a:xfrm>
              <a:off x="56560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163B7E"/>
                </a:solidFill>
                <a:latin typeface="Poppins"/>
                <a:ea typeface="Poppins"/>
                <a:cs typeface="Poppins"/>
                <a:sym typeface="Poppins"/>
              </a:endParaRPr>
            </a:p>
          </p:txBody>
        </p:sp>
        <p:sp>
          <p:nvSpPr>
            <p:cNvPr id="72" name="Google Shape;72;p15"/>
            <p:cNvSpPr txBox="1"/>
            <p:nvPr/>
          </p:nvSpPr>
          <p:spPr>
            <a:xfrm>
              <a:off x="2084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3</a:t>
              </a:r>
              <a:endParaRPr b="0" i="0" sz="1300" u="none" cap="none" strike="noStrike">
                <a:solidFill>
                  <a:srgbClr val="9FC5E8"/>
                </a:solidFill>
                <a:latin typeface="Poppins SemiBold"/>
                <a:ea typeface="Poppins SemiBold"/>
                <a:cs typeface="Poppins SemiBold"/>
                <a:sym typeface="Poppins SemiBold"/>
              </a:endParaRPr>
            </a:p>
          </p:txBody>
        </p:sp>
        <p:sp>
          <p:nvSpPr>
            <p:cNvPr id="73" name="Google Shape;73;p15"/>
            <p:cNvSpPr/>
            <p:nvPr/>
          </p:nvSpPr>
          <p:spPr>
            <a:xfrm>
              <a:off x="190068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74" name="Google Shape;74;p15"/>
            <p:cNvSpPr/>
            <p:nvPr/>
          </p:nvSpPr>
          <p:spPr>
            <a:xfrm>
              <a:off x="323576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view Content">
  <p:cSld name="Alien Word of the Day_2_1_1">
    <p:spTree>
      <p:nvGrpSpPr>
        <p:cNvPr id="75"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 name="Google Shape;77;g26b641b03cd_1_92"/>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p:txBody>
      </p:sp>
      <p:cxnSp>
        <p:nvCxnSpPr>
          <p:cNvPr id="78" name="Google Shape;78;g26b641b03cd_1_92"/>
          <p:cNvCxnSpPr/>
          <p:nvPr/>
        </p:nvCxnSpPr>
        <p:spPr>
          <a:xfrm>
            <a:off x="865586" y="1861660"/>
            <a:ext cx="7283100" cy="0"/>
          </a:xfrm>
          <a:prstGeom prst="straightConnector1">
            <a:avLst/>
          </a:prstGeom>
          <a:noFill/>
          <a:ln cap="flat" cmpd="sng" w="9525">
            <a:solidFill>
              <a:srgbClr val="BFBFBF"/>
            </a:solidFill>
            <a:prstDash val="solid"/>
            <a:miter lim="800000"/>
            <a:headEnd len="sm" w="sm" type="none"/>
            <a:tailEnd len="sm" w="sm" type="none"/>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81" name="Google Shape;81;g26b641b03cd_1_92">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82" name="Google Shape;82;g26b641b03cd_1_92">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85" name="Google Shape;85;g26b641b03cd_1_92">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86" name="Google Shape;86;g26b641b03cd_1_92">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600"/>
            <a:chOff x="-36800" y="-52000"/>
            <a:chExt cx="9236100" cy="543600"/>
          </a:xfrm>
        </p:grpSpPr>
        <p:sp>
          <p:nvSpPr>
            <p:cNvPr id="88" name="Google Shape;88;g26b641b03cd_1_92"/>
            <p:cNvSpPr/>
            <p:nvPr/>
          </p:nvSpPr>
          <p:spPr>
            <a:xfrm>
              <a:off x="-36800" y="-52000"/>
              <a:ext cx="9236100" cy="543600"/>
            </a:xfrm>
            <a:prstGeom prst="rect">
              <a:avLst/>
            </a:prstGeom>
            <a:solidFill>
              <a:srgbClr val="CFE2F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89" name="Google Shape;89;g26b641b03cd_1_92"/>
            <p:cNvGrpSpPr/>
            <p:nvPr/>
          </p:nvGrpSpPr>
          <p:grpSpPr>
            <a:xfrm>
              <a:off x="5905920" y="88100"/>
              <a:ext cx="1337400" cy="403500"/>
              <a:chOff x="565600" y="88250"/>
              <a:chExt cx="1337400" cy="403500"/>
            </a:xfrm>
          </p:grpSpPr>
          <p:sp>
            <p:nvSpPr>
              <p:cNvPr id="90" name="Google Shape;90;g26b641b03cd_1_92"/>
              <p:cNvSpPr/>
              <p:nvPr/>
            </p:nvSpPr>
            <p:spPr>
              <a:xfrm>
                <a:off x="565600" y="88250"/>
                <a:ext cx="1337400" cy="240000"/>
              </a:xfrm>
              <a:prstGeom prst="roundRect">
                <a:avLst>
                  <a:gd fmla="val 16667"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92278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92278F"/>
                  </a:solidFill>
                  <a:latin typeface="Poppins"/>
                  <a:ea typeface="Poppins"/>
                  <a:cs typeface="Poppins"/>
                  <a:sym typeface="Poppins"/>
                </a:endParaRPr>
              </a:p>
            </p:txBody>
          </p:sp>
        </p:grpSp>
        <p:sp>
          <p:nvSpPr>
            <p:cNvPr id="92" name="Google Shape;92;g26b641b03cd_1_92"/>
            <p:cNvSpPr txBox="1"/>
            <p:nvPr/>
          </p:nvSpPr>
          <p:spPr>
            <a:xfrm>
              <a:off x="789125" y="88250"/>
              <a:ext cx="974100" cy="365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2</a:t>
              </a:r>
              <a:endParaRPr b="0" i="0" sz="1500" u="none" cap="none" strike="noStrike">
                <a:solidFill>
                  <a:srgbClr val="9FC5E8"/>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4</a:t>
              </a:r>
              <a:endParaRPr b="0" i="0" sz="1300" u="none" cap="none" strike="noStrik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5</a:t>
              </a:r>
              <a:endParaRPr b="0" i="0" sz="1300" u="none" cap="none" strike="noStrike">
                <a:solidFill>
                  <a:srgbClr val="FFFFFF"/>
                </a:solidFill>
                <a:latin typeface="Poppins SemiBold"/>
                <a:ea typeface="Poppins SemiBold"/>
                <a:cs typeface="Poppins SemiBold"/>
                <a:sym typeface="Poppins SemiBold"/>
              </a:endParaRPr>
            </a:p>
          </p:txBody>
        </p:sp>
        <p:sp>
          <p:nvSpPr>
            <p:cNvPr id="95" name="Google Shape;95;g26b641b03cd_1_92"/>
            <p:cNvSpPr txBox="1"/>
            <p:nvPr/>
          </p:nvSpPr>
          <p:spPr>
            <a:xfrm>
              <a:off x="60968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FFFFFF"/>
                  </a:solidFill>
                  <a:latin typeface="Poppins SemiBold"/>
                  <a:ea typeface="Poppins SemiBold"/>
                  <a:cs typeface="Poppins SemiBold"/>
                  <a:sym typeface="Poppins SemiBold"/>
                </a:rPr>
                <a:t>Phase 5.5</a:t>
              </a:r>
              <a:endParaRPr b="0" i="0" sz="1300" u="none" cap="none" strike="noStrike">
                <a:solidFill>
                  <a:srgbClr val="FFFFFF"/>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97" name="Google Shape;97;g26b641b03cd_1_92"/>
            <p:cNvSpPr txBox="1"/>
            <p:nvPr/>
          </p:nvSpPr>
          <p:spPr>
            <a:xfrm>
              <a:off x="7422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6</a:t>
              </a:r>
              <a:endParaRPr b="0" i="0" sz="1300" u="none" cap="none" strike="noStrik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724100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99" name="Google Shape;99;g26b641b03cd_1_92"/>
            <p:cNvSpPr/>
            <p:nvPr/>
          </p:nvSpPr>
          <p:spPr>
            <a:xfrm>
              <a:off x="56560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163B7E"/>
                </a:solidFill>
                <a:latin typeface="Poppins"/>
                <a:ea typeface="Poppins"/>
                <a:cs typeface="Poppins"/>
                <a:sym typeface="Poppins"/>
              </a:endParaRPr>
            </a:p>
          </p:txBody>
        </p:sp>
        <p:sp>
          <p:nvSpPr>
            <p:cNvPr id="100" name="Google Shape;100;g26b641b03cd_1_92"/>
            <p:cNvSpPr txBox="1"/>
            <p:nvPr/>
          </p:nvSpPr>
          <p:spPr>
            <a:xfrm>
              <a:off x="2084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3</a:t>
              </a:r>
              <a:endParaRPr b="0" i="0" sz="1300" u="none" cap="none" strike="noStrike">
                <a:solidFill>
                  <a:srgbClr val="9FC5E8"/>
                </a:solidFill>
                <a:latin typeface="Poppins SemiBold"/>
                <a:ea typeface="Poppins SemiBold"/>
                <a:cs typeface="Poppins SemiBold"/>
                <a:sym typeface="Poppins SemiBold"/>
              </a:endParaRPr>
            </a:p>
          </p:txBody>
        </p:sp>
        <p:sp>
          <p:nvSpPr>
            <p:cNvPr id="101" name="Google Shape;101;g26b641b03cd_1_92"/>
            <p:cNvSpPr/>
            <p:nvPr/>
          </p:nvSpPr>
          <p:spPr>
            <a:xfrm>
              <a:off x="190068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02" name="Google Shape;102;g26b641b03cd_1_92"/>
            <p:cNvSpPr/>
            <p:nvPr/>
          </p:nvSpPr>
          <p:spPr>
            <a:xfrm>
              <a:off x="323576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ic Layout">
  <p:cSld name="Alien Word of the Day_2_1">
    <p:spTree>
      <p:nvGrpSpPr>
        <p:cNvPr id="103"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106" name="Google Shape;106;g26b641b03cd_0_33"/>
          <p:cNvSpPr/>
          <p:nvPr/>
        </p:nvSpPr>
        <p:spPr>
          <a:xfrm rot="5400000">
            <a:off x="7628802" y="23958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09" name="Google Shape;109;g26b641b03cd_0_33"/>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Sound Family /air/ - air</a:t>
            </a:r>
            <a:endParaRPr b="0" i="0" sz="1800" u="none" cap="none" strike="noStrik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lang="en-US" sz="1800">
                <a:solidFill>
                  <a:srgbClr val="CB3D85"/>
                </a:solidFill>
                <a:latin typeface="Poppins Medium"/>
                <a:ea typeface="Poppins Medium"/>
                <a:cs typeface="Poppins Medium"/>
                <a:sym typeface="Poppins Medium"/>
              </a:rPr>
              <a:t>Week 17 - Monday</a:t>
            </a:r>
            <a:endParaRPr b="0" i="0" sz="1800" u="none" cap="none" strike="noStrike">
              <a:solidFill>
                <a:srgbClr val="CB3D85"/>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9614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lang="en-US" sz="1800">
                <a:solidFill>
                  <a:srgbClr val="CB3D85"/>
                </a:solidFill>
                <a:latin typeface="Poppins Medium"/>
                <a:ea typeface="Poppins Medium"/>
                <a:cs typeface="Poppins Medium"/>
                <a:sym typeface="Poppins Medium"/>
              </a:rPr>
              <a:t>Lesson 81</a:t>
            </a:r>
            <a:endParaRPr b="0" i="0" sz="1800" u="none" cap="none" strike="noStrike">
              <a:solidFill>
                <a:srgbClr val="CB3D85"/>
              </a:solidFill>
              <a:latin typeface="Poppins Medium"/>
              <a:ea typeface="Poppins Medium"/>
              <a:cs typeface="Poppins Medium"/>
              <a:sym typeface="Poppins Medium"/>
            </a:endParaRPr>
          </a:p>
        </p:txBody>
      </p:sp>
      <p:sp>
        <p:nvSpPr>
          <p:cNvPr id="113" name="Google Shape;113;g26b641b03cd_0_33"/>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Phase 5.5 - Sound Families </a:t>
            </a:r>
            <a:endParaRPr b="0" i="0" sz="1800" u="none" cap="none" strike="noStrik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sp>
        <p:nvSpPr>
          <p:cNvPr id="116" name="Google Shape;116;g26b641b03cd_0_33"/>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rgbClr val="CB3D85"/>
              </a:buClr>
              <a:buSzPts val="3200"/>
              <a:buFont typeface="Poppins Medium"/>
              <a:buNone/>
              <a:defRPr sz="3200">
                <a:solidFill>
                  <a:srgbClr val="CB3D85"/>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p:txBody>
      </p:sp>
      <p:sp>
        <p:nvSpPr>
          <p:cNvPr id="117" name="Google Shape;117;g26b641b03cd_0_33"/>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20" name="Google Shape;120;g26b641b03cd_0_33">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21" name="Google Shape;121;g26b641b03cd_0_33">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24" name="Google Shape;124;g26b641b03cd_0_33">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25" name="Google Shape;125;g26b641b03cd_0_33">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
        <p:nvSpPr>
          <p:cNvPr id="126" name="Google Shape;126;g26b641b03cd_0_33"/>
          <p:cNvSpPr txBox="1"/>
          <p:nvPr>
            <p:ph idx="2" type="subTitle"/>
          </p:nvPr>
        </p:nvSpPr>
        <p:spPr>
          <a:xfrm>
            <a:off x="1360500" y="5233050"/>
            <a:ext cx="6423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1pPr>
            <a:lvl2pPr lvl="1"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2pPr>
            <a:lvl3pPr lvl="2"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3pPr>
            <a:lvl4pPr lvl="3"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4pPr>
            <a:lvl5pPr lvl="4"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5pPr>
            <a:lvl6pPr lvl="5"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6pPr>
            <a:lvl7pPr lvl="6"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7pPr>
            <a:lvl8pPr lvl="7"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8pPr>
            <a:lvl9pPr lvl="8"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 title slide">
  <p:cSld name="End title slide">
    <p:spTree>
      <p:nvGrpSpPr>
        <p:cNvPr id="127" name="Shape 127"/>
        <p:cNvGrpSpPr/>
        <p:nvPr/>
      </p:nvGrpSpPr>
      <p:grpSpPr>
        <a:xfrm>
          <a:off x="0" y="0"/>
          <a:ext cx="0" cy="0"/>
          <a:chOff x="0" y="0"/>
          <a:chExt cx="0" cy="0"/>
        </a:xfrm>
      </p:grpSpPr>
      <p:grpSp>
        <p:nvGrpSpPr>
          <p:cNvPr id="128" name="Google Shape;128;p25"/>
          <p:cNvGrpSpPr/>
          <p:nvPr/>
        </p:nvGrpSpPr>
        <p:grpSpPr>
          <a:xfrm>
            <a:off x="-400050" y="-342900"/>
            <a:ext cx="9944100" cy="7258200"/>
            <a:chOff x="-400050" y="-342900"/>
            <a:chExt cx="9944100" cy="7258200"/>
          </a:xfrm>
        </p:grpSpPr>
        <p:grpSp>
          <p:nvGrpSpPr>
            <p:cNvPr id="129" name="Google Shape;129;p25"/>
            <p:cNvGrpSpPr/>
            <p:nvPr/>
          </p:nvGrpSpPr>
          <p:grpSpPr>
            <a:xfrm>
              <a:off x="-400050" y="-342900"/>
              <a:ext cx="9944100" cy="7258200"/>
              <a:chOff x="-400050" y="-342900"/>
              <a:chExt cx="9944100" cy="7258200"/>
            </a:xfrm>
          </p:grpSpPr>
          <p:grpSp>
            <p:nvGrpSpPr>
              <p:cNvPr id="130" name="Google Shape;130;p25"/>
              <p:cNvGrpSpPr/>
              <p:nvPr/>
            </p:nvGrpSpPr>
            <p:grpSpPr>
              <a:xfrm>
                <a:off x="-36925" y="-42000"/>
                <a:ext cx="9236225" cy="6957300"/>
                <a:chOff x="-36925" y="-42000"/>
                <a:chExt cx="9236225" cy="6957300"/>
              </a:xfrm>
            </p:grpSpPr>
            <p:sp>
              <p:nvSpPr>
                <p:cNvPr id="131" name="Google Shape;131;p25"/>
                <p:cNvSpPr/>
                <p:nvPr/>
              </p:nvSpPr>
              <p:spPr>
                <a:xfrm>
                  <a:off x="-36800" y="-42000"/>
                  <a:ext cx="9236100" cy="6957300"/>
                </a:xfrm>
                <a:prstGeom prst="rect">
                  <a:avLst/>
                </a:prstGeom>
                <a:solidFill>
                  <a:srgbClr val="07376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 name="Google Shape;132;p25"/>
                <p:cNvSpPr/>
                <p:nvPr/>
              </p:nvSpPr>
              <p:spPr>
                <a:xfrm>
                  <a:off x="-36925" y="-42000"/>
                  <a:ext cx="9236100" cy="6019800"/>
                </a:xfrm>
                <a:prstGeom prst="rect">
                  <a:avLst/>
                </a:prstGeom>
                <a:gradFill>
                  <a:gsLst>
                    <a:gs pos="0">
                      <a:srgbClr val="163B7E"/>
                    </a:gs>
                    <a:gs pos="100000">
                      <a:srgbClr val="073763"/>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pic>
            <p:nvPicPr>
              <p:cNvPr id="133" name="Google Shape;133;p25"/>
              <p:cNvPicPr preferRelativeResize="0"/>
              <p:nvPr/>
            </p:nvPicPr>
            <p:blipFill rotWithShape="1">
              <a:blip r:embed="rId2">
                <a:alphaModFix amt="3000"/>
              </a:blip>
              <a:srcRect b="0" l="9008" r="10559" t="34049"/>
              <a:stretch/>
            </p:blipFill>
            <p:spPr>
              <a:xfrm>
                <a:off x="-400050" y="-342900"/>
                <a:ext cx="9944100" cy="7236426"/>
              </a:xfrm>
              <a:prstGeom prst="rect">
                <a:avLst/>
              </a:prstGeom>
              <a:noFill/>
              <a:ln>
                <a:noFill/>
              </a:ln>
            </p:spPr>
          </p:pic>
        </p:grpSp>
        <p:pic>
          <p:nvPicPr>
            <p:cNvPr id="134" name="Google Shape;134;p25"/>
            <p:cNvPicPr preferRelativeResize="0"/>
            <p:nvPr/>
          </p:nvPicPr>
          <p:blipFill rotWithShape="1">
            <a:blip r:embed="rId3">
              <a:alphaModFix amt="40000"/>
            </a:blip>
            <a:srcRect b="0" l="0" r="0" t="0"/>
            <a:stretch/>
          </p:blipFill>
          <p:spPr>
            <a:xfrm>
              <a:off x="0" y="0"/>
              <a:ext cx="9144000" cy="6858000"/>
            </a:xfrm>
            <a:prstGeom prst="rect">
              <a:avLst/>
            </a:prstGeom>
            <a:noFill/>
            <a:ln>
              <a:noFill/>
            </a:ln>
          </p:spPr>
        </p:pic>
      </p:grpSp>
      <p:sp>
        <p:nvSpPr>
          <p:cNvPr id="135" name="Google Shape;135;p25"/>
          <p:cNvSpPr/>
          <p:nvPr/>
        </p:nvSpPr>
        <p:spPr>
          <a:xfrm>
            <a:off x="-18025" y="5985275"/>
            <a:ext cx="9236100" cy="930000"/>
          </a:xfrm>
          <a:prstGeom prst="rect">
            <a:avLst/>
          </a:prstGeom>
          <a:solidFill>
            <a:srgbClr val="3D85C6"/>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p25"/>
          <p:cNvSpPr/>
          <p:nvPr/>
        </p:nvSpPr>
        <p:spPr>
          <a:xfrm>
            <a:off x="-409550" y="5977725"/>
            <a:ext cx="2739772" cy="937791"/>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0B539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37" name="Google Shape;137;p25"/>
          <p:cNvSpPr txBox="1"/>
          <p:nvPr/>
        </p:nvSpPr>
        <p:spPr>
          <a:xfrm>
            <a:off x="363059" y="6084791"/>
            <a:ext cx="1658400" cy="73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Next Lesson:</a:t>
            </a:r>
            <a:endParaRPr b="0" i="0" sz="1800" u="none" cap="none" strike="noStrike">
              <a:solidFill>
                <a:srgbClr val="FFFFFF"/>
              </a:solidFill>
              <a:latin typeface="Poppins SemiBold"/>
              <a:ea typeface="Poppins SemiBold"/>
              <a:cs typeface="Poppins SemiBold"/>
              <a:sym typeface="Poppins SemiBold"/>
            </a:endParaRPr>
          </a:p>
        </p:txBody>
      </p:sp>
      <p:sp>
        <p:nvSpPr>
          <p:cNvPr id="138" name="Google Shape;138;p25"/>
          <p:cNvSpPr txBox="1"/>
          <p:nvPr>
            <p:ph idx="1" type="subTitle"/>
          </p:nvPr>
        </p:nvSpPr>
        <p:spPr>
          <a:xfrm>
            <a:off x="2521374" y="6081000"/>
            <a:ext cx="6472500" cy="734700"/>
          </a:xfrm>
          <a:prstGeom prst="rect">
            <a:avLst/>
          </a:prstGeom>
          <a:noFill/>
          <a:ln>
            <a:noFill/>
          </a:ln>
        </p:spPr>
        <p:txBody>
          <a:bodyPr anchorCtr="0" anchor="ctr" bIns="0" lIns="0" spcFirstLastPara="1" rIns="0" wrap="square" tIns="0">
            <a:noAutofit/>
          </a:bodyPr>
          <a:lstStyle>
            <a:lvl1pPr lvl="0" algn="l">
              <a:lnSpc>
                <a:spcPct val="90000"/>
              </a:lnSpc>
              <a:spcBef>
                <a:spcPts val="1000"/>
              </a:spcBef>
              <a:spcAft>
                <a:spcPts val="0"/>
              </a:spcAft>
              <a:buClr>
                <a:srgbClr val="FFFFFF"/>
              </a:buClr>
              <a:buSzPts val="1800"/>
              <a:buFont typeface="Poppins Medium"/>
              <a:buNone/>
              <a:defRPr i="1" sz="1800">
                <a:solidFill>
                  <a:srgbClr val="FFFFF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pic>
        <p:nvPicPr>
          <p:cNvPr id="139" name="Google Shape;139;p25"/>
          <p:cNvPicPr preferRelativeResize="0"/>
          <p:nvPr/>
        </p:nvPicPr>
        <p:blipFill rotWithShape="1">
          <a:blip r:embed="rId4">
            <a:alphaModFix/>
          </a:blip>
          <a:srcRect b="0" l="0" r="0" t="0"/>
          <a:stretch/>
        </p:blipFill>
        <p:spPr>
          <a:xfrm>
            <a:off x="1616625" y="1379125"/>
            <a:ext cx="5910751" cy="2848550"/>
          </a:xfrm>
          <a:prstGeom prst="rect">
            <a:avLst/>
          </a:prstGeom>
          <a:noFill/>
          <a:ln>
            <a:noFill/>
          </a:ln>
          <a:effectLst>
            <a:outerShdw blurRad="57150" rotWithShape="0" algn="bl" dir="5400000" dist="19050">
              <a:srgbClr val="000000">
                <a:alpha val="49020"/>
              </a:srgbClr>
            </a:outerShdw>
          </a:effectLst>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gal Notice">
  <p:cSld name="Alien Word of the Day_2_1_1_1">
    <p:spTree>
      <p:nvGrpSpPr>
        <p:cNvPr id="140" name="Shape 140"/>
        <p:cNvGrpSpPr/>
        <p:nvPr/>
      </p:nvGrpSpPr>
      <p:grpSpPr>
        <a:xfrm>
          <a:off x="0" y="0"/>
          <a:ext cx="0" cy="0"/>
          <a:chOff x="0" y="0"/>
          <a:chExt cx="0" cy="0"/>
        </a:xfrm>
      </p:grpSpPr>
      <p:sp>
        <p:nvSpPr>
          <p:cNvPr id="141" name="Google Shape;141;g2c4fb7f6616_0_721"/>
          <p:cNvSpPr/>
          <p:nvPr/>
        </p:nvSpPr>
        <p:spPr>
          <a:xfrm>
            <a:off x="-36800" y="6252300"/>
            <a:ext cx="9236100" cy="663000"/>
          </a:xfrm>
          <a:prstGeom prst="rect">
            <a:avLst/>
          </a:prstGeom>
          <a:solidFill>
            <a:srgbClr val="07376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 name="Google Shape;142;g2c4fb7f6616_0_721"/>
          <p:cNvSpPr/>
          <p:nvPr/>
        </p:nvSpPr>
        <p:spPr>
          <a:xfrm>
            <a:off x="-36800" y="-52000"/>
            <a:ext cx="9236100" cy="543600"/>
          </a:xfrm>
          <a:prstGeom prst="rect">
            <a:avLst/>
          </a:prstGeom>
          <a:solidFill>
            <a:srgbClr val="CFE2F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 name="Google Shape;143;g2c4fb7f6616_0_721"/>
          <p:cNvSpPr txBox="1"/>
          <p:nvPr/>
        </p:nvSpPr>
        <p:spPr>
          <a:xfrm>
            <a:off x="995275" y="767400"/>
            <a:ext cx="7153500" cy="248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Legal notice and Sharing Permissions </a:t>
            </a:r>
            <a:endParaRPr b="0" i="0" sz="1400" u="none" cap="none" strike="noStrike">
              <a:solidFill>
                <a:srgbClr val="000000"/>
              </a:solidFill>
              <a:latin typeface="Arial"/>
              <a:ea typeface="Arial"/>
              <a:cs typeface="Arial"/>
              <a:sym typeface="Arial"/>
            </a:endParaRPr>
          </a:p>
        </p:txBody>
      </p:sp>
      <p:sp>
        <p:nvSpPr>
          <p:cNvPr id="144" name="Google Shape;144;g2c4fb7f6616_0_721"/>
          <p:cNvSpPr txBox="1"/>
          <p:nvPr/>
        </p:nvSpPr>
        <p:spPr>
          <a:xfrm>
            <a:off x="995275" y="1370825"/>
            <a:ext cx="4624500" cy="2243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990"/>
              <a:buFont typeface="Arial"/>
              <a:buNone/>
            </a:pPr>
            <a:r>
              <a:rPr b="0" i="0" lang="en-US" sz="939" u="none" cap="none" strike="noStrike">
                <a:solidFill>
                  <a:srgbClr val="000000"/>
                </a:solidFill>
                <a:latin typeface="Arial"/>
                <a:ea typeface="Arial"/>
                <a:cs typeface="Arial"/>
                <a:sym typeface="Arial"/>
              </a:rPr>
              <a:t>All rights reserved. © Copyright 2024 by Rainbow Phonics.</a:t>
            </a:r>
            <a:endParaRPr b="0" i="0" sz="939"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90"/>
              <a:buFont typeface="Arial"/>
              <a:buNone/>
            </a:pPr>
            <a:r>
              <a:rPr b="0" i="0" lang="en-US" sz="939" u="none" cap="none" strike="noStrike">
                <a:solidFill>
                  <a:srgbClr val="000000"/>
                </a:solidFill>
                <a:latin typeface="Arial"/>
                <a:ea typeface="Arial"/>
                <a:cs typeface="Arial"/>
                <a:sym typeface="Arial"/>
              </a:rPr>
              <a:t>No part of this document may be reproduced for profit, stored in a retrieval system, or transmitted in any form or by any means, electronic, mechanical, photocopying, recording, or otherwise, without permission from publisher Rainbow Phonics. Resources in this presentation are published by Rainbow Phonics and are available for purchase at </a:t>
            </a:r>
            <a:r>
              <a:rPr b="0" i="0" lang="en-US" sz="939" u="sng" cap="none" strike="noStrike">
                <a:solidFill>
                  <a:schemeClr val="hlink"/>
                </a:solidFill>
                <a:latin typeface="Arial"/>
                <a:ea typeface="Arial"/>
                <a:cs typeface="Arial"/>
                <a:sym typeface="Arial"/>
                <a:hlinkClick r:id="rId2"/>
              </a:rPr>
              <a:t>www.rainbowphonics.com</a:t>
            </a:r>
            <a:r>
              <a:rPr b="0" i="0" lang="en-US" sz="939" u="none" cap="none" strike="noStrike">
                <a:solidFill>
                  <a:srgbClr val="000000"/>
                </a:solidFill>
                <a:latin typeface="Arial"/>
                <a:ea typeface="Arial"/>
                <a:cs typeface="Arial"/>
                <a:sym typeface="Arial"/>
              </a:rPr>
              <a:t>. Decodable readers displayed are published by Beanstalk Books and are available at </a:t>
            </a:r>
            <a:r>
              <a:rPr b="0" i="0" lang="en-US" sz="939" u="sng" cap="none" strike="noStrike">
                <a:solidFill>
                  <a:schemeClr val="hlink"/>
                </a:solidFill>
                <a:latin typeface="Arial"/>
                <a:ea typeface="Arial"/>
                <a:cs typeface="Arial"/>
                <a:sym typeface="Arial"/>
                <a:hlinkClick r:id="rId3"/>
              </a:rPr>
              <a:t>www.beanstalkbooks.com</a:t>
            </a:r>
            <a:r>
              <a:rPr b="0" i="0" lang="en-US" sz="939" u="none" cap="none" strike="noStrike">
                <a:solidFill>
                  <a:srgbClr val="000000"/>
                </a:solidFill>
                <a:latin typeface="Arial"/>
                <a:ea typeface="Arial"/>
                <a:cs typeface="Arial"/>
                <a:sym typeface="Arial"/>
              </a:rPr>
              <a:t>, teaching resources and games referenced are available at </a:t>
            </a:r>
            <a:r>
              <a:rPr b="0" i="0" lang="en-US" sz="939" u="sng" cap="none" strike="noStrike">
                <a:solidFill>
                  <a:schemeClr val="hlink"/>
                </a:solidFill>
                <a:latin typeface="Arial"/>
                <a:ea typeface="Arial"/>
                <a:cs typeface="Arial"/>
                <a:sym typeface="Arial"/>
                <a:hlinkClick r:id="rId4"/>
              </a:rPr>
              <a:t>www.juniorlearning.com</a:t>
            </a:r>
            <a:r>
              <a:rPr b="0" i="0" lang="en-US" sz="939" u="none" cap="none" strike="noStrike">
                <a:solidFill>
                  <a:srgbClr val="000000"/>
                </a:solidFill>
                <a:latin typeface="Arial"/>
                <a:ea typeface="Arial"/>
                <a:cs typeface="Arial"/>
                <a:sym typeface="Arial"/>
              </a:rPr>
              <a:t>. </a:t>
            </a:r>
            <a:endParaRPr b="0" i="0" sz="939"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90"/>
              <a:buFont typeface="Arial"/>
              <a:buNone/>
            </a:pPr>
            <a:r>
              <a:t/>
            </a:r>
            <a:endParaRPr b="0" i="0" sz="939"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90"/>
              <a:buFont typeface="Arial"/>
              <a:buNone/>
            </a:pPr>
            <a:r>
              <a:rPr b="0" i="0" lang="en-US" sz="939" u="none" cap="none" strike="noStrike">
                <a:solidFill>
                  <a:schemeClr val="dk1"/>
                </a:solidFill>
                <a:latin typeface="Arial"/>
                <a:ea typeface="Arial"/>
                <a:cs typeface="Arial"/>
                <a:sym typeface="Arial"/>
              </a:rPr>
              <a:t>These presentations work alongside the Rainbow Phonics range of Teacher Planners and Supplementary Resources. The Teacher Planners provide daily lessons and weekly plans based on the progression of the Rainbow Phonics Program, with additional teacher-led activities, visual examples, phonics assessments and much more, all of which aid in successful phonics instruction. </a:t>
            </a:r>
            <a:endParaRPr b="0" i="0" sz="939" u="none" cap="none" strike="noStrike">
              <a:solidFill>
                <a:srgbClr val="000000"/>
              </a:solidFill>
              <a:latin typeface="Arial"/>
              <a:ea typeface="Arial"/>
              <a:cs typeface="Arial"/>
              <a:sym typeface="Arial"/>
            </a:endParaRPr>
          </a:p>
        </p:txBody>
      </p:sp>
      <p:sp>
        <p:nvSpPr>
          <p:cNvPr id="145" name="Google Shape;145;g2c4fb7f6616_0_721"/>
          <p:cNvSpPr txBox="1"/>
          <p:nvPr/>
        </p:nvSpPr>
        <p:spPr>
          <a:xfrm>
            <a:off x="1422825" y="3597900"/>
            <a:ext cx="3149700" cy="18243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990"/>
              <a:buFont typeface="Arial"/>
              <a:buNone/>
            </a:pPr>
            <a:r>
              <a:rPr b="0" i="0" lang="en-US" sz="1240" u="none" cap="none" strike="noStrike">
                <a:solidFill>
                  <a:srgbClr val="000000"/>
                </a:solidFill>
                <a:latin typeface="Arial"/>
                <a:ea typeface="Arial"/>
                <a:cs typeface="Arial"/>
                <a:sym typeface="Arial"/>
              </a:rPr>
              <a:t>What you can do with this </a:t>
            </a:r>
            <a:r>
              <a:rPr b="0" i="0" lang="en-US" sz="1240" u="none" cap="none" strike="noStrike">
                <a:solidFill>
                  <a:schemeClr val="dk1"/>
                </a:solidFill>
                <a:latin typeface="Arial"/>
                <a:ea typeface="Arial"/>
                <a:cs typeface="Arial"/>
                <a:sym typeface="Arial"/>
              </a:rPr>
              <a:t>resource</a:t>
            </a:r>
            <a:r>
              <a:rPr b="0" i="0" lang="en-US" sz="1240" u="none" cap="none" strike="noStrike">
                <a:solidFill>
                  <a:srgbClr val="000000"/>
                </a:solidFill>
                <a:latin typeface="Arial"/>
                <a:ea typeface="Arial"/>
                <a:cs typeface="Arial"/>
                <a:sym typeface="Arial"/>
              </a:rPr>
              <a:t>:</a:t>
            </a:r>
            <a:endParaRPr b="0" i="0" sz="1240" u="none" cap="none" strike="noStrike">
              <a:solidFill>
                <a:srgbClr val="000000"/>
              </a:solidFill>
              <a:latin typeface="Arial"/>
              <a:ea typeface="Arial"/>
              <a:cs typeface="Arial"/>
              <a:sym typeface="Arial"/>
            </a:endParaRPr>
          </a:p>
          <a:p>
            <a:pPr indent="-294640" lvl="0" marL="457200" marR="0" rtl="0" algn="l">
              <a:lnSpc>
                <a:spcPct val="115000"/>
              </a:lnSpc>
              <a:spcBef>
                <a:spcPts val="0"/>
              </a:spcBef>
              <a:spcAft>
                <a:spcPts val="0"/>
              </a:spcAft>
              <a:buClr>
                <a:srgbClr val="000000"/>
              </a:buClr>
              <a:buSzPts val="1040"/>
              <a:buFont typeface="Arial"/>
              <a:buChar char="●"/>
            </a:pPr>
            <a:r>
              <a:rPr b="0" i="0" lang="en-US" sz="1040" u="none" cap="none" strike="noStrike">
                <a:solidFill>
                  <a:srgbClr val="000000"/>
                </a:solidFill>
                <a:latin typeface="Arial"/>
                <a:ea typeface="Arial"/>
                <a:cs typeface="Arial"/>
                <a:sym typeface="Arial"/>
              </a:rPr>
              <a:t>Use this resource for personal / classroom use, </a:t>
            </a:r>
            <a:r>
              <a:rPr b="0" i="0" lang="en-US" sz="1040" u="none" cap="none" strike="noStrike">
                <a:solidFill>
                  <a:srgbClr val="000000"/>
                </a:solidFill>
                <a:latin typeface="Poppins SemiBold"/>
                <a:ea typeface="Poppins SemiBold"/>
                <a:cs typeface="Poppins SemiBold"/>
                <a:sym typeface="Poppins SemiBold"/>
              </a:rPr>
              <a:t>with</a:t>
            </a:r>
            <a:r>
              <a:rPr b="0" i="0" lang="en-US" sz="1040" u="none" cap="none" strike="noStrike">
                <a:solidFill>
                  <a:srgbClr val="000000"/>
                </a:solidFill>
                <a:latin typeface="Arial"/>
                <a:ea typeface="Arial"/>
                <a:cs typeface="Arial"/>
                <a:sym typeface="Arial"/>
              </a:rPr>
              <a:t> proper acknowledgement given to Rainbow Phonics.</a:t>
            </a:r>
            <a:endParaRPr b="0" i="0" sz="1040" u="none" cap="none" strike="noStrike">
              <a:solidFill>
                <a:srgbClr val="000000"/>
              </a:solidFill>
              <a:latin typeface="Arial"/>
              <a:ea typeface="Arial"/>
              <a:cs typeface="Arial"/>
              <a:sym typeface="Arial"/>
            </a:endParaRPr>
          </a:p>
          <a:p>
            <a:pPr indent="-294640" lvl="0" marL="457200" marR="0" rtl="0" algn="l">
              <a:lnSpc>
                <a:spcPct val="115000"/>
              </a:lnSpc>
              <a:spcBef>
                <a:spcPts val="0"/>
              </a:spcBef>
              <a:spcAft>
                <a:spcPts val="0"/>
              </a:spcAft>
              <a:buClr>
                <a:srgbClr val="000000"/>
              </a:buClr>
              <a:buSzPts val="1040"/>
              <a:buFont typeface="Arial"/>
              <a:buChar char="●"/>
            </a:pPr>
            <a:r>
              <a:rPr b="0" i="0" lang="en-US" sz="1040" u="none" cap="none" strike="noStrike">
                <a:solidFill>
                  <a:srgbClr val="000000"/>
                </a:solidFill>
                <a:latin typeface="Arial"/>
                <a:ea typeface="Arial"/>
                <a:cs typeface="Arial"/>
                <a:sym typeface="Arial"/>
              </a:rPr>
              <a:t>Make a copy of this resource and edit for personal use such as editing text or changing slides, as long as proper acknowledgement is provided to the original publisher, Rainbow Phonics.</a:t>
            </a:r>
            <a:endParaRPr b="0" i="0" sz="1040" u="none" cap="none" strike="noStrike">
              <a:solidFill>
                <a:srgbClr val="000000"/>
              </a:solidFill>
              <a:latin typeface="Arial"/>
              <a:ea typeface="Arial"/>
              <a:cs typeface="Arial"/>
              <a:sym typeface="Arial"/>
            </a:endParaRPr>
          </a:p>
        </p:txBody>
      </p:sp>
      <p:sp>
        <p:nvSpPr>
          <p:cNvPr id="146" name="Google Shape;146;g2c4fb7f6616_0_721"/>
          <p:cNvSpPr txBox="1"/>
          <p:nvPr/>
        </p:nvSpPr>
        <p:spPr>
          <a:xfrm>
            <a:off x="4756150" y="3597900"/>
            <a:ext cx="3535800" cy="24117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990"/>
              <a:buFont typeface="Arial"/>
              <a:buNone/>
            </a:pPr>
            <a:r>
              <a:rPr b="0" i="0" lang="en-US" sz="1240" u="none" cap="none" strike="noStrike">
                <a:solidFill>
                  <a:srgbClr val="000000"/>
                </a:solidFill>
                <a:latin typeface="Arial"/>
                <a:ea typeface="Arial"/>
                <a:cs typeface="Arial"/>
                <a:sym typeface="Arial"/>
              </a:rPr>
              <a:t>What you can’t do with this resource:</a:t>
            </a:r>
            <a:endParaRPr b="0" i="0" sz="1240" u="none" cap="none" strike="noStrike">
              <a:solidFill>
                <a:srgbClr val="000000"/>
              </a:solidFill>
              <a:latin typeface="Arial"/>
              <a:ea typeface="Arial"/>
              <a:cs typeface="Arial"/>
              <a:sym typeface="Arial"/>
            </a:endParaRPr>
          </a:p>
          <a:p>
            <a:pPr indent="-294640" lvl="0" marL="457200" marR="0" rtl="0" algn="l">
              <a:lnSpc>
                <a:spcPct val="115000"/>
              </a:lnSpc>
              <a:spcBef>
                <a:spcPts val="0"/>
              </a:spcBef>
              <a:spcAft>
                <a:spcPts val="0"/>
              </a:spcAft>
              <a:buClr>
                <a:schemeClr val="dk1"/>
              </a:buClr>
              <a:buSzPts val="1040"/>
              <a:buFont typeface="Arial"/>
              <a:buChar char="●"/>
            </a:pPr>
            <a:r>
              <a:rPr b="0" i="0" lang="en-US" sz="1040" u="none" cap="none" strike="noStrike">
                <a:solidFill>
                  <a:schemeClr val="dk1"/>
                </a:solidFill>
                <a:latin typeface="Arial"/>
                <a:ea typeface="Arial"/>
                <a:cs typeface="Arial"/>
                <a:sym typeface="Arial"/>
              </a:rPr>
              <a:t>Make a copy of this resource and edit it for commercial distribution or other purposes.</a:t>
            </a:r>
            <a:endParaRPr b="0" i="0" sz="1040" u="none" cap="none" strike="noStrike">
              <a:solidFill>
                <a:srgbClr val="000000"/>
              </a:solidFill>
              <a:latin typeface="Arial"/>
              <a:ea typeface="Arial"/>
              <a:cs typeface="Arial"/>
              <a:sym typeface="Arial"/>
            </a:endParaRPr>
          </a:p>
          <a:p>
            <a:pPr indent="-294640" lvl="0" marL="457200" marR="0" rtl="0" algn="l">
              <a:lnSpc>
                <a:spcPct val="115000"/>
              </a:lnSpc>
              <a:spcBef>
                <a:spcPts val="0"/>
              </a:spcBef>
              <a:spcAft>
                <a:spcPts val="0"/>
              </a:spcAft>
              <a:buClr>
                <a:srgbClr val="000000"/>
              </a:buClr>
              <a:buSzPts val="1040"/>
              <a:buFont typeface="Arial"/>
              <a:buChar char="●"/>
            </a:pPr>
            <a:r>
              <a:rPr b="0" i="0" lang="en-US" sz="1040" u="none" cap="none" strike="noStrike">
                <a:solidFill>
                  <a:srgbClr val="000000"/>
                </a:solidFill>
                <a:latin typeface="Arial"/>
                <a:ea typeface="Arial"/>
                <a:cs typeface="Arial"/>
                <a:sym typeface="Arial"/>
              </a:rPr>
              <a:t>Distribute images or assets in this presentation outside of this resource, as this is copywritten material.</a:t>
            </a:r>
            <a:endParaRPr b="0" i="0" sz="1040" u="none" cap="none" strike="noStrike">
              <a:solidFill>
                <a:srgbClr val="000000"/>
              </a:solidFill>
              <a:latin typeface="Arial"/>
              <a:ea typeface="Arial"/>
              <a:cs typeface="Arial"/>
              <a:sym typeface="Arial"/>
            </a:endParaRPr>
          </a:p>
          <a:p>
            <a:pPr indent="-294640" lvl="0" marL="457200" marR="0" rtl="0" algn="l">
              <a:lnSpc>
                <a:spcPct val="115000"/>
              </a:lnSpc>
              <a:spcBef>
                <a:spcPts val="0"/>
              </a:spcBef>
              <a:spcAft>
                <a:spcPts val="0"/>
              </a:spcAft>
              <a:buClr>
                <a:schemeClr val="dk1"/>
              </a:buClr>
              <a:buSzPts val="1040"/>
              <a:buFont typeface="Arial"/>
              <a:buChar char="●"/>
            </a:pPr>
            <a:r>
              <a:rPr b="0" i="0" lang="en-US" sz="1040" u="none" cap="none" strike="noStrike">
                <a:solidFill>
                  <a:schemeClr val="dk1"/>
                </a:solidFill>
                <a:latin typeface="Arial"/>
                <a:ea typeface="Arial"/>
                <a:cs typeface="Arial"/>
                <a:sym typeface="Arial"/>
              </a:rPr>
              <a:t>Sell any of the displayed resources commercially.</a:t>
            </a:r>
            <a:endParaRPr b="0" i="0" sz="1040" u="none" cap="none" strike="noStrike">
              <a:solidFill>
                <a:srgbClr val="000000"/>
              </a:solidFill>
              <a:latin typeface="Arial"/>
              <a:ea typeface="Arial"/>
              <a:cs typeface="Arial"/>
              <a:sym typeface="Arial"/>
            </a:endParaRPr>
          </a:p>
          <a:p>
            <a:pPr indent="-294640" lvl="0" marL="457200" marR="0" rtl="0" algn="l">
              <a:lnSpc>
                <a:spcPct val="115000"/>
              </a:lnSpc>
              <a:spcBef>
                <a:spcPts val="0"/>
              </a:spcBef>
              <a:spcAft>
                <a:spcPts val="0"/>
              </a:spcAft>
              <a:buClr>
                <a:srgbClr val="000000"/>
              </a:buClr>
              <a:buSzPts val="1040"/>
              <a:buFont typeface="Arial"/>
              <a:buChar char="●"/>
            </a:pPr>
            <a:r>
              <a:rPr b="0" i="0" lang="en-US" sz="1040" u="none" cap="none" strike="noStrike">
                <a:solidFill>
                  <a:srgbClr val="000000"/>
                </a:solidFill>
                <a:latin typeface="Arial"/>
                <a:ea typeface="Arial"/>
                <a:cs typeface="Arial"/>
                <a:sym typeface="Arial"/>
              </a:rPr>
              <a:t>Host or share these resources with other parties, without written consent from </a:t>
            </a:r>
            <a:r>
              <a:rPr b="0" i="0" lang="en-US" sz="1040" u="none" cap="none" strike="noStrike">
                <a:solidFill>
                  <a:schemeClr val="dk1"/>
                </a:solidFill>
                <a:latin typeface="Arial"/>
                <a:ea typeface="Arial"/>
                <a:cs typeface="Arial"/>
                <a:sym typeface="Arial"/>
              </a:rPr>
              <a:t>Rainbow Phonics</a:t>
            </a:r>
            <a:r>
              <a:rPr b="0" i="0" lang="en-US" sz="1040" u="none" cap="none" strike="noStrike">
                <a:solidFill>
                  <a:srgbClr val="000000"/>
                </a:solidFill>
                <a:latin typeface="Arial"/>
                <a:ea typeface="Arial"/>
                <a:cs typeface="Arial"/>
                <a:sym typeface="Arial"/>
              </a:rPr>
              <a:t>.</a:t>
            </a:r>
            <a:endParaRPr b="0" i="0" sz="1040" u="none" cap="none" strike="noStrike">
              <a:solidFill>
                <a:srgbClr val="000000"/>
              </a:solidFill>
              <a:latin typeface="Arial"/>
              <a:ea typeface="Arial"/>
              <a:cs typeface="Arial"/>
              <a:sym typeface="Arial"/>
            </a:endParaRPr>
          </a:p>
        </p:txBody>
      </p:sp>
      <p:cxnSp>
        <p:nvCxnSpPr>
          <p:cNvPr id="147" name="Google Shape;147;g2c4fb7f6616_0_721"/>
          <p:cNvCxnSpPr/>
          <p:nvPr/>
        </p:nvCxnSpPr>
        <p:spPr>
          <a:xfrm>
            <a:off x="865586" y="1350235"/>
            <a:ext cx="7283100" cy="0"/>
          </a:xfrm>
          <a:prstGeom prst="straightConnector1">
            <a:avLst/>
          </a:prstGeom>
          <a:noFill/>
          <a:ln cap="flat" cmpd="sng" w="9525">
            <a:solidFill>
              <a:srgbClr val="BFBFBF"/>
            </a:solidFill>
            <a:prstDash val="solid"/>
            <a:miter lim="800000"/>
            <a:headEnd len="sm" w="sm" type="none"/>
            <a:tailEnd len="sm" w="sm" type="none"/>
          </a:ln>
        </p:spPr>
      </p:cxnSp>
      <p:sp>
        <p:nvSpPr>
          <p:cNvPr id="148" name="Google Shape;148;g2c4fb7f6616_0_721"/>
          <p:cNvSpPr/>
          <p:nvPr/>
        </p:nvSpPr>
        <p:spPr>
          <a:xfrm>
            <a:off x="4442194" y="3596257"/>
            <a:ext cx="363000" cy="363000"/>
          </a:xfrm>
          <a:prstGeom prst="mathMultiply">
            <a:avLst>
              <a:gd fmla="val 23520" name="adj1"/>
            </a:avLst>
          </a:prstGeom>
          <a:solidFill>
            <a:srgbClr val="ED1C2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nvGrpSpPr>
          <p:cNvPr id="149" name="Google Shape;149;g2c4fb7f6616_0_721"/>
          <p:cNvGrpSpPr/>
          <p:nvPr/>
        </p:nvGrpSpPr>
        <p:grpSpPr>
          <a:xfrm>
            <a:off x="1050674" y="3528974"/>
            <a:ext cx="508471" cy="472349"/>
            <a:chOff x="718913" y="3178865"/>
            <a:chExt cx="825441" cy="766800"/>
          </a:xfrm>
        </p:grpSpPr>
        <p:sp>
          <p:nvSpPr>
            <p:cNvPr id="150" name="Google Shape;150;g2c4fb7f6616_0_721"/>
            <p:cNvSpPr/>
            <p:nvPr/>
          </p:nvSpPr>
          <p:spPr>
            <a:xfrm rot="8100000">
              <a:off x="865666" y="3315344"/>
              <a:ext cx="590576" cy="493843"/>
            </a:xfrm>
            <a:prstGeom prst="mathMinus">
              <a:avLst>
                <a:gd fmla="val 23520" name="adj1"/>
              </a:avLst>
            </a:prstGeom>
            <a:solidFill>
              <a:srgbClr val="8DC63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51" name="Google Shape;151;g2c4fb7f6616_0_721"/>
            <p:cNvSpPr/>
            <p:nvPr/>
          </p:nvSpPr>
          <p:spPr>
            <a:xfrm rot="2700000">
              <a:off x="847908" y="3390222"/>
              <a:ext cx="311410" cy="493843"/>
            </a:xfrm>
            <a:prstGeom prst="mathMinus">
              <a:avLst>
                <a:gd fmla="val 23520" name="adj1"/>
              </a:avLst>
            </a:prstGeom>
            <a:solidFill>
              <a:srgbClr val="8DC63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pic>
        <p:nvPicPr>
          <p:cNvPr id="152" name="Google Shape;152;g2c4fb7f6616_0_721"/>
          <p:cNvPicPr preferRelativeResize="0"/>
          <p:nvPr/>
        </p:nvPicPr>
        <p:blipFill rotWithShape="1">
          <a:blip r:embed="rId5">
            <a:alphaModFix/>
          </a:blip>
          <a:srcRect b="0" l="0" r="0" t="0"/>
          <a:stretch/>
        </p:blipFill>
        <p:spPr>
          <a:xfrm>
            <a:off x="485725" y="5274624"/>
            <a:ext cx="2884175" cy="1389976"/>
          </a:xfrm>
          <a:prstGeom prst="rect">
            <a:avLst/>
          </a:prstGeom>
          <a:noFill/>
          <a:ln>
            <a:noFill/>
          </a:ln>
          <a:effectLst>
            <a:outerShdw blurRad="57150" rotWithShape="0" algn="bl" dir="5400000" dist="19050">
              <a:srgbClr val="000000">
                <a:alpha val="47843"/>
              </a:srgbClr>
            </a:outerShdw>
          </a:effectLst>
        </p:spPr>
      </p:pic>
      <p:sp>
        <p:nvSpPr>
          <p:cNvPr id="153" name="Google Shape;153;g2c4fb7f6616_0_721"/>
          <p:cNvSpPr txBox="1"/>
          <p:nvPr/>
        </p:nvSpPr>
        <p:spPr>
          <a:xfrm>
            <a:off x="995275" y="1008390"/>
            <a:ext cx="7153500" cy="248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by accessing this resource you accept the following terms and conditions</a:t>
            </a:r>
            <a:endParaRPr b="0" i="0" sz="1000" u="none" cap="none" strike="noStrike">
              <a:solidFill>
                <a:srgbClr val="000000"/>
              </a:solidFill>
              <a:latin typeface="Arial"/>
              <a:ea typeface="Arial"/>
              <a:cs typeface="Arial"/>
              <a:sym typeface="Arial"/>
            </a:endParaRPr>
          </a:p>
        </p:txBody>
      </p:sp>
      <p:sp>
        <p:nvSpPr>
          <p:cNvPr id="154" name="Google Shape;154;g2c4fb7f6616_0_721"/>
          <p:cNvSpPr txBox="1"/>
          <p:nvPr/>
        </p:nvSpPr>
        <p:spPr>
          <a:xfrm>
            <a:off x="3694625" y="6352800"/>
            <a:ext cx="5162700" cy="303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FFFFFF"/>
                </a:solidFill>
                <a:latin typeface="Poppins Medium"/>
                <a:ea typeface="Poppins Medium"/>
                <a:cs typeface="Poppins Medium"/>
                <a:sym typeface="Poppins Medium"/>
              </a:rPr>
              <a:t>Discover more at www.rainbowphonics.com</a:t>
            </a:r>
            <a:endParaRPr b="0" i="0" sz="1600" u="none" cap="none" strike="noStrike">
              <a:solidFill>
                <a:srgbClr val="FFFFFF"/>
              </a:solidFill>
              <a:latin typeface="Poppins Medium"/>
              <a:ea typeface="Poppins Medium"/>
              <a:cs typeface="Poppins Medium"/>
              <a:sym typeface="Poppins Medium"/>
            </a:endParaRPr>
          </a:p>
        </p:txBody>
      </p:sp>
      <p:pic>
        <p:nvPicPr>
          <p:cNvPr id="155" name="Google Shape;155;g2c4fb7f6616_0_721"/>
          <p:cNvPicPr preferRelativeResize="0"/>
          <p:nvPr/>
        </p:nvPicPr>
        <p:blipFill rotWithShape="1">
          <a:blip r:embed="rId6">
            <a:alphaModFix/>
          </a:blip>
          <a:srcRect b="0" l="0" r="0" t="0"/>
          <a:stretch/>
        </p:blipFill>
        <p:spPr>
          <a:xfrm rot="512460">
            <a:off x="7037628" y="1625095"/>
            <a:ext cx="1315271" cy="1315264"/>
          </a:xfrm>
          <a:prstGeom prst="rect">
            <a:avLst/>
          </a:prstGeom>
          <a:noFill/>
          <a:ln>
            <a:noFill/>
          </a:ln>
          <a:effectLst>
            <a:outerShdw blurRad="57150" rotWithShape="0" algn="bl" dir="5400000" dist="19050">
              <a:srgbClr val="000000">
                <a:alpha val="20000"/>
              </a:srgbClr>
            </a:outerShdw>
          </a:effectLst>
        </p:spPr>
      </p:pic>
      <p:pic>
        <p:nvPicPr>
          <p:cNvPr id="156" name="Google Shape;156;g2c4fb7f6616_0_721"/>
          <p:cNvPicPr preferRelativeResize="0"/>
          <p:nvPr/>
        </p:nvPicPr>
        <p:blipFill rotWithShape="1">
          <a:blip r:embed="rId7">
            <a:alphaModFix/>
          </a:blip>
          <a:srcRect b="0" l="0" r="0" t="0"/>
          <a:stretch/>
        </p:blipFill>
        <p:spPr>
          <a:xfrm rot="251087">
            <a:off x="6595023" y="1526228"/>
            <a:ext cx="1315273" cy="1315263"/>
          </a:xfrm>
          <a:prstGeom prst="rect">
            <a:avLst/>
          </a:prstGeom>
          <a:noFill/>
          <a:ln>
            <a:noFill/>
          </a:ln>
          <a:effectLst>
            <a:outerShdw blurRad="57150" rotWithShape="0" algn="bl" dir="5400000" dist="19050">
              <a:srgbClr val="000000">
                <a:alpha val="20000"/>
              </a:srgbClr>
            </a:outerShdw>
          </a:effectLst>
        </p:spPr>
      </p:pic>
      <p:pic>
        <p:nvPicPr>
          <p:cNvPr id="157" name="Google Shape;157;g2c4fb7f6616_0_721"/>
          <p:cNvPicPr preferRelativeResize="0"/>
          <p:nvPr/>
        </p:nvPicPr>
        <p:blipFill rotWithShape="1">
          <a:blip r:embed="rId8">
            <a:alphaModFix/>
          </a:blip>
          <a:srcRect b="0" l="0" r="0" t="0"/>
          <a:stretch/>
        </p:blipFill>
        <p:spPr>
          <a:xfrm rot="-198790">
            <a:off x="6033849" y="1525113"/>
            <a:ext cx="1317502" cy="1317490"/>
          </a:xfrm>
          <a:prstGeom prst="rect">
            <a:avLst/>
          </a:prstGeom>
          <a:noFill/>
          <a:ln>
            <a:noFill/>
          </a:ln>
          <a:effectLst>
            <a:outerShdw blurRad="57150" rotWithShape="0" algn="bl" dir="5400000" dist="19050">
              <a:srgbClr val="000000">
                <a:alpha val="20000"/>
              </a:srgbClr>
            </a:outerShdw>
          </a:effectLst>
        </p:spPr>
      </p:pic>
      <p:pic>
        <p:nvPicPr>
          <p:cNvPr id="158" name="Google Shape;158;g2c4fb7f6616_0_721"/>
          <p:cNvPicPr preferRelativeResize="0"/>
          <p:nvPr/>
        </p:nvPicPr>
        <p:blipFill rotWithShape="1">
          <a:blip r:embed="rId9">
            <a:alphaModFix/>
          </a:blip>
          <a:srcRect b="0" l="0" r="0" t="0"/>
          <a:stretch/>
        </p:blipFill>
        <p:spPr>
          <a:xfrm rot="-505316">
            <a:off x="5528790" y="1629680"/>
            <a:ext cx="1382684" cy="1382665"/>
          </a:xfrm>
          <a:prstGeom prst="rect">
            <a:avLst/>
          </a:prstGeom>
          <a:noFill/>
          <a:ln>
            <a:noFill/>
          </a:ln>
          <a:effectLst>
            <a:outerShdw blurRad="57150" rotWithShape="0" algn="bl" dir="5400000" dist="19050">
              <a:srgbClr val="000000">
                <a:alpha val="20000"/>
              </a:srgbClr>
            </a:outerShdw>
          </a:effectLst>
        </p:spPr>
      </p:pic>
      <p:pic>
        <p:nvPicPr>
          <p:cNvPr id="159" name="Google Shape;159;g2c4fb7f6616_0_721"/>
          <p:cNvPicPr preferRelativeResize="0"/>
          <p:nvPr/>
        </p:nvPicPr>
        <p:blipFill rotWithShape="1">
          <a:blip r:embed="rId10">
            <a:alphaModFix/>
          </a:blip>
          <a:srcRect b="0" l="0" r="0" t="0"/>
          <a:stretch/>
        </p:blipFill>
        <p:spPr>
          <a:xfrm rot="381644">
            <a:off x="6819230" y="2126378"/>
            <a:ext cx="1677627" cy="1677627"/>
          </a:xfrm>
          <a:prstGeom prst="rect">
            <a:avLst/>
          </a:prstGeom>
          <a:noFill/>
          <a:ln>
            <a:noFill/>
          </a:ln>
          <a:effectLst>
            <a:outerShdw blurRad="57150" rotWithShape="0" algn="bl" dir="5400000" dist="19050">
              <a:srgbClr val="000000">
                <a:alpha val="20000"/>
              </a:srgbClr>
            </a:outerShdw>
          </a:effectLst>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 of Session">
  <p:cSld name="End of Session_1_1">
    <p:spTree>
      <p:nvGrpSpPr>
        <p:cNvPr id="160" name="Shape 160"/>
        <p:cNvGrpSpPr/>
        <p:nvPr/>
      </p:nvGrpSpPr>
      <p:grpSpPr>
        <a:xfrm>
          <a:off x="0" y="0"/>
          <a:ext cx="0" cy="0"/>
          <a:chOff x="0" y="0"/>
          <a:chExt cx="0" cy="0"/>
        </a:xfrm>
      </p:grpSpPr>
      <p:sp>
        <p:nvSpPr>
          <p:cNvPr id="161" name="Google Shape;161;g26b641b03cd_0_260"/>
          <p:cNvSpPr txBox="1"/>
          <p:nvPr>
            <p:ph idx="1" type="body"/>
          </p:nvPr>
        </p:nvSpPr>
        <p:spPr>
          <a:xfrm>
            <a:off x="4277375" y="987225"/>
            <a:ext cx="3944400" cy="4475100"/>
          </a:xfrm>
          <a:prstGeom prst="rect">
            <a:avLst/>
          </a:prstGeom>
          <a:noFill/>
          <a:ln>
            <a:noFill/>
          </a:ln>
        </p:spPr>
        <p:txBody>
          <a:bodyPr anchorCtr="0" anchor="t" bIns="0" lIns="0" spcFirstLastPara="1" rIns="0" wrap="square" tIns="274300">
            <a:noAutofit/>
          </a:bodyPr>
          <a:lstStyle>
            <a:lvl1pPr indent="-330200" lvl="0" marL="457200" algn="l">
              <a:lnSpc>
                <a:spcPct val="115000"/>
              </a:lnSpc>
              <a:spcBef>
                <a:spcPts val="1000"/>
              </a:spcBef>
              <a:spcAft>
                <a:spcPts val="0"/>
              </a:spcAft>
              <a:buClr>
                <a:srgbClr val="262626"/>
              </a:buClr>
              <a:buSzPts val="1600"/>
              <a:buChar char="•"/>
              <a:defRPr sz="1600">
                <a:solidFill>
                  <a:srgbClr val="262626"/>
                </a:solidFill>
              </a:defRPr>
            </a:lvl1pPr>
            <a:lvl2pPr indent="-330200" lvl="1" marL="914400" algn="l">
              <a:lnSpc>
                <a:spcPct val="115000"/>
              </a:lnSpc>
              <a:spcBef>
                <a:spcPts val="1000"/>
              </a:spcBef>
              <a:spcAft>
                <a:spcPts val="0"/>
              </a:spcAft>
              <a:buClr>
                <a:schemeClr val="dk1"/>
              </a:buClr>
              <a:buSzPts val="1600"/>
              <a:buChar char="•"/>
              <a:defRPr sz="1600"/>
            </a:lvl2pPr>
            <a:lvl3pPr indent="-228600" lvl="2" marL="1371600" algn="l">
              <a:lnSpc>
                <a:spcPct val="115000"/>
              </a:lnSpc>
              <a:spcBef>
                <a:spcPts val="1000"/>
              </a:spcBef>
              <a:spcAft>
                <a:spcPts val="0"/>
              </a:spcAft>
              <a:buClr>
                <a:schemeClr val="dk1"/>
              </a:buClr>
              <a:buSzPts val="1600"/>
              <a:buNone/>
              <a:defRPr sz="1600"/>
            </a:lvl3pPr>
            <a:lvl4pPr indent="-330200" lvl="3" marL="1828800" algn="l">
              <a:lnSpc>
                <a:spcPct val="115000"/>
              </a:lnSpc>
              <a:spcBef>
                <a:spcPts val="1000"/>
              </a:spcBef>
              <a:spcAft>
                <a:spcPts val="0"/>
              </a:spcAft>
              <a:buClr>
                <a:schemeClr val="dk1"/>
              </a:buClr>
              <a:buSzPts val="1600"/>
              <a:buChar char="•"/>
              <a:defRPr sz="1600"/>
            </a:lvl4pPr>
            <a:lvl5pPr indent="-330200" lvl="4" marL="2286000" algn="l">
              <a:lnSpc>
                <a:spcPct val="115000"/>
              </a:lnSpc>
              <a:spcBef>
                <a:spcPts val="500"/>
              </a:spcBef>
              <a:spcAft>
                <a:spcPts val="0"/>
              </a:spcAft>
              <a:buClr>
                <a:schemeClr val="dk1"/>
              </a:buClr>
              <a:buSzPts val="1600"/>
              <a:buChar char="•"/>
              <a:defRPr sz="1600"/>
            </a:lvl5pPr>
            <a:lvl6pPr indent="-330200" lvl="5" marL="2743200" algn="l">
              <a:lnSpc>
                <a:spcPct val="115000"/>
              </a:lnSpc>
              <a:spcBef>
                <a:spcPts val="500"/>
              </a:spcBef>
              <a:spcAft>
                <a:spcPts val="0"/>
              </a:spcAft>
              <a:buClr>
                <a:schemeClr val="dk1"/>
              </a:buClr>
              <a:buSzPts val="1600"/>
              <a:buChar char="•"/>
              <a:defRPr sz="1600"/>
            </a:lvl6pPr>
            <a:lvl7pPr indent="-330200" lvl="6" marL="3200400" algn="l">
              <a:lnSpc>
                <a:spcPct val="115000"/>
              </a:lnSpc>
              <a:spcBef>
                <a:spcPts val="500"/>
              </a:spcBef>
              <a:spcAft>
                <a:spcPts val="0"/>
              </a:spcAft>
              <a:buClr>
                <a:schemeClr val="dk1"/>
              </a:buClr>
              <a:buSzPts val="1600"/>
              <a:buChar char="•"/>
              <a:defRPr sz="1600"/>
            </a:lvl7pPr>
            <a:lvl8pPr indent="-330200" lvl="7" marL="3657600" algn="l">
              <a:lnSpc>
                <a:spcPct val="115000"/>
              </a:lnSpc>
              <a:spcBef>
                <a:spcPts val="500"/>
              </a:spcBef>
              <a:spcAft>
                <a:spcPts val="0"/>
              </a:spcAft>
              <a:buClr>
                <a:schemeClr val="dk1"/>
              </a:buClr>
              <a:buSzPts val="1600"/>
              <a:buChar char="•"/>
              <a:defRPr sz="1600"/>
            </a:lvl8pPr>
            <a:lvl9pPr indent="-330200" lvl="8" marL="4114800" algn="l">
              <a:lnSpc>
                <a:spcPct val="115000"/>
              </a:lnSpc>
              <a:spcBef>
                <a:spcPts val="500"/>
              </a:spcBef>
              <a:spcAft>
                <a:spcPts val="0"/>
              </a:spcAft>
              <a:buClr>
                <a:schemeClr val="dk1"/>
              </a:buClr>
              <a:buSzPts val="1600"/>
              <a:buChar char="•"/>
              <a:defRPr sz="1600"/>
            </a:lvl9pPr>
          </a:lstStyle>
          <a:p/>
        </p:txBody>
      </p:sp>
      <p:sp>
        <p:nvSpPr>
          <p:cNvPr id="162" name="Google Shape;162;g26b641b03cd_0_260"/>
          <p:cNvSpPr txBox="1"/>
          <p:nvPr/>
        </p:nvSpPr>
        <p:spPr>
          <a:xfrm>
            <a:off x="856325" y="958000"/>
            <a:ext cx="3225600" cy="691200"/>
          </a:xfrm>
          <a:prstGeom prst="rect">
            <a:avLst/>
          </a:prstGeom>
          <a:noFill/>
          <a:ln>
            <a:noFill/>
          </a:ln>
        </p:spPr>
        <p:txBody>
          <a:bodyPr anchorCtr="0" anchor="ctr" bIns="0" lIns="91425" spcFirstLastPara="1" rIns="91425" wrap="square" tIns="0">
            <a:noAutofit/>
          </a:bodyPr>
          <a:lstStyle/>
          <a:p>
            <a:pPr indent="0" lvl="0" marL="0" marR="0" rtl="0" algn="l">
              <a:lnSpc>
                <a:spcPct val="90000"/>
              </a:lnSpc>
              <a:spcBef>
                <a:spcPts val="0"/>
              </a:spcBef>
              <a:spcAft>
                <a:spcPts val="0"/>
              </a:spcAft>
              <a:buClr>
                <a:srgbClr val="F7941D"/>
              </a:buClr>
              <a:buSzPts val="3200"/>
              <a:buFont typeface="Poppins Medium"/>
              <a:buNone/>
            </a:pPr>
            <a:r>
              <a:rPr b="0" i="0" lang="en-US" sz="3200" u="none" cap="none" strike="noStrike">
                <a:solidFill>
                  <a:srgbClr val="CB3D85"/>
                </a:solidFill>
                <a:latin typeface="Poppins Medium"/>
                <a:ea typeface="Poppins Medium"/>
                <a:cs typeface="Poppins Medium"/>
                <a:sym typeface="Poppins Medium"/>
              </a:rPr>
              <a:t>End of Session</a:t>
            </a:r>
            <a:endParaRPr b="0" i="0" sz="3200" u="none" cap="none" strike="noStrike">
              <a:solidFill>
                <a:srgbClr val="CB3D85"/>
              </a:solidFill>
              <a:latin typeface="Poppins Medium"/>
              <a:ea typeface="Poppins Medium"/>
              <a:cs typeface="Poppins Medium"/>
              <a:sym typeface="Poppins Medium"/>
            </a:endParaRPr>
          </a:p>
        </p:txBody>
      </p:sp>
      <p:cxnSp>
        <p:nvCxnSpPr>
          <p:cNvPr id="163" name="Google Shape;163;g26b641b03cd_0_260"/>
          <p:cNvCxnSpPr/>
          <p:nvPr/>
        </p:nvCxnSpPr>
        <p:spPr>
          <a:xfrm>
            <a:off x="941786" y="1709260"/>
            <a:ext cx="2946000" cy="0"/>
          </a:xfrm>
          <a:prstGeom prst="straightConnector1">
            <a:avLst/>
          </a:prstGeom>
          <a:noFill/>
          <a:ln cap="flat" cmpd="sng" w="9525">
            <a:solidFill>
              <a:srgbClr val="BFBFBF"/>
            </a:solidFill>
            <a:prstDash val="solid"/>
            <a:miter lim="800000"/>
            <a:headEnd len="sm" w="sm" type="none"/>
            <a:tailEnd len="sm" w="sm" type="none"/>
          </a:ln>
        </p:spPr>
      </p:cxnSp>
      <p:sp>
        <p:nvSpPr>
          <p:cNvPr id="164" name="Google Shape;164;g26b641b03cd_0_260"/>
          <p:cNvSpPr/>
          <p:nvPr/>
        </p:nvSpPr>
        <p:spPr>
          <a:xfrm>
            <a:off x="-36800" y="6252300"/>
            <a:ext cx="9236100" cy="663000"/>
          </a:xfrm>
          <a:prstGeom prst="rect">
            <a:avLst/>
          </a:prstGeom>
          <a:solidFill>
            <a:srgbClr val="07376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 name="Google Shape;165;g26b641b03cd_0_260"/>
          <p:cNvSpPr/>
          <p:nvPr>
            <p:ph idx="2" type="pic"/>
          </p:nvPr>
        </p:nvSpPr>
        <p:spPr>
          <a:xfrm>
            <a:off x="960225" y="1993200"/>
            <a:ext cx="2946000" cy="1949700"/>
          </a:xfrm>
          <a:prstGeom prst="roundRect">
            <a:avLst>
              <a:gd fmla="val 16667" name="adj"/>
            </a:avLst>
          </a:prstGeom>
          <a:noFill/>
          <a:ln>
            <a:noFill/>
          </a:ln>
        </p:spPr>
      </p:sp>
      <p:pic>
        <p:nvPicPr>
          <p:cNvPr id="166" name="Google Shape;166;g26b641b03cd_0_260"/>
          <p:cNvPicPr preferRelativeResize="0"/>
          <p:nvPr/>
        </p:nvPicPr>
        <p:blipFill rotWithShape="1">
          <a:blip r:embed="rId2">
            <a:alphaModFix/>
          </a:blip>
          <a:srcRect b="0" l="0" r="0" t="0"/>
          <a:stretch/>
        </p:blipFill>
        <p:spPr>
          <a:xfrm>
            <a:off x="485725" y="5274624"/>
            <a:ext cx="2884175" cy="1389976"/>
          </a:xfrm>
          <a:prstGeom prst="rect">
            <a:avLst/>
          </a:prstGeom>
          <a:noFill/>
          <a:ln>
            <a:noFill/>
          </a:ln>
          <a:effectLst>
            <a:outerShdw blurRad="57150" rotWithShape="0" algn="bl" dir="5400000" dist="19050">
              <a:srgbClr val="000000">
                <a:alpha val="46666"/>
              </a:srgbClr>
            </a:outerShdw>
          </a:effectLst>
        </p:spPr>
      </p:pic>
      <p:grpSp>
        <p:nvGrpSpPr>
          <p:cNvPr id="167" name="Google Shape;167;g26b641b03cd_0_260"/>
          <p:cNvGrpSpPr/>
          <p:nvPr/>
        </p:nvGrpSpPr>
        <p:grpSpPr>
          <a:xfrm>
            <a:off x="8199150" y="5983875"/>
            <a:ext cx="586800" cy="571500"/>
            <a:chOff x="7894350" y="6212475"/>
            <a:chExt cx="586800" cy="571500"/>
          </a:xfrm>
        </p:grpSpPr>
        <p:sp>
          <p:nvSpPr>
            <p:cNvPr id="168" name="Google Shape;168;g26b641b03cd_0_260">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69" name="Google Shape;169;g26b641b03cd_0_260">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70" name="Google Shape;170;g26b641b03cd_0_260">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171" name="Google Shape;171;g26b641b03cd_0_260"/>
          <p:cNvGrpSpPr/>
          <p:nvPr/>
        </p:nvGrpSpPr>
        <p:grpSpPr>
          <a:xfrm>
            <a:off x="-36800" y="-52000"/>
            <a:ext cx="9236100" cy="543600"/>
            <a:chOff x="-36800" y="-52000"/>
            <a:chExt cx="9236100" cy="543600"/>
          </a:xfrm>
        </p:grpSpPr>
        <p:sp>
          <p:nvSpPr>
            <p:cNvPr id="172" name="Google Shape;172;g26b641b03cd_0_260"/>
            <p:cNvSpPr/>
            <p:nvPr/>
          </p:nvSpPr>
          <p:spPr>
            <a:xfrm>
              <a:off x="-36800" y="-52000"/>
              <a:ext cx="9236100" cy="543600"/>
            </a:xfrm>
            <a:prstGeom prst="rect">
              <a:avLst/>
            </a:prstGeom>
            <a:solidFill>
              <a:srgbClr val="CFE2F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73" name="Google Shape;173;g26b641b03cd_0_260"/>
            <p:cNvGrpSpPr/>
            <p:nvPr/>
          </p:nvGrpSpPr>
          <p:grpSpPr>
            <a:xfrm>
              <a:off x="5905920" y="88100"/>
              <a:ext cx="1337400" cy="403500"/>
              <a:chOff x="565600" y="88250"/>
              <a:chExt cx="1337400" cy="403500"/>
            </a:xfrm>
          </p:grpSpPr>
          <p:sp>
            <p:nvSpPr>
              <p:cNvPr id="174" name="Google Shape;174;g26b641b03cd_0_260"/>
              <p:cNvSpPr/>
              <p:nvPr/>
            </p:nvSpPr>
            <p:spPr>
              <a:xfrm>
                <a:off x="565600" y="88250"/>
                <a:ext cx="1337400" cy="240000"/>
              </a:xfrm>
              <a:prstGeom prst="roundRect">
                <a:avLst>
                  <a:gd fmla="val 16667"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92278F"/>
                  </a:solidFill>
                  <a:latin typeface="Poppins"/>
                  <a:ea typeface="Poppins"/>
                  <a:cs typeface="Poppins"/>
                  <a:sym typeface="Poppins"/>
                </a:endParaRPr>
              </a:p>
            </p:txBody>
          </p:sp>
          <p:sp>
            <p:nvSpPr>
              <p:cNvPr id="175" name="Google Shape;175;g26b641b03cd_0_260"/>
              <p:cNvSpPr/>
              <p:nvPr/>
            </p:nvSpPr>
            <p:spPr>
              <a:xfrm>
                <a:off x="565600" y="251750"/>
                <a:ext cx="1337400" cy="2400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92278F"/>
                  </a:solidFill>
                  <a:latin typeface="Poppins"/>
                  <a:ea typeface="Poppins"/>
                  <a:cs typeface="Poppins"/>
                  <a:sym typeface="Poppins"/>
                </a:endParaRPr>
              </a:p>
            </p:txBody>
          </p:sp>
        </p:grpSp>
        <p:sp>
          <p:nvSpPr>
            <p:cNvPr id="176" name="Google Shape;176;g26b641b03cd_0_260"/>
            <p:cNvSpPr txBox="1"/>
            <p:nvPr/>
          </p:nvSpPr>
          <p:spPr>
            <a:xfrm>
              <a:off x="789125" y="88250"/>
              <a:ext cx="974100" cy="365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2</a:t>
              </a:r>
              <a:endParaRPr b="0" i="0" sz="1500" u="none" cap="none" strike="noStrike">
                <a:solidFill>
                  <a:srgbClr val="9FC5E8"/>
                </a:solidFill>
                <a:latin typeface="Poppins SemiBold"/>
                <a:ea typeface="Poppins SemiBold"/>
                <a:cs typeface="Poppins SemiBold"/>
                <a:sym typeface="Poppins SemiBold"/>
              </a:endParaRPr>
            </a:p>
          </p:txBody>
        </p:sp>
        <p:sp>
          <p:nvSpPr>
            <p:cNvPr id="177" name="Google Shape;177;g26b641b03cd_0_260"/>
            <p:cNvSpPr txBox="1"/>
            <p:nvPr/>
          </p:nvSpPr>
          <p:spPr>
            <a:xfrm>
              <a:off x="34220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4</a:t>
              </a:r>
              <a:endParaRPr b="0" i="0" sz="1300" u="none" cap="none" strike="noStrike">
                <a:solidFill>
                  <a:srgbClr val="FFFFFF"/>
                </a:solidFill>
                <a:latin typeface="Poppins SemiBold"/>
                <a:ea typeface="Poppins SemiBold"/>
                <a:cs typeface="Poppins SemiBold"/>
                <a:sym typeface="Poppins SemiBold"/>
              </a:endParaRPr>
            </a:p>
          </p:txBody>
        </p:sp>
        <p:sp>
          <p:nvSpPr>
            <p:cNvPr id="178" name="Google Shape;178;g26b641b03cd_0_260"/>
            <p:cNvSpPr txBox="1"/>
            <p:nvPr/>
          </p:nvSpPr>
          <p:spPr>
            <a:xfrm>
              <a:off x="4753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5</a:t>
              </a:r>
              <a:endParaRPr b="0" i="0" sz="1300" u="none" cap="none" strike="noStrike">
                <a:solidFill>
                  <a:srgbClr val="FFFFFF"/>
                </a:solidFill>
                <a:latin typeface="Poppins SemiBold"/>
                <a:ea typeface="Poppins SemiBold"/>
                <a:cs typeface="Poppins SemiBold"/>
                <a:sym typeface="Poppins SemiBold"/>
              </a:endParaRPr>
            </a:p>
          </p:txBody>
        </p:sp>
        <p:sp>
          <p:nvSpPr>
            <p:cNvPr id="179" name="Google Shape;179;g26b641b03cd_0_260"/>
            <p:cNvSpPr txBox="1"/>
            <p:nvPr/>
          </p:nvSpPr>
          <p:spPr>
            <a:xfrm>
              <a:off x="60968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FFFFFF"/>
                  </a:solidFill>
                  <a:latin typeface="Poppins SemiBold"/>
                  <a:ea typeface="Poppins SemiBold"/>
                  <a:cs typeface="Poppins SemiBold"/>
                  <a:sym typeface="Poppins SemiBold"/>
                </a:rPr>
                <a:t>Phase 5.5</a:t>
              </a:r>
              <a:endParaRPr b="0" i="0" sz="1300" u="none" cap="none" strike="noStrike">
                <a:solidFill>
                  <a:srgbClr val="FFFFFF"/>
                </a:solidFill>
                <a:latin typeface="Poppins SemiBold"/>
                <a:ea typeface="Poppins SemiBold"/>
                <a:cs typeface="Poppins SemiBold"/>
                <a:sym typeface="Poppins SemiBold"/>
              </a:endParaRPr>
            </a:p>
          </p:txBody>
        </p:sp>
        <p:sp>
          <p:nvSpPr>
            <p:cNvPr id="180" name="Google Shape;180;g26b641b03cd_0_260"/>
            <p:cNvSpPr/>
            <p:nvPr/>
          </p:nvSpPr>
          <p:spPr>
            <a:xfrm>
              <a:off x="457084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81" name="Google Shape;181;g26b641b03cd_0_260"/>
            <p:cNvSpPr txBox="1"/>
            <p:nvPr/>
          </p:nvSpPr>
          <p:spPr>
            <a:xfrm>
              <a:off x="7422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6</a:t>
              </a:r>
              <a:endParaRPr b="0" i="0" sz="1300" u="none" cap="none" strike="noStrike">
                <a:solidFill>
                  <a:srgbClr val="9FC5E8"/>
                </a:solidFill>
                <a:latin typeface="Poppins SemiBold"/>
                <a:ea typeface="Poppins SemiBold"/>
                <a:cs typeface="Poppins SemiBold"/>
                <a:sym typeface="Poppins SemiBold"/>
              </a:endParaRPr>
            </a:p>
          </p:txBody>
        </p:sp>
        <p:sp>
          <p:nvSpPr>
            <p:cNvPr id="182" name="Google Shape;182;g26b641b03cd_0_260"/>
            <p:cNvSpPr/>
            <p:nvPr/>
          </p:nvSpPr>
          <p:spPr>
            <a:xfrm>
              <a:off x="724100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83" name="Google Shape;183;g26b641b03cd_0_260"/>
            <p:cNvSpPr/>
            <p:nvPr/>
          </p:nvSpPr>
          <p:spPr>
            <a:xfrm>
              <a:off x="56560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163B7E"/>
                </a:solidFill>
                <a:latin typeface="Poppins"/>
                <a:ea typeface="Poppins"/>
                <a:cs typeface="Poppins"/>
                <a:sym typeface="Poppins"/>
              </a:endParaRPr>
            </a:p>
          </p:txBody>
        </p:sp>
        <p:sp>
          <p:nvSpPr>
            <p:cNvPr id="184" name="Google Shape;184;g26b641b03cd_0_260"/>
            <p:cNvSpPr txBox="1"/>
            <p:nvPr/>
          </p:nvSpPr>
          <p:spPr>
            <a:xfrm>
              <a:off x="2084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3</a:t>
              </a:r>
              <a:endParaRPr b="0" i="0" sz="1300" u="none" cap="none" strike="noStrike">
                <a:solidFill>
                  <a:srgbClr val="9FC5E8"/>
                </a:solidFill>
                <a:latin typeface="Poppins SemiBold"/>
                <a:ea typeface="Poppins SemiBold"/>
                <a:cs typeface="Poppins SemiBold"/>
                <a:sym typeface="Poppins SemiBold"/>
              </a:endParaRPr>
            </a:p>
          </p:txBody>
        </p:sp>
        <p:sp>
          <p:nvSpPr>
            <p:cNvPr id="185" name="Google Shape;185;g26b641b03cd_0_260"/>
            <p:cNvSpPr/>
            <p:nvPr/>
          </p:nvSpPr>
          <p:spPr>
            <a:xfrm>
              <a:off x="190068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86" name="Google Shape;186;g26b641b03cd_0_260"/>
            <p:cNvSpPr/>
            <p:nvPr/>
          </p:nvSpPr>
          <p:spPr>
            <a:xfrm>
              <a:off x="323576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Magnetic Letters-V2">
  <p:cSld name="Alien Word of the Day_1_1_1_1_1_1_1_1_1_1_3">
    <p:spTree>
      <p:nvGrpSpPr>
        <p:cNvPr id="187" name="Shape 187"/>
        <p:cNvGrpSpPr/>
        <p:nvPr/>
      </p:nvGrpSpPr>
      <p:grpSpPr>
        <a:xfrm>
          <a:off x="0" y="0"/>
          <a:ext cx="0" cy="0"/>
          <a:chOff x="0" y="0"/>
          <a:chExt cx="0" cy="0"/>
        </a:xfrm>
      </p:grpSpPr>
      <p:sp>
        <p:nvSpPr>
          <p:cNvPr id="188" name="Google Shape;188;g2c235dd0dad_1_87"/>
          <p:cNvSpPr txBox="1"/>
          <p:nvPr>
            <p:ph idx="1" type="subTitle"/>
          </p:nvPr>
        </p:nvSpPr>
        <p:spPr>
          <a:xfrm>
            <a:off x="1181100" y="3423025"/>
            <a:ext cx="6781800" cy="20610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189" name="Google Shape;189;g2c235dd0dad_1_87"/>
          <p:cNvSpPr/>
          <p:nvPr/>
        </p:nvSpPr>
        <p:spPr>
          <a:xfrm>
            <a:off x="1728299" y="6212475"/>
            <a:ext cx="56874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AEABAB"/>
                </a:solidFill>
                <a:latin typeface="Poppins Medium"/>
                <a:ea typeface="Poppins Medium"/>
                <a:cs typeface="Poppins Medium"/>
                <a:sym typeface="Poppins Medium"/>
              </a:rPr>
              <a:t>USING MAGNETIC LETTERS AND A WHITEBOARD</a:t>
            </a:r>
            <a:endParaRPr b="0" i="0" sz="1400" u="none" cap="none" strike="noStrike">
              <a:solidFill>
                <a:srgbClr val="000000"/>
              </a:solidFill>
              <a:latin typeface="Arial"/>
              <a:ea typeface="Arial"/>
              <a:cs typeface="Arial"/>
              <a:sym typeface="Arial"/>
            </a:endParaRPr>
          </a:p>
        </p:txBody>
      </p:sp>
      <p:sp>
        <p:nvSpPr>
          <p:cNvPr id="190" name="Google Shape;190;g2c235dd0dad_1_87"/>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b="0" i="0" lang="en-US" sz="3000" u="none" cap="none" strike="noStrike">
                <a:solidFill>
                  <a:srgbClr val="CB3D85"/>
                </a:solidFill>
                <a:latin typeface="Poppins Medium"/>
                <a:ea typeface="Poppins Medium"/>
                <a:cs typeface="Poppins Medium"/>
                <a:sym typeface="Poppins Medium"/>
              </a:rPr>
              <a:t> Building Words</a:t>
            </a:r>
            <a:endParaRPr b="0" i="0" sz="3000" u="none" cap="none" strike="noStrike">
              <a:solidFill>
                <a:srgbClr val="CB3D85"/>
              </a:solidFill>
              <a:latin typeface="Poppins Medium"/>
              <a:ea typeface="Poppins Medium"/>
              <a:cs typeface="Poppins Medium"/>
              <a:sym typeface="Poppins Medium"/>
            </a:endParaRPr>
          </a:p>
        </p:txBody>
      </p:sp>
      <p:sp>
        <p:nvSpPr>
          <p:cNvPr id="191" name="Google Shape;191;g2c235dd0dad_1_87"/>
          <p:cNvSpPr txBox="1"/>
          <p:nvPr>
            <p:ph idx="2" type="subTitle"/>
          </p:nvPr>
        </p:nvSpPr>
        <p:spPr>
          <a:xfrm>
            <a:off x="1181100" y="824863"/>
            <a:ext cx="6781800" cy="19452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cxnSp>
        <p:nvCxnSpPr>
          <p:cNvPr id="192" name="Google Shape;192;g2c235dd0dad_1_87"/>
          <p:cNvCxnSpPr/>
          <p:nvPr/>
        </p:nvCxnSpPr>
        <p:spPr>
          <a:xfrm>
            <a:off x="1181100" y="3461850"/>
            <a:ext cx="6781800" cy="0"/>
          </a:xfrm>
          <a:prstGeom prst="straightConnector1">
            <a:avLst/>
          </a:prstGeom>
          <a:noFill/>
          <a:ln cap="flat" cmpd="sng" w="28575">
            <a:solidFill>
              <a:srgbClr val="CFD9EF"/>
            </a:solidFill>
            <a:prstDash val="solid"/>
            <a:miter lim="800000"/>
            <a:headEnd len="sm" w="sm" type="none"/>
            <a:tailEnd len="sm" w="sm" type="none"/>
          </a:ln>
        </p:spPr>
      </p:cxnSp>
      <p:sp>
        <p:nvSpPr>
          <p:cNvPr id="193" name="Google Shape;193;g2c235dd0dad_1_87"/>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b="0" i="0" lang="en-US" sz="1600" u="none" cap="none" strike="noStrike">
                <a:solidFill>
                  <a:srgbClr val="D8D8D8"/>
                </a:solidFill>
                <a:latin typeface="Poppins Medium"/>
                <a:ea typeface="Poppins Medium"/>
                <a:cs typeface="Poppins Medium"/>
                <a:sym typeface="Poppins Medium"/>
              </a:rPr>
              <a:t> – 10MINS</a:t>
            </a:r>
            <a:endParaRPr b="0" i="0" sz="1400" u="none" cap="none" strike="noStrike">
              <a:solidFill>
                <a:srgbClr val="000000"/>
              </a:solidFill>
              <a:latin typeface="Arial"/>
              <a:ea typeface="Arial"/>
              <a:cs typeface="Arial"/>
              <a:sym typeface="Arial"/>
            </a:endParaRPr>
          </a:p>
        </p:txBody>
      </p:sp>
      <p:pic>
        <p:nvPicPr>
          <p:cNvPr id="194" name="Google Shape;194;g2c235dd0dad_1_87"/>
          <p:cNvPicPr preferRelativeResize="0"/>
          <p:nvPr/>
        </p:nvPicPr>
        <p:blipFill rotWithShape="1">
          <a:blip r:embed="rId2">
            <a:alphaModFix/>
          </a:blip>
          <a:srcRect b="0" l="0" r="0" t="0"/>
          <a:stretch/>
        </p:blipFill>
        <p:spPr>
          <a:xfrm>
            <a:off x="3278989" y="302008"/>
            <a:ext cx="214317" cy="246300"/>
          </a:xfrm>
          <a:prstGeom prst="rect">
            <a:avLst/>
          </a:prstGeom>
          <a:noFill/>
          <a:ln>
            <a:noFill/>
          </a:ln>
        </p:spPr>
      </p:pic>
      <p:cxnSp>
        <p:nvCxnSpPr>
          <p:cNvPr id="195" name="Google Shape;195;g2c235dd0dad_1_87"/>
          <p:cNvCxnSpPr/>
          <p:nvPr/>
        </p:nvCxnSpPr>
        <p:spPr>
          <a:xfrm>
            <a:off x="1181100" y="4244639"/>
            <a:ext cx="6781800" cy="0"/>
          </a:xfrm>
          <a:prstGeom prst="straightConnector1">
            <a:avLst/>
          </a:prstGeom>
          <a:noFill/>
          <a:ln cap="flat" cmpd="sng" w="28575">
            <a:solidFill>
              <a:srgbClr val="8ED8F8"/>
            </a:solidFill>
            <a:prstDash val="lgDash"/>
            <a:miter lim="800000"/>
            <a:headEnd len="sm" w="sm" type="none"/>
            <a:tailEnd len="sm" w="sm" type="none"/>
          </a:ln>
        </p:spPr>
      </p:cxnSp>
      <p:cxnSp>
        <p:nvCxnSpPr>
          <p:cNvPr id="196" name="Google Shape;196;g2c235dd0dad_1_87"/>
          <p:cNvCxnSpPr/>
          <p:nvPr/>
        </p:nvCxnSpPr>
        <p:spPr>
          <a:xfrm>
            <a:off x="1181100" y="3940789"/>
            <a:ext cx="6781800" cy="0"/>
          </a:xfrm>
          <a:prstGeom prst="straightConnector1">
            <a:avLst/>
          </a:prstGeom>
          <a:noFill/>
          <a:ln cap="flat" cmpd="sng" w="28575">
            <a:solidFill>
              <a:srgbClr val="8ED8F8"/>
            </a:solidFill>
            <a:prstDash val="lgDash"/>
            <a:miter lim="800000"/>
            <a:headEnd len="sm" w="sm" type="none"/>
            <a:tailEnd len="sm" w="sm" type="none"/>
          </a:ln>
        </p:spPr>
      </p:cxnSp>
      <p:cxnSp>
        <p:nvCxnSpPr>
          <p:cNvPr id="197" name="Google Shape;197;g2c235dd0dad_1_87"/>
          <p:cNvCxnSpPr/>
          <p:nvPr/>
        </p:nvCxnSpPr>
        <p:spPr>
          <a:xfrm>
            <a:off x="1181100" y="4848175"/>
            <a:ext cx="6781800" cy="0"/>
          </a:xfrm>
          <a:prstGeom prst="straightConnector1">
            <a:avLst/>
          </a:prstGeom>
          <a:noFill/>
          <a:ln cap="flat" cmpd="sng" w="28575">
            <a:solidFill>
              <a:srgbClr val="8ED8F8"/>
            </a:solidFill>
            <a:prstDash val="solid"/>
            <a:miter lim="800000"/>
            <a:headEnd len="sm" w="sm" type="none"/>
            <a:tailEnd len="sm" w="sm" type="none"/>
          </a:ln>
        </p:spPr>
      </p:cxnSp>
      <p:cxnSp>
        <p:nvCxnSpPr>
          <p:cNvPr id="198" name="Google Shape;198;g2c235dd0dad_1_87"/>
          <p:cNvCxnSpPr/>
          <p:nvPr/>
        </p:nvCxnSpPr>
        <p:spPr>
          <a:xfrm>
            <a:off x="1181100" y="5111514"/>
            <a:ext cx="6781800" cy="0"/>
          </a:xfrm>
          <a:prstGeom prst="straightConnector1">
            <a:avLst/>
          </a:prstGeom>
          <a:noFill/>
          <a:ln cap="flat" cmpd="sng" w="28575">
            <a:solidFill>
              <a:srgbClr val="8ED8F8"/>
            </a:solidFill>
            <a:prstDash val="lgDash"/>
            <a:miter lim="800000"/>
            <a:headEnd len="sm" w="sm" type="none"/>
            <a:tailEnd len="sm" w="sm" type="none"/>
          </a:ln>
        </p:spPr>
      </p:cxnSp>
      <p:sp>
        <p:nvSpPr>
          <p:cNvPr id="199" name="Google Shape;199;g2c235dd0dad_1_87"/>
          <p:cNvSpPr txBox="1"/>
          <p:nvPr>
            <p:ph idx="3" type="subTitle"/>
          </p:nvPr>
        </p:nvSpPr>
        <p:spPr>
          <a:xfrm>
            <a:off x="1193375" y="3007366"/>
            <a:ext cx="6781800" cy="2931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200" name="Google Shape;200;g2c235dd0dad_1_87"/>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01" name="Google Shape;201;g2c235dd0dad_1_87"/>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202" name="Google Shape;202;g2c235dd0dad_1_87"/>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03" name="Google Shape;203;g2c235dd0dad_1_87"/>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04" name="Google Shape;204;g2c235dd0dad_1_87"/>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05" name="Google Shape;205;g2c235dd0dad_1_87"/>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06" name="Google Shape;206;g2c235dd0dad_1_87"/>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207" name="Google Shape;207;g2c235dd0dad_1_87"/>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208" name="Google Shape;208;g2c235dd0dad_1_87"/>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209" name="Google Shape;209;g2c235dd0dad_1_87"/>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210" name="Google Shape;210;g2c235dd0dad_1_87"/>
          <p:cNvGrpSpPr/>
          <p:nvPr/>
        </p:nvGrpSpPr>
        <p:grpSpPr>
          <a:xfrm>
            <a:off x="662575" y="6212475"/>
            <a:ext cx="586800" cy="571500"/>
            <a:chOff x="662575" y="6212475"/>
            <a:chExt cx="586800" cy="571500"/>
          </a:xfrm>
        </p:grpSpPr>
        <p:sp>
          <p:nvSpPr>
            <p:cNvPr id="211" name="Google Shape;211;g2c235dd0dad_1_87">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12" name="Google Shape;212;g2c235dd0dad_1_87">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13" name="Google Shape;213;g2c235dd0dad_1_87">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214" name="Google Shape;214;g2c235dd0dad_1_87"/>
          <p:cNvGrpSpPr/>
          <p:nvPr/>
        </p:nvGrpSpPr>
        <p:grpSpPr>
          <a:xfrm>
            <a:off x="7894350" y="6212475"/>
            <a:ext cx="586800" cy="571500"/>
            <a:chOff x="7894350" y="6212475"/>
            <a:chExt cx="586800" cy="571500"/>
          </a:xfrm>
        </p:grpSpPr>
        <p:sp>
          <p:nvSpPr>
            <p:cNvPr id="215" name="Google Shape;215;g2c235dd0dad_1_87">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16" name="Google Shape;216;g2c235dd0dad_1_87">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17" name="Google Shape;217;g2c235dd0dad_1_87">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Magnetic Letters-V1">
  <p:cSld name="Alien Word of the Day_1_1_1_1_1_1_1_1_1_1_3_1">
    <p:spTree>
      <p:nvGrpSpPr>
        <p:cNvPr id="218" name="Shape 218"/>
        <p:cNvGrpSpPr/>
        <p:nvPr/>
      </p:nvGrpSpPr>
      <p:grpSpPr>
        <a:xfrm>
          <a:off x="0" y="0"/>
          <a:ext cx="0" cy="0"/>
          <a:chOff x="0" y="0"/>
          <a:chExt cx="0" cy="0"/>
        </a:xfrm>
      </p:grpSpPr>
      <p:sp>
        <p:nvSpPr>
          <p:cNvPr id="219" name="Google Shape;219;g1f3daf8a844_0_32"/>
          <p:cNvSpPr/>
          <p:nvPr/>
        </p:nvSpPr>
        <p:spPr>
          <a:xfrm>
            <a:off x="1728299" y="6212475"/>
            <a:ext cx="56874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AEABAB"/>
                </a:solidFill>
                <a:latin typeface="Poppins Medium"/>
                <a:ea typeface="Poppins Medium"/>
                <a:cs typeface="Poppins Medium"/>
                <a:sym typeface="Poppins Medium"/>
              </a:rPr>
              <a:t>USING MAGNETIC LETTERS AND A WHITEBOARD</a:t>
            </a:r>
            <a:endParaRPr b="0" i="0" sz="1400" u="none" cap="none" strike="noStrike">
              <a:solidFill>
                <a:srgbClr val="000000"/>
              </a:solidFill>
              <a:latin typeface="Arial"/>
              <a:ea typeface="Arial"/>
              <a:cs typeface="Arial"/>
              <a:sym typeface="Arial"/>
            </a:endParaRPr>
          </a:p>
        </p:txBody>
      </p:sp>
      <p:sp>
        <p:nvSpPr>
          <p:cNvPr id="220" name="Google Shape;220;g1f3daf8a844_0_32"/>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b="0" i="0" lang="en-US" sz="3000" u="none" cap="none" strike="noStrike">
                <a:solidFill>
                  <a:srgbClr val="CB3D85"/>
                </a:solidFill>
                <a:latin typeface="Poppins Medium"/>
                <a:ea typeface="Poppins Medium"/>
                <a:cs typeface="Poppins Medium"/>
                <a:sym typeface="Poppins Medium"/>
              </a:rPr>
              <a:t> Building Words</a:t>
            </a:r>
            <a:endParaRPr b="0" i="0" sz="3000" u="none" cap="none" strike="noStrike">
              <a:solidFill>
                <a:srgbClr val="CB3D85"/>
              </a:solidFill>
              <a:latin typeface="Poppins Medium"/>
              <a:ea typeface="Poppins Medium"/>
              <a:cs typeface="Poppins Medium"/>
              <a:sym typeface="Poppins Medium"/>
            </a:endParaRPr>
          </a:p>
        </p:txBody>
      </p:sp>
      <p:cxnSp>
        <p:nvCxnSpPr>
          <p:cNvPr id="221" name="Google Shape;221;g1f3daf8a844_0_32"/>
          <p:cNvCxnSpPr/>
          <p:nvPr/>
        </p:nvCxnSpPr>
        <p:spPr>
          <a:xfrm>
            <a:off x="1181100" y="3461850"/>
            <a:ext cx="6781800" cy="0"/>
          </a:xfrm>
          <a:prstGeom prst="straightConnector1">
            <a:avLst/>
          </a:prstGeom>
          <a:noFill/>
          <a:ln cap="flat" cmpd="sng" w="28575">
            <a:solidFill>
              <a:srgbClr val="CFD9EF"/>
            </a:solidFill>
            <a:prstDash val="solid"/>
            <a:miter lim="800000"/>
            <a:headEnd len="sm" w="sm" type="none"/>
            <a:tailEnd len="sm" w="sm" type="none"/>
          </a:ln>
        </p:spPr>
      </p:cxnSp>
      <p:sp>
        <p:nvSpPr>
          <p:cNvPr id="222" name="Google Shape;222;g1f3daf8a844_0_32"/>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b="0" i="0" lang="en-US" sz="1600" u="none" cap="none" strike="noStrike">
                <a:solidFill>
                  <a:srgbClr val="D8D8D8"/>
                </a:solidFill>
                <a:latin typeface="Poppins Medium"/>
                <a:ea typeface="Poppins Medium"/>
                <a:cs typeface="Poppins Medium"/>
                <a:sym typeface="Poppins Medium"/>
              </a:rPr>
              <a:t> – 10MINS</a:t>
            </a:r>
            <a:endParaRPr b="0" i="0" sz="1400" u="none" cap="none" strike="noStrike">
              <a:solidFill>
                <a:srgbClr val="000000"/>
              </a:solidFill>
              <a:latin typeface="Arial"/>
              <a:ea typeface="Arial"/>
              <a:cs typeface="Arial"/>
              <a:sym typeface="Arial"/>
            </a:endParaRPr>
          </a:p>
        </p:txBody>
      </p:sp>
      <p:pic>
        <p:nvPicPr>
          <p:cNvPr id="223" name="Google Shape;223;g1f3daf8a844_0_32"/>
          <p:cNvPicPr preferRelativeResize="0"/>
          <p:nvPr/>
        </p:nvPicPr>
        <p:blipFill rotWithShape="1">
          <a:blip r:embed="rId2">
            <a:alphaModFix/>
          </a:blip>
          <a:srcRect b="0" l="0" r="0" t="0"/>
          <a:stretch/>
        </p:blipFill>
        <p:spPr>
          <a:xfrm>
            <a:off x="3278989" y="302008"/>
            <a:ext cx="214317" cy="246300"/>
          </a:xfrm>
          <a:prstGeom prst="rect">
            <a:avLst/>
          </a:prstGeom>
          <a:noFill/>
          <a:ln>
            <a:noFill/>
          </a:ln>
        </p:spPr>
      </p:pic>
      <p:cxnSp>
        <p:nvCxnSpPr>
          <p:cNvPr id="224" name="Google Shape;224;g1f3daf8a844_0_32"/>
          <p:cNvCxnSpPr/>
          <p:nvPr/>
        </p:nvCxnSpPr>
        <p:spPr>
          <a:xfrm>
            <a:off x="1181100" y="4244639"/>
            <a:ext cx="6781800" cy="0"/>
          </a:xfrm>
          <a:prstGeom prst="straightConnector1">
            <a:avLst/>
          </a:prstGeom>
          <a:noFill/>
          <a:ln cap="flat" cmpd="sng" w="28575">
            <a:solidFill>
              <a:srgbClr val="8ED8F8"/>
            </a:solidFill>
            <a:prstDash val="lgDash"/>
            <a:miter lim="800000"/>
            <a:headEnd len="sm" w="sm" type="none"/>
            <a:tailEnd len="sm" w="sm" type="none"/>
          </a:ln>
        </p:spPr>
      </p:cxnSp>
      <p:cxnSp>
        <p:nvCxnSpPr>
          <p:cNvPr id="225" name="Google Shape;225;g1f3daf8a844_0_32"/>
          <p:cNvCxnSpPr/>
          <p:nvPr/>
        </p:nvCxnSpPr>
        <p:spPr>
          <a:xfrm>
            <a:off x="1181100" y="3940789"/>
            <a:ext cx="6781800" cy="0"/>
          </a:xfrm>
          <a:prstGeom prst="straightConnector1">
            <a:avLst/>
          </a:prstGeom>
          <a:noFill/>
          <a:ln cap="flat" cmpd="sng" w="28575">
            <a:solidFill>
              <a:srgbClr val="8ED8F8"/>
            </a:solidFill>
            <a:prstDash val="lgDash"/>
            <a:miter lim="800000"/>
            <a:headEnd len="sm" w="sm" type="none"/>
            <a:tailEnd len="sm" w="sm" type="none"/>
          </a:ln>
        </p:spPr>
      </p:cxnSp>
      <p:cxnSp>
        <p:nvCxnSpPr>
          <p:cNvPr id="226" name="Google Shape;226;g1f3daf8a844_0_32"/>
          <p:cNvCxnSpPr/>
          <p:nvPr/>
        </p:nvCxnSpPr>
        <p:spPr>
          <a:xfrm>
            <a:off x="1181100" y="4848175"/>
            <a:ext cx="6781800" cy="0"/>
          </a:xfrm>
          <a:prstGeom prst="straightConnector1">
            <a:avLst/>
          </a:prstGeom>
          <a:noFill/>
          <a:ln cap="flat" cmpd="sng" w="28575">
            <a:solidFill>
              <a:srgbClr val="8ED8F8"/>
            </a:solidFill>
            <a:prstDash val="solid"/>
            <a:miter lim="800000"/>
            <a:headEnd len="sm" w="sm" type="none"/>
            <a:tailEnd len="sm" w="sm" type="none"/>
          </a:ln>
        </p:spPr>
      </p:cxnSp>
      <p:cxnSp>
        <p:nvCxnSpPr>
          <p:cNvPr id="227" name="Google Shape;227;g1f3daf8a844_0_32"/>
          <p:cNvCxnSpPr/>
          <p:nvPr/>
        </p:nvCxnSpPr>
        <p:spPr>
          <a:xfrm>
            <a:off x="1181100" y="5111514"/>
            <a:ext cx="6781800" cy="0"/>
          </a:xfrm>
          <a:prstGeom prst="straightConnector1">
            <a:avLst/>
          </a:prstGeom>
          <a:noFill/>
          <a:ln cap="flat" cmpd="sng" w="28575">
            <a:solidFill>
              <a:srgbClr val="8ED8F8"/>
            </a:solidFill>
            <a:prstDash val="lgDash"/>
            <a:miter lim="800000"/>
            <a:headEnd len="sm" w="sm" type="none"/>
            <a:tailEnd len="sm" w="sm" type="none"/>
          </a:ln>
        </p:spPr>
      </p:cxnSp>
      <p:sp>
        <p:nvSpPr>
          <p:cNvPr id="228" name="Google Shape;228;g1f3daf8a844_0_32"/>
          <p:cNvSpPr txBox="1"/>
          <p:nvPr>
            <p:ph idx="1" type="subTitle"/>
          </p:nvPr>
        </p:nvSpPr>
        <p:spPr>
          <a:xfrm>
            <a:off x="1193375" y="3007366"/>
            <a:ext cx="6781800" cy="2931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229" name="Google Shape;229;g1f3daf8a844_0_32"/>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30" name="Google Shape;230;g1f3daf8a844_0_32"/>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231" name="Google Shape;231;g1f3daf8a844_0_32"/>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32" name="Google Shape;232;g1f3daf8a844_0_32"/>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33" name="Google Shape;233;g1f3daf8a844_0_32"/>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34" name="Google Shape;234;g1f3daf8a844_0_32"/>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35" name="Google Shape;235;g1f3daf8a844_0_32"/>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236" name="Google Shape;236;g1f3daf8a844_0_32"/>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237" name="Google Shape;237;g1f3daf8a844_0_32"/>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238" name="Google Shape;238;g1f3daf8a844_0_32"/>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239" name="Google Shape;239;g1f3daf8a844_0_32"/>
          <p:cNvGrpSpPr/>
          <p:nvPr/>
        </p:nvGrpSpPr>
        <p:grpSpPr>
          <a:xfrm>
            <a:off x="662575" y="6212475"/>
            <a:ext cx="586800" cy="571500"/>
            <a:chOff x="662575" y="6212475"/>
            <a:chExt cx="586800" cy="571500"/>
          </a:xfrm>
        </p:grpSpPr>
        <p:sp>
          <p:nvSpPr>
            <p:cNvPr id="240" name="Google Shape;240;g1f3daf8a844_0_32">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41" name="Google Shape;241;g1f3daf8a844_0_32">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42" name="Google Shape;242;g1f3daf8a844_0_32">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243" name="Google Shape;243;g1f3daf8a844_0_32"/>
          <p:cNvGrpSpPr/>
          <p:nvPr/>
        </p:nvGrpSpPr>
        <p:grpSpPr>
          <a:xfrm>
            <a:off x="7894350" y="6212475"/>
            <a:ext cx="586800" cy="571500"/>
            <a:chOff x="7894350" y="6212475"/>
            <a:chExt cx="586800" cy="571500"/>
          </a:xfrm>
        </p:grpSpPr>
        <p:sp>
          <p:nvSpPr>
            <p:cNvPr id="244" name="Google Shape;244;g1f3daf8a844_0_32">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45" name="Google Shape;245;g1f3daf8a844_0_32">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46" name="Google Shape;246;g1f3daf8a844_0_32">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Quickwrite">
  <p:cSld name="Alien Word of the Day_1_1_1_1_1_1_1_1_1_1_1">
    <p:spTree>
      <p:nvGrpSpPr>
        <p:cNvPr id="247" name="Shape 247"/>
        <p:cNvGrpSpPr/>
        <p:nvPr/>
      </p:nvGrpSpPr>
      <p:grpSpPr>
        <a:xfrm>
          <a:off x="0" y="0"/>
          <a:ext cx="0" cy="0"/>
          <a:chOff x="0" y="0"/>
          <a:chExt cx="0" cy="0"/>
        </a:xfrm>
      </p:grpSpPr>
      <p:sp>
        <p:nvSpPr>
          <p:cNvPr id="248" name="Google Shape;248;g2c157a2fb06_0_53"/>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AEABAB"/>
                </a:solidFill>
                <a:latin typeface="Poppins Medium"/>
                <a:ea typeface="Poppins Medium"/>
                <a:cs typeface="Poppins Medium"/>
                <a:sym typeface="Poppins Medium"/>
              </a:rPr>
              <a:t>SEGMENT FOR SPELLING</a:t>
            </a:r>
            <a:endParaRPr b="0" i="0" sz="1400" u="none" cap="none" strike="noStrike">
              <a:solidFill>
                <a:srgbClr val="000000"/>
              </a:solidFill>
              <a:latin typeface="Arial"/>
              <a:ea typeface="Arial"/>
              <a:cs typeface="Arial"/>
              <a:sym typeface="Arial"/>
            </a:endParaRPr>
          </a:p>
        </p:txBody>
      </p:sp>
      <p:sp>
        <p:nvSpPr>
          <p:cNvPr id="249" name="Google Shape;249;g2c157a2fb06_0_53"/>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Quickwrite</a:t>
            </a:r>
            <a:endParaRPr b="0" i="0" sz="3000" u="none" cap="none" strike="noStrike">
              <a:solidFill>
                <a:srgbClr val="CB3D85"/>
              </a:solidFill>
              <a:latin typeface="Poppins Medium"/>
              <a:ea typeface="Poppins Medium"/>
              <a:cs typeface="Poppins Medium"/>
              <a:sym typeface="Poppins Medium"/>
            </a:endParaRPr>
          </a:p>
        </p:txBody>
      </p:sp>
      <p:sp>
        <p:nvSpPr>
          <p:cNvPr id="250" name="Google Shape;250;g2c157a2fb06_0_53"/>
          <p:cNvSpPr txBox="1"/>
          <p:nvPr>
            <p:ph idx="1" type="subTitle"/>
          </p:nvPr>
        </p:nvSpPr>
        <p:spPr>
          <a:xfrm>
            <a:off x="1257300" y="3458625"/>
            <a:ext cx="2229000" cy="12582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251" name="Google Shape;251;g2c157a2fb06_0_53"/>
          <p:cNvSpPr txBox="1"/>
          <p:nvPr>
            <p:ph idx="2" type="subTitle"/>
          </p:nvPr>
        </p:nvSpPr>
        <p:spPr>
          <a:xfrm>
            <a:off x="3495600" y="3458625"/>
            <a:ext cx="2229000" cy="12582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252" name="Google Shape;252;g2c157a2fb06_0_53"/>
          <p:cNvSpPr txBox="1"/>
          <p:nvPr>
            <p:ph idx="3" type="subTitle"/>
          </p:nvPr>
        </p:nvSpPr>
        <p:spPr>
          <a:xfrm>
            <a:off x="5733900" y="3458625"/>
            <a:ext cx="2229000" cy="12582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253" name="Google Shape;253;g2c157a2fb06_0_53"/>
          <p:cNvSpPr txBox="1"/>
          <p:nvPr>
            <p:ph idx="4" type="subTitle"/>
          </p:nvPr>
        </p:nvSpPr>
        <p:spPr>
          <a:xfrm>
            <a:off x="1249500" y="1154988"/>
            <a:ext cx="6645000" cy="17289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254" name="Google Shape;254;g2c157a2fb06_0_53"/>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255" name="Google Shape;255;g2c157a2fb06_0_53"/>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cxnSp>
        <p:nvCxnSpPr>
          <p:cNvPr id="256" name="Google Shape;256;g2c157a2fb06_0_53"/>
          <p:cNvCxnSpPr/>
          <p:nvPr/>
        </p:nvCxnSpPr>
        <p:spPr>
          <a:xfrm>
            <a:off x="1181100" y="3233250"/>
            <a:ext cx="6781800" cy="0"/>
          </a:xfrm>
          <a:prstGeom prst="straightConnector1">
            <a:avLst/>
          </a:prstGeom>
          <a:noFill/>
          <a:ln cap="flat" cmpd="sng" w="28575">
            <a:solidFill>
              <a:srgbClr val="CFD9EF"/>
            </a:solidFill>
            <a:prstDash val="solid"/>
            <a:miter lim="800000"/>
            <a:headEnd len="sm" w="sm" type="none"/>
            <a:tailEnd len="sm" w="sm" type="none"/>
          </a:ln>
        </p:spPr>
      </p:cxnSp>
      <p:sp>
        <p:nvSpPr>
          <p:cNvPr id="257" name="Google Shape;257;g2c157a2fb06_0_53"/>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58" name="Google Shape;258;g2c157a2fb06_0_53"/>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259" name="Google Shape;259;g2c157a2fb06_0_53"/>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60" name="Google Shape;260;g2c157a2fb06_0_53"/>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61" name="Google Shape;261;g2c157a2fb06_0_53"/>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62" name="Google Shape;262;g2c157a2fb06_0_53"/>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63" name="Google Shape;263;g2c157a2fb06_0_53"/>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264" name="Google Shape;264;g2c157a2fb06_0_53"/>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265" name="Google Shape;265;g2c157a2fb06_0_53"/>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266" name="Google Shape;266;g2c157a2fb06_0_53"/>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267" name="Google Shape;267;g2c157a2fb06_0_53"/>
          <p:cNvGrpSpPr/>
          <p:nvPr/>
        </p:nvGrpSpPr>
        <p:grpSpPr>
          <a:xfrm>
            <a:off x="662575" y="6212475"/>
            <a:ext cx="586800" cy="571500"/>
            <a:chOff x="662575" y="6212475"/>
            <a:chExt cx="586800" cy="571500"/>
          </a:xfrm>
        </p:grpSpPr>
        <p:sp>
          <p:nvSpPr>
            <p:cNvPr id="268" name="Google Shape;268;g2c157a2fb06_0_53">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69" name="Google Shape;269;g2c157a2fb06_0_53">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70" name="Google Shape;270;g2c157a2fb06_0_53">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271" name="Google Shape;271;g2c157a2fb06_0_53"/>
          <p:cNvGrpSpPr/>
          <p:nvPr/>
        </p:nvGrpSpPr>
        <p:grpSpPr>
          <a:xfrm>
            <a:off x="7894350" y="6212475"/>
            <a:ext cx="586800" cy="571500"/>
            <a:chOff x="7894350" y="6212475"/>
            <a:chExt cx="586800" cy="571500"/>
          </a:xfrm>
        </p:grpSpPr>
        <p:sp>
          <p:nvSpPr>
            <p:cNvPr id="272" name="Google Shape;272;g2c157a2fb06_0_53">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73" name="Google Shape;273;g2c157a2fb06_0_53">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74" name="Google Shape;274;g2c157a2fb06_0_53">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 Full Circle">
  <p:cSld name="Alien Word of the Day_1_1_1_1_1_1_1_1_1_1_1_1">
    <p:spTree>
      <p:nvGrpSpPr>
        <p:cNvPr id="275" name="Shape 275"/>
        <p:cNvGrpSpPr/>
        <p:nvPr/>
      </p:nvGrpSpPr>
      <p:grpSpPr>
        <a:xfrm>
          <a:off x="0" y="0"/>
          <a:ext cx="0" cy="0"/>
          <a:chOff x="0" y="0"/>
          <a:chExt cx="0" cy="0"/>
        </a:xfrm>
      </p:grpSpPr>
      <p:pic>
        <p:nvPicPr>
          <p:cNvPr id="276" name="Google Shape;276;g2c157a2fb06_0_158"/>
          <p:cNvPicPr preferRelativeResize="0"/>
          <p:nvPr/>
        </p:nvPicPr>
        <p:blipFill rotWithShape="1">
          <a:blip r:embed="rId2">
            <a:alphaModFix/>
          </a:blip>
          <a:srcRect b="0" l="0" r="0" t="0"/>
          <a:stretch/>
        </p:blipFill>
        <p:spPr>
          <a:xfrm>
            <a:off x="2544887" y="1334376"/>
            <a:ext cx="4054226" cy="4189251"/>
          </a:xfrm>
          <a:prstGeom prst="rect">
            <a:avLst/>
          </a:prstGeom>
          <a:noFill/>
          <a:ln>
            <a:noFill/>
          </a:ln>
        </p:spPr>
      </p:pic>
      <p:sp>
        <p:nvSpPr>
          <p:cNvPr id="277" name="Google Shape;277;g2c157a2fb06_0_158"/>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AEABAB"/>
                </a:solidFill>
                <a:latin typeface="Poppins Medium"/>
                <a:ea typeface="Poppins Medium"/>
                <a:cs typeface="Poppins Medium"/>
                <a:sym typeface="Poppins Medium"/>
              </a:rPr>
              <a:t>SEGMENT FOR SPELLING</a:t>
            </a:r>
            <a:endParaRPr b="0" i="0" sz="1400" u="none" cap="none" strike="noStrike">
              <a:solidFill>
                <a:srgbClr val="000000"/>
              </a:solidFill>
              <a:latin typeface="Arial"/>
              <a:ea typeface="Arial"/>
              <a:cs typeface="Arial"/>
              <a:sym typeface="Arial"/>
            </a:endParaRPr>
          </a:p>
        </p:txBody>
      </p:sp>
      <p:sp>
        <p:nvSpPr>
          <p:cNvPr id="278" name="Google Shape;278;g2c157a2fb06_0_158"/>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Full Circle</a:t>
            </a:r>
            <a:endParaRPr b="0" i="0" sz="3000" u="none" cap="none" strike="noStrike">
              <a:solidFill>
                <a:srgbClr val="CB3D85"/>
              </a:solidFill>
              <a:latin typeface="Poppins Medium"/>
              <a:ea typeface="Poppins Medium"/>
              <a:cs typeface="Poppins Medium"/>
              <a:sym typeface="Poppins Medium"/>
            </a:endParaRPr>
          </a:p>
        </p:txBody>
      </p:sp>
      <p:sp>
        <p:nvSpPr>
          <p:cNvPr id="279" name="Google Shape;279;g2c157a2fb06_0_158"/>
          <p:cNvSpPr txBox="1"/>
          <p:nvPr>
            <p:ph idx="1" type="subTitle"/>
          </p:nvPr>
        </p:nvSpPr>
        <p:spPr>
          <a:xfrm>
            <a:off x="2638800" y="4864050"/>
            <a:ext cx="3866400" cy="571500"/>
          </a:xfrm>
          <a:prstGeom prst="rect">
            <a:avLst/>
          </a:prstGeom>
          <a:solidFill>
            <a:srgbClr val="FFFFFF"/>
          </a:solid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280" name="Google Shape;280;g2c157a2fb06_0_158"/>
          <p:cNvSpPr txBox="1"/>
          <p:nvPr>
            <p:ph idx="2" type="subTitle"/>
          </p:nvPr>
        </p:nvSpPr>
        <p:spPr>
          <a:xfrm>
            <a:off x="2638800" y="1276450"/>
            <a:ext cx="3866400" cy="571500"/>
          </a:xfrm>
          <a:prstGeom prst="rect">
            <a:avLst/>
          </a:prstGeom>
          <a:solidFill>
            <a:srgbClr val="FFFFFF"/>
          </a:solid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281" name="Google Shape;281;g2c157a2fb06_0_158"/>
          <p:cNvSpPr txBox="1"/>
          <p:nvPr>
            <p:ph idx="3" type="subTitle"/>
          </p:nvPr>
        </p:nvSpPr>
        <p:spPr>
          <a:xfrm>
            <a:off x="662575" y="3039325"/>
            <a:ext cx="3866400" cy="571500"/>
          </a:xfrm>
          <a:prstGeom prst="rect">
            <a:avLst/>
          </a:prstGeom>
          <a:solidFill>
            <a:srgbClr val="FFFFFF"/>
          </a:solid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282" name="Google Shape;282;g2c157a2fb06_0_158"/>
          <p:cNvSpPr txBox="1"/>
          <p:nvPr>
            <p:ph idx="4" type="subTitle"/>
          </p:nvPr>
        </p:nvSpPr>
        <p:spPr>
          <a:xfrm>
            <a:off x="4610025" y="3039325"/>
            <a:ext cx="3866400" cy="571500"/>
          </a:xfrm>
          <a:prstGeom prst="rect">
            <a:avLst/>
          </a:prstGeom>
          <a:solidFill>
            <a:srgbClr val="FFFFFF"/>
          </a:solid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283" name="Google Shape;283;g2c157a2fb06_0_158"/>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284" name="Google Shape;284;g2c157a2fb06_0_158"/>
          <p:cNvPicPr preferRelativeResize="0"/>
          <p:nvPr/>
        </p:nvPicPr>
        <p:blipFill rotWithShape="1">
          <a:blip r:embed="rId3">
            <a:alphaModFix/>
          </a:blip>
          <a:srcRect b="0" l="0" r="0" t="0"/>
          <a:stretch/>
        </p:blipFill>
        <p:spPr>
          <a:xfrm>
            <a:off x="3459875" y="302008"/>
            <a:ext cx="214317" cy="246300"/>
          </a:xfrm>
          <a:prstGeom prst="rect">
            <a:avLst/>
          </a:prstGeom>
          <a:noFill/>
          <a:ln>
            <a:noFill/>
          </a:ln>
        </p:spPr>
      </p:pic>
      <p:sp>
        <p:nvSpPr>
          <p:cNvPr id="285" name="Google Shape;285;g2c157a2fb06_0_158"/>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86" name="Google Shape;286;g2c157a2fb06_0_158"/>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287" name="Google Shape;287;g2c157a2fb06_0_158"/>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88" name="Google Shape;288;g2c157a2fb06_0_158"/>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89" name="Google Shape;289;g2c157a2fb06_0_158"/>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90" name="Google Shape;290;g2c157a2fb06_0_158"/>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91" name="Google Shape;291;g2c157a2fb06_0_158"/>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292" name="Google Shape;292;g2c157a2fb06_0_158"/>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293" name="Google Shape;293;g2c157a2fb06_0_158"/>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294" name="Google Shape;294;g2c157a2fb06_0_158"/>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295" name="Google Shape;295;g2c157a2fb06_0_158"/>
          <p:cNvGrpSpPr/>
          <p:nvPr/>
        </p:nvGrpSpPr>
        <p:grpSpPr>
          <a:xfrm>
            <a:off x="662575" y="6212475"/>
            <a:ext cx="586800" cy="571500"/>
            <a:chOff x="662575" y="6212475"/>
            <a:chExt cx="586800" cy="571500"/>
          </a:xfrm>
        </p:grpSpPr>
        <p:sp>
          <p:nvSpPr>
            <p:cNvPr id="296" name="Google Shape;296;g2c157a2fb06_0_158">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97" name="Google Shape;297;g2c157a2fb06_0_158">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98" name="Google Shape;298;g2c157a2fb06_0_158">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299" name="Google Shape;299;g2c157a2fb06_0_158"/>
          <p:cNvGrpSpPr/>
          <p:nvPr/>
        </p:nvGrpSpPr>
        <p:grpSpPr>
          <a:xfrm>
            <a:off x="7894350" y="6212475"/>
            <a:ext cx="586800" cy="571500"/>
            <a:chOff x="7894350" y="6212475"/>
            <a:chExt cx="586800" cy="571500"/>
          </a:xfrm>
        </p:grpSpPr>
        <p:sp>
          <p:nvSpPr>
            <p:cNvPr id="300" name="Google Shape;300;g2c157a2fb06_0_158">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01" name="Google Shape;301;g2c157a2fb06_0_158">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02" name="Google Shape;302;g2c157a2fb06_0_158">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 - Picture Match">
  <p:cSld name="Alien Word of the Day_1_1_1_1_1_1_1_1_1_1_1_1_1">
    <p:spTree>
      <p:nvGrpSpPr>
        <p:cNvPr id="303" name="Shape 303"/>
        <p:cNvGrpSpPr/>
        <p:nvPr/>
      </p:nvGrpSpPr>
      <p:grpSpPr>
        <a:xfrm>
          <a:off x="0" y="0"/>
          <a:ext cx="0" cy="0"/>
          <a:chOff x="0" y="0"/>
          <a:chExt cx="0" cy="0"/>
        </a:xfrm>
      </p:grpSpPr>
      <p:sp>
        <p:nvSpPr>
          <p:cNvPr id="304" name="Google Shape;304;g2c157a2fb06_0_263"/>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AEABAB"/>
                </a:solidFill>
                <a:latin typeface="Poppins Medium"/>
                <a:ea typeface="Poppins Medium"/>
                <a:cs typeface="Poppins Medium"/>
                <a:sym typeface="Poppins Medium"/>
              </a:rPr>
              <a:t>BLENDING FOR READING</a:t>
            </a:r>
            <a:endParaRPr b="0" i="0" sz="1400" u="none" cap="none" strike="noStrike">
              <a:solidFill>
                <a:srgbClr val="000000"/>
              </a:solidFill>
              <a:latin typeface="Arial"/>
              <a:ea typeface="Arial"/>
              <a:cs typeface="Arial"/>
              <a:sym typeface="Arial"/>
            </a:endParaRPr>
          </a:p>
        </p:txBody>
      </p:sp>
      <p:sp>
        <p:nvSpPr>
          <p:cNvPr id="305" name="Google Shape;305;g2c157a2fb06_0_263"/>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Picture Match</a:t>
            </a:r>
            <a:endParaRPr b="0" i="0" sz="3000" u="none" cap="none" strike="noStrike">
              <a:solidFill>
                <a:srgbClr val="CB3D85"/>
              </a:solidFill>
              <a:latin typeface="Poppins Medium"/>
              <a:ea typeface="Poppins Medium"/>
              <a:cs typeface="Poppins Medium"/>
              <a:sym typeface="Poppins Medium"/>
            </a:endParaRPr>
          </a:p>
        </p:txBody>
      </p:sp>
      <p:sp>
        <p:nvSpPr>
          <p:cNvPr id="306" name="Google Shape;306;g2c157a2fb06_0_263"/>
          <p:cNvSpPr txBox="1"/>
          <p:nvPr>
            <p:ph idx="1" type="subTitle"/>
          </p:nvPr>
        </p:nvSpPr>
        <p:spPr>
          <a:xfrm>
            <a:off x="1038600" y="4864050"/>
            <a:ext cx="3118200" cy="571500"/>
          </a:xfrm>
          <a:prstGeom prst="rect">
            <a:avLst/>
          </a:prstGeom>
          <a:solidFill>
            <a:srgbClr val="FFFFFF"/>
          </a:solid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307" name="Google Shape;307;g2c157a2fb06_0_263"/>
          <p:cNvSpPr txBox="1"/>
          <p:nvPr>
            <p:ph idx="2" type="subTitle"/>
          </p:nvPr>
        </p:nvSpPr>
        <p:spPr>
          <a:xfrm>
            <a:off x="1038600" y="1276450"/>
            <a:ext cx="3118200" cy="571500"/>
          </a:xfrm>
          <a:prstGeom prst="rect">
            <a:avLst/>
          </a:prstGeom>
          <a:solidFill>
            <a:srgbClr val="FFFFFF"/>
          </a:solid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308" name="Google Shape;308;g2c157a2fb06_0_263"/>
          <p:cNvSpPr txBox="1"/>
          <p:nvPr>
            <p:ph idx="3" type="subTitle"/>
          </p:nvPr>
        </p:nvSpPr>
        <p:spPr>
          <a:xfrm>
            <a:off x="1038600" y="2472317"/>
            <a:ext cx="3118200" cy="571500"/>
          </a:xfrm>
          <a:prstGeom prst="rect">
            <a:avLst/>
          </a:prstGeom>
          <a:solidFill>
            <a:srgbClr val="FFFFFF"/>
          </a:solid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309" name="Google Shape;309;g2c157a2fb06_0_263"/>
          <p:cNvSpPr txBox="1"/>
          <p:nvPr>
            <p:ph idx="4" type="subTitle"/>
          </p:nvPr>
        </p:nvSpPr>
        <p:spPr>
          <a:xfrm>
            <a:off x="1038600" y="3668183"/>
            <a:ext cx="3118200" cy="571500"/>
          </a:xfrm>
          <a:prstGeom prst="rect">
            <a:avLst/>
          </a:prstGeom>
          <a:solidFill>
            <a:srgbClr val="FFFFFF"/>
          </a:solid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310" name="Google Shape;310;g2c157a2fb06_0_263"/>
          <p:cNvSpPr/>
          <p:nvPr>
            <p:ph idx="5" type="pic"/>
          </p:nvPr>
        </p:nvSpPr>
        <p:spPr>
          <a:xfrm>
            <a:off x="5086375" y="4412425"/>
            <a:ext cx="2668800" cy="1291500"/>
          </a:xfrm>
          <a:prstGeom prst="rect">
            <a:avLst/>
          </a:prstGeom>
          <a:noFill/>
          <a:ln>
            <a:noFill/>
          </a:ln>
        </p:spPr>
      </p:sp>
      <p:sp>
        <p:nvSpPr>
          <p:cNvPr id="311" name="Google Shape;311;g2c157a2fb06_0_263"/>
          <p:cNvSpPr/>
          <p:nvPr>
            <p:ph idx="6" type="pic"/>
          </p:nvPr>
        </p:nvSpPr>
        <p:spPr>
          <a:xfrm>
            <a:off x="5086375" y="797675"/>
            <a:ext cx="2668800" cy="1291500"/>
          </a:xfrm>
          <a:prstGeom prst="rect">
            <a:avLst/>
          </a:prstGeom>
          <a:noFill/>
          <a:ln>
            <a:noFill/>
          </a:ln>
        </p:spPr>
      </p:sp>
      <p:sp>
        <p:nvSpPr>
          <p:cNvPr id="312" name="Google Shape;312;g2c157a2fb06_0_263"/>
          <p:cNvSpPr/>
          <p:nvPr>
            <p:ph idx="7" type="pic"/>
          </p:nvPr>
        </p:nvSpPr>
        <p:spPr>
          <a:xfrm>
            <a:off x="5086375" y="2002592"/>
            <a:ext cx="2668800" cy="1291500"/>
          </a:xfrm>
          <a:prstGeom prst="rect">
            <a:avLst/>
          </a:prstGeom>
          <a:noFill/>
          <a:ln>
            <a:noFill/>
          </a:ln>
        </p:spPr>
      </p:sp>
      <p:sp>
        <p:nvSpPr>
          <p:cNvPr id="313" name="Google Shape;313;g2c157a2fb06_0_263"/>
          <p:cNvSpPr/>
          <p:nvPr>
            <p:ph idx="8" type="pic"/>
          </p:nvPr>
        </p:nvSpPr>
        <p:spPr>
          <a:xfrm>
            <a:off x="5086375" y="3207508"/>
            <a:ext cx="2668800" cy="1291500"/>
          </a:xfrm>
          <a:prstGeom prst="rect">
            <a:avLst/>
          </a:prstGeom>
          <a:noFill/>
          <a:ln>
            <a:noFill/>
          </a:ln>
        </p:spPr>
      </p:sp>
      <p:sp>
        <p:nvSpPr>
          <p:cNvPr id="314" name="Google Shape;314;g2c157a2fb06_0_263"/>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315" name="Google Shape;315;g2c157a2fb06_0_263"/>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sp>
        <p:nvSpPr>
          <p:cNvPr id="316" name="Google Shape;316;g2c157a2fb06_0_263"/>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17" name="Google Shape;317;g2c157a2fb06_0_263"/>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318" name="Google Shape;318;g2c157a2fb06_0_263"/>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19" name="Google Shape;319;g2c157a2fb06_0_263"/>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20" name="Google Shape;320;g2c157a2fb06_0_263"/>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21" name="Google Shape;321;g2c157a2fb06_0_263"/>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22" name="Google Shape;322;g2c157a2fb06_0_263"/>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323" name="Google Shape;323;g2c157a2fb06_0_263"/>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324" name="Google Shape;324;g2c157a2fb06_0_263"/>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325" name="Google Shape;325;g2c157a2fb06_0_263"/>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326" name="Google Shape;326;g2c157a2fb06_0_263"/>
          <p:cNvGrpSpPr/>
          <p:nvPr/>
        </p:nvGrpSpPr>
        <p:grpSpPr>
          <a:xfrm>
            <a:off x="662575" y="6212475"/>
            <a:ext cx="586800" cy="571500"/>
            <a:chOff x="662575" y="6212475"/>
            <a:chExt cx="586800" cy="571500"/>
          </a:xfrm>
        </p:grpSpPr>
        <p:sp>
          <p:nvSpPr>
            <p:cNvPr id="327" name="Google Shape;327;g2c157a2fb06_0_263">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28" name="Google Shape;328;g2c157a2fb06_0_263">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29" name="Google Shape;329;g2c157a2fb06_0_263">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330" name="Google Shape;330;g2c157a2fb06_0_263"/>
          <p:cNvGrpSpPr/>
          <p:nvPr/>
        </p:nvGrpSpPr>
        <p:grpSpPr>
          <a:xfrm>
            <a:off x="7894350" y="6212475"/>
            <a:ext cx="586800" cy="571500"/>
            <a:chOff x="7894350" y="6212475"/>
            <a:chExt cx="586800" cy="571500"/>
          </a:xfrm>
        </p:grpSpPr>
        <p:sp>
          <p:nvSpPr>
            <p:cNvPr id="331" name="Google Shape;331;g2c157a2fb06_0_263">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32" name="Google Shape;332;g2c157a2fb06_0_263">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33" name="Google Shape;333;g2c157a2fb06_0_263">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 - Write a Caption">
  <p:cSld name="Alien Word of the Day_1_1_1_1_1_1_1_1_1_1_1_2">
    <p:spTree>
      <p:nvGrpSpPr>
        <p:cNvPr id="334" name="Shape 334"/>
        <p:cNvGrpSpPr/>
        <p:nvPr/>
      </p:nvGrpSpPr>
      <p:grpSpPr>
        <a:xfrm>
          <a:off x="0" y="0"/>
          <a:ext cx="0" cy="0"/>
          <a:chOff x="0" y="0"/>
          <a:chExt cx="0" cy="0"/>
        </a:xfrm>
      </p:grpSpPr>
      <p:cxnSp>
        <p:nvCxnSpPr>
          <p:cNvPr id="335" name="Google Shape;335;g2c157a2fb06_0_467"/>
          <p:cNvCxnSpPr/>
          <p:nvPr/>
        </p:nvCxnSpPr>
        <p:spPr>
          <a:xfrm>
            <a:off x="1181100" y="4909650"/>
            <a:ext cx="6781800" cy="0"/>
          </a:xfrm>
          <a:prstGeom prst="straightConnector1">
            <a:avLst/>
          </a:prstGeom>
          <a:noFill/>
          <a:ln cap="flat" cmpd="sng" w="28575">
            <a:solidFill>
              <a:srgbClr val="CFD9EF"/>
            </a:solidFill>
            <a:prstDash val="lgDash"/>
            <a:miter lim="800000"/>
            <a:headEnd len="sm" w="sm" type="none"/>
            <a:tailEnd len="sm" w="sm" type="none"/>
          </a:ln>
        </p:spPr>
      </p:cxnSp>
      <p:sp>
        <p:nvSpPr>
          <p:cNvPr id="336" name="Google Shape;336;g2c157a2fb06_0_467"/>
          <p:cNvSpPr txBox="1"/>
          <p:nvPr>
            <p:ph idx="1" type="subTitle"/>
          </p:nvPr>
        </p:nvSpPr>
        <p:spPr>
          <a:xfrm>
            <a:off x="1184550" y="4085175"/>
            <a:ext cx="6774900" cy="16209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337" name="Google Shape;337;g2c157a2fb06_0_467"/>
          <p:cNvSpPr/>
          <p:nvPr>
            <p:ph idx="2" type="pic"/>
          </p:nvPr>
        </p:nvSpPr>
        <p:spPr>
          <a:xfrm>
            <a:off x="1181100" y="852975"/>
            <a:ext cx="6781800" cy="2771700"/>
          </a:xfrm>
          <a:prstGeom prst="roundRect">
            <a:avLst>
              <a:gd fmla="val 16667" name="adj"/>
            </a:avLst>
          </a:prstGeom>
          <a:noFill/>
          <a:ln>
            <a:noFill/>
          </a:ln>
        </p:spPr>
      </p:sp>
      <p:sp>
        <p:nvSpPr>
          <p:cNvPr id="338" name="Google Shape;338;g2c157a2fb06_0_467"/>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rgbClr val="AEABAB"/>
                </a:solidFill>
                <a:latin typeface="Poppins Medium"/>
                <a:ea typeface="Poppins Medium"/>
                <a:cs typeface="Poppins Medium"/>
                <a:sym typeface="Poppins Medium"/>
              </a:rPr>
              <a:t>SEGMENT FOR SPELLING</a:t>
            </a:r>
            <a:endParaRPr b="0" i="0" sz="1800" u="none" cap="none" strike="noStrike">
              <a:solidFill>
                <a:srgbClr val="AEABAB"/>
              </a:solidFill>
              <a:latin typeface="Poppins Medium"/>
              <a:ea typeface="Poppins Medium"/>
              <a:cs typeface="Poppins Medium"/>
              <a:sym typeface="Poppins Medium"/>
            </a:endParaRPr>
          </a:p>
        </p:txBody>
      </p:sp>
      <p:sp>
        <p:nvSpPr>
          <p:cNvPr id="339" name="Google Shape;339;g2c157a2fb06_0_467"/>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Write a Caption</a:t>
            </a:r>
            <a:endParaRPr b="0" i="0" sz="3000" u="none" cap="none" strike="noStrike">
              <a:solidFill>
                <a:srgbClr val="CB3D85"/>
              </a:solidFill>
              <a:latin typeface="Poppins Medium"/>
              <a:ea typeface="Poppins Medium"/>
              <a:cs typeface="Poppins Medium"/>
              <a:sym typeface="Poppins Medium"/>
            </a:endParaRPr>
          </a:p>
        </p:txBody>
      </p:sp>
      <p:sp>
        <p:nvSpPr>
          <p:cNvPr id="340" name="Google Shape;340;g2c157a2fb06_0_467"/>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341" name="Google Shape;341;g2c157a2fb06_0_467"/>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sp>
        <p:nvSpPr>
          <p:cNvPr id="342" name="Google Shape;342;g2c157a2fb06_0_467"/>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43" name="Google Shape;343;g2c157a2fb06_0_467"/>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344" name="Google Shape;344;g2c157a2fb06_0_467"/>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45" name="Google Shape;345;g2c157a2fb06_0_467"/>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46" name="Google Shape;346;g2c157a2fb06_0_467"/>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47" name="Google Shape;347;g2c157a2fb06_0_467"/>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48" name="Google Shape;348;g2c157a2fb06_0_467"/>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349" name="Google Shape;349;g2c157a2fb06_0_467"/>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350" name="Google Shape;350;g2c157a2fb06_0_467"/>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351" name="Google Shape;351;g2c157a2fb06_0_467"/>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352" name="Google Shape;352;g2c157a2fb06_0_467"/>
          <p:cNvGrpSpPr/>
          <p:nvPr/>
        </p:nvGrpSpPr>
        <p:grpSpPr>
          <a:xfrm>
            <a:off x="662575" y="6212475"/>
            <a:ext cx="586800" cy="571500"/>
            <a:chOff x="662575" y="6212475"/>
            <a:chExt cx="586800" cy="571500"/>
          </a:xfrm>
        </p:grpSpPr>
        <p:sp>
          <p:nvSpPr>
            <p:cNvPr id="353" name="Google Shape;353;g2c157a2fb06_0_467">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54" name="Google Shape;354;g2c157a2fb06_0_467">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55" name="Google Shape;355;g2c157a2fb06_0_467">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356" name="Google Shape;356;g2c157a2fb06_0_467"/>
          <p:cNvGrpSpPr/>
          <p:nvPr/>
        </p:nvGrpSpPr>
        <p:grpSpPr>
          <a:xfrm>
            <a:off x="7894350" y="6212475"/>
            <a:ext cx="586800" cy="571500"/>
            <a:chOff x="7894350" y="6212475"/>
            <a:chExt cx="586800" cy="571500"/>
          </a:xfrm>
        </p:grpSpPr>
        <p:sp>
          <p:nvSpPr>
            <p:cNvPr id="357" name="Google Shape;357;g2c157a2fb06_0_467">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58" name="Google Shape;358;g2c157a2fb06_0_467">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59" name="Google Shape;359;g2c157a2fb06_0_467">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 - Read a Caption">
  <p:cSld name="Alien Word of the Day_1_1_1_1_1_1_1_1_1_1_1_2_1">
    <p:spTree>
      <p:nvGrpSpPr>
        <p:cNvPr id="360" name="Shape 360"/>
        <p:cNvGrpSpPr/>
        <p:nvPr/>
      </p:nvGrpSpPr>
      <p:grpSpPr>
        <a:xfrm>
          <a:off x="0" y="0"/>
          <a:ext cx="0" cy="0"/>
          <a:chOff x="0" y="0"/>
          <a:chExt cx="0" cy="0"/>
        </a:xfrm>
      </p:grpSpPr>
      <p:cxnSp>
        <p:nvCxnSpPr>
          <p:cNvPr id="361" name="Google Shape;361;g2c157a2fb06_0_629"/>
          <p:cNvCxnSpPr/>
          <p:nvPr/>
        </p:nvCxnSpPr>
        <p:spPr>
          <a:xfrm>
            <a:off x="1181100" y="4909650"/>
            <a:ext cx="6781800" cy="0"/>
          </a:xfrm>
          <a:prstGeom prst="straightConnector1">
            <a:avLst/>
          </a:prstGeom>
          <a:noFill/>
          <a:ln cap="flat" cmpd="sng" w="28575">
            <a:solidFill>
              <a:srgbClr val="CFD9EF"/>
            </a:solidFill>
            <a:prstDash val="lgDash"/>
            <a:miter lim="800000"/>
            <a:headEnd len="sm" w="sm" type="none"/>
            <a:tailEnd len="sm" w="sm" type="none"/>
          </a:ln>
        </p:spPr>
      </p:cxnSp>
      <p:sp>
        <p:nvSpPr>
          <p:cNvPr id="362" name="Google Shape;362;g2c157a2fb06_0_629"/>
          <p:cNvSpPr/>
          <p:nvPr>
            <p:ph idx="2" type="pic"/>
          </p:nvPr>
        </p:nvSpPr>
        <p:spPr>
          <a:xfrm>
            <a:off x="1181100" y="852975"/>
            <a:ext cx="6781800" cy="2771700"/>
          </a:xfrm>
          <a:prstGeom prst="roundRect">
            <a:avLst>
              <a:gd fmla="val 16667" name="adj"/>
            </a:avLst>
          </a:prstGeom>
          <a:noFill/>
          <a:ln>
            <a:noFill/>
          </a:ln>
        </p:spPr>
      </p:sp>
      <p:sp>
        <p:nvSpPr>
          <p:cNvPr id="363" name="Google Shape;363;g2c157a2fb06_0_629"/>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rgbClr val="AEABAB"/>
                </a:solidFill>
                <a:latin typeface="Poppins Medium"/>
                <a:ea typeface="Poppins Medium"/>
                <a:cs typeface="Poppins Medium"/>
                <a:sym typeface="Poppins Medium"/>
              </a:rPr>
              <a:t>BLENDING FOR READING</a:t>
            </a:r>
            <a:endParaRPr b="0" i="0" sz="1800" u="none" cap="none" strike="noStrike">
              <a:solidFill>
                <a:srgbClr val="AEABAB"/>
              </a:solidFill>
              <a:latin typeface="Poppins Medium"/>
              <a:ea typeface="Poppins Medium"/>
              <a:cs typeface="Poppins Medium"/>
              <a:sym typeface="Poppins Medium"/>
            </a:endParaRPr>
          </a:p>
        </p:txBody>
      </p:sp>
      <p:sp>
        <p:nvSpPr>
          <p:cNvPr id="364" name="Google Shape;364;g2c157a2fb06_0_629"/>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Read a Caption</a:t>
            </a:r>
            <a:endParaRPr b="0" i="0" sz="3000" u="none" cap="none" strike="noStrike">
              <a:solidFill>
                <a:srgbClr val="CB3D85"/>
              </a:solidFill>
              <a:latin typeface="Poppins Medium"/>
              <a:ea typeface="Poppins Medium"/>
              <a:cs typeface="Poppins Medium"/>
              <a:sym typeface="Poppins Medium"/>
            </a:endParaRPr>
          </a:p>
        </p:txBody>
      </p:sp>
      <p:sp>
        <p:nvSpPr>
          <p:cNvPr id="365" name="Google Shape;365;g2c157a2fb06_0_629"/>
          <p:cNvSpPr txBox="1"/>
          <p:nvPr>
            <p:ph idx="1" type="subTitle"/>
          </p:nvPr>
        </p:nvSpPr>
        <p:spPr>
          <a:xfrm>
            <a:off x="1184550" y="4085175"/>
            <a:ext cx="6774900" cy="16209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366" name="Google Shape;366;g2c157a2fb06_0_629"/>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367" name="Google Shape;367;g2c157a2fb06_0_629"/>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sp>
        <p:nvSpPr>
          <p:cNvPr id="368" name="Google Shape;368;g2c157a2fb06_0_629"/>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69" name="Google Shape;369;g2c157a2fb06_0_629"/>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370" name="Google Shape;370;g2c157a2fb06_0_629"/>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71" name="Google Shape;371;g2c157a2fb06_0_629"/>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72" name="Google Shape;372;g2c157a2fb06_0_629"/>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73" name="Google Shape;373;g2c157a2fb06_0_629"/>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74" name="Google Shape;374;g2c157a2fb06_0_629"/>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375" name="Google Shape;375;g2c157a2fb06_0_629"/>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376" name="Google Shape;376;g2c157a2fb06_0_629"/>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377" name="Google Shape;377;g2c157a2fb06_0_629"/>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378" name="Google Shape;378;g2c157a2fb06_0_629"/>
          <p:cNvGrpSpPr/>
          <p:nvPr/>
        </p:nvGrpSpPr>
        <p:grpSpPr>
          <a:xfrm>
            <a:off x="662575" y="6212475"/>
            <a:ext cx="586800" cy="571500"/>
            <a:chOff x="662575" y="6212475"/>
            <a:chExt cx="586800" cy="571500"/>
          </a:xfrm>
        </p:grpSpPr>
        <p:sp>
          <p:nvSpPr>
            <p:cNvPr id="379" name="Google Shape;379;g2c157a2fb06_0_629">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80" name="Google Shape;380;g2c157a2fb06_0_629">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81" name="Google Shape;381;g2c157a2fb06_0_629">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382" name="Google Shape;382;g2c157a2fb06_0_629"/>
          <p:cNvGrpSpPr/>
          <p:nvPr/>
        </p:nvGrpSpPr>
        <p:grpSpPr>
          <a:xfrm>
            <a:off x="7894350" y="6212475"/>
            <a:ext cx="586800" cy="571500"/>
            <a:chOff x="7894350" y="6212475"/>
            <a:chExt cx="586800" cy="571500"/>
          </a:xfrm>
        </p:grpSpPr>
        <p:sp>
          <p:nvSpPr>
            <p:cNvPr id="383" name="Google Shape;383;g2c157a2fb06_0_629">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84" name="Google Shape;384;g2c157a2fb06_0_629">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85" name="Google Shape;385;g2c157a2fb06_0_629">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 - Write a Sentence">
  <p:cSld name="Alien Word of the Day_1_1_1_1_1_1_1_1_1_1_1_2_2">
    <p:spTree>
      <p:nvGrpSpPr>
        <p:cNvPr id="386" name="Shape 386"/>
        <p:cNvGrpSpPr/>
        <p:nvPr/>
      </p:nvGrpSpPr>
      <p:grpSpPr>
        <a:xfrm>
          <a:off x="0" y="0"/>
          <a:ext cx="0" cy="0"/>
          <a:chOff x="0" y="0"/>
          <a:chExt cx="0" cy="0"/>
        </a:xfrm>
      </p:grpSpPr>
      <p:cxnSp>
        <p:nvCxnSpPr>
          <p:cNvPr id="387" name="Google Shape;387;g2c157a2fb06_0_798"/>
          <p:cNvCxnSpPr/>
          <p:nvPr/>
        </p:nvCxnSpPr>
        <p:spPr>
          <a:xfrm>
            <a:off x="1181100" y="4528650"/>
            <a:ext cx="6781800" cy="0"/>
          </a:xfrm>
          <a:prstGeom prst="straightConnector1">
            <a:avLst/>
          </a:prstGeom>
          <a:noFill/>
          <a:ln cap="flat" cmpd="sng" w="28575">
            <a:solidFill>
              <a:srgbClr val="CFD9EF"/>
            </a:solidFill>
            <a:prstDash val="lgDash"/>
            <a:miter lim="800000"/>
            <a:headEnd len="sm" w="sm" type="none"/>
            <a:tailEnd len="sm" w="sm" type="none"/>
          </a:ln>
        </p:spPr>
      </p:cxnSp>
      <p:cxnSp>
        <p:nvCxnSpPr>
          <p:cNvPr id="388" name="Google Shape;388;g2c157a2fb06_0_798"/>
          <p:cNvCxnSpPr/>
          <p:nvPr/>
        </p:nvCxnSpPr>
        <p:spPr>
          <a:xfrm>
            <a:off x="1181100" y="5369000"/>
            <a:ext cx="6781800" cy="0"/>
          </a:xfrm>
          <a:prstGeom prst="straightConnector1">
            <a:avLst/>
          </a:prstGeom>
          <a:noFill/>
          <a:ln cap="flat" cmpd="sng" w="28575">
            <a:solidFill>
              <a:srgbClr val="CFD9EF"/>
            </a:solidFill>
            <a:prstDash val="lgDash"/>
            <a:miter lim="800000"/>
            <a:headEnd len="sm" w="sm" type="none"/>
            <a:tailEnd len="sm" w="sm" type="none"/>
          </a:ln>
        </p:spPr>
      </p:cxnSp>
      <p:sp>
        <p:nvSpPr>
          <p:cNvPr id="389" name="Google Shape;389;g2c157a2fb06_0_798"/>
          <p:cNvSpPr txBox="1"/>
          <p:nvPr>
            <p:ph idx="1" type="subTitle"/>
          </p:nvPr>
        </p:nvSpPr>
        <p:spPr>
          <a:xfrm>
            <a:off x="1184550" y="3780375"/>
            <a:ext cx="6774900" cy="1620900"/>
          </a:xfrm>
          <a:prstGeom prst="rect">
            <a:avLst/>
          </a:prstGeom>
          <a:noFill/>
          <a:ln>
            <a:noFill/>
          </a:ln>
        </p:spPr>
        <p:txBody>
          <a:bodyPr anchorCtr="0" anchor="ctr" bIns="45700" lIns="91425" spcFirstLastPara="1" rIns="91425" wrap="square" tIns="4570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390" name="Google Shape;390;g2c157a2fb06_0_798"/>
          <p:cNvSpPr/>
          <p:nvPr>
            <p:ph idx="2" type="pic"/>
          </p:nvPr>
        </p:nvSpPr>
        <p:spPr>
          <a:xfrm>
            <a:off x="1181100" y="852975"/>
            <a:ext cx="6781800" cy="2771700"/>
          </a:xfrm>
          <a:prstGeom prst="roundRect">
            <a:avLst>
              <a:gd fmla="val 16667" name="adj"/>
            </a:avLst>
          </a:prstGeom>
          <a:noFill/>
          <a:ln>
            <a:noFill/>
          </a:ln>
        </p:spPr>
      </p:sp>
      <p:sp>
        <p:nvSpPr>
          <p:cNvPr id="391" name="Google Shape;391;g2c157a2fb06_0_798"/>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rgbClr val="AEABAB"/>
                </a:solidFill>
                <a:latin typeface="Poppins Medium"/>
                <a:ea typeface="Poppins Medium"/>
                <a:cs typeface="Poppins Medium"/>
                <a:sym typeface="Poppins Medium"/>
              </a:rPr>
              <a:t>SEGMENT FOR SPELLING</a:t>
            </a:r>
            <a:endParaRPr b="0" i="0" sz="1800" u="none" cap="none" strike="noStrike">
              <a:solidFill>
                <a:srgbClr val="AEABAB"/>
              </a:solidFill>
              <a:latin typeface="Poppins Medium"/>
              <a:ea typeface="Poppins Medium"/>
              <a:cs typeface="Poppins Medium"/>
              <a:sym typeface="Poppins Medium"/>
            </a:endParaRPr>
          </a:p>
        </p:txBody>
      </p:sp>
      <p:sp>
        <p:nvSpPr>
          <p:cNvPr id="392" name="Google Shape;392;g2c157a2fb06_0_798"/>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Write a Sentence</a:t>
            </a:r>
            <a:endParaRPr b="0" i="0" sz="3000" u="none" cap="none" strike="noStrike">
              <a:solidFill>
                <a:srgbClr val="CB3D85"/>
              </a:solidFill>
              <a:latin typeface="Poppins Medium"/>
              <a:ea typeface="Poppins Medium"/>
              <a:cs typeface="Poppins Medium"/>
              <a:sym typeface="Poppins Medium"/>
            </a:endParaRPr>
          </a:p>
        </p:txBody>
      </p:sp>
      <p:sp>
        <p:nvSpPr>
          <p:cNvPr id="393" name="Google Shape;393;g2c157a2fb06_0_798"/>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394" name="Google Shape;394;g2c157a2fb06_0_798"/>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sp>
        <p:nvSpPr>
          <p:cNvPr id="395" name="Google Shape;395;g2c157a2fb06_0_798"/>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96" name="Google Shape;396;g2c157a2fb06_0_798"/>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397" name="Google Shape;397;g2c157a2fb06_0_798"/>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98" name="Google Shape;398;g2c157a2fb06_0_798"/>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99" name="Google Shape;399;g2c157a2fb06_0_798"/>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00" name="Google Shape;400;g2c157a2fb06_0_798"/>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01" name="Google Shape;401;g2c157a2fb06_0_798"/>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402" name="Google Shape;402;g2c157a2fb06_0_798"/>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403" name="Google Shape;403;g2c157a2fb06_0_798"/>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404" name="Google Shape;404;g2c157a2fb06_0_798"/>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405" name="Google Shape;405;g2c157a2fb06_0_798"/>
          <p:cNvGrpSpPr/>
          <p:nvPr/>
        </p:nvGrpSpPr>
        <p:grpSpPr>
          <a:xfrm>
            <a:off x="662575" y="6212475"/>
            <a:ext cx="586800" cy="571500"/>
            <a:chOff x="662575" y="6212475"/>
            <a:chExt cx="586800" cy="571500"/>
          </a:xfrm>
        </p:grpSpPr>
        <p:sp>
          <p:nvSpPr>
            <p:cNvPr id="406" name="Google Shape;406;g2c157a2fb06_0_798">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07" name="Google Shape;407;g2c157a2fb06_0_798">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08" name="Google Shape;408;g2c157a2fb06_0_798">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409" name="Google Shape;409;g2c157a2fb06_0_798"/>
          <p:cNvGrpSpPr/>
          <p:nvPr/>
        </p:nvGrpSpPr>
        <p:grpSpPr>
          <a:xfrm>
            <a:off x="7894350" y="6212475"/>
            <a:ext cx="586800" cy="571500"/>
            <a:chOff x="7894350" y="6212475"/>
            <a:chExt cx="586800" cy="571500"/>
          </a:xfrm>
        </p:grpSpPr>
        <p:sp>
          <p:nvSpPr>
            <p:cNvPr id="410" name="Google Shape;410;g2c157a2fb06_0_798">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11" name="Google Shape;411;g2c157a2fb06_0_798">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12" name="Google Shape;412;g2c157a2fb06_0_798">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 - Read a Sentence">
  <p:cSld name="Alien Word of the Day_1_1_1_1_1_1_1_1_1_1_1_2_1_1">
    <p:spTree>
      <p:nvGrpSpPr>
        <p:cNvPr id="413" name="Shape 413"/>
        <p:cNvGrpSpPr/>
        <p:nvPr/>
      </p:nvGrpSpPr>
      <p:grpSpPr>
        <a:xfrm>
          <a:off x="0" y="0"/>
          <a:ext cx="0" cy="0"/>
          <a:chOff x="0" y="0"/>
          <a:chExt cx="0" cy="0"/>
        </a:xfrm>
      </p:grpSpPr>
      <p:cxnSp>
        <p:nvCxnSpPr>
          <p:cNvPr id="414" name="Google Shape;414;g2c157a2fb06_0_825"/>
          <p:cNvCxnSpPr/>
          <p:nvPr/>
        </p:nvCxnSpPr>
        <p:spPr>
          <a:xfrm>
            <a:off x="1181100" y="4528650"/>
            <a:ext cx="6781800" cy="0"/>
          </a:xfrm>
          <a:prstGeom prst="straightConnector1">
            <a:avLst/>
          </a:prstGeom>
          <a:noFill/>
          <a:ln cap="flat" cmpd="sng" w="28575">
            <a:solidFill>
              <a:srgbClr val="CFD9EF"/>
            </a:solidFill>
            <a:prstDash val="lgDash"/>
            <a:miter lim="800000"/>
            <a:headEnd len="sm" w="sm" type="none"/>
            <a:tailEnd len="sm" w="sm" type="none"/>
          </a:ln>
        </p:spPr>
      </p:cxnSp>
      <p:cxnSp>
        <p:nvCxnSpPr>
          <p:cNvPr id="415" name="Google Shape;415;g2c157a2fb06_0_825"/>
          <p:cNvCxnSpPr/>
          <p:nvPr/>
        </p:nvCxnSpPr>
        <p:spPr>
          <a:xfrm>
            <a:off x="1181100" y="5369000"/>
            <a:ext cx="6781800" cy="0"/>
          </a:xfrm>
          <a:prstGeom prst="straightConnector1">
            <a:avLst/>
          </a:prstGeom>
          <a:noFill/>
          <a:ln cap="flat" cmpd="sng" w="28575">
            <a:solidFill>
              <a:srgbClr val="CFD9EF"/>
            </a:solidFill>
            <a:prstDash val="lgDash"/>
            <a:miter lim="800000"/>
            <a:headEnd len="sm" w="sm" type="none"/>
            <a:tailEnd len="sm" w="sm" type="none"/>
          </a:ln>
        </p:spPr>
      </p:cxnSp>
      <p:sp>
        <p:nvSpPr>
          <p:cNvPr id="416" name="Google Shape;416;g2c157a2fb06_0_825"/>
          <p:cNvSpPr txBox="1"/>
          <p:nvPr>
            <p:ph idx="1" type="subTitle"/>
          </p:nvPr>
        </p:nvSpPr>
        <p:spPr>
          <a:xfrm>
            <a:off x="1184550" y="3780375"/>
            <a:ext cx="6774900" cy="1620900"/>
          </a:xfrm>
          <a:prstGeom prst="rect">
            <a:avLst/>
          </a:prstGeom>
          <a:noFill/>
          <a:ln>
            <a:noFill/>
          </a:ln>
        </p:spPr>
        <p:txBody>
          <a:bodyPr anchorCtr="0" anchor="ctr" bIns="45700" lIns="91425" spcFirstLastPara="1" rIns="91425" wrap="square" tIns="4570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417" name="Google Shape;417;g2c157a2fb06_0_825"/>
          <p:cNvSpPr/>
          <p:nvPr>
            <p:ph idx="2" type="pic"/>
          </p:nvPr>
        </p:nvSpPr>
        <p:spPr>
          <a:xfrm>
            <a:off x="1181100" y="852975"/>
            <a:ext cx="6781800" cy="2771700"/>
          </a:xfrm>
          <a:prstGeom prst="roundRect">
            <a:avLst>
              <a:gd fmla="val 16667" name="adj"/>
            </a:avLst>
          </a:prstGeom>
          <a:noFill/>
          <a:ln>
            <a:noFill/>
          </a:ln>
        </p:spPr>
      </p:sp>
      <p:sp>
        <p:nvSpPr>
          <p:cNvPr id="418" name="Google Shape;418;g2c157a2fb06_0_825"/>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rgbClr val="AEABAB"/>
                </a:solidFill>
                <a:latin typeface="Poppins Medium"/>
                <a:ea typeface="Poppins Medium"/>
                <a:cs typeface="Poppins Medium"/>
                <a:sym typeface="Poppins Medium"/>
              </a:rPr>
              <a:t>BLENDING FOR READING</a:t>
            </a:r>
            <a:endParaRPr b="0" i="0" sz="1800" u="none" cap="none" strike="noStrike">
              <a:solidFill>
                <a:srgbClr val="AEABAB"/>
              </a:solidFill>
              <a:latin typeface="Poppins Medium"/>
              <a:ea typeface="Poppins Medium"/>
              <a:cs typeface="Poppins Medium"/>
              <a:sym typeface="Poppins Medium"/>
            </a:endParaRPr>
          </a:p>
        </p:txBody>
      </p:sp>
      <p:sp>
        <p:nvSpPr>
          <p:cNvPr id="419" name="Google Shape;419;g2c157a2fb06_0_825"/>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Read a Sentence</a:t>
            </a:r>
            <a:endParaRPr b="0" i="0" sz="3000" u="none" cap="none" strike="noStrike">
              <a:solidFill>
                <a:srgbClr val="CB3D85"/>
              </a:solidFill>
              <a:latin typeface="Poppins Medium"/>
              <a:ea typeface="Poppins Medium"/>
              <a:cs typeface="Poppins Medium"/>
              <a:sym typeface="Poppins Medium"/>
            </a:endParaRPr>
          </a:p>
        </p:txBody>
      </p:sp>
      <p:sp>
        <p:nvSpPr>
          <p:cNvPr id="420" name="Google Shape;420;g2c157a2fb06_0_825"/>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421" name="Google Shape;421;g2c157a2fb06_0_825"/>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sp>
        <p:nvSpPr>
          <p:cNvPr id="422" name="Google Shape;422;g2c157a2fb06_0_825"/>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23" name="Google Shape;423;g2c157a2fb06_0_825"/>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424" name="Google Shape;424;g2c157a2fb06_0_825"/>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25" name="Google Shape;425;g2c157a2fb06_0_825"/>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26" name="Google Shape;426;g2c157a2fb06_0_825"/>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27" name="Google Shape;427;g2c157a2fb06_0_825"/>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28" name="Google Shape;428;g2c157a2fb06_0_825"/>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429" name="Google Shape;429;g2c157a2fb06_0_825"/>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430" name="Google Shape;430;g2c157a2fb06_0_825"/>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431" name="Google Shape;431;g2c157a2fb06_0_825"/>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432" name="Google Shape;432;g2c157a2fb06_0_825"/>
          <p:cNvGrpSpPr/>
          <p:nvPr/>
        </p:nvGrpSpPr>
        <p:grpSpPr>
          <a:xfrm>
            <a:off x="662575" y="6212475"/>
            <a:ext cx="586800" cy="571500"/>
            <a:chOff x="662575" y="6212475"/>
            <a:chExt cx="586800" cy="571500"/>
          </a:xfrm>
        </p:grpSpPr>
        <p:sp>
          <p:nvSpPr>
            <p:cNvPr id="433" name="Google Shape;433;g2c157a2fb06_0_825">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34" name="Google Shape;434;g2c157a2fb06_0_825">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35" name="Google Shape;435;g2c157a2fb06_0_825">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436" name="Google Shape;436;g2c157a2fb06_0_825"/>
          <p:cNvGrpSpPr/>
          <p:nvPr/>
        </p:nvGrpSpPr>
        <p:grpSpPr>
          <a:xfrm>
            <a:off x="7894350" y="6212475"/>
            <a:ext cx="586800" cy="571500"/>
            <a:chOff x="7894350" y="6212475"/>
            <a:chExt cx="586800" cy="571500"/>
          </a:xfrm>
        </p:grpSpPr>
        <p:sp>
          <p:nvSpPr>
            <p:cNvPr id="437" name="Google Shape;437;g2c157a2fb06_0_825">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38" name="Google Shape;438;g2c157a2fb06_0_825">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39" name="Google Shape;439;g2c157a2fb06_0_825">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 - Hands Up, Pair Up">
  <p:cSld name="Alien Word of the Day_1_1_1_1_1_1_1_1_1_1_1_3">
    <p:spTree>
      <p:nvGrpSpPr>
        <p:cNvPr id="440" name="Shape 440"/>
        <p:cNvGrpSpPr/>
        <p:nvPr/>
      </p:nvGrpSpPr>
      <p:grpSpPr>
        <a:xfrm>
          <a:off x="0" y="0"/>
          <a:ext cx="0" cy="0"/>
          <a:chOff x="0" y="0"/>
          <a:chExt cx="0" cy="0"/>
        </a:xfrm>
      </p:grpSpPr>
      <p:sp>
        <p:nvSpPr>
          <p:cNvPr id="441" name="Google Shape;441;g2c157a2fb06_0_700"/>
          <p:cNvSpPr/>
          <p:nvPr/>
        </p:nvSpPr>
        <p:spPr>
          <a:xfrm>
            <a:off x="1108510" y="724846"/>
            <a:ext cx="2012796" cy="1269972"/>
          </a:xfrm>
          <a:prstGeom prst="cloud">
            <a:avLst/>
          </a:prstGeom>
          <a:solidFill>
            <a:srgbClr val="F3F7FD"/>
          </a:solidFill>
          <a:ln cap="flat" cmpd="sng" w="38100">
            <a:solidFill>
              <a:srgbClr val="E6E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42" name="Google Shape;442;g2c157a2fb06_0_700"/>
          <p:cNvSpPr/>
          <p:nvPr/>
        </p:nvSpPr>
        <p:spPr>
          <a:xfrm flipH="1" rot="-513789">
            <a:off x="3539163" y="1038091"/>
            <a:ext cx="2012770" cy="1269967"/>
          </a:xfrm>
          <a:prstGeom prst="cloud">
            <a:avLst/>
          </a:prstGeom>
          <a:solidFill>
            <a:srgbClr val="F3F7FD"/>
          </a:solidFill>
          <a:ln cap="flat" cmpd="sng" w="38100">
            <a:solidFill>
              <a:srgbClr val="E6E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43" name="Google Shape;443;g2c157a2fb06_0_700"/>
          <p:cNvSpPr/>
          <p:nvPr/>
        </p:nvSpPr>
        <p:spPr>
          <a:xfrm>
            <a:off x="6123195" y="588758"/>
            <a:ext cx="2012796" cy="1269972"/>
          </a:xfrm>
          <a:prstGeom prst="cloud">
            <a:avLst/>
          </a:prstGeom>
          <a:solidFill>
            <a:srgbClr val="F3F7FD"/>
          </a:solidFill>
          <a:ln cap="flat" cmpd="sng" w="38100">
            <a:solidFill>
              <a:srgbClr val="E6E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44" name="Google Shape;444;g2c157a2fb06_0_700"/>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Hands Up, Pair Up</a:t>
            </a:r>
            <a:endParaRPr b="0" i="0" sz="3000" u="none" cap="none" strike="noStrike">
              <a:solidFill>
                <a:srgbClr val="CB3D85"/>
              </a:solidFill>
              <a:latin typeface="Poppins Medium"/>
              <a:ea typeface="Poppins Medium"/>
              <a:cs typeface="Poppins Medium"/>
              <a:sym typeface="Poppins Medium"/>
            </a:endParaRPr>
          </a:p>
        </p:txBody>
      </p:sp>
      <p:sp>
        <p:nvSpPr>
          <p:cNvPr id="445" name="Google Shape;445;g2c157a2fb06_0_700"/>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rgbClr val="AEABAB"/>
                </a:solidFill>
                <a:latin typeface="Poppins Medium"/>
                <a:ea typeface="Poppins Medium"/>
                <a:cs typeface="Poppins Medium"/>
                <a:sym typeface="Poppins Medium"/>
              </a:rPr>
              <a:t>BLENDING FOR READING</a:t>
            </a:r>
            <a:endParaRPr b="0" i="0" sz="1800" u="none" cap="none" strike="noStrike">
              <a:solidFill>
                <a:srgbClr val="AEABAB"/>
              </a:solidFill>
              <a:latin typeface="Poppins Medium"/>
              <a:ea typeface="Poppins Medium"/>
              <a:cs typeface="Poppins Medium"/>
              <a:sym typeface="Poppins Medium"/>
            </a:endParaRPr>
          </a:p>
        </p:txBody>
      </p:sp>
      <p:sp>
        <p:nvSpPr>
          <p:cNvPr id="446" name="Google Shape;446;g2c157a2fb06_0_700"/>
          <p:cNvSpPr txBox="1"/>
          <p:nvPr>
            <p:ph idx="1" type="subTitle"/>
          </p:nvPr>
        </p:nvSpPr>
        <p:spPr>
          <a:xfrm>
            <a:off x="1179855" y="726336"/>
            <a:ext cx="1870200" cy="12699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p:txBody>
      </p:sp>
      <p:sp>
        <p:nvSpPr>
          <p:cNvPr id="447" name="Google Shape;447;g2c157a2fb06_0_700"/>
          <p:cNvSpPr txBox="1"/>
          <p:nvPr>
            <p:ph idx="2" type="subTitle"/>
          </p:nvPr>
        </p:nvSpPr>
        <p:spPr>
          <a:xfrm>
            <a:off x="3645035" y="1039536"/>
            <a:ext cx="1870200" cy="12699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p:txBody>
      </p:sp>
      <p:sp>
        <p:nvSpPr>
          <p:cNvPr id="448" name="Google Shape;448;g2c157a2fb06_0_700"/>
          <p:cNvSpPr txBox="1"/>
          <p:nvPr>
            <p:ph idx="3" type="subTitle"/>
          </p:nvPr>
        </p:nvSpPr>
        <p:spPr>
          <a:xfrm>
            <a:off x="6263616" y="590249"/>
            <a:ext cx="1870200" cy="12699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p:txBody>
      </p:sp>
      <p:sp>
        <p:nvSpPr>
          <p:cNvPr id="449" name="Google Shape;449;g2c157a2fb06_0_700"/>
          <p:cNvSpPr/>
          <p:nvPr/>
        </p:nvSpPr>
        <p:spPr>
          <a:xfrm rot="-10251123">
            <a:off x="5784914" y="2390259"/>
            <a:ext cx="2012801" cy="1269934"/>
          </a:xfrm>
          <a:prstGeom prst="cloud">
            <a:avLst/>
          </a:prstGeom>
          <a:solidFill>
            <a:srgbClr val="F3F7FD"/>
          </a:solidFill>
          <a:ln cap="flat" cmpd="sng" w="38100">
            <a:solidFill>
              <a:srgbClr val="E6E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50" name="Google Shape;450;g2c157a2fb06_0_700"/>
          <p:cNvSpPr txBox="1"/>
          <p:nvPr>
            <p:ph idx="4" type="subTitle"/>
          </p:nvPr>
        </p:nvSpPr>
        <p:spPr>
          <a:xfrm>
            <a:off x="5856255" y="2391686"/>
            <a:ext cx="1870200" cy="12699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p:txBody>
      </p:sp>
      <p:sp>
        <p:nvSpPr>
          <p:cNvPr id="451" name="Google Shape;451;g2c157a2fb06_0_700"/>
          <p:cNvSpPr/>
          <p:nvPr/>
        </p:nvSpPr>
        <p:spPr>
          <a:xfrm>
            <a:off x="1984645" y="2367646"/>
            <a:ext cx="2012796" cy="1269972"/>
          </a:xfrm>
          <a:prstGeom prst="cloud">
            <a:avLst/>
          </a:prstGeom>
          <a:solidFill>
            <a:srgbClr val="F3F7FD"/>
          </a:solidFill>
          <a:ln cap="flat" cmpd="sng" w="38100">
            <a:solidFill>
              <a:srgbClr val="E6E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52" name="Google Shape;452;g2c157a2fb06_0_700"/>
          <p:cNvSpPr txBox="1"/>
          <p:nvPr>
            <p:ph idx="5" type="subTitle"/>
          </p:nvPr>
        </p:nvSpPr>
        <p:spPr>
          <a:xfrm>
            <a:off x="2125066" y="2369136"/>
            <a:ext cx="1870200" cy="12699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p:txBody>
      </p:sp>
      <p:sp>
        <p:nvSpPr>
          <p:cNvPr id="453" name="Google Shape;453;g2c157a2fb06_0_700"/>
          <p:cNvSpPr/>
          <p:nvPr/>
        </p:nvSpPr>
        <p:spPr>
          <a:xfrm>
            <a:off x="3755185" y="3874158"/>
            <a:ext cx="2012796" cy="1269972"/>
          </a:xfrm>
          <a:prstGeom prst="cloud">
            <a:avLst/>
          </a:prstGeom>
          <a:solidFill>
            <a:srgbClr val="F3F7FD"/>
          </a:solidFill>
          <a:ln cap="flat" cmpd="sng" w="38100">
            <a:solidFill>
              <a:srgbClr val="E6E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54" name="Google Shape;454;g2c157a2fb06_0_700"/>
          <p:cNvSpPr txBox="1"/>
          <p:nvPr>
            <p:ph idx="6" type="subTitle"/>
          </p:nvPr>
        </p:nvSpPr>
        <p:spPr>
          <a:xfrm>
            <a:off x="3826530" y="3875649"/>
            <a:ext cx="1870200" cy="12699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p:txBody>
      </p:sp>
      <p:sp>
        <p:nvSpPr>
          <p:cNvPr id="455" name="Google Shape;455;g2c157a2fb06_0_700"/>
          <p:cNvSpPr/>
          <p:nvPr/>
        </p:nvSpPr>
        <p:spPr>
          <a:xfrm>
            <a:off x="855895" y="4008958"/>
            <a:ext cx="2012796" cy="1269972"/>
          </a:xfrm>
          <a:prstGeom prst="cloud">
            <a:avLst/>
          </a:prstGeom>
          <a:solidFill>
            <a:srgbClr val="F3F7FD"/>
          </a:solidFill>
          <a:ln cap="flat" cmpd="sng" w="38100">
            <a:solidFill>
              <a:srgbClr val="E6E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56" name="Google Shape;456;g2c157a2fb06_0_700"/>
          <p:cNvSpPr txBox="1"/>
          <p:nvPr>
            <p:ph idx="7" type="subTitle"/>
          </p:nvPr>
        </p:nvSpPr>
        <p:spPr>
          <a:xfrm>
            <a:off x="996316" y="4010449"/>
            <a:ext cx="1870200" cy="12699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p:txBody>
      </p:sp>
      <p:sp>
        <p:nvSpPr>
          <p:cNvPr id="457" name="Google Shape;457;g2c157a2fb06_0_700"/>
          <p:cNvSpPr/>
          <p:nvPr/>
        </p:nvSpPr>
        <p:spPr>
          <a:xfrm flipH="1" rot="-513789">
            <a:off x="6058038" y="4333066"/>
            <a:ext cx="2012770" cy="1269967"/>
          </a:xfrm>
          <a:prstGeom prst="cloud">
            <a:avLst/>
          </a:prstGeom>
          <a:solidFill>
            <a:srgbClr val="F3F7FD"/>
          </a:solidFill>
          <a:ln cap="flat" cmpd="sng" w="38100">
            <a:solidFill>
              <a:srgbClr val="E6E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58" name="Google Shape;458;g2c157a2fb06_0_700"/>
          <p:cNvSpPr txBox="1"/>
          <p:nvPr>
            <p:ph idx="8" type="subTitle"/>
          </p:nvPr>
        </p:nvSpPr>
        <p:spPr>
          <a:xfrm>
            <a:off x="6163910" y="4334511"/>
            <a:ext cx="1870200" cy="12699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p:txBody>
      </p:sp>
      <p:sp>
        <p:nvSpPr>
          <p:cNvPr id="459" name="Google Shape;459;g2c157a2fb06_0_700"/>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460" name="Google Shape;460;g2c157a2fb06_0_700"/>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sp>
        <p:nvSpPr>
          <p:cNvPr id="461" name="Google Shape;461;g2c157a2fb06_0_700"/>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62" name="Google Shape;462;g2c157a2fb06_0_700"/>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463" name="Google Shape;463;g2c157a2fb06_0_700"/>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64" name="Google Shape;464;g2c157a2fb06_0_700"/>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65" name="Google Shape;465;g2c157a2fb06_0_700"/>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66" name="Google Shape;466;g2c157a2fb06_0_700"/>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67" name="Google Shape;467;g2c157a2fb06_0_700"/>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468" name="Google Shape;468;g2c157a2fb06_0_700"/>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469" name="Google Shape;469;g2c157a2fb06_0_700"/>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470" name="Google Shape;470;g2c157a2fb06_0_700"/>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471" name="Google Shape;471;g2c157a2fb06_0_700"/>
          <p:cNvGrpSpPr/>
          <p:nvPr/>
        </p:nvGrpSpPr>
        <p:grpSpPr>
          <a:xfrm>
            <a:off x="662575" y="6212475"/>
            <a:ext cx="586800" cy="571500"/>
            <a:chOff x="662575" y="6212475"/>
            <a:chExt cx="586800" cy="571500"/>
          </a:xfrm>
        </p:grpSpPr>
        <p:sp>
          <p:nvSpPr>
            <p:cNvPr id="472" name="Google Shape;472;g2c157a2fb06_0_700">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73" name="Google Shape;473;g2c157a2fb06_0_700">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74" name="Google Shape;474;g2c157a2fb06_0_700">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475" name="Google Shape;475;g2c157a2fb06_0_700"/>
          <p:cNvGrpSpPr/>
          <p:nvPr/>
        </p:nvGrpSpPr>
        <p:grpSpPr>
          <a:xfrm>
            <a:off x="7894350" y="6212475"/>
            <a:ext cx="586800" cy="571500"/>
            <a:chOff x="7894350" y="6212475"/>
            <a:chExt cx="586800" cy="571500"/>
          </a:xfrm>
        </p:grpSpPr>
        <p:sp>
          <p:nvSpPr>
            <p:cNvPr id="476" name="Google Shape;476;g2c157a2fb06_0_700">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77" name="Google Shape;477;g2c157a2fb06_0_700">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78" name="Google Shape;478;g2c157a2fb06_0_700">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 - Bingo">
  <p:cSld name="Alien Word of the Day_1_1_1_1_1_1_1_1_1_1_1_3_1">
    <p:spTree>
      <p:nvGrpSpPr>
        <p:cNvPr id="479" name="Shape 479"/>
        <p:cNvGrpSpPr/>
        <p:nvPr/>
      </p:nvGrpSpPr>
      <p:grpSpPr>
        <a:xfrm>
          <a:off x="0" y="0"/>
          <a:ext cx="0" cy="0"/>
          <a:chOff x="0" y="0"/>
          <a:chExt cx="0" cy="0"/>
        </a:xfrm>
      </p:grpSpPr>
      <p:sp>
        <p:nvSpPr>
          <p:cNvPr id="480" name="Google Shape;480;g2c157a2fb06_0_932"/>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Bingo</a:t>
            </a:r>
            <a:endParaRPr b="0" i="0" sz="3000" u="none" cap="none" strike="noStrike">
              <a:solidFill>
                <a:srgbClr val="CB3D85"/>
              </a:solidFill>
              <a:latin typeface="Poppins Medium"/>
              <a:ea typeface="Poppins Medium"/>
              <a:cs typeface="Poppins Medium"/>
              <a:sym typeface="Poppins Medium"/>
            </a:endParaRPr>
          </a:p>
        </p:txBody>
      </p:sp>
      <p:cxnSp>
        <p:nvCxnSpPr>
          <p:cNvPr id="481" name="Google Shape;481;g2c157a2fb06_0_932"/>
          <p:cNvCxnSpPr/>
          <p:nvPr/>
        </p:nvCxnSpPr>
        <p:spPr>
          <a:xfrm>
            <a:off x="1181100" y="2307667"/>
            <a:ext cx="6781800" cy="0"/>
          </a:xfrm>
          <a:prstGeom prst="straightConnector1">
            <a:avLst/>
          </a:prstGeom>
          <a:noFill/>
          <a:ln cap="flat" cmpd="sng" w="28575">
            <a:solidFill>
              <a:srgbClr val="CFD9EF"/>
            </a:solidFill>
            <a:prstDash val="lgDash"/>
            <a:miter lim="800000"/>
            <a:headEnd len="sm" w="sm" type="none"/>
            <a:tailEnd len="sm" w="sm" type="none"/>
          </a:ln>
        </p:spPr>
      </p:cxnSp>
      <p:cxnSp>
        <p:nvCxnSpPr>
          <p:cNvPr id="482" name="Google Shape;482;g2c157a2fb06_0_932"/>
          <p:cNvCxnSpPr/>
          <p:nvPr/>
        </p:nvCxnSpPr>
        <p:spPr>
          <a:xfrm>
            <a:off x="1181100" y="3853333"/>
            <a:ext cx="6781800" cy="0"/>
          </a:xfrm>
          <a:prstGeom prst="straightConnector1">
            <a:avLst/>
          </a:prstGeom>
          <a:noFill/>
          <a:ln cap="flat" cmpd="sng" w="28575">
            <a:solidFill>
              <a:srgbClr val="CFD9EF"/>
            </a:solidFill>
            <a:prstDash val="lgDash"/>
            <a:miter lim="800000"/>
            <a:headEnd len="sm" w="sm" type="none"/>
            <a:tailEnd len="sm" w="sm" type="none"/>
          </a:ln>
        </p:spPr>
      </p:cxnSp>
      <p:cxnSp>
        <p:nvCxnSpPr>
          <p:cNvPr id="483" name="Google Shape;483;g2c157a2fb06_0_932"/>
          <p:cNvCxnSpPr/>
          <p:nvPr/>
        </p:nvCxnSpPr>
        <p:spPr>
          <a:xfrm>
            <a:off x="1181100" y="5399000"/>
            <a:ext cx="6781800" cy="0"/>
          </a:xfrm>
          <a:prstGeom prst="straightConnector1">
            <a:avLst/>
          </a:prstGeom>
          <a:noFill/>
          <a:ln cap="flat" cmpd="sng" w="28575">
            <a:solidFill>
              <a:srgbClr val="CFD9EF"/>
            </a:solidFill>
            <a:prstDash val="lgDash"/>
            <a:miter lim="800000"/>
            <a:headEnd len="sm" w="sm" type="none"/>
            <a:tailEnd len="sm" w="sm" type="none"/>
          </a:ln>
        </p:spPr>
      </p:cxnSp>
      <p:cxnSp>
        <p:nvCxnSpPr>
          <p:cNvPr id="484" name="Google Shape;484;g2c157a2fb06_0_932"/>
          <p:cNvCxnSpPr/>
          <p:nvPr/>
        </p:nvCxnSpPr>
        <p:spPr>
          <a:xfrm>
            <a:off x="1181100" y="762000"/>
            <a:ext cx="6781800" cy="0"/>
          </a:xfrm>
          <a:prstGeom prst="straightConnector1">
            <a:avLst/>
          </a:prstGeom>
          <a:noFill/>
          <a:ln cap="flat" cmpd="sng" w="28575">
            <a:solidFill>
              <a:srgbClr val="CFD9EF"/>
            </a:solidFill>
            <a:prstDash val="lgDash"/>
            <a:miter lim="800000"/>
            <a:headEnd len="sm" w="sm" type="none"/>
            <a:tailEnd len="sm" w="sm" type="none"/>
          </a:ln>
        </p:spPr>
      </p:cxnSp>
      <p:cxnSp>
        <p:nvCxnSpPr>
          <p:cNvPr id="485" name="Google Shape;485;g2c157a2fb06_0_932"/>
          <p:cNvCxnSpPr/>
          <p:nvPr/>
        </p:nvCxnSpPr>
        <p:spPr>
          <a:xfrm>
            <a:off x="1181100" y="795350"/>
            <a:ext cx="0" cy="4562100"/>
          </a:xfrm>
          <a:prstGeom prst="straightConnector1">
            <a:avLst/>
          </a:prstGeom>
          <a:noFill/>
          <a:ln cap="flat" cmpd="sng" w="28575">
            <a:solidFill>
              <a:srgbClr val="CFD9EF"/>
            </a:solidFill>
            <a:prstDash val="lgDash"/>
            <a:miter lim="800000"/>
            <a:headEnd len="sm" w="sm" type="none"/>
            <a:tailEnd len="sm" w="sm" type="none"/>
          </a:ln>
        </p:spPr>
      </p:cxnSp>
      <p:cxnSp>
        <p:nvCxnSpPr>
          <p:cNvPr id="486" name="Google Shape;486;g2c157a2fb06_0_932"/>
          <p:cNvCxnSpPr/>
          <p:nvPr/>
        </p:nvCxnSpPr>
        <p:spPr>
          <a:xfrm>
            <a:off x="7994100" y="795350"/>
            <a:ext cx="0" cy="4562100"/>
          </a:xfrm>
          <a:prstGeom prst="straightConnector1">
            <a:avLst/>
          </a:prstGeom>
          <a:noFill/>
          <a:ln cap="flat" cmpd="sng" w="28575">
            <a:solidFill>
              <a:srgbClr val="CFD9EF"/>
            </a:solidFill>
            <a:prstDash val="lgDash"/>
            <a:miter lim="800000"/>
            <a:headEnd len="sm" w="sm" type="none"/>
            <a:tailEnd len="sm" w="sm" type="none"/>
          </a:ln>
        </p:spPr>
      </p:cxnSp>
      <p:cxnSp>
        <p:nvCxnSpPr>
          <p:cNvPr id="487" name="Google Shape;487;g2c157a2fb06_0_932"/>
          <p:cNvCxnSpPr/>
          <p:nvPr/>
        </p:nvCxnSpPr>
        <p:spPr>
          <a:xfrm>
            <a:off x="3452100" y="795350"/>
            <a:ext cx="0" cy="4562100"/>
          </a:xfrm>
          <a:prstGeom prst="straightConnector1">
            <a:avLst/>
          </a:prstGeom>
          <a:noFill/>
          <a:ln cap="flat" cmpd="sng" w="28575">
            <a:solidFill>
              <a:srgbClr val="CFD9EF"/>
            </a:solidFill>
            <a:prstDash val="lgDash"/>
            <a:miter lim="800000"/>
            <a:headEnd len="sm" w="sm" type="none"/>
            <a:tailEnd len="sm" w="sm" type="none"/>
          </a:ln>
        </p:spPr>
      </p:cxnSp>
      <p:cxnSp>
        <p:nvCxnSpPr>
          <p:cNvPr id="488" name="Google Shape;488;g2c157a2fb06_0_932"/>
          <p:cNvCxnSpPr/>
          <p:nvPr/>
        </p:nvCxnSpPr>
        <p:spPr>
          <a:xfrm>
            <a:off x="5723100" y="795350"/>
            <a:ext cx="0" cy="4562100"/>
          </a:xfrm>
          <a:prstGeom prst="straightConnector1">
            <a:avLst/>
          </a:prstGeom>
          <a:noFill/>
          <a:ln cap="flat" cmpd="sng" w="28575">
            <a:solidFill>
              <a:srgbClr val="CFD9EF"/>
            </a:solidFill>
            <a:prstDash val="lgDash"/>
            <a:miter lim="800000"/>
            <a:headEnd len="sm" w="sm" type="none"/>
            <a:tailEnd len="sm" w="sm" type="none"/>
          </a:ln>
        </p:spPr>
      </p:cxnSp>
      <p:sp>
        <p:nvSpPr>
          <p:cNvPr id="489" name="Google Shape;489;g2c157a2fb06_0_932"/>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490" name="Google Shape;490;g2c157a2fb06_0_932"/>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sp>
        <p:nvSpPr>
          <p:cNvPr id="491" name="Google Shape;491;g2c157a2fb06_0_932"/>
          <p:cNvSpPr txBox="1"/>
          <p:nvPr>
            <p:ph idx="1" type="subTitle"/>
          </p:nvPr>
        </p:nvSpPr>
        <p:spPr>
          <a:xfrm>
            <a:off x="1249500" y="795350"/>
            <a:ext cx="2116500" cy="14373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492" name="Google Shape;492;g2c157a2fb06_0_932"/>
          <p:cNvSpPr txBox="1"/>
          <p:nvPr>
            <p:ph idx="2" type="subTitle"/>
          </p:nvPr>
        </p:nvSpPr>
        <p:spPr>
          <a:xfrm>
            <a:off x="3524925" y="795350"/>
            <a:ext cx="2116500" cy="14373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493" name="Google Shape;493;g2c157a2fb06_0_932"/>
          <p:cNvSpPr txBox="1"/>
          <p:nvPr>
            <p:ph idx="3" type="subTitle"/>
          </p:nvPr>
        </p:nvSpPr>
        <p:spPr>
          <a:xfrm>
            <a:off x="5800350" y="795350"/>
            <a:ext cx="2116500" cy="14373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494" name="Google Shape;494;g2c157a2fb06_0_932"/>
          <p:cNvSpPr txBox="1"/>
          <p:nvPr>
            <p:ph idx="4" type="subTitle"/>
          </p:nvPr>
        </p:nvSpPr>
        <p:spPr>
          <a:xfrm>
            <a:off x="1249500" y="2361850"/>
            <a:ext cx="2116500" cy="14373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495" name="Google Shape;495;g2c157a2fb06_0_932"/>
          <p:cNvSpPr txBox="1"/>
          <p:nvPr>
            <p:ph idx="5" type="subTitle"/>
          </p:nvPr>
        </p:nvSpPr>
        <p:spPr>
          <a:xfrm>
            <a:off x="3524925" y="2361850"/>
            <a:ext cx="2116500" cy="14373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496" name="Google Shape;496;g2c157a2fb06_0_932"/>
          <p:cNvSpPr txBox="1"/>
          <p:nvPr>
            <p:ph idx="6" type="subTitle"/>
          </p:nvPr>
        </p:nvSpPr>
        <p:spPr>
          <a:xfrm>
            <a:off x="5800350" y="2361850"/>
            <a:ext cx="2116500" cy="14373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497" name="Google Shape;497;g2c157a2fb06_0_932"/>
          <p:cNvSpPr txBox="1"/>
          <p:nvPr>
            <p:ph idx="7" type="subTitle"/>
          </p:nvPr>
        </p:nvSpPr>
        <p:spPr>
          <a:xfrm>
            <a:off x="1249500" y="3907513"/>
            <a:ext cx="2116500" cy="14373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498" name="Google Shape;498;g2c157a2fb06_0_932"/>
          <p:cNvSpPr txBox="1"/>
          <p:nvPr>
            <p:ph idx="8" type="subTitle"/>
          </p:nvPr>
        </p:nvSpPr>
        <p:spPr>
          <a:xfrm>
            <a:off x="3524925" y="3907513"/>
            <a:ext cx="2116500" cy="14373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499" name="Google Shape;499;g2c157a2fb06_0_932"/>
          <p:cNvSpPr txBox="1"/>
          <p:nvPr>
            <p:ph idx="9" type="subTitle"/>
          </p:nvPr>
        </p:nvSpPr>
        <p:spPr>
          <a:xfrm>
            <a:off x="5800350" y="3907513"/>
            <a:ext cx="2116500" cy="14373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500" name="Google Shape;500;g2c157a2fb06_0_932"/>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01" name="Google Shape;501;g2c157a2fb06_0_932"/>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502" name="Google Shape;502;g2c157a2fb06_0_932"/>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503" name="Google Shape;503;g2c157a2fb06_0_932"/>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04" name="Google Shape;504;g2c157a2fb06_0_932"/>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05" name="Google Shape;505;g2c157a2fb06_0_932"/>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506" name="Google Shape;506;g2c157a2fb06_0_932"/>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507" name="Google Shape;507;g2c157a2fb06_0_932"/>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508" name="Google Shape;508;g2c157a2fb06_0_932"/>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509" name="Google Shape;509;g2c157a2fb06_0_932"/>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510" name="Google Shape;510;g2c157a2fb06_0_932"/>
          <p:cNvGrpSpPr/>
          <p:nvPr/>
        </p:nvGrpSpPr>
        <p:grpSpPr>
          <a:xfrm>
            <a:off x="662575" y="6212475"/>
            <a:ext cx="586800" cy="571500"/>
            <a:chOff x="662575" y="6212475"/>
            <a:chExt cx="586800" cy="571500"/>
          </a:xfrm>
        </p:grpSpPr>
        <p:sp>
          <p:nvSpPr>
            <p:cNvPr id="511" name="Google Shape;511;g2c157a2fb06_0_932">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12" name="Google Shape;512;g2c157a2fb06_0_932">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13" name="Google Shape;513;g2c157a2fb06_0_932">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514" name="Google Shape;514;g2c157a2fb06_0_932"/>
          <p:cNvGrpSpPr/>
          <p:nvPr/>
        </p:nvGrpSpPr>
        <p:grpSpPr>
          <a:xfrm>
            <a:off x="7894350" y="6212475"/>
            <a:ext cx="586800" cy="571500"/>
            <a:chOff x="7894350" y="6212475"/>
            <a:chExt cx="586800" cy="571500"/>
          </a:xfrm>
        </p:grpSpPr>
        <p:sp>
          <p:nvSpPr>
            <p:cNvPr id="515" name="Google Shape;515;g2c157a2fb06_0_932">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16" name="Google Shape;516;g2c157a2fb06_0_932">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17" name="Google Shape;517;g2c157a2fb06_0_932">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 - Lucky Dip">
  <p:cSld name="Alien Word of the Day_1_1_1_1_1_1_1_1_1_1_2">
    <p:spTree>
      <p:nvGrpSpPr>
        <p:cNvPr id="518" name="Shape 518"/>
        <p:cNvGrpSpPr/>
        <p:nvPr/>
      </p:nvGrpSpPr>
      <p:grpSpPr>
        <a:xfrm>
          <a:off x="0" y="0"/>
          <a:ext cx="0" cy="0"/>
          <a:chOff x="0" y="0"/>
          <a:chExt cx="0" cy="0"/>
        </a:xfrm>
      </p:grpSpPr>
      <p:cxnSp>
        <p:nvCxnSpPr>
          <p:cNvPr id="519" name="Google Shape;519;g2c157a2fb06_0_1045"/>
          <p:cNvCxnSpPr/>
          <p:nvPr/>
        </p:nvCxnSpPr>
        <p:spPr>
          <a:xfrm>
            <a:off x="1181100" y="3385650"/>
            <a:ext cx="6781800" cy="0"/>
          </a:xfrm>
          <a:prstGeom prst="straightConnector1">
            <a:avLst/>
          </a:prstGeom>
          <a:noFill/>
          <a:ln cap="flat" cmpd="sng" w="28575">
            <a:solidFill>
              <a:srgbClr val="CFD9EF"/>
            </a:solidFill>
            <a:prstDash val="lgDash"/>
            <a:miter lim="800000"/>
            <a:headEnd len="sm" w="sm" type="none"/>
            <a:tailEnd len="sm" w="sm" type="none"/>
          </a:ln>
        </p:spPr>
      </p:cxnSp>
      <p:pic>
        <p:nvPicPr>
          <p:cNvPr id="520" name="Google Shape;520;g2c157a2fb06_0_1045"/>
          <p:cNvPicPr preferRelativeResize="0"/>
          <p:nvPr/>
        </p:nvPicPr>
        <p:blipFill rotWithShape="1">
          <a:blip r:embed="rId2">
            <a:alphaModFix amt="70000"/>
          </a:blip>
          <a:srcRect b="0" l="0" r="0" t="0"/>
          <a:stretch/>
        </p:blipFill>
        <p:spPr>
          <a:xfrm>
            <a:off x="3031650" y="3179019"/>
            <a:ext cx="3080700" cy="3080685"/>
          </a:xfrm>
          <a:prstGeom prst="rect">
            <a:avLst/>
          </a:prstGeom>
          <a:noFill/>
          <a:ln>
            <a:noFill/>
          </a:ln>
        </p:spPr>
      </p:pic>
      <p:sp>
        <p:nvSpPr>
          <p:cNvPr id="521" name="Google Shape;521;g2c157a2fb06_0_1045"/>
          <p:cNvSpPr txBox="1"/>
          <p:nvPr>
            <p:ph idx="1" type="subTitle"/>
          </p:nvPr>
        </p:nvSpPr>
        <p:spPr>
          <a:xfrm>
            <a:off x="1257300" y="1219200"/>
            <a:ext cx="2229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22" name="Google Shape;522;g2c157a2fb06_0_1045"/>
          <p:cNvSpPr txBox="1"/>
          <p:nvPr>
            <p:ph idx="2" type="subTitle"/>
          </p:nvPr>
        </p:nvSpPr>
        <p:spPr>
          <a:xfrm>
            <a:off x="3495600" y="1219200"/>
            <a:ext cx="2229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23" name="Google Shape;523;g2c157a2fb06_0_1045"/>
          <p:cNvSpPr txBox="1"/>
          <p:nvPr>
            <p:ph idx="3" type="subTitle"/>
          </p:nvPr>
        </p:nvSpPr>
        <p:spPr>
          <a:xfrm>
            <a:off x="5733900" y="1219200"/>
            <a:ext cx="2229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24" name="Google Shape;524;g2c157a2fb06_0_1045"/>
          <p:cNvSpPr txBox="1"/>
          <p:nvPr>
            <p:ph idx="4" type="subTitle"/>
          </p:nvPr>
        </p:nvSpPr>
        <p:spPr>
          <a:xfrm>
            <a:off x="1257300" y="1854025"/>
            <a:ext cx="2229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25" name="Google Shape;525;g2c157a2fb06_0_1045"/>
          <p:cNvSpPr txBox="1"/>
          <p:nvPr>
            <p:ph idx="5" type="subTitle"/>
          </p:nvPr>
        </p:nvSpPr>
        <p:spPr>
          <a:xfrm>
            <a:off x="3495600" y="1854025"/>
            <a:ext cx="2229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26" name="Google Shape;526;g2c157a2fb06_0_1045"/>
          <p:cNvSpPr txBox="1"/>
          <p:nvPr>
            <p:ph idx="6" type="subTitle"/>
          </p:nvPr>
        </p:nvSpPr>
        <p:spPr>
          <a:xfrm>
            <a:off x="5733900" y="1854025"/>
            <a:ext cx="2229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27" name="Google Shape;527;g2c157a2fb06_0_1045"/>
          <p:cNvSpPr txBox="1"/>
          <p:nvPr>
            <p:ph idx="7" type="subTitle"/>
          </p:nvPr>
        </p:nvSpPr>
        <p:spPr>
          <a:xfrm>
            <a:off x="1257300" y="2492063"/>
            <a:ext cx="2229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28" name="Google Shape;528;g2c157a2fb06_0_1045"/>
          <p:cNvSpPr txBox="1"/>
          <p:nvPr>
            <p:ph idx="8" type="subTitle"/>
          </p:nvPr>
        </p:nvSpPr>
        <p:spPr>
          <a:xfrm>
            <a:off x="3495600" y="2492063"/>
            <a:ext cx="2229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29" name="Google Shape;529;g2c157a2fb06_0_1045"/>
          <p:cNvSpPr txBox="1"/>
          <p:nvPr>
            <p:ph idx="9" type="subTitle"/>
          </p:nvPr>
        </p:nvSpPr>
        <p:spPr>
          <a:xfrm>
            <a:off x="5733900" y="2492063"/>
            <a:ext cx="2229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30" name="Google Shape;530;g2c157a2fb06_0_1045"/>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rgbClr val="AEABAB"/>
                </a:solidFill>
                <a:latin typeface="Poppins Medium"/>
                <a:ea typeface="Poppins Medium"/>
                <a:cs typeface="Poppins Medium"/>
                <a:sym typeface="Poppins Medium"/>
              </a:rPr>
              <a:t>BLENDING FOR READING</a:t>
            </a:r>
            <a:endParaRPr b="0" i="0" sz="1800" u="none" cap="none" strike="noStrike">
              <a:solidFill>
                <a:srgbClr val="AEABAB"/>
              </a:solidFill>
              <a:latin typeface="Poppins Medium"/>
              <a:ea typeface="Poppins Medium"/>
              <a:cs typeface="Poppins Medium"/>
              <a:sym typeface="Poppins Medium"/>
            </a:endParaRPr>
          </a:p>
        </p:txBody>
      </p:sp>
      <p:sp>
        <p:nvSpPr>
          <p:cNvPr id="531" name="Google Shape;531;g2c157a2fb06_0_1045"/>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Lucky Dip</a:t>
            </a:r>
            <a:endParaRPr b="0" i="0" sz="3000" u="none" cap="none" strike="noStrike">
              <a:solidFill>
                <a:srgbClr val="CB3D85"/>
              </a:solidFill>
              <a:latin typeface="Poppins Medium"/>
              <a:ea typeface="Poppins Medium"/>
              <a:cs typeface="Poppins Medium"/>
              <a:sym typeface="Poppins Medium"/>
            </a:endParaRPr>
          </a:p>
        </p:txBody>
      </p:sp>
      <p:sp>
        <p:nvSpPr>
          <p:cNvPr id="532" name="Google Shape;532;g2c157a2fb06_0_1045"/>
          <p:cNvSpPr txBox="1"/>
          <p:nvPr>
            <p:ph idx="13" type="subTitle"/>
          </p:nvPr>
        </p:nvSpPr>
        <p:spPr>
          <a:xfrm>
            <a:off x="1249500" y="3669588"/>
            <a:ext cx="6645000" cy="17289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33" name="Google Shape;533;g2c157a2fb06_0_1045"/>
          <p:cNvSpPr txBox="1"/>
          <p:nvPr/>
        </p:nvSpPr>
        <p:spPr>
          <a:xfrm rot="847135">
            <a:off x="3980478" y="3929718"/>
            <a:ext cx="1109311" cy="1493270"/>
          </a:xfrm>
          <a:prstGeom prst="rect">
            <a:avLst/>
          </a:prstGeom>
          <a:noFill/>
          <a:ln>
            <a:noFill/>
          </a:ln>
        </p:spPr>
        <p:txBody>
          <a:bodyPr anchorCtr="0" anchor="ctr" bIns="0" lIns="91425" spcFirstLastPara="1" rIns="91425" wrap="square" tIns="0">
            <a:noAutofit/>
          </a:bodyPr>
          <a:lstStyle/>
          <a:p>
            <a:pPr indent="0" lvl="0" marL="0" marR="0" rtl="0" algn="l">
              <a:lnSpc>
                <a:spcPct val="90000"/>
              </a:lnSpc>
              <a:spcBef>
                <a:spcPts val="0"/>
              </a:spcBef>
              <a:spcAft>
                <a:spcPts val="0"/>
              </a:spcAft>
              <a:buClr>
                <a:srgbClr val="F7941D"/>
              </a:buClr>
              <a:buSzPts val="3200"/>
              <a:buFont typeface="Poppins Medium"/>
              <a:buNone/>
            </a:pPr>
            <a:r>
              <a:rPr b="0" i="0" lang="en-US" sz="15000" u="none" cap="none" strike="noStrike">
                <a:solidFill>
                  <a:srgbClr val="F1C232"/>
                </a:solidFill>
                <a:latin typeface="Nunito Black"/>
                <a:ea typeface="Nunito Black"/>
                <a:cs typeface="Nunito Black"/>
                <a:sym typeface="Nunito Black"/>
              </a:rPr>
              <a:t>?</a:t>
            </a:r>
            <a:endParaRPr b="0" i="0" sz="15000" u="none" cap="none" strike="noStrike">
              <a:solidFill>
                <a:srgbClr val="F1C232"/>
              </a:solidFill>
              <a:latin typeface="Nunito Black"/>
              <a:ea typeface="Nunito Black"/>
              <a:cs typeface="Nunito Black"/>
              <a:sym typeface="Nunito Black"/>
            </a:endParaRPr>
          </a:p>
        </p:txBody>
      </p:sp>
      <p:sp>
        <p:nvSpPr>
          <p:cNvPr id="534" name="Google Shape;534;g2c157a2fb06_0_1045"/>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535" name="Google Shape;535;g2c157a2fb06_0_1045"/>
          <p:cNvPicPr preferRelativeResize="0"/>
          <p:nvPr/>
        </p:nvPicPr>
        <p:blipFill rotWithShape="1">
          <a:blip r:embed="rId3">
            <a:alphaModFix/>
          </a:blip>
          <a:srcRect b="0" l="0" r="0" t="0"/>
          <a:stretch/>
        </p:blipFill>
        <p:spPr>
          <a:xfrm>
            <a:off x="3459875" y="302008"/>
            <a:ext cx="214317" cy="246300"/>
          </a:xfrm>
          <a:prstGeom prst="rect">
            <a:avLst/>
          </a:prstGeom>
          <a:noFill/>
          <a:ln>
            <a:noFill/>
          </a:ln>
        </p:spPr>
      </p:pic>
      <p:sp>
        <p:nvSpPr>
          <p:cNvPr id="536" name="Google Shape;536;g2c157a2fb06_0_1045"/>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37" name="Google Shape;537;g2c157a2fb06_0_1045"/>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538" name="Google Shape;538;g2c157a2fb06_0_1045"/>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539" name="Google Shape;539;g2c157a2fb06_0_1045"/>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40" name="Google Shape;540;g2c157a2fb06_0_1045"/>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41" name="Google Shape;541;g2c157a2fb06_0_1045"/>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542" name="Google Shape;542;g2c157a2fb06_0_1045"/>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543" name="Google Shape;543;g2c157a2fb06_0_1045"/>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544" name="Google Shape;544;g2c157a2fb06_0_1045"/>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545" name="Google Shape;545;g2c157a2fb06_0_1045"/>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546" name="Google Shape;546;g2c157a2fb06_0_1045"/>
          <p:cNvGrpSpPr/>
          <p:nvPr/>
        </p:nvGrpSpPr>
        <p:grpSpPr>
          <a:xfrm>
            <a:off x="662575" y="6212475"/>
            <a:ext cx="586800" cy="571500"/>
            <a:chOff x="662575" y="6212475"/>
            <a:chExt cx="586800" cy="571500"/>
          </a:xfrm>
        </p:grpSpPr>
        <p:sp>
          <p:nvSpPr>
            <p:cNvPr id="547" name="Google Shape;547;g2c157a2fb06_0_1045">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48" name="Google Shape;548;g2c157a2fb06_0_1045">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49" name="Google Shape;549;g2c157a2fb06_0_1045">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550" name="Google Shape;550;g2c157a2fb06_0_1045"/>
          <p:cNvGrpSpPr/>
          <p:nvPr/>
        </p:nvGrpSpPr>
        <p:grpSpPr>
          <a:xfrm>
            <a:off x="7894350" y="6212475"/>
            <a:ext cx="586800" cy="571500"/>
            <a:chOff x="7894350" y="6212475"/>
            <a:chExt cx="586800" cy="571500"/>
          </a:xfrm>
        </p:grpSpPr>
        <p:sp>
          <p:nvSpPr>
            <p:cNvPr id="551" name="Google Shape;551;g2c157a2fb06_0_1045">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52" name="Google Shape;552;g2c157a2fb06_0_1045">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53" name="Google Shape;553;g2c157a2fb06_0_1045">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 - Countdown">
  <p:cSld name="Alien Word of the Day_1_1_1_1_1_1_1_1_1_1_1_1_2">
    <p:spTree>
      <p:nvGrpSpPr>
        <p:cNvPr id="554" name="Shape 554"/>
        <p:cNvGrpSpPr/>
        <p:nvPr/>
      </p:nvGrpSpPr>
      <p:grpSpPr>
        <a:xfrm>
          <a:off x="0" y="0"/>
          <a:ext cx="0" cy="0"/>
          <a:chOff x="0" y="0"/>
          <a:chExt cx="0" cy="0"/>
        </a:xfrm>
      </p:grpSpPr>
      <p:sp>
        <p:nvSpPr>
          <p:cNvPr id="555" name="Google Shape;555;g2c157a2fb06_0_1110"/>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AEABAB"/>
                </a:solidFill>
                <a:latin typeface="Poppins Medium"/>
                <a:ea typeface="Poppins Medium"/>
                <a:cs typeface="Poppins Medium"/>
                <a:sym typeface="Poppins Medium"/>
              </a:rPr>
              <a:t>BLENDING FOR READING</a:t>
            </a:r>
            <a:endParaRPr b="0" i="0" sz="1400" u="none" cap="none" strike="noStrike">
              <a:solidFill>
                <a:srgbClr val="000000"/>
              </a:solidFill>
              <a:latin typeface="Arial"/>
              <a:ea typeface="Arial"/>
              <a:cs typeface="Arial"/>
              <a:sym typeface="Arial"/>
            </a:endParaRPr>
          </a:p>
        </p:txBody>
      </p:sp>
      <p:sp>
        <p:nvSpPr>
          <p:cNvPr id="556" name="Google Shape;556;g2c157a2fb06_0_1110"/>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Countdown</a:t>
            </a:r>
            <a:endParaRPr b="0" i="0" sz="3000" u="none" cap="none" strike="noStrike">
              <a:solidFill>
                <a:srgbClr val="CB3D85"/>
              </a:solidFill>
              <a:latin typeface="Poppins Medium"/>
              <a:ea typeface="Poppins Medium"/>
              <a:cs typeface="Poppins Medium"/>
              <a:sym typeface="Poppins Medium"/>
            </a:endParaRPr>
          </a:p>
        </p:txBody>
      </p:sp>
      <p:sp>
        <p:nvSpPr>
          <p:cNvPr id="557" name="Google Shape;557;g2c157a2fb06_0_1110"/>
          <p:cNvSpPr txBox="1"/>
          <p:nvPr>
            <p:ph idx="1" type="subTitle"/>
          </p:nvPr>
        </p:nvSpPr>
        <p:spPr>
          <a:xfrm>
            <a:off x="2638800" y="4635450"/>
            <a:ext cx="3866400" cy="5715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558" name="Google Shape;558;g2c157a2fb06_0_1110"/>
          <p:cNvSpPr txBox="1"/>
          <p:nvPr>
            <p:ph idx="2" type="subTitle"/>
          </p:nvPr>
        </p:nvSpPr>
        <p:spPr>
          <a:xfrm>
            <a:off x="2638800" y="1505050"/>
            <a:ext cx="3866400" cy="5715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559" name="Google Shape;559;g2c157a2fb06_0_1110"/>
          <p:cNvSpPr txBox="1"/>
          <p:nvPr>
            <p:ph idx="3" type="subTitle"/>
          </p:nvPr>
        </p:nvSpPr>
        <p:spPr>
          <a:xfrm>
            <a:off x="2638800" y="2548517"/>
            <a:ext cx="3866400" cy="5715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560" name="Google Shape;560;g2c157a2fb06_0_1110"/>
          <p:cNvSpPr txBox="1"/>
          <p:nvPr>
            <p:ph idx="4" type="subTitle"/>
          </p:nvPr>
        </p:nvSpPr>
        <p:spPr>
          <a:xfrm>
            <a:off x="2638800" y="3591983"/>
            <a:ext cx="3866400" cy="5715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grpSp>
        <p:nvGrpSpPr>
          <p:cNvPr id="561" name="Google Shape;561;g2c157a2fb06_0_1110"/>
          <p:cNvGrpSpPr/>
          <p:nvPr/>
        </p:nvGrpSpPr>
        <p:grpSpPr>
          <a:xfrm>
            <a:off x="5806200" y="1807463"/>
            <a:ext cx="756300" cy="146700"/>
            <a:chOff x="5806200" y="1807463"/>
            <a:chExt cx="756300" cy="146700"/>
          </a:xfrm>
        </p:grpSpPr>
        <p:sp>
          <p:nvSpPr>
            <p:cNvPr id="562" name="Google Shape;562;g2c157a2fb06_0_1110"/>
            <p:cNvSpPr/>
            <p:nvPr/>
          </p:nvSpPr>
          <p:spPr>
            <a:xfrm>
              <a:off x="5806200" y="1807463"/>
              <a:ext cx="146700" cy="146700"/>
            </a:xfrm>
            <a:prstGeom prst="ellipse">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63" name="Google Shape;563;g2c157a2fb06_0_1110"/>
            <p:cNvSpPr/>
            <p:nvPr/>
          </p:nvSpPr>
          <p:spPr>
            <a:xfrm>
              <a:off x="6111000" y="1807463"/>
              <a:ext cx="146700" cy="146700"/>
            </a:xfrm>
            <a:prstGeom prst="ellipse">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64" name="Google Shape;564;g2c157a2fb06_0_1110"/>
            <p:cNvSpPr/>
            <p:nvPr/>
          </p:nvSpPr>
          <p:spPr>
            <a:xfrm>
              <a:off x="6415800" y="1807463"/>
              <a:ext cx="146700" cy="146700"/>
            </a:xfrm>
            <a:prstGeom prst="ellipse">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
        <p:nvSpPr>
          <p:cNvPr id="565" name="Google Shape;565;g2c157a2fb06_0_1110"/>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566" name="Google Shape;566;g2c157a2fb06_0_1110"/>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grpSp>
        <p:nvGrpSpPr>
          <p:cNvPr id="567" name="Google Shape;567;g2c157a2fb06_0_1110"/>
          <p:cNvGrpSpPr/>
          <p:nvPr/>
        </p:nvGrpSpPr>
        <p:grpSpPr>
          <a:xfrm>
            <a:off x="5806200" y="2842438"/>
            <a:ext cx="756300" cy="146700"/>
            <a:chOff x="5806200" y="1807463"/>
            <a:chExt cx="756300" cy="146700"/>
          </a:xfrm>
        </p:grpSpPr>
        <p:sp>
          <p:nvSpPr>
            <p:cNvPr id="568" name="Google Shape;568;g2c157a2fb06_0_1110"/>
            <p:cNvSpPr/>
            <p:nvPr/>
          </p:nvSpPr>
          <p:spPr>
            <a:xfrm>
              <a:off x="5806200" y="1807463"/>
              <a:ext cx="146700" cy="146700"/>
            </a:xfrm>
            <a:prstGeom prst="ellipse">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69" name="Google Shape;569;g2c157a2fb06_0_1110"/>
            <p:cNvSpPr/>
            <p:nvPr/>
          </p:nvSpPr>
          <p:spPr>
            <a:xfrm>
              <a:off x="6111000" y="1807463"/>
              <a:ext cx="146700" cy="146700"/>
            </a:xfrm>
            <a:prstGeom prst="ellipse">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70" name="Google Shape;570;g2c157a2fb06_0_1110"/>
            <p:cNvSpPr/>
            <p:nvPr/>
          </p:nvSpPr>
          <p:spPr>
            <a:xfrm>
              <a:off x="6415800" y="1807463"/>
              <a:ext cx="146700" cy="146700"/>
            </a:xfrm>
            <a:prstGeom prst="ellipse">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571" name="Google Shape;571;g2c157a2fb06_0_1110"/>
          <p:cNvGrpSpPr/>
          <p:nvPr/>
        </p:nvGrpSpPr>
        <p:grpSpPr>
          <a:xfrm>
            <a:off x="5806200" y="3877413"/>
            <a:ext cx="756300" cy="146700"/>
            <a:chOff x="5806200" y="1807463"/>
            <a:chExt cx="756300" cy="146700"/>
          </a:xfrm>
        </p:grpSpPr>
        <p:sp>
          <p:nvSpPr>
            <p:cNvPr id="572" name="Google Shape;572;g2c157a2fb06_0_1110"/>
            <p:cNvSpPr/>
            <p:nvPr/>
          </p:nvSpPr>
          <p:spPr>
            <a:xfrm>
              <a:off x="5806200" y="1807463"/>
              <a:ext cx="146700" cy="146700"/>
            </a:xfrm>
            <a:prstGeom prst="ellipse">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73" name="Google Shape;573;g2c157a2fb06_0_1110"/>
            <p:cNvSpPr/>
            <p:nvPr/>
          </p:nvSpPr>
          <p:spPr>
            <a:xfrm>
              <a:off x="6111000" y="1807463"/>
              <a:ext cx="146700" cy="146700"/>
            </a:xfrm>
            <a:prstGeom prst="ellipse">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74" name="Google Shape;574;g2c157a2fb06_0_1110"/>
            <p:cNvSpPr/>
            <p:nvPr/>
          </p:nvSpPr>
          <p:spPr>
            <a:xfrm>
              <a:off x="6415800" y="1807463"/>
              <a:ext cx="146700" cy="146700"/>
            </a:xfrm>
            <a:prstGeom prst="ellipse">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
        <p:nvSpPr>
          <p:cNvPr id="575" name="Google Shape;575;g2c157a2fb06_0_1110"/>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76" name="Google Shape;576;g2c157a2fb06_0_1110"/>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577" name="Google Shape;577;g2c157a2fb06_0_1110"/>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578" name="Google Shape;578;g2c157a2fb06_0_1110"/>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79" name="Google Shape;579;g2c157a2fb06_0_1110"/>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80" name="Google Shape;580;g2c157a2fb06_0_1110"/>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581" name="Google Shape;581;g2c157a2fb06_0_1110"/>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582" name="Google Shape;582;g2c157a2fb06_0_1110"/>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583" name="Google Shape;583;g2c157a2fb06_0_1110"/>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584" name="Google Shape;584;g2c157a2fb06_0_1110"/>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585" name="Google Shape;585;g2c157a2fb06_0_1110"/>
          <p:cNvGrpSpPr/>
          <p:nvPr/>
        </p:nvGrpSpPr>
        <p:grpSpPr>
          <a:xfrm>
            <a:off x="662575" y="6212475"/>
            <a:ext cx="586800" cy="571500"/>
            <a:chOff x="662575" y="6212475"/>
            <a:chExt cx="586800" cy="571500"/>
          </a:xfrm>
        </p:grpSpPr>
        <p:sp>
          <p:nvSpPr>
            <p:cNvPr id="586" name="Google Shape;586;g2c157a2fb06_0_1110">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87" name="Google Shape;587;g2c157a2fb06_0_1110">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88" name="Google Shape;588;g2c157a2fb06_0_1110">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589" name="Google Shape;589;g2c157a2fb06_0_1110"/>
          <p:cNvGrpSpPr/>
          <p:nvPr/>
        </p:nvGrpSpPr>
        <p:grpSpPr>
          <a:xfrm>
            <a:off x="7894350" y="6212475"/>
            <a:ext cx="586800" cy="571500"/>
            <a:chOff x="7894350" y="6212475"/>
            <a:chExt cx="586800" cy="571500"/>
          </a:xfrm>
        </p:grpSpPr>
        <p:sp>
          <p:nvSpPr>
            <p:cNvPr id="590" name="Google Shape;590;g2c157a2fb06_0_1110">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91" name="Google Shape;591;g2c157a2fb06_0_1110">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92" name="Google Shape;592;g2c157a2fb06_0_1110">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usable Assets">
  <p:cSld name="Reusable Assets">
    <p:spTree>
      <p:nvGrpSpPr>
        <p:cNvPr id="593" name="Shape 593"/>
        <p:cNvGrpSpPr/>
        <p:nvPr/>
      </p:nvGrpSpPr>
      <p:grpSpPr>
        <a:xfrm>
          <a:off x="0" y="0"/>
          <a:ext cx="0" cy="0"/>
          <a:chOff x="0" y="0"/>
          <a:chExt cx="0" cy="0"/>
        </a:xfrm>
      </p:grpSpPr>
      <p:sp>
        <p:nvSpPr>
          <p:cNvPr id="594" name="Google Shape;594;p30"/>
          <p:cNvSpPr/>
          <p:nvPr/>
        </p:nvSpPr>
        <p:spPr>
          <a:xfrm>
            <a:off x="3311407" y="3938159"/>
            <a:ext cx="1019700" cy="180000"/>
          </a:xfrm>
          <a:prstGeom prst="rect">
            <a:avLst/>
          </a:prstGeom>
          <a:solidFill>
            <a:srgbClr val="00904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95" name="Google Shape;595;p30"/>
          <p:cNvSpPr/>
          <p:nvPr/>
        </p:nvSpPr>
        <p:spPr>
          <a:xfrm>
            <a:off x="4564029" y="3938159"/>
            <a:ext cx="1019700" cy="180000"/>
          </a:xfrm>
          <a:prstGeom prst="rect">
            <a:avLst/>
          </a:prstGeom>
          <a:solidFill>
            <a:srgbClr val="993FA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96" name="Google Shape;596;p30"/>
          <p:cNvSpPr/>
          <p:nvPr/>
        </p:nvSpPr>
        <p:spPr>
          <a:xfrm>
            <a:off x="2058784" y="3938159"/>
            <a:ext cx="1019700" cy="180000"/>
          </a:xfrm>
          <a:prstGeom prst="rect">
            <a:avLst/>
          </a:prstGeom>
          <a:solidFill>
            <a:srgbClr val="FFD4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97" name="Google Shape;597;p30"/>
          <p:cNvSpPr txBox="1"/>
          <p:nvPr/>
        </p:nvSpPr>
        <p:spPr>
          <a:xfrm>
            <a:off x="777232" y="3285448"/>
            <a:ext cx="2594700" cy="3762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7F7F7F"/>
              </a:buClr>
              <a:buSzPts val="2000"/>
              <a:buFont typeface="Calibri"/>
              <a:buNone/>
            </a:pPr>
            <a:r>
              <a:rPr b="0" i="0" lang="en-US" sz="2000" u="none" cap="none" strike="noStrike">
                <a:solidFill>
                  <a:srgbClr val="7F7F7F"/>
                </a:solidFill>
                <a:latin typeface="Poppins"/>
                <a:ea typeface="Poppins"/>
                <a:cs typeface="Poppins"/>
                <a:sym typeface="Poppins"/>
              </a:rPr>
              <a:t>Sound Buttons</a:t>
            </a:r>
            <a:endParaRPr b="0" i="0" sz="2000" u="none" cap="none" strike="noStrike">
              <a:solidFill>
                <a:srgbClr val="7F7F7F"/>
              </a:solidFill>
              <a:latin typeface="Poppins"/>
              <a:ea typeface="Poppins"/>
              <a:cs typeface="Poppins"/>
              <a:sym typeface="Poppins"/>
            </a:endParaRPr>
          </a:p>
        </p:txBody>
      </p:sp>
      <p:sp>
        <p:nvSpPr>
          <p:cNvPr id="598" name="Google Shape;598;p30"/>
          <p:cNvSpPr/>
          <p:nvPr/>
        </p:nvSpPr>
        <p:spPr>
          <a:xfrm>
            <a:off x="5816652" y="3938159"/>
            <a:ext cx="1019700" cy="180000"/>
          </a:xfrm>
          <a:prstGeom prst="rect">
            <a:avLst/>
          </a:prstGeom>
          <a:solidFill>
            <a:srgbClr val="EF8F2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99" name="Google Shape;599;p30"/>
          <p:cNvSpPr/>
          <p:nvPr/>
        </p:nvSpPr>
        <p:spPr>
          <a:xfrm>
            <a:off x="7069275" y="3796537"/>
            <a:ext cx="124800" cy="463200"/>
          </a:xfrm>
          <a:prstGeom prst="rect">
            <a:avLst/>
          </a:prstGeom>
          <a:solidFill>
            <a:srgbClr val="BCBEC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00" name="Google Shape;600;p30"/>
          <p:cNvSpPr txBox="1"/>
          <p:nvPr/>
        </p:nvSpPr>
        <p:spPr>
          <a:xfrm>
            <a:off x="717231" y="4353122"/>
            <a:ext cx="5610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7F7F7F"/>
                </a:solidFill>
                <a:latin typeface="Poppins"/>
                <a:ea typeface="Poppins"/>
                <a:cs typeface="Poppins"/>
                <a:sym typeface="Poppins"/>
              </a:rPr>
              <a:t>Vowel</a:t>
            </a:r>
            <a:endParaRPr b="0" i="0" sz="950" u="none" cap="none" strike="noStrike">
              <a:solidFill>
                <a:srgbClr val="7F7F7F"/>
              </a:solidFill>
              <a:latin typeface="Poppins"/>
              <a:ea typeface="Poppins"/>
              <a:cs typeface="Poppins"/>
              <a:sym typeface="Poppins"/>
            </a:endParaRPr>
          </a:p>
        </p:txBody>
      </p:sp>
      <p:sp>
        <p:nvSpPr>
          <p:cNvPr id="601" name="Google Shape;601;p30"/>
          <p:cNvSpPr txBox="1"/>
          <p:nvPr/>
        </p:nvSpPr>
        <p:spPr>
          <a:xfrm>
            <a:off x="1278224" y="4353125"/>
            <a:ext cx="9651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7F7F7F"/>
                </a:solidFill>
                <a:latin typeface="Poppins"/>
                <a:ea typeface="Poppins"/>
                <a:cs typeface="Poppins"/>
                <a:sym typeface="Poppins"/>
              </a:rPr>
              <a:t>Consonant</a:t>
            </a:r>
            <a:endParaRPr b="0" i="0" sz="950" u="none" cap="none" strike="noStrike">
              <a:solidFill>
                <a:srgbClr val="7F7F7F"/>
              </a:solidFill>
              <a:latin typeface="Poppins"/>
              <a:ea typeface="Poppins"/>
              <a:cs typeface="Poppins"/>
              <a:sym typeface="Poppins"/>
            </a:endParaRPr>
          </a:p>
        </p:txBody>
      </p:sp>
      <p:sp>
        <p:nvSpPr>
          <p:cNvPr id="602" name="Google Shape;602;p30"/>
          <p:cNvSpPr txBox="1"/>
          <p:nvPr/>
        </p:nvSpPr>
        <p:spPr>
          <a:xfrm>
            <a:off x="2048446" y="4353122"/>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7F7F7F"/>
                </a:solidFill>
                <a:latin typeface="Poppins"/>
                <a:ea typeface="Poppins"/>
                <a:cs typeface="Poppins"/>
                <a:sym typeface="Poppins"/>
              </a:rPr>
              <a:t>Consonant Digraph</a:t>
            </a:r>
            <a:endParaRPr b="0" i="0" sz="950" u="none" cap="none" strike="noStrike">
              <a:solidFill>
                <a:srgbClr val="7F7F7F"/>
              </a:solidFill>
              <a:latin typeface="Poppins"/>
              <a:ea typeface="Poppins"/>
              <a:cs typeface="Poppins"/>
              <a:sym typeface="Poppins"/>
            </a:endParaRPr>
          </a:p>
        </p:txBody>
      </p:sp>
      <p:sp>
        <p:nvSpPr>
          <p:cNvPr id="603" name="Google Shape;603;p30"/>
          <p:cNvSpPr txBox="1"/>
          <p:nvPr/>
        </p:nvSpPr>
        <p:spPr>
          <a:xfrm>
            <a:off x="3341753" y="4353122"/>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7F7F7F"/>
                </a:solidFill>
                <a:latin typeface="Poppins"/>
                <a:ea typeface="Poppins"/>
                <a:cs typeface="Poppins"/>
                <a:sym typeface="Poppins"/>
              </a:rPr>
              <a:t>Long Vowel Sound</a:t>
            </a:r>
            <a:endParaRPr b="0" i="0" sz="950" u="none" cap="none" strike="noStrike">
              <a:solidFill>
                <a:srgbClr val="7F7F7F"/>
              </a:solidFill>
              <a:latin typeface="Poppins"/>
              <a:ea typeface="Poppins"/>
              <a:cs typeface="Poppins"/>
              <a:sym typeface="Poppins"/>
            </a:endParaRPr>
          </a:p>
        </p:txBody>
      </p:sp>
      <p:sp>
        <p:nvSpPr>
          <p:cNvPr id="604" name="Google Shape;604;p30"/>
          <p:cNvSpPr txBox="1"/>
          <p:nvPr/>
        </p:nvSpPr>
        <p:spPr>
          <a:xfrm>
            <a:off x="4562812" y="4353122"/>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7F7F7F"/>
                </a:solidFill>
                <a:latin typeface="Poppins"/>
                <a:ea typeface="Poppins"/>
                <a:cs typeface="Poppins"/>
                <a:sym typeface="Poppins"/>
              </a:rPr>
              <a:t>R-controlled Digraph</a:t>
            </a:r>
            <a:endParaRPr b="0" i="0" sz="950" u="none" cap="none" strike="noStrike">
              <a:solidFill>
                <a:srgbClr val="7F7F7F"/>
              </a:solidFill>
              <a:latin typeface="Poppins"/>
              <a:ea typeface="Poppins"/>
              <a:cs typeface="Poppins"/>
              <a:sym typeface="Poppins"/>
            </a:endParaRPr>
          </a:p>
        </p:txBody>
      </p:sp>
      <p:sp>
        <p:nvSpPr>
          <p:cNvPr id="605" name="Google Shape;605;p30"/>
          <p:cNvSpPr txBox="1"/>
          <p:nvPr/>
        </p:nvSpPr>
        <p:spPr>
          <a:xfrm>
            <a:off x="5848919" y="4353122"/>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7F7F7F"/>
                </a:solidFill>
                <a:latin typeface="Poppins"/>
                <a:ea typeface="Poppins"/>
                <a:cs typeface="Poppins"/>
                <a:sym typeface="Poppins"/>
              </a:rPr>
              <a:t>Split Digraph</a:t>
            </a:r>
            <a:endParaRPr b="0" i="0" sz="950" u="none" cap="none" strike="noStrike">
              <a:solidFill>
                <a:srgbClr val="7F7F7F"/>
              </a:solidFill>
              <a:latin typeface="Poppins"/>
              <a:ea typeface="Poppins"/>
              <a:cs typeface="Poppins"/>
              <a:sym typeface="Poppins"/>
            </a:endParaRPr>
          </a:p>
        </p:txBody>
      </p:sp>
      <p:sp>
        <p:nvSpPr>
          <p:cNvPr id="606" name="Google Shape;606;p30"/>
          <p:cNvSpPr txBox="1"/>
          <p:nvPr/>
        </p:nvSpPr>
        <p:spPr>
          <a:xfrm>
            <a:off x="6771179" y="4353122"/>
            <a:ext cx="7209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7F7F7F"/>
                </a:solidFill>
                <a:latin typeface="Poppins"/>
                <a:ea typeface="Poppins"/>
                <a:cs typeface="Poppins"/>
                <a:sym typeface="Poppins"/>
              </a:rPr>
              <a:t>Syllable / Silent Letter</a:t>
            </a:r>
            <a:endParaRPr b="0" i="0" sz="950" u="none" cap="none" strike="noStrike">
              <a:solidFill>
                <a:srgbClr val="7F7F7F"/>
              </a:solidFill>
              <a:latin typeface="Poppins"/>
              <a:ea typeface="Poppins"/>
              <a:cs typeface="Poppins"/>
              <a:sym typeface="Poppins"/>
            </a:endParaRPr>
          </a:p>
        </p:txBody>
      </p:sp>
      <p:grpSp>
        <p:nvGrpSpPr>
          <p:cNvPr id="607" name="Google Shape;607;p30"/>
          <p:cNvGrpSpPr/>
          <p:nvPr/>
        </p:nvGrpSpPr>
        <p:grpSpPr>
          <a:xfrm>
            <a:off x="6022940" y="5341706"/>
            <a:ext cx="594501" cy="305904"/>
            <a:chOff x="5672081" y="1914352"/>
            <a:chExt cx="792668" cy="305904"/>
          </a:xfrm>
        </p:grpSpPr>
        <p:sp>
          <p:nvSpPr>
            <p:cNvPr id="608" name="Google Shape;608;p30"/>
            <p:cNvSpPr/>
            <p:nvPr/>
          </p:nvSpPr>
          <p:spPr>
            <a:xfrm>
              <a:off x="5672081" y="1914352"/>
              <a:ext cx="679731" cy="305904"/>
            </a:xfrm>
            <a:prstGeom prst="roundRect">
              <a:avLst>
                <a:gd fmla="val 28571" name="adj"/>
              </a:avLst>
            </a:prstGeom>
            <a:solidFill>
              <a:srgbClr val="ED1C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09" name="Google Shape;609;p30"/>
            <p:cNvSpPr/>
            <p:nvPr/>
          </p:nvSpPr>
          <p:spPr>
            <a:xfrm rot="5400000">
              <a:off x="6346232" y="2002386"/>
              <a:ext cx="103684" cy="133350"/>
            </a:xfrm>
            <a:custGeom>
              <a:rect b="b" l="l" r="r" t="t"/>
              <a:pathLst>
                <a:path extrusionOk="0" h="404888" w="323995">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
        <p:nvSpPr>
          <p:cNvPr id="610" name="Google Shape;610;p30"/>
          <p:cNvSpPr txBox="1"/>
          <p:nvPr/>
        </p:nvSpPr>
        <p:spPr>
          <a:xfrm>
            <a:off x="5585126" y="5775650"/>
            <a:ext cx="13935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1050" u="none" cap="none" strike="noStrike">
                <a:solidFill>
                  <a:srgbClr val="7F7F7F"/>
                </a:solidFill>
                <a:latin typeface="Poppins"/>
                <a:ea typeface="Poppins"/>
                <a:cs typeface="Poppins"/>
                <a:sym typeface="Poppins"/>
              </a:rPr>
              <a:t>Pronunciation Bubble</a:t>
            </a:r>
            <a:endParaRPr b="0" i="0" sz="1050" u="none" cap="none" strike="noStrike">
              <a:solidFill>
                <a:srgbClr val="7F7F7F"/>
              </a:solidFill>
              <a:latin typeface="Poppins"/>
              <a:ea typeface="Poppins"/>
              <a:cs typeface="Poppins"/>
              <a:sym typeface="Poppins"/>
            </a:endParaRPr>
          </a:p>
        </p:txBody>
      </p:sp>
      <p:sp>
        <p:nvSpPr>
          <p:cNvPr id="611" name="Google Shape;611;p30"/>
          <p:cNvSpPr/>
          <p:nvPr/>
        </p:nvSpPr>
        <p:spPr>
          <a:xfrm>
            <a:off x="927366" y="5242640"/>
            <a:ext cx="463200" cy="450300"/>
          </a:xfrm>
          <a:prstGeom prst="rect">
            <a:avLst/>
          </a:prstGeom>
          <a:solidFill>
            <a:srgbClr val="00688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12" name="Google Shape;612;p30"/>
          <p:cNvSpPr/>
          <p:nvPr/>
        </p:nvSpPr>
        <p:spPr>
          <a:xfrm>
            <a:off x="2081616" y="5242640"/>
            <a:ext cx="463200" cy="450300"/>
          </a:xfrm>
          <a:prstGeom prst="rect">
            <a:avLst/>
          </a:prstGeom>
          <a:solidFill>
            <a:srgbClr val="2F286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13" name="Google Shape;613;p30"/>
          <p:cNvSpPr/>
          <p:nvPr/>
        </p:nvSpPr>
        <p:spPr>
          <a:xfrm>
            <a:off x="2658741" y="5242640"/>
            <a:ext cx="463200" cy="450300"/>
          </a:xfrm>
          <a:prstGeom prst="rect">
            <a:avLst/>
          </a:prstGeom>
          <a:solidFill>
            <a:srgbClr val="8DC63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14" name="Google Shape;614;p30"/>
          <p:cNvSpPr/>
          <p:nvPr/>
        </p:nvSpPr>
        <p:spPr>
          <a:xfrm>
            <a:off x="3256248" y="5242640"/>
            <a:ext cx="463200" cy="450300"/>
          </a:xfrm>
          <a:prstGeom prst="rect">
            <a:avLst/>
          </a:prstGeom>
          <a:solidFill>
            <a:srgbClr val="92278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15" name="Google Shape;615;p30"/>
          <p:cNvSpPr/>
          <p:nvPr/>
        </p:nvSpPr>
        <p:spPr>
          <a:xfrm>
            <a:off x="2081616" y="5761320"/>
            <a:ext cx="463200" cy="450300"/>
          </a:xfrm>
          <a:prstGeom prst="rect">
            <a:avLst/>
          </a:prstGeom>
          <a:solidFill>
            <a:srgbClr val="EAEA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16" name="Google Shape;616;p30"/>
          <p:cNvSpPr/>
          <p:nvPr/>
        </p:nvSpPr>
        <p:spPr>
          <a:xfrm>
            <a:off x="2658741" y="5761320"/>
            <a:ext cx="463200" cy="450300"/>
          </a:xfrm>
          <a:prstGeom prst="rect">
            <a:avLst/>
          </a:prstGeom>
          <a:solidFill>
            <a:srgbClr val="F2F7E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17" name="Google Shape;617;p30"/>
          <p:cNvSpPr/>
          <p:nvPr/>
        </p:nvSpPr>
        <p:spPr>
          <a:xfrm>
            <a:off x="3256248" y="5761320"/>
            <a:ext cx="463200" cy="450300"/>
          </a:xfrm>
          <a:prstGeom prst="rect">
            <a:avLst/>
          </a:prstGeom>
          <a:solidFill>
            <a:srgbClr val="EBE3E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18" name="Google Shape;618;p30"/>
          <p:cNvSpPr txBox="1"/>
          <p:nvPr/>
        </p:nvSpPr>
        <p:spPr>
          <a:xfrm>
            <a:off x="1189033" y="4817525"/>
            <a:ext cx="31545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Poppins"/>
                <a:ea typeface="Poppins"/>
                <a:cs typeface="Poppins"/>
                <a:sym typeface="Poppins"/>
              </a:rPr>
              <a:t>Swatches</a:t>
            </a:r>
            <a:endParaRPr b="0" i="0" sz="1400" u="none" cap="none" strike="noStrike">
              <a:solidFill>
                <a:srgbClr val="000000"/>
              </a:solidFill>
              <a:latin typeface="Poppins"/>
              <a:ea typeface="Poppins"/>
              <a:cs typeface="Poppins"/>
              <a:sym typeface="Poppins"/>
            </a:endParaRPr>
          </a:p>
        </p:txBody>
      </p:sp>
      <p:sp>
        <p:nvSpPr>
          <p:cNvPr id="619" name="Google Shape;619;p30"/>
          <p:cNvSpPr txBox="1"/>
          <p:nvPr/>
        </p:nvSpPr>
        <p:spPr>
          <a:xfrm rot="-5400000">
            <a:off x="-208625" y="5608325"/>
            <a:ext cx="1739400" cy="276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Poppins"/>
                <a:ea typeface="Poppins"/>
                <a:cs typeface="Poppins"/>
                <a:sym typeface="Poppins"/>
              </a:rPr>
              <a:t>Phase colours</a:t>
            </a:r>
            <a:endParaRPr b="0" i="0" sz="1200" u="none" cap="none" strike="noStrike">
              <a:solidFill>
                <a:schemeClr val="dk1"/>
              </a:solidFill>
              <a:latin typeface="Poppins"/>
              <a:ea typeface="Poppins"/>
              <a:cs typeface="Poppins"/>
              <a:sym typeface="Poppins"/>
            </a:endParaRPr>
          </a:p>
        </p:txBody>
      </p:sp>
      <p:sp>
        <p:nvSpPr>
          <p:cNvPr id="620" name="Google Shape;620;p30"/>
          <p:cNvSpPr/>
          <p:nvPr/>
        </p:nvSpPr>
        <p:spPr>
          <a:xfrm>
            <a:off x="1504491" y="5761320"/>
            <a:ext cx="463200" cy="450300"/>
          </a:xfrm>
          <a:prstGeom prst="rect">
            <a:avLst/>
          </a:prstGeom>
          <a:solidFill>
            <a:srgbClr val="FFE1B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21" name="Google Shape;621;p30"/>
          <p:cNvSpPr/>
          <p:nvPr/>
        </p:nvSpPr>
        <p:spPr>
          <a:xfrm>
            <a:off x="1504491" y="5242640"/>
            <a:ext cx="463200" cy="450300"/>
          </a:xfrm>
          <a:prstGeom prst="rect">
            <a:avLst/>
          </a:prstGeom>
          <a:solidFill>
            <a:srgbClr val="F7941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22" name="Google Shape;622;p30"/>
          <p:cNvSpPr/>
          <p:nvPr/>
        </p:nvSpPr>
        <p:spPr>
          <a:xfrm>
            <a:off x="3853755" y="5242640"/>
            <a:ext cx="463200" cy="450300"/>
          </a:xfrm>
          <a:prstGeom prst="rect">
            <a:avLst/>
          </a:pr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23" name="Google Shape;623;p30"/>
          <p:cNvSpPr/>
          <p:nvPr/>
        </p:nvSpPr>
        <p:spPr>
          <a:xfrm>
            <a:off x="927366" y="5761320"/>
            <a:ext cx="463200" cy="450300"/>
          </a:xfrm>
          <a:prstGeom prst="rect">
            <a:avLst/>
          </a:prstGeom>
          <a:solidFill>
            <a:srgbClr val="CAD1D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24" name="Google Shape;624;p30"/>
          <p:cNvSpPr/>
          <p:nvPr/>
        </p:nvSpPr>
        <p:spPr>
          <a:xfrm>
            <a:off x="4451777" y="5242640"/>
            <a:ext cx="463200" cy="450300"/>
          </a:xfrm>
          <a:prstGeom prst="rect">
            <a:avLst/>
          </a:prstGeom>
          <a:solidFill>
            <a:srgbClr val="E8262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25" name="Google Shape;625;p30"/>
          <p:cNvSpPr/>
          <p:nvPr/>
        </p:nvSpPr>
        <p:spPr>
          <a:xfrm>
            <a:off x="3853755" y="5761320"/>
            <a:ext cx="463200" cy="450300"/>
          </a:xfrm>
          <a:prstGeom prst="rect">
            <a:avLst/>
          </a:prstGeom>
          <a:solidFill>
            <a:srgbClr val="F3E8E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26" name="Google Shape;626;p30"/>
          <p:cNvSpPr/>
          <p:nvPr/>
        </p:nvSpPr>
        <p:spPr>
          <a:xfrm>
            <a:off x="4451777" y="5761320"/>
            <a:ext cx="463200" cy="450300"/>
          </a:xfrm>
          <a:prstGeom prst="rect">
            <a:avLst/>
          </a:prstGeom>
          <a:solidFill>
            <a:srgbClr val="F9E8D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27" name="Google Shape;627;p30"/>
          <p:cNvSpPr txBox="1"/>
          <p:nvPr/>
        </p:nvSpPr>
        <p:spPr>
          <a:xfrm>
            <a:off x="915904" y="6280000"/>
            <a:ext cx="4632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1</a:t>
            </a:r>
            <a:endParaRPr b="0" i="0" sz="1400" u="none" cap="none" strike="noStrike">
              <a:solidFill>
                <a:srgbClr val="000000"/>
              </a:solidFill>
              <a:latin typeface="Poppins"/>
              <a:ea typeface="Poppins"/>
              <a:cs typeface="Poppins"/>
              <a:sym typeface="Poppins"/>
            </a:endParaRPr>
          </a:p>
        </p:txBody>
      </p:sp>
      <p:sp>
        <p:nvSpPr>
          <p:cNvPr id="628" name="Google Shape;628;p30"/>
          <p:cNvSpPr txBox="1"/>
          <p:nvPr/>
        </p:nvSpPr>
        <p:spPr>
          <a:xfrm>
            <a:off x="1509707" y="6280000"/>
            <a:ext cx="4632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2</a:t>
            </a:r>
            <a:endParaRPr b="0" i="0" sz="1400" u="none" cap="none" strike="noStrike">
              <a:solidFill>
                <a:srgbClr val="000000"/>
              </a:solidFill>
              <a:latin typeface="Poppins"/>
              <a:ea typeface="Poppins"/>
              <a:cs typeface="Poppins"/>
              <a:sym typeface="Poppins"/>
            </a:endParaRPr>
          </a:p>
        </p:txBody>
      </p:sp>
      <p:sp>
        <p:nvSpPr>
          <p:cNvPr id="629" name="Google Shape;629;p30"/>
          <p:cNvSpPr txBox="1"/>
          <p:nvPr/>
        </p:nvSpPr>
        <p:spPr>
          <a:xfrm>
            <a:off x="2103510" y="6280000"/>
            <a:ext cx="4632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3</a:t>
            </a:r>
            <a:endParaRPr b="0" i="0" sz="1400" u="none" cap="none" strike="noStrike">
              <a:solidFill>
                <a:srgbClr val="000000"/>
              </a:solidFill>
              <a:latin typeface="Poppins"/>
              <a:ea typeface="Poppins"/>
              <a:cs typeface="Poppins"/>
              <a:sym typeface="Poppins"/>
            </a:endParaRPr>
          </a:p>
        </p:txBody>
      </p:sp>
      <p:sp>
        <p:nvSpPr>
          <p:cNvPr id="630" name="Google Shape;630;p30"/>
          <p:cNvSpPr txBox="1"/>
          <p:nvPr/>
        </p:nvSpPr>
        <p:spPr>
          <a:xfrm>
            <a:off x="2676106" y="6280000"/>
            <a:ext cx="4632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4</a:t>
            </a:r>
            <a:endParaRPr b="0" i="0" sz="1400" u="none" cap="none" strike="noStrike">
              <a:solidFill>
                <a:srgbClr val="000000"/>
              </a:solidFill>
              <a:latin typeface="Poppins"/>
              <a:ea typeface="Poppins"/>
              <a:cs typeface="Poppins"/>
              <a:sym typeface="Poppins"/>
            </a:endParaRPr>
          </a:p>
        </p:txBody>
      </p:sp>
      <p:sp>
        <p:nvSpPr>
          <p:cNvPr id="631" name="Google Shape;631;p30"/>
          <p:cNvSpPr txBox="1"/>
          <p:nvPr/>
        </p:nvSpPr>
        <p:spPr>
          <a:xfrm>
            <a:off x="3262840" y="6280000"/>
            <a:ext cx="4632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5</a:t>
            </a:r>
            <a:endParaRPr b="0" i="0" sz="1400" u="none" cap="none" strike="noStrike">
              <a:solidFill>
                <a:srgbClr val="000000"/>
              </a:solidFill>
              <a:latin typeface="Poppins"/>
              <a:ea typeface="Poppins"/>
              <a:cs typeface="Poppins"/>
              <a:sym typeface="Poppins"/>
            </a:endParaRPr>
          </a:p>
        </p:txBody>
      </p:sp>
      <p:sp>
        <p:nvSpPr>
          <p:cNvPr id="632" name="Google Shape;632;p30"/>
          <p:cNvSpPr txBox="1"/>
          <p:nvPr/>
        </p:nvSpPr>
        <p:spPr>
          <a:xfrm>
            <a:off x="3863712" y="6280000"/>
            <a:ext cx="4632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5.5</a:t>
            </a:r>
            <a:endParaRPr b="0" i="0" sz="1400" u="none" cap="none" strike="noStrike">
              <a:solidFill>
                <a:srgbClr val="000000"/>
              </a:solidFill>
              <a:latin typeface="Poppins"/>
              <a:ea typeface="Poppins"/>
              <a:cs typeface="Poppins"/>
              <a:sym typeface="Poppins"/>
            </a:endParaRPr>
          </a:p>
        </p:txBody>
      </p:sp>
      <p:sp>
        <p:nvSpPr>
          <p:cNvPr id="633" name="Google Shape;633;p30"/>
          <p:cNvSpPr txBox="1"/>
          <p:nvPr/>
        </p:nvSpPr>
        <p:spPr>
          <a:xfrm>
            <a:off x="4443378" y="6280000"/>
            <a:ext cx="4632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6</a:t>
            </a:r>
            <a:endParaRPr b="0" i="0" sz="1400" u="none" cap="none" strike="noStrike">
              <a:solidFill>
                <a:srgbClr val="000000"/>
              </a:solidFill>
              <a:latin typeface="Poppins"/>
              <a:ea typeface="Poppins"/>
              <a:cs typeface="Poppins"/>
              <a:sym typeface="Poppins"/>
            </a:endParaRPr>
          </a:p>
        </p:txBody>
      </p:sp>
      <p:sp>
        <p:nvSpPr>
          <p:cNvPr id="634" name="Google Shape;634;p30"/>
          <p:cNvSpPr/>
          <p:nvPr/>
        </p:nvSpPr>
        <p:spPr>
          <a:xfrm>
            <a:off x="812938" y="3837613"/>
            <a:ext cx="390000" cy="390000"/>
          </a:xfrm>
          <a:prstGeom prst="ellipse">
            <a:avLst/>
          </a:prstGeom>
          <a:solidFill>
            <a:srgbClr val="ED1C2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635" name="Google Shape;635;p30"/>
          <p:cNvSpPr/>
          <p:nvPr/>
        </p:nvSpPr>
        <p:spPr>
          <a:xfrm>
            <a:off x="1435861" y="3837613"/>
            <a:ext cx="390000" cy="390000"/>
          </a:xfrm>
          <a:prstGeom prst="ellipse">
            <a:avLst/>
          </a:prstGeom>
          <a:solidFill>
            <a:srgbClr val="2356A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636" name="Google Shape;636;p30"/>
          <p:cNvSpPr txBox="1"/>
          <p:nvPr/>
        </p:nvSpPr>
        <p:spPr>
          <a:xfrm>
            <a:off x="777227" y="369525"/>
            <a:ext cx="3539700" cy="6912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7F7F7F"/>
              </a:buClr>
              <a:buSzPts val="3200"/>
              <a:buFont typeface="Calibri"/>
              <a:buNone/>
            </a:pPr>
            <a:r>
              <a:rPr b="0" i="0" lang="en-US" sz="3200" u="none" cap="none" strike="noStrike">
                <a:solidFill>
                  <a:srgbClr val="7F7F7F"/>
                </a:solidFill>
                <a:latin typeface="Poppins Medium"/>
                <a:ea typeface="Poppins Medium"/>
                <a:cs typeface="Poppins Medium"/>
                <a:sym typeface="Poppins Medium"/>
              </a:rPr>
              <a:t>Reusable Assets</a:t>
            </a:r>
            <a:endParaRPr b="0" i="0" sz="3200" u="none" cap="none" strike="noStrike">
              <a:solidFill>
                <a:srgbClr val="7F7F7F"/>
              </a:solidFill>
              <a:latin typeface="Poppins Medium"/>
              <a:ea typeface="Poppins Medium"/>
              <a:cs typeface="Poppins Medium"/>
              <a:sym typeface="Poppins Medium"/>
            </a:endParaRPr>
          </a:p>
        </p:txBody>
      </p:sp>
      <p:pic>
        <p:nvPicPr>
          <p:cNvPr id="637" name="Google Shape;637;p30"/>
          <p:cNvPicPr preferRelativeResize="0"/>
          <p:nvPr/>
        </p:nvPicPr>
        <p:blipFill rotWithShape="1">
          <a:blip r:embed="rId2">
            <a:alphaModFix/>
          </a:blip>
          <a:srcRect b="0" l="0" r="0" t="0"/>
          <a:stretch/>
        </p:blipFill>
        <p:spPr>
          <a:xfrm>
            <a:off x="7839851" y="470198"/>
            <a:ext cx="507575" cy="592175"/>
          </a:xfrm>
          <a:prstGeom prst="rect">
            <a:avLst/>
          </a:prstGeom>
          <a:noFill/>
          <a:ln>
            <a:noFill/>
          </a:ln>
        </p:spPr>
      </p:pic>
      <p:pic>
        <p:nvPicPr>
          <p:cNvPr id="638" name="Google Shape;638;p30"/>
          <p:cNvPicPr preferRelativeResize="0"/>
          <p:nvPr/>
        </p:nvPicPr>
        <p:blipFill rotWithShape="1">
          <a:blip r:embed="rId3">
            <a:alphaModFix/>
          </a:blip>
          <a:srcRect b="0" l="0" r="0" t="0"/>
          <a:stretch/>
        </p:blipFill>
        <p:spPr>
          <a:xfrm>
            <a:off x="7275738" y="500125"/>
            <a:ext cx="463200" cy="532334"/>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usable Assets 1">
  <p:cSld name="Reusable Assets_1">
    <p:spTree>
      <p:nvGrpSpPr>
        <p:cNvPr id="639" name="Shape 639"/>
        <p:cNvGrpSpPr/>
        <p:nvPr/>
      </p:nvGrpSpPr>
      <p:grpSpPr>
        <a:xfrm>
          <a:off x="0" y="0"/>
          <a:ext cx="0" cy="0"/>
          <a:chOff x="0" y="0"/>
          <a:chExt cx="0" cy="0"/>
        </a:xfrm>
      </p:grpSpPr>
      <p:sp>
        <p:nvSpPr>
          <p:cNvPr id="640" name="Google Shape;640;g26b33ddcd5e_0_106"/>
          <p:cNvSpPr txBox="1"/>
          <p:nvPr/>
        </p:nvSpPr>
        <p:spPr>
          <a:xfrm>
            <a:off x="777231" y="369518"/>
            <a:ext cx="5276400" cy="6912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7F7F7F"/>
              </a:buClr>
              <a:buSzPts val="3200"/>
              <a:buFont typeface="Calibri"/>
              <a:buNone/>
            </a:pPr>
            <a:r>
              <a:rPr b="0" i="0" lang="en-US" sz="3200" u="none" cap="none" strike="noStrike">
                <a:solidFill>
                  <a:srgbClr val="7F7F7F"/>
                </a:solidFill>
                <a:latin typeface="Poppins Medium"/>
                <a:ea typeface="Poppins Medium"/>
                <a:cs typeface="Poppins Medium"/>
                <a:sym typeface="Poppins Medium"/>
              </a:rPr>
              <a:t>Glossary</a:t>
            </a:r>
            <a:endParaRPr b="0" i="0" sz="3200" u="none" cap="none" strike="noStrike">
              <a:solidFill>
                <a:srgbClr val="7F7F7F"/>
              </a:solidFill>
              <a:latin typeface="Poppins Medium"/>
              <a:ea typeface="Poppins Medium"/>
              <a:cs typeface="Poppins Medium"/>
              <a:sym typeface="Poppins Medium"/>
            </a:endParaRPr>
          </a:p>
        </p:txBody>
      </p:sp>
      <p:sp>
        <p:nvSpPr>
          <p:cNvPr id="641" name="Google Shape;641;g26b33ddcd5e_0_106"/>
          <p:cNvSpPr/>
          <p:nvPr/>
        </p:nvSpPr>
        <p:spPr>
          <a:xfrm>
            <a:off x="777225" y="1060725"/>
            <a:ext cx="3876000" cy="5368800"/>
          </a:xfrm>
          <a:prstGeom prst="rect">
            <a:avLst/>
          </a:prstGeom>
          <a:noFill/>
          <a:ln>
            <a:noFill/>
          </a:ln>
        </p:spPr>
        <p:txBody>
          <a:bodyPr anchorCtr="0" anchor="t" bIns="45700" lIns="91425" spcFirstLastPara="1" rIns="91425" wrap="square" tIns="45700">
            <a:noAutofit/>
          </a:bodyPr>
          <a:lstStyle/>
          <a:p>
            <a:pPr indent="-298450" lvl="0" marL="457200" marR="0" rtl="0" algn="l">
              <a:lnSpc>
                <a:spcPct val="100000"/>
              </a:lnSpc>
              <a:spcBef>
                <a:spcPts val="0"/>
              </a:spcBef>
              <a:spcAft>
                <a:spcPts val="0"/>
              </a:spcAft>
              <a:buClr>
                <a:srgbClr val="AEABAB"/>
              </a:buClr>
              <a:buSzPts val="1100"/>
              <a:buFont typeface="Poppins"/>
              <a:buChar char="●"/>
            </a:pPr>
            <a:r>
              <a:rPr b="0" i="0" lang="en-US" sz="1100" u="none" cap="none" strike="noStrik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b="0" i="0" sz="1100" u="none" cap="none" strike="noStrike">
              <a:solidFill>
                <a:schemeClr val="dk1"/>
              </a:solidFill>
              <a:latin typeface="Poppins"/>
              <a:ea typeface="Poppins"/>
              <a:cs typeface="Poppins"/>
              <a:sym typeface="Poppins"/>
            </a:endParaRPr>
          </a:p>
          <a:p>
            <a:pPr indent="-298450" lvl="0" marL="457200" marR="0" rtl="0" algn="l">
              <a:lnSpc>
                <a:spcPct val="100000"/>
              </a:lnSpc>
              <a:spcBef>
                <a:spcPts val="0"/>
              </a:spcBef>
              <a:spcAft>
                <a:spcPts val="0"/>
              </a:spcAft>
              <a:buClr>
                <a:srgbClr val="AEABAB"/>
              </a:buClr>
              <a:buSzPts val="1100"/>
              <a:buFont typeface="Poppins"/>
              <a:buChar char="●"/>
            </a:pPr>
            <a:r>
              <a:rPr b="0" i="0" lang="en-US" sz="1100" u="none" cap="none" strike="noStrik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b="0" i="0" sz="1100" u="none" cap="none" strike="noStrike">
              <a:solidFill>
                <a:schemeClr val="dk1"/>
              </a:solidFill>
              <a:latin typeface="Poppins"/>
              <a:ea typeface="Poppins"/>
              <a:cs typeface="Poppins"/>
              <a:sym typeface="Poppins"/>
            </a:endParaRPr>
          </a:p>
          <a:p>
            <a:pPr indent="-298450" lvl="0" marL="457200" marR="0" rtl="0" algn="l">
              <a:lnSpc>
                <a:spcPct val="115000"/>
              </a:lnSpc>
              <a:spcBef>
                <a:spcPts val="0"/>
              </a:spcBef>
              <a:spcAft>
                <a:spcPts val="0"/>
              </a:spcAft>
              <a:buClr>
                <a:srgbClr val="AEABAB"/>
              </a:buClr>
              <a:buSzPts val="1100"/>
              <a:buFont typeface="Poppins Medium"/>
              <a:buChar char="●"/>
            </a:pPr>
            <a:r>
              <a:rPr b="0" i="0" lang="en-US" sz="1100" u="none" cap="none" strike="noStrike">
                <a:solidFill>
                  <a:srgbClr val="1A1A1A"/>
                </a:solidFill>
                <a:latin typeface="Poppins"/>
                <a:ea typeface="Poppins"/>
                <a:cs typeface="Poppins"/>
                <a:sym typeface="Poppins"/>
              </a:rPr>
              <a:t>Phonemes - A phoneme is the smallest unit of sound in a word that can change it's meaning (e.g in </a:t>
            </a:r>
            <a:r>
              <a:rPr b="0" i="0" lang="en-US" sz="1100" u="none" cap="none" strike="noStrike">
                <a:solidFill>
                  <a:srgbClr val="1A30E8"/>
                </a:solidFill>
                <a:latin typeface="Poppins"/>
                <a:ea typeface="Poppins"/>
                <a:cs typeface="Poppins"/>
                <a:sym typeface="Poppins"/>
              </a:rPr>
              <a:t>bed </a:t>
            </a:r>
            <a:r>
              <a:rPr b="0" i="0" lang="en-US" sz="1100" u="none" cap="none" strike="noStrike">
                <a:solidFill>
                  <a:srgbClr val="1A1A1A"/>
                </a:solidFill>
                <a:latin typeface="Poppins"/>
                <a:ea typeface="Poppins"/>
                <a:cs typeface="Poppins"/>
                <a:sym typeface="Poppins"/>
              </a:rPr>
              <a:t>and </a:t>
            </a:r>
            <a:r>
              <a:rPr b="0" i="0" lang="en-US" sz="1100" u="none" cap="none" strike="noStrike">
                <a:solidFill>
                  <a:srgbClr val="1A30E8"/>
                </a:solidFill>
                <a:latin typeface="Poppins"/>
                <a:ea typeface="Poppins"/>
                <a:cs typeface="Poppins"/>
                <a:sym typeface="Poppins"/>
              </a:rPr>
              <a:t>led </a:t>
            </a:r>
            <a:r>
              <a:rPr b="0" i="0" lang="en-US" sz="1100" u="none" cap="none" strike="noStrike">
                <a:solidFill>
                  <a:srgbClr val="1A1A1A"/>
                </a:solidFill>
                <a:latin typeface="Poppins"/>
                <a:ea typeface="Poppins"/>
                <a:cs typeface="Poppins"/>
                <a:sym typeface="Poppins"/>
              </a:rPr>
              <a:t>the difference is the phonemes </a:t>
            </a:r>
            <a:r>
              <a:rPr b="0" i="0" lang="en-US" sz="1100" u="none" cap="none" strike="noStrike">
                <a:solidFill>
                  <a:srgbClr val="53F41A"/>
                </a:solidFill>
                <a:latin typeface="Poppins"/>
                <a:ea typeface="Poppins"/>
                <a:cs typeface="Poppins"/>
                <a:sym typeface="Poppins"/>
              </a:rPr>
              <a:t>/b/ </a:t>
            </a:r>
            <a:r>
              <a:rPr b="0" i="0" lang="en-US" sz="1100" u="none" cap="none" strike="noStrike">
                <a:solidFill>
                  <a:srgbClr val="1A1A1A"/>
                </a:solidFill>
                <a:latin typeface="Poppins"/>
                <a:ea typeface="Poppins"/>
                <a:cs typeface="Poppins"/>
                <a:sym typeface="Poppins"/>
              </a:rPr>
              <a:t>and </a:t>
            </a:r>
            <a:r>
              <a:rPr b="0" i="0" lang="en-US" sz="1100" u="none" cap="none" strike="noStrike">
                <a:solidFill>
                  <a:srgbClr val="53F41A"/>
                </a:solidFill>
                <a:latin typeface="Poppins"/>
                <a:ea typeface="Poppins"/>
                <a:cs typeface="Poppins"/>
                <a:sym typeface="Poppins"/>
              </a:rPr>
              <a:t>/l/</a:t>
            </a:r>
            <a:r>
              <a:rPr b="0" i="0" lang="en-US" sz="1100" u="none" cap="none" strike="noStrik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b="0" i="0" sz="1100" u="none" cap="none" strike="noStrike">
              <a:solidFill>
                <a:srgbClr val="1A1A1A"/>
              </a:solidFill>
              <a:latin typeface="Poppins"/>
              <a:ea typeface="Poppins"/>
              <a:cs typeface="Poppins"/>
              <a:sym typeface="Poppins"/>
            </a:endParaRPr>
          </a:p>
          <a:p>
            <a:pPr indent="-298450" lvl="0" marL="457200" marR="0" rtl="0" algn="l">
              <a:lnSpc>
                <a:spcPct val="115000"/>
              </a:lnSpc>
              <a:spcBef>
                <a:spcPts val="0"/>
              </a:spcBef>
              <a:spcAft>
                <a:spcPts val="0"/>
              </a:spcAft>
              <a:buClr>
                <a:srgbClr val="AEABAB"/>
              </a:buClr>
              <a:buSzPts val="1100"/>
              <a:buFont typeface="Poppins Medium"/>
              <a:buChar char="●"/>
            </a:pPr>
            <a:r>
              <a:rPr b="0" i="0" lang="en-US" sz="1100" u="none" cap="none" strike="noStrik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b="0" i="0" sz="1100" u="none" cap="none" strike="noStrike">
              <a:solidFill>
                <a:srgbClr val="AEABAB"/>
              </a:solidFill>
              <a:latin typeface="Poppins"/>
              <a:ea typeface="Poppins"/>
              <a:cs typeface="Poppins"/>
              <a:sym typeface="Poppins"/>
            </a:endParaRPr>
          </a:p>
        </p:txBody>
      </p:sp>
      <p:sp>
        <p:nvSpPr>
          <p:cNvPr id="642" name="Google Shape;642;g26b33ddcd5e_0_106"/>
          <p:cNvSpPr/>
          <p:nvPr/>
        </p:nvSpPr>
        <p:spPr>
          <a:xfrm>
            <a:off x="4653225" y="1060725"/>
            <a:ext cx="3763200" cy="5368800"/>
          </a:xfrm>
          <a:prstGeom prst="rect">
            <a:avLst/>
          </a:prstGeom>
          <a:noFill/>
          <a:ln>
            <a:noFill/>
          </a:ln>
        </p:spPr>
        <p:txBody>
          <a:bodyPr anchorCtr="0" anchor="t" bIns="45700" lIns="91425" spcFirstLastPara="1" rIns="91425" wrap="square" tIns="45700">
            <a:noAutofit/>
          </a:bodyPr>
          <a:lstStyle/>
          <a:p>
            <a:pPr indent="-298450" lvl="0" marL="457200" marR="0" rtl="0" algn="l">
              <a:lnSpc>
                <a:spcPct val="115000"/>
              </a:lnSpc>
              <a:spcBef>
                <a:spcPts val="1200"/>
              </a:spcBef>
              <a:spcAft>
                <a:spcPts val="0"/>
              </a:spcAft>
              <a:buClr>
                <a:srgbClr val="000000"/>
              </a:buClr>
              <a:buSzPts val="1100"/>
              <a:buFont typeface="Poppins"/>
              <a:buChar char="●"/>
            </a:pPr>
            <a:r>
              <a:rPr b="0" i="0" lang="en-US" sz="1100" u="none" cap="none" strike="noStrik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b="0" i="0" lang="en-US" sz="1100" u="none" cap="none" strike="noStrike">
                <a:solidFill>
                  <a:srgbClr val="1A1A1A"/>
                </a:solidFill>
                <a:latin typeface="Poppins"/>
                <a:ea typeface="Poppins"/>
                <a:cs typeface="Poppins"/>
                <a:sym typeface="Poppins"/>
              </a:rPr>
            </a:br>
            <a:r>
              <a:rPr b="0" i="0" lang="en-US" sz="1100" u="none" cap="none" strike="noStrik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b="0" i="0" lang="en-US" sz="1100" u="none" cap="none" strike="noStrike">
                <a:solidFill>
                  <a:srgbClr val="1A30E8"/>
                </a:solidFill>
                <a:latin typeface="Poppins"/>
                <a:ea typeface="Poppins"/>
                <a:cs typeface="Poppins"/>
                <a:sym typeface="Poppins"/>
              </a:rPr>
              <a:t>ship </a:t>
            </a:r>
            <a:r>
              <a:rPr b="0" i="0" lang="en-US" sz="1100" u="none" cap="none" strike="noStrike">
                <a:solidFill>
                  <a:srgbClr val="1A1A1A"/>
                </a:solidFill>
                <a:latin typeface="Poppins"/>
                <a:ea typeface="Poppins"/>
                <a:cs typeface="Poppins"/>
                <a:sym typeface="Poppins"/>
              </a:rPr>
              <a:t>as </a:t>
            </a:r>
            <a:r>
              <a:rPr b="0" i="0" lang="en-US" sz="1100" u="none" cap="none" strike="noStrike">
                <a:solidFill>
                  <a:srgbClr val="53F41A"/>
                </a:solidFill>
                <a:latin typeface="Poppins"/>
                <a:ea typeface="Poppins"/>
                <a:cs typeface="Poppins"/>
                <a:sym typeface="Poppins"/>
              </a:rPr>
              <a:t>/sh/ /i/ /p/ </a:t>
            </a:r>
            <a:r>
              <a:rPr b="0" i="0" lang="en-US" sz="1100" u="none" cap="none" strike="noStrike">
                <a:solidFill>
                  <a:srgbClr val="1A1A1A"/>
                </a:solidFill>
                <a:latin typeface="Poppins"/>
                <a:ea typeface="Poppins"/>
                <a:cs typeface="Poppins"/>
                <a:sym typeface="Poppins"/>
              </a:rPr>
              <a:t>not /s/ /h/ /i/ /p/), and then merge (blend the phonemes together) to make a word..</a:t>
            </a:r>
            <a:endParaRPr b="0" i="0" sz="1100" u="none" cap="none" strike="noStrike">
              <a:solidFill>
                <a:schemeClr val="dk1"/>
              </a:solidFill>
              <a:latin typeface="Poppins"/>
              <a:ea typeface="Poppins"/>
              <a:cs typeface="Poppins"/>
              <a:sym typeface="Poppins"/>
            </a:endParaRPr>
          </a:p>
          <a:p>
            <a:pPr indent="-298450" lvl="0" marL="457200" marR="0" rtl="0" algn="l">
              <a:lnSpc>
                <a:spcPct val="115000"/>
              </a:lnSpc>
              <a:spcBef>
                <a:spcPts val="0"/>
              </a:spcBef>
              <a:spcAft>
                <a:spcPts val="0"/>
              </a:spcAft>
              <a:buClr>
                <a:srgbClr val="AEABAB"/>
              </a:buClr>
              <a:buSzPts val="1100"/>
              <a:buFont typeface="Poppins Medium"/>
              <a:buChar char="●"/>
            </a:pPr>
            <a:r>
              <a:rPr b="0" i="0" lang="en-US" sz="1100" u="none" cap="none" strike="noStrik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b="0" i="0" sz="1100" u="none" cap="none" strike="noStrike">
              <a:solidFill>
                <a:srgbClr val="AEABAB"/>
              </a:solidFill>
              <a:latin typeface="Poppins"/>
              <a:ea typeface="Poppins"/>
              <a:cs typeface="Poppins"/>
              <a:sym typeface="Poppins"/>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usable Assets 1 1">
  <p:cSld name="Reusable Assets_1_1">
    <p:spTree>
      <p:nvGrpSpPr>
        <p:cNvPr id="643" name="Shape 643"/>
        <p:cNvGrpSpPr/>
        <p:nvPr/>
      </p:nvGrpSpPr>
      <p:grpSpPr>
        <a:xfrm>
          <a:off x="0" y="0"/>
          <a:ext cx="0" cy="0"/>
          <a:chOff x="0" y="0"/>
          <a:chExt cx="0" cy="0"/>
        </a:xfrm>
      </p:grpSpPr>
      <p:sp>
        <p:nvSpPr>
          <p:cNvPr id="644" name="Google Shape;644;g26b33ddcd5e_0_161"/>
          <p:cNvSpPr txBox="1"/>
          <p:nvPr/>
        </p:nvSpPr>
        <p:spPr>
          <a:xfrm>
            <a:off x="777231" y="369518"/>
            <a:ext cx="5276400" cy="6912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7F7F7F"/>
              </a:buClr>
              <a:buSzPts val="3200"/>
              <a:buFont typeface="Calibri"/>
              <a:buNone/>
            </a:pPr>
            <a:r>
              <a:rPr b="0" i="0" lang="en-US" sz="3200" u="none" cap="none" strike="noStrike">
                <a:solidFill>
                  <a:srgbClr val="7F7F7F"/>
                </a:solidFill>
                <a:latin typeface="Poppins Medium"/>
                <a:ea typeface="Poppins Medium"/>
                <a:cs typeface="Poppins Medium"/>
                <a:sym typeface="Poppins Medium"/>
              </a:rPr>
              <a:t>Glossary</a:t>
            </a:r>
            <a:endParaRPr b="0" i="0" sz="3200" u="none" cap="none" strike="noStrike">
              <a:solidFill>
                <a:srgbClr val="7F7F7F"/>
              </a:solidFill>
              <a:latin typeface="Poppins Medium"/>
              <a:ea typeface="Poppins Medium"/>
              <a:cs typeface="Poppins Medium"/>
              <a:sym typeface="Poppins Medium"/>
            </a:endParaRPr>
          </a:p>
        </p:txBody>
      </p:sp>
      <p:sp>
        <p:nvSpPr>
          <p:cNvPr id="645" name="Google Shape;645;g26b33ddcd5e_0_161"/>
          <p:cNvSpPr/>
          <p:nvPr/>
        </p:nvSpPr>
        <p:spPr>
          <a:xfrm>
            <a:off x="777225" y="1060725"/>
            <a:ext cx="3876000" cy="5368800"/>
          </a:xfrm>
          <a:prstGeom prst="rect">
            <a:avLst/>
          </a:prstGeom>
          <a:noFill/>
          <a:ln>
            <a:noFill/>
          </a:ln>
        </p:spPr>
        <p:txBody>
          <a:bodyPr anchorCtr="0" anchor="t" bIns="45700" lIns="91425" spcFirstLastPara="1" rIns="91425" wrap="square" tIns="45700">
            <a:noAutofit/>
          </a:bodyPr>
          <a:lstStyle/>
          <a:p>
            <a:pPr indent="-298450" lvl="0" marL="457200" marR="0" rtl="0" algn="l">
              <a:lnSpc>
                <a:spcPct val="115000"/>
              </a:lnSpc>
              <a:spcBef>
                <a:spcPts val="1200"/>
              </a:spcBef>
              <a:spcAft>
                <a:spcPts val="0"/>
              </a:spcAft>
              <a:buClr>
                <a:srgbClr val="AEABAB"/>
              </a:buClr>
              <a:buSzPts val="1100"/>
              <a:buFont typeface="Poppins Medium"/>
              <a:buChar char="●"/>
            </a:pPr>
            <a:r>
              <a:rPr b="0" i="0" lang="en-US" sz="1100" u="none" cap="none" strike="noStrike">
                <a:solidFill>
                  <a:srgbClr val="1A1A1A"/>
                </a:solidFill>
                <a:latin typeface="Poppins"/>
                <a:ea typeface="Poppins"/>
                <a:cs typeface="Poppins"/>
                <a:sym typeface="Poppins"/>
              </a:rPr>
              <a:t>Digraphs, Trigraphs and Quadgraphs - A digraph is a two-letter grapheme where two letters represent one sound such as '</a:t>
            </a:r>
            <a:r>
              <a:rPr b="0" i="0" lang="en-US" sz="1100" u="none" cap="none" strike="noStrike">
                <a:solidFill>
                  <a:srgbClr val="53F41A"/>
                </a:solidFill>
                <a:latin typeface="Poppins"/>
                <a:ea typeface="Poppins"/>
                <a:cs typeface="Poppins"/>
                <a:sym typeface="Poppins"/>
              </a:rPr>
              <a:t>eɑ</a:t>
            </a:r>
            <a:r>
              <a:rPr b="0" i="0" lang="en-US" sz="1100" u="none" cap="none" strike="noStrike">
                <a:solidFill>
                  <a:srgbClr val="1A1A1A"/>
                </a:solidFill>
                <a:latin typeface="Poppins"/>
                <a:ea typeface="Poppins"/>
                <a:cs typeface="Poppins"/>
                <a:sym typeface="Poppins"/>
              </a:rPr>
              <a:t>' in </a:t>
            </a:r>
            <a:r>
              <a:rPr b="0" i="0" lang="en-US" sz="1100" u="none" cap="none" strike="noStrike">
                <a:solidFill>
                  <a:srgbClr val="1A30E8"/>
                </a:solidFill>
                <a:latin typeface="Poppins"/>
                <a:ea typeface="Poppins"/>
                <a:cs typeface="Poppins"/>
                <a:sym typeface="Poppins"/>
              </a:rPr>
              <a:t>seɑt </a:t>
            </a:r>
            <a:r>
              <a:rPr b="0" i="0" lang="en-US" sz="1100" u="none" cap="none" strike="noStrike">
                <a:solidFill>
                  <a:srgbClr val="1A1A1A"/>
                </a:solidFill>
                <a:latin typeface="Poppins"/>
                <a:ea typeface="Poppins"/>
                <a:cs typeface="Poppins"/>
                <a:sym typeface="Poppins"/>
              </a:rPr>
              <a:t>and '</a:t>
            </a:r>
            <a:r>
              <a:rPr b="0" i="0" lang="en-US" sz="1100" u="none" cap="none" strike="noStrike">
                <a:solidFill>
                  <a:srgbClr val="53F41A"/>
                </a:solidFill>
                <a:latin typeface="Poppins"/>
                <a:ea typeface="Poppins"/>
                <a:cs typeface="Poppins"/>
                <a:sym typeface="Poppins"/>
              </a:rPr>
              <a:t>sh</a:t>
            </a:r>
            <a:r>
              <a:rPr b="0" i="0" lang="en-US" sz="1100" u="none" cap="none" strike="noStrike">
                <a:solidFill>
                  <a:srgbClr val="1A1A1A"/>
                </a:solidFill>
                <a:latin typeface="Poppins"/>
                <a:ea typeface="Poppins"/>
                <a:cs typeface="Poppins"/>
                <a:sym typeface="Poppins"/>
              </a:rPr>
              <a:t>' in </a:t>
            </a:r>
            <a:r>
              <a:rPr b="0" i="0" lang="en-US" sz="1100" u="none" cap="none" strike="noStrike">
                <a:solidFill>
                  <a:srgbClr val="1A30E8"/>
                </a:solidFill>
                <a:latin typeface="Poppins"/>
                <a:ea typeface="Poppins"/>
                <a:cs typeface="Poppins"/>
                <a:sym typeface="Poppins"/>
              </a:rPr>
              <a:t>ship</a:t>
            </a:r>
            <a:r>
              <a:rPr b="0" i="0" lang="en-US" sz="1100" u="none" cap="none" strike="noStrike">
                <a:solidFill>
                  <a:srgbClr val="1A1A1A"/>
                </a:solidFill>
                <a:latin typeface="Poppins"/>
                <a:ea typeface="Poppins"/>
                <a:cs typeface="Poppins"/>
                <a:sym typeface="Poppins"/>
              </a:rPr>
              <a:t>. A trigraph is a three-letter grapheme where three letters represent one grapheme (e.g '</a:t>
            </a:r>
            <a:r>
              <a:rPr b="0" i="0" lang="en-US" sz="1100" u="none" cap="none" strike="noStrike">
                <a:solidFill>
                  <a:srgbClr val="53F41A"/>
                </a:solidFill>
                <a:latin typeface="Poppins"/>
                <a:ea typeface="Poppins"/>
                <a:cs typeface="Poppins"/>
                <a:sym typeface="Poppins"/>
              </a:rPr>
              <a:t>eɑu</a:t>
            </a:r>
            <a:r>
              <a:rPr b="0" i="0" lang="en-US" sz="1100" u="none" cap="none" strike="noStrike">
                <a:solidFill>
                  <a:srgbClr val="1A1A1A"/>
                </a:solidFill>
                <a:latin typeface="Poppins"/>
                <a:ea typeface="Poppins"/>
                <a:cs typeface="Poppins"/>
                <a:sym typeface="Poppins"/>
              </a:rPr>
              <a:t>' in </a:t>
            </a:r>
            <a:r>
              <a:rPr b="0" i="0" lang="en-US" sz="1100" u="none" cap="none" strike="noStrike">
                <a:solidFill>
                  <a:srgbClr val="1A30E8"/>
                </a:solidFill>
                <a:latin typeface="Poppins"/>
                <a:ea typeface="Poppins"/>
                <a:cs typeface="Poppins"/>
                <a:sym typeface="Poppins"/>
              </a:rPr>
              <a:t>bureɑu</a:t>
            </a:r>
            <a:r>
              <a:rPr b="0" i="0" lang="en-US" sz="1100" u="none" cap="none" strike="noStrike">
                <a:solidFill>
                  <a:srgbClr val="1A1A1A"/>
                </a:solidFill>
                <a:latin typeface="Poppins"/>
                <a:ea typeface="Poppins"/>
                <a:cs typeface="Poppins"/>
                <a:sym typeface="Poppins"/>
              </a:rPr>
              <a:t>, and '</a:t>
            </a:r>
            <a:r>
              <a:rPr b="0" i="0" lang="en-US" sz="1100" u="none" cap="none" strike="noStrike">
                <a:solidFill>
                  <a:srgbClr val="53F41A"/>
                </a:solidFill>
                <a:latin typeface="Poppins"/>
                <a:ea typeface="Poppins"/>
                <a:cs typeface="Poppins"/>
                <a:sym typeface="Poppins"/>
              </a:rPr>
              <a:t>igh</a:t>
            </a:r>
            <a:r>
              <a:rPr b="0" i="0" lang="en-US" sz="1100" u="none" cap="none" strike="noStrike">
                <a:solidFill>
                  <a:srgbClr val="1A1A1A"/>
                </a:solidFill>
                <a:latin typeface="Poppins"/>
                <a:ea typeface="Poppins"/>
                <a:cs typeface="Poppins"/>
                <a:sym typeface="Poppins"/>
              </a:rPr>
              <a:t>' in </a:t>
            </a:r>
            <a:r>
              <a:rPr b="0" i="0" lang="en-US" sz="1100" u="none" cap="none" strike="noStrike">
                <a:solidFill>
                  <a:srgbClr val="1A30E8"/>
                </a:solidFill>
                <a:latin typeface="Poppins"/>
                <a:ea typeface="Poppins"/>
                <a:cs typeface="Poppins"/>
                <a:sym typeface="Poppins"/>
              </a:rPr>
              <a:t>night</a:t>
            </a:r>
            <a:r>
              <a:rPr b="0" i="0" lang="en-US" sz="1100" u="none" cap="none" strike="noStrike">
                <a:solidFill>
                  <a:srgbClr val="1A1A1A"/>
                </a:solidFill>
                <a:latin typeface="Poppins"/>
                <a:ea typeface="Poppins"/>
                <a:cs typeface="Poppins"/>
                <a:sym typeface="Poppins"/>
              </a:rPr>
              <a:t>). And by definition a quadgraph is a four-letter grapheme using four letters to represent one phoneme (e.g '</a:t>
            </a:r>
            <a:r>
              <a:rPr b="0" i="0" lang="en-US" sz="1100" u="none" cap="none" strike="noStrike">
                <a:solidFill>
                  <a:srgbClr val="53F41A"/>
                </a:solidFill>
                <a:latin typeface="Poppins"/>
                <a:ea typeface="Poppins"/>
                <a:cs typeface="Poppins"/>
                <a:sym typeface="Poppins"/>
              </a:rPr>
              <a:t>eigh</a:t>
            </a:r>
            <a:r>
              <a:rPr b="0" i="0" lang="en-US" sz="1100" u="none" cap="none" strike="noStrike">
                <a:solidFill>
                  <a:srgbClr val="1A1A1A"/>
                </a:solidFill>
                <a:latin typeface="Poppins"/>
                <a:ea typeface="Poppins"/>
                <a:cs typeface="Poppins"/>
                <a:sym typeface="Poppins"/>
              </a:rPr>
              <a:t>' representing the </a:t>
            </a:r>
            <a:r>
              <a:rPr b="0" i="0" lang="en-US" sz="1100" u="none" cap="none" strike="noStrike">
                <a:solidFill>
                  <a:srgbClr val="53F41A"/>
                </a:solidFill>
                <a:latin typeface="Poppins"/>
                <a:ea typeface="Poppins"/>
                <a:cs typeface="Poppins"/>
                <a:sym typeface="Poppins"/>
              </a:rPr>
              <a:t>/ɑi/ </a:t>
            </a:r>
            <a:r>
              <a:rPr b="0" i="0" lang="en-US" sz="1100" u="none" cap="none" strike="noStrike">
                <a:solidFill>
                  <a:srgbClr val="1A1A1A"/>
                </a:solidFill>
                <a:latin typeface="Poppins"/>
                <a:ea typeface="Poppins"/>
                <a:cs typeface="Poppins"/>
                <a:sym typeface="Poppins"/>
              </a:rPr>
              <a:t>phoneme in </a:t>
            </a:r>
            <a:r>
              <a:rPr b="0" i="0" lang="en-US" sz="1100" u="none" cap="none" strike="noStrike">
                <a:solidFill>
                  <a:srgbClr val="1A30E8"/>
                </a:solidFill>
                <a:latin typeface="Poppins"/>
                <a:ea typeface="Poppins"/>
                <a:cs typeface="Poppins"/>
                <a:sym typeface="Poppins"/>
              </a:rPr>
              <a:t>eight </a:t>
            </a:r>
            <a:r>
              <a:rPr b="0" i="0" lang="en-US" sz="1100" u="none" cap="none" strike="noStrike">
                <a:solidFill>
                  <a:srgbClr val="1A1A1A"/>
                </a:solidFill>
                <a:latin typeface="Poppins"/>
                <a:ea typeface="Poppins"/>
                <a:cs typeface="Poppins"/>
                <a:sym typeface="Poppins"/>
              </a:rPr>
              <a:t>and </a:t>
            </a:r>
            <a:r>
              <a:rPr b="0" i="0" lang="en-US" sz="1100" u="none" cap="none" strike="noStrike">
                <a:solidFill>
                  <a:srgbClr val="1A30E8"/>
                </a:solidFill>
                <a:latin typeface="Poppins"/>
                <a:ea typeface="Poppins"/>
                <a:cs typeface="Poppins"/>
                <a:sym typeface="Poppins"/>
              </a:rPr>
              <a:t>weight</a:t>
            </a:r>
            <a:r>
              <a:rPr b="0" i="0" lang="en-US" sz="1100" u="none" cap="none" strike="noStrike">
                <a:solidFill>
                  <a:srgbClr val="1A1A1A"/>
                </a:solidFill>
                <a:latin typeface="Poppins"/>
                <a:ea typeface="Poppins"/>
                <a:cs typeface="Poppins"/>
                <a:sym typeface="Poppins"/>
              </a:rPr>
              <a:t>).</a:t>
            </a:r>
            <a:endParaRPr b="0" i="0" sz="1100" u="none" cap="none" strike="noStrike">
              <a:solidFill>
                <a:schemeClr val="dk1"/>
              </a:solidFill>
              <a:latin typeface="Poppins"/>
              <a:ea typeface="Poppins"/>
              <a:cs typeface="Poppins"/>
              <a:sym typeface="Poppins"/>
            </a:endParaRPr>
          </a:p>
          <a:p>
            <a:pPr indent="-298450" lvl="0" marL="457200" marR="0" rtl="0" algn="l">
              <a:lnSpc>
                <a:spcPct val="115000"/>
              </a:lnSpc>
              <a:spcBef>
                <a:spcPts val="0"/>
              </a:spcBef>
              <a:spcAft>
                <a:spcPts val="0"/>
              </a:spcAft>
              <a:buClr>
                <a:srgbClr val="AEABAB"/>
              </a:buClr>
              <a:buSzPts val="1100"/>
              <a:buFont typeface="Poppins Medium"/>
              <a:buChar char="●"/>
            </a:pPr>
            <a:r>
              <a:rPr b="0" i="0" lang="en-US" sz="1100" u="none" cap="none" strike="noStrike">
                <a:solidFill>
                  <a:srgbClr val="1A1A1A"/>
                </a:solidFill>
                <a:latin typeface="Poppins"/>
                <a:ea typeface="Poppins"/>
                <a:cs typeface="Poppins"/>
                <a:sym typeface="Poppins"/>
              </a:rPr>
              <a:t>Split Digraph - A split digraph has a letter that splits, i.e. comes between,</a:t>
            </a:r>
            <a:br>
              <a:rPr b="0" i="0" lang="en-US" sz="1100" u="none" cap="none" strike="noStrike">
                <a:solidFill>
                  <a:srgbClr val="1A1A1A"/>
                </a:solidFill>
                <a:latin typeface="Poppins"/>
                <a:ea typeface="Poppins"/>
                <a:cs typeface="Poppins"/>
                <a:sym typeface="Poppins"/>
              </a:rPr>
            </a:br>
            <a:r>
              <a:rPr b="0" i="0" lang="en-US" sz="1100" u="none" cap="none" strike="noStrike">
                <a:solidFill>
                  <a:srgbClr val="1A1A1A"/>
                </a:solidFill>
                <a:latin typeface="Poppins"/>
                <a:ea typeface="Poppins"/>
                <a:cs typeface="Poppins"/>
                <a:sym typeface="Poppins"/>
              </a:rPr>
              <a:t> the two letters in the digraph, as in the words </a:t>
            </a:r>
            <a:r>
              <a:rPr b="0" i="0" lang="en-US" sz="1100" u="none" cap="none" strike="noStrike">
                <a:solidFill>
                  <a:srgbClr val="1A30E8"/>
                </a:solidFill>
                <a:latin typeface="Poppins"/>
                <a:ea typeface="Poppins"/>
                <a:cs typeface="Poppins"/>
                <a:sym typeface="Poppins"/>
              </a:rPr>
              <a:t>mɑke </a:t>
            </a:r>
            <a:r>
              <a:rPr b="0" i="0" lang="en-US" sz="1100" u="none" cap="none" strike="noStrike">
                <a:solidFill>
                  <a:srgbClr val="1A1A1A"/>
                </a:solidFill>
                <a:latin typeface="Poppins"/>
                <a:ea typeface="Poppins"/>
                <a:cs typeface="Poppins"/>
                <a:sym typeface="Poppins"/>
              </a:rPr>
              <a:t>and </a:t>
            </a:r>
            <a:r>
              <a:rPr b="0" i="0" lang="en-US" sz="1100" u="none" cap="none" strike="noStrike">
                <a:solidFill>
                  <a:srgbClr val="1A30E8"/>
                </a:solidFill>
                <a:latin typeface="Poppins"/>
                <a:ea typeface="Poppins"/>
                <a:cs typeface="Poppins"/>
                <a:sym typeface="Poppins"/>
              </a:rPr>
              <a:t>tɑke</a:t>
            </a:r>
            <a:r>
              <a:rPr b="0" i="0" lang="en-US" sz="1100" u="none" cap="none" strike="noStrike">
                <a:solidFill>
                  <a:srgbClr val="1A1A1A"/>
                </a:solidFill>
                <a:latin typeface="Poppins"/>
                <a:ea typeface="Poppins"/>
                <a:cs typeface="Poppins"/>
                <a:sym typeface="Poppins"/>
              </a:rPr>
              <a:t>, where the 'k' separates the digraph '</a:t>
            </a:r>
            <a:r>
              <a:rPr b="0" i="0" lang="en-US" sz="1100" u="none" cap="none" strike="noStrike">
                <a:solidFill>
                  <a:srgbClr val="53F41A"/>
                </a:solidFill>
                <a:latin typeface="Poppins"/>
                <a:ea typeface="Poppins"/>
                <a:cs typeface="Poppins"/>
                <a:sym typeface="Poppins"/>
              </a:rPr>
              <a:t>ɑ-e</a:t>
            </a:r>
            <a:r>
              <a:rPr b="0" i="0" lang="en-US" sz="1100" u="none" cap="none" strike="noStrike">
                <a:solidFill>
                  <a:srgbClr val="1A1A1A"/>
                </a:solidFill>
                <a:latin typeface="Poppins"/>
                <a:ea typeface="Poppins"/>
                <a:cs typeface="Poppins"/>
                <a:sym typeface="Poppins"/>
              </a:rPr>
              <a:t>' which in both words represents the phoneme </a:t>
            </a:r>
            <a:r>
              <a:rPr b="0" i="0" lang="en-US" sz="1100" u="none" cap="none" strike="noStrike">
                <a:solidFill>
                  <a:srgbClr val="53F41A"/>
                </a:solidFill>
                <a:latin typeface="Poppins"/>
                <a:ea typeface="Poppins"/>
                <a:cs typeface="Poppins"/>
                <a:sym typeface="Poppins"/>
              </a:rPr>
              <a:t>/ɑi/</a:t>
            </a:r>
            <a:r>
              <a:rPr b="0" i="0" lang="en-US" sz="1100" u="none" cap="none" strike="noStrike">
                <a:solidFill>
                  <a:srgbClr val="1A1A1A"/>
                </a:solidFill>
                <a:latin typeface="Poppins"/>
                <a:ea typeface="Poppins"/>
                <a:cs typeface="Poppins"/>
                <a:sym typeface="Poppins"/>
              </a:rPr>
              <a:t>. There are six split digraphs in English spelling: 'ɑ-e', 'e-e', 'i-e', 'o-e', 'u-e', and 'y- e', as in </a:t>
            </a:r>
            <a:r>
              <a:rPr b="0" i="0" lang="en-US" sz="1100" u="none" cap="none" strike="noStrike">
                <a:solidFill>
                  <a:srgbClr val="1A30E8"/>
                </a:solidFill>
                <a:latin typeface="Poppins"/>
                <a:ea typeface="Poppins"/>
                <a:cs typeface="Poppins"/>
                <a:sym typeface="Poppins"/>
              </a:rPr>
              <a:t>mɑke scene like bone cube type</a:t>
            </a:r>
            <a:r>
              <a:rPr b="0" i="0" lang="en-US" sz="1100" u="none" cap="none" strike="noStrike">
                <a:solidFill>
                  <a:srgbClr val="1A1A1A"/>
                </a:solidFill>
                <a:latin typeface="Poppins"/>
                <a:ea typeface="Poppins"/>
                <a:cs typeface="Poppins"/>
                <a:sym typeface="Poppins"/>
              </a:rPr>
              <a:t>. It is also be referred to as the magic e. A very few words have more than one letter in the middle of a split digraph (e.g. </a:t>
            </a:r>
            <a:r>
              <a:rPr b="0" i="0" lang="en-US" sz="1100" u="none" cap="none" strike="noStrike">
                <a:solidFill>
                  <a:srgbClr val="1A30E8"/>
                </a:solidFill>
                <a:latin typeface="Poppins"/>
                <a:ea typeface="Poppins"/>
                <a:cs typeface="Poppins"/>
                <a:sym typeface="Poppins"/>
              </a:rPr>
              <a:t>ɑche blithe cologne scythe</a:t>
            </a:r>
            <a:r>
              <a:rPr b="0" i="0" lang="en-US" sz="1100" u="none" cap="none" strike="noStrike">
                <a:solidFill>
                  <a:srgbClr val="1A1A1A"/>
                </a:solidFill>
                <a:latin typeface="Poppins"/>
                <a:ea typeface="Poppins"/>
                <a:cs typeface="Poppins"/>
                <a:sym typeface="Poppins"/>
              </a:rPr>
              <a:t>).</a:t>
            </a:r>
            <a:endParaRPr b="0" i="0" sz="1100" u="none" cap="none" strike="noStrike">
              <a:solidFill>
                <a:srgbClr val="1A1A1A"/>
              </a:solidFill>
              <a:latin typeface="Poppins"/>
              <a:ea typeface="Poppins"/>
              <a:cs typeface="Poppins"/>
              <a:sym typeface="Poppins"/>
            </a:endParaRPr>
          </a:p>
        </p:txBody>
      </p:sp>
      <p:sp>
        <p:nvSpPr>
          <p:cNvPr id="646" name="Google Shape;646;g26b33ddcd5e_0_161"/>
          <p:cNvSpPr/>
          <p:nvPr/>
        </p:nvSpPr>
        <p:spPr>
          <a:xfrm>
            <a:off x="4653225" y="1060725"/>
            <a:ext cx="3763200" cy="5368800"/>
          </a:xfrm>
          <a:prstGeom prst="rect">
            <a:avLst/>
          </a:prstGeom>
          <a:noFill/>
          <a:ln>
            <a:noFill/>
          </a:ln>
        </p:spPr>
        <p:txBody>
          <a:bodyPr anchorCtr="0" anchor="t" bIns="45700" lIns="91425" spcFirstLastPara="1" rIns="91425" wrap="square" tIns="45700">
            <a:noAutofit/>
          </a:bodyPr>
          <a:lstStyle/>
          <a:p>
            <a:pPr indent="-298450" lvl="0" marL="457200" marR="0" rtl="0" algn="l">
              <a:lnSpc>
                <a:spcPct val="115000"/>
              </a:lnSpc>
              <a:spcBef>
                <a:spcPts val="1200"/>
              </a:spcBef>
              <a:spcAft>
                <a:spcPts val="0"/>
              </a:spcAft>
              <a:buClr>
                <a:srgbClr val="AEABAB"/>
              </a:buClr>
              <a:buSzPts val="1100"/>
              <a:buFont typeface="Poppins Medium"/>
              <a:buChar char="●"/>
            </a:pPr>
            <a:r>
              <a:rPr b="0" i="0" lang="en-US" sz="1100" u="none" cap="none" strike="noStrik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b="0" i="0" lang="en-US" sz="1100" u="none" cap="none" strike="noStrike">
                <a:solidFill>
                  <a:srgbClr val="1A30E8"/>
                </a:solidFill>
                <a:latin typeface="Poppins"/>
                <a:ea typeface="Poppins"/>
                <a:cs typeface="Poppins"/>
                <a:sym typeface="Poppins"/>
              </a:rPr>
              <a:t>ɑm </a:t>
            </a:r>
            <a:r>
              <a:rPr b="0" i="0" lang="en-US" sz="1100" u="none" cap="none" strike="noStrike">
                <a:solidFill>
                  <a:srgbClr val="1A1A1A"/>
                </a:solidFill>
                <a:latin typeface="Poppins"/>
                <a:ea typeface="Poppins"/>
                <a:cs typeface="Poppins"/>
                <a:sym typeface="Poppins"/>
              </a:rPr>
              <a:t>(VC), </a:t>
            </a:r>
            <a:r>
              <a:rPr b="0" i="0" lang="en-US" sz="1100" u="none" cap="none" strike="noStrike">
                <a:solidFill>
                  <a:srgbClr val="1A30E8"/>
                </a:solidFill>
                <a:latin typeface="Poppins"/>
                <a:ea typeface="Poppins"/>
                <a:cs typeface="Poppins"/>
                <a:sym typeface="Poppins"/>
              </a:rPr>
              <a:t>sɑt </a:t>
            </a:r>
            <a:r>
              <a:rPr b="0" i="0" lang="en-US" sz="1100" u="none" cap="none" strike="noStrike">
                <a:solidFill>
                  <a:srgbClr val="1A1A1A"/>
                </a:solidFill>
                <a:latin typeface="Poppins"/>
                <a:ea typeface="Poppins"/>
                <a:cs typeface="Poppins"/>
                <a:sym typeface="Poppins"/>
              </a:rPr>
              <a:t>(CVC), </a:t>
            </a:r>
            <a:r>
              <a:rPr b="0" i="0" lang="en-US" sz="1100" u="none" cap="none" strike="noStrike">
                <a:solidFill>
                  <a:srgbClr val="1A30E8"/>
                </a:solidFill>
                <a:latin typeface="Poppins"/>
                <a:ea typeface="Poppins"/>
                <a:cs typeface="Poppins"/>
                <a:sym typeface="Poppins"/>
              </a:rPr>
              <a:t>slɑm </a:t>
            </a:r>
            <a:r>
              <a:rPr b="0" i="0" lang="en-US" sz="1100" u="none" cap="none" strike="noStrike">
                <a:solidFill>
                  <a:srgbClr val="1A1A1A"/>
                </a:solidFill>
                <a:latin typeface="Poppins"/>
                <a:ea typeface="Poppins"/>
                <a:cs typeface="Poppins"/>
                <a:sym typeface="Poppins"/>
              </a:rPr>
              <a:t>(CCVC) or </a:t>
            </a:r>
            <a:r>
              <a:rPr b="0" i="0" lang="en-US" sz="1100" u="none" cap="none" strike="noStrike">
                <a:solidFill>
                  <a:srgbClr val="1A30E8"/>
                </a:solidFill>
                <a:latin typeface="Poppins"/>
                <a:ea typeface="Poppins"/>
                <a:cs typeface="Poppins"/>
                <a:sym typeface="Poppins"/>
              </a:rPr>
              <a:t>eɑch </a:t>
            </a:r>
            <a:r>
              <a:rPr b="0" i="0" lang="en-US" sz="1100" u="none" cap="none" strike="noStrike">
                <a:solidFill>
                  <a:srgbClr val="1A1A1A"/>
                </a:solidFill>
                <a:latin typeface="Poppins"/>
                <a:ea typeface="Poppins"/>
                <a:cs typeface="Poppins"/>
                <a:sym typeface="Poppins"/>
              </a:rPr>
              <a:t>(VC), </a:t>
            </a:r>
            <a:r>
              <a:rPr b="0" i="0" lang="en-US" sz="1100" u="none" cap="none" strike="noStrike">
                <a:solidFill>
                  <a:srgbClr val="1A30E8"/>
                </a:solidFill>
                <a:latin typeface="Poppins"/>
                <a:ea typeface="Poppins"/>
                <a:cs typeface="Poppins"/>
                <a:sym typeface="Poppins"/>
              </a:rPr>
              <a:t>beɑch </a:t>
            </a:r>
            <a:r>
              <a:rPr b="0" i="0" lang="en-US" sz="1100" u="none" cap="none" strike="noStrike">
                <a:solidFill>
                  <a:srgbClr val="1A1A1A"/>
                </a:solidFill>
                <a:latin typeface="Poppins"/>
                <a:ea typeface="Poppins"/>
                <a:cs typeface="Poppins"/>
                <a:sym typeface="Poppins"/>
              </a:rPr>
              <a:t>(CVC), </a:t>
            </a:r>
            <a:r>
              <a:rPr b="0" i="0" lang="en-US" sz="1100" u="none" cap="none" strike="noStrike">
                <a:solidFill>
                  <a:srgbClr val="1A30E8"/>
                </a:solidFill>
                <a:latin typeface="Poppins"/>
                <a:ea typeface="Poppins"/>
                <a:cs typeface="Poppins"/>
                <a:sym typeface="Poppins"/>
              </a:rPr>
              <a:t>bleɑch </a:t>
            </a:r>
            <a:r>
              <a:rPr b="0" i="0" lang="en-US" sz="1100" u="none" cap="none" strike="noStrike">
                <a:solidFill>
                  <a:srgbClr val="1A1A1A"/>
                </a:solidFill>
                <a:latin typeface="Poppins"/>
                <a:ea typeface="Poppins"/>
                <a:cs typeface="Poppins"/>
                <a:sym typeface="Poppins"/>
              </a:rPr>
              <a:t>(CCVC). </a:t>
            </a:r>
            <a:endParaRPr b="0" i="0" sz="1100" u="none" cap="none" strike="noStrik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slideLayout" Target="../slideLayouts/slideLayout22.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24" Type="http://schemas.openxmlformats.org/officeDocument/2006/relationships/theme" Target="../theme/theme2.xml"/><Relationship Id="rId12" Type="http://schemas.openxmlformats.org/officeDocument/2006/relationships/slideLayout" Target="../slideLayouts/slideLayout12.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3"/>
          <p:cNvSpPr txBox="1"/>
          <p:nvPr>
            <p:ph type="title"/>
          </p:nvPr>
        </p:nvSpPr>
        <p:spPr>
          <a:xfrm>
            <a:off x="628650" y="365125"/>
            <a:ext cx="7886700" cy="1325700"/>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oppins"/>
              <a:buNone/>
              <a:defRPr b="0" i="0" sz="4400" u="none" cap="none" strike="noStrike">
                <a:solidFill>
                  <a:schemeClr val="dk1"/>
                </a:solidFill>
                <a:latin typeface="Poppins"/>
                <a:ea typeface="Poppins"/>
                <a:cs typeface="Poppins"/>
                <a:sym typeface="Poppi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3"/>
          <p:cNvSpPr txBox="1"/>
          <p:nvPr>
            <p:ph idx="1" type="body"/>
          </p:nvPr>
        </p:nvSpPr>
        <p:spPr>
          <a:xfrm>
            <a:off x="628650" y="1825625"/>
            <a:ext cx="7886700" cy="4351200"/>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Poppins"/>
              <a:buChar char="•"/>
              <a:defRPr b="0" i="0" sz="2800" u="none" cap="none" strike="noStrike">
                <a:solidFill>
                  <a:schemeClr val="dk1"/>
                </a:solidFill>
                <a:latin typeface="Poppins"/>
                <a:ea typeface="Poppins"/>
                <a:cs typeface="Poppins"/>
                <a:sym typeface="Poppins"/>
              </a:defRPr>
            </a:lvl1pPr>
            <a:lvl2pPr indent="-381000" lvl="1" marL="914400" marR="0" rtl="0" algn="l">
              <a:lnSpc>
                <a:spcPct val="90000"/>
              </a:lnSpc>
              <a:spcBef>
                <a:spcPts val="500"/>
              </a:spcBef>
              <a:spcAft>
                <a:spcPts val="0"/>
              </a:spcAft>
              <a:buClr>
                <a:schemeClr val="dk1"/>
              </a:buClr>
              <a:buSzPts val="2400"/>
              <a:buFont typeface="Poppins"/>
              <a:buChar char="•"/>
              <a:defRPr b="0" i="0" sz="2400" u="none" cap="none" strike="noStrike">
                <a:solidFill>
                  <a:schemeClr val="dk1"/>
                </a:solidFill>
                <a:latin typeface="Poppins"/>
                <a:ea typeface="Poppins"/>
                <a:cs typeface="Poppins"/>
                <a:sym typeface="Poppins"/>
              </a:defRPr>
            </a:lvl2pPr>
            <a:lvl3pPr indent="-355600" lvl="2" marL="1371600" marR="0" rtl="0" algn="l">
              <a:lnSpc>
                <a:spcPct val="90000"/>
              </a:lnSpc>
              <a:spcBef>
                <a:spcPts val="500"/>
              </a:spcBef>
              <a:spcAft>
                <a:spcPts val="0"/>
              </a:spcAft>
              <a:buClr>
                <a:schemeClr val="dk1"/>
              </a:buClr>
              <a:buSzPts val="2000"/>
              <a:buFont typeface="Poppins"/>
              <a:buChar char="•"/>
              <a:defRPr b="0" i="0" sz="2000" u="none" cap="none" strike="noStrike">
                <a:solidFill>
                  <a:schemeClr val="dk1"/>
                </a:solidFill>
                <a:latin typeface="Poppins"/>
                <a:ea typeface="Poppins"/>
                <a:cs typeface="Poppins"/>
                <a:sym typeface="Poppins"/>
              </a:defRPr>
            </a:lvl3pPr>
            <a:lvl4pPr indent="-342900" lvl="3" marL="1828800" marR="0" rtl="0" algn="l">
              <a:lnSpc>
                <a:spcPct val="90000"/>
              </a:lnSpc>
              <a:spcBef>
                <a:spcPts val="500"/>
              </a:spcBef>
              <a:spcAft>
                <a:spcPts val="0"/>
              </a:spcAft>
              <a:buClr>
                <a:schemeClr val="dk1"/>
              </a:buClr>
              <a:buSzPts val="1800"/>
              <a:buFont typeface="Poppins"/>
              <a:buChar char="•"/>
              <a:defRPr b="0" i="0" sz="1800" u="none" cap="none" strike="noStrike">
                <a:solidFill>
                  <a:schemeClr val="dk1"/>
                </a:solidFill>
                <a:latin typeface="Poppins"/>
                <a:ea typeface="Poppins"/>
                <a:cs typeface="Poppins"/>
                <a:sym typeface="Poppins"/>
              </a:defRPr>
            </a:lvl4pPr>
            <a:lvl5pPr indent="-342900" lvl="4" marL="2286000" marR="0" rtl="0" algn="l">
              <a:lnSpc>
                <a:spcPct val="90000"/>
              </a:lnSpc>
              <a:spcBef>
                <a:spcPts val="500"/>
              </a:spcBef>
              <a:spcAft>
                <a:spcPts val="0"/>
              </a:spcAft>
              <a:buClr>
                <a:schemeClr val="dk1"/>
              </a:buClr>
              <a:buSzPts val="1800"/>
              <a:buFont typeface="Poppins"/>
              <a:buChar char="•"/>
              <a:defRPr b="0" i="0" sz="1800" u="none" cap="none" strike="noStrike">
                <a:solidFill>
                  <a:schemeClr val="dk1"/>
                </a:solidFill>
                <a:latin typeface="Poppins"/>
                <a:ea typeface="Poppins"/>
                <a:cs typeface="Poppins"/>
                <a:sym typeface="Poppins"/>
              </a:defRPr>
            </a:lvl5pPr>
            <a:lvl6pPr indent="-342900" lvl="5" marL="2743200" marR="0" rtl="0" algn="l">
              <a:lnSpc>
                <a:spcPct val="90000"/>
              </a:lnSpc>
              <a:spcBef>
                <a:spcPts val="500"/>
              </a:spcBef>
              <a:spcAft>
                <a:spcPts val="0"/>
              </a:spcAft>
              <a:buClr>
                <a:schemeClr val="dk1"/>
              </a:buClr>
              <a:buSzPts val="1800"/>
              <a:buFont typeface="Poppins"/>
              <a:buChar char="•"/>
              <a:defRPr b="0" i="0" sz="1800" u="none" cap="none" strike="noStrike">
                <a:solidFill>
                  <a:schemeClr val="dk1"/>
                </a:solidFill>
                <a:latin typeface="Poppins"/>
                <a:ea typeface="Poppins"/>
                <a:cs typeface="Poppins"/>
                <a:sym typeface="Poppins"/>
              </a:defRPr>
            </a:lvl6pPr>
            <a:lvl7pPr indent="-342900" lvl="6" marL="3200400" marR="0" rtl="0" algn="l">
              <a:lnSpc>
                <a:spcPct val="90000"/>
              </a:lnSpc>
              <a:spcBef>
                <a:spcPts val="500"/>
              </a:spcBef>
              <a:spcAft>
                <a:spcPts val="0"/>
              </a:spcAft>
              <a:buClr>
                <a:schemeClr val="dk1"/>
              </a:buClr>
              <a:buSzPts val="1800"/>
              <a:buFont typeface="Poppins"/>
              <a:buChar char="•"/>
              <a:defRPr b="0" i="0" sz="1800" u="none" cap="none" strike="noStrike">
                <a:solidFill>
                  <a:schemeClr val="dk1"/>
                </a:solidFill>
                <a:latin typeface="Poppins"/>
                <a:ea typeface="Poppins"/>
                <a:cs typeface="Poppins"/>
                <a:sym typeface="Poppins"/>
              </a:defRPr>
            </a:lvl7pPr>
            <a:lvl8pPr indent="-342900" lvl="7" marL="3657600" marR="0" rtl="0" algn="l">
              <a:lnSpc>
                <a:spcPct val="90000"/>
              </a:lnSpc>
              <a:spcBef>
                <a:spcPts val="500"/>
              </a:spcBef>
              <a:spcAft>
                <a:spcPts val="0"/>
              </a:spcAft>
              <a:buClr>
                <a:schemeClr val="dk1"/>
              </a:buClr>
              <a:buSzPts val="1800"/>
              <a:buFont typeface="Poppins"/>
              <a:buChar char="•"/>
              <a:defRPr b="0" i="0" sz="1800" u="none" cap="none" strike="noStrike">
                <a:solidFill>
                  <a:schemeClr val="dk1"/>
                </a:solidFill>
                <a:latin typeface="Poppins"/>
                <a:ea typeface="Poppins"/>
                <a:cs typeface="Poppins"/>
                <a:sym typeface="Poppins"/>
              </a:defRPr>
            </a:lvl8pPr>
            <a:lvl9pPr indent="-342900" lvl="8" marL="4114800" marR="0" rtl="0" algn="l">
              <a:lnSpc>
                <a:spcPct val="90000"/>
              </a:lnSpc>
              <a:spcBef>
                <a:spcPts val="500"/>
              </a:spcBef>
              <a:spcAft>
                <a:spcPts val="0"/>
              </a:spcAft>
              <a:buClr>
                <a:schemeClr val="dk1"/>
              </a:buClr>
              <a:buSzPts val="1800"/>
              <a:buFont typeface="Poppins"/>
              <a:buChar char="•"/>
              <a:defRPr b="0" i="0" sz="1800" u="none" cap="none" strike="noStrike">
                <a:solidFill>
                  <a:schemeClr val="dk1"/>
                </a:solidFill>
                <a:latin typeface="Poppins"/>
                <a:ea typeface="Poppins"/>
                <a:cs typeface="Poppins"/>
                <a:sym typeface="Poppins"/>
              </a:defRPr>
            </a:lvl9pPr>
          </a:lstStyle>
          <a:p/>
        </p:txBody>
      </p:sp>
      <p:sp>
        <p:nvSpPr>
          <p:cNvPr id="12" name="Google Shape;12;p13"/>
          <p:cNvSpPr txBox="1"/>
          <p:nvPr>
            <p:ph idx="10" type="dt"/>
          </p:nvPr>
        </p:nvSpPr>
        <p:spPr>
          <a:xfrm>
            <a:off x="628650" y="6356350"/>
            <a:ext cx="20574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13"/>
          <p:cNvSpPr txBox="1"/>
          <p:nvPr>
            <p:ph idx="11" type="ftr"/>
          </p:nvPr>
        </p:nvSpPr>
        <p:spPr>
          <a:xfrm>
            <a:off x="3028950" y="6356350"/>
            <a:ext cx="30861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13"/>
          <p:cNvSpPr txBox="1"/>
          <p:nvPr>
            <p:ph idx="12" type="sldNum"/>
          </p:nvPr>
        </p:nvSpPr>
        <p:spPr>
          <a:xfrm>
            <a:off x="6457950" y="6356350"/>
            <a:ext cx="20574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9.png"/></Relationships>
</file>

<file path=ppt/slides/_rels/slide2.xml.rels><?xml version="1.0" encoding="UTF-8" standalone="yes"?><Relationships xmlns="http://schemas.openxmlformats.org/package/2006/relationships"><Relationship Id="rId10" Type="http://schemas.openxmlformats.org/officeDocument/2006/relationships/slide" Target="/ppt/slides/slide22.xml"/><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9.png"/><Relationship Id="rId4" Type="http://schemas.openxmlformats.org/officeDocument/2006/relationships/image" Target="../media/image90.png"/><Relationship Id="rId9" Type="http://schemas.openxmlformats.org/officeDocument/2006/relationships/slide" Target="/ppt/slides/slide21.xml"/><Relationship Id="rId5" Type="http://schemas.openxmlformats.org/officeDocument/2006/relationships/image" Target="../media/image73.png"/><Relationship Id="rId6" Type="http://schemas.openxmlformats.org/officeDocument/2006/relationships/image" Target="../media/image57.png"/><Relationship Id="rId7" Type="http://schemas.openxmlformats.org/officeDocument/2006/relationships/slide" Target="/ppt/slides/slide13.xml"/><Relationship Id="rId8" Type="http://schemas.openxmlformats.org/officeDocument/2006/relationships/slide" Target="/ppt/slides/slide19.xml"/></Relationships>
</file>

<file path=ppt/slides/_rels/slide3.xml.rels><?xml version="1.0" encoding="UTF-8" standalone="yes"?><Relationships xmlns="http://schemas.openxmlformats.org/package/2006/relationships"><Relationship Id="rId20" Type="http://schemas.openxmlformats.org/officeDocument/2006/relationships/image" Target="../media/image31.png"/><Relationship Id="rId22" Type="http://schemas.openxmlformats.org/officeDocument/2006/relationships/image" Target="../media/image40.png"/><Relationship Id="rId21" Type="http://schemas.openxmlformats.org/officeDocument/2006/relationships/image" Target="../media/image39.png"/><Relationship Id="rId24" Type="http://schemas.openxmlformats.org/officeDocument/2006/relationships/image" Target="../media/image36.png"/><Relationship Id="rId23" Type="http://schemas.openxmlformats.org/officeDocument/2006/relationships/image" Target="../media/image38.png"/><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7.png"/><Relationship Id="rId4" Type="http://schemas.openxmlformats.org/officeDocument/2006/relationships/image" Target="../media/image28.png"/><Relationship Id="rId9" Type="http://schemas.openxmlformats.org/officeDocument/2006/relationships/image" Target="../media/image21.png"/><Relationship Id="rId25" Type="http://schemas.openxmlformats.org/officeDocument/2006/relationships/image" Target="../media/image55.png"/><Relationship Id="rId5" Type="http://schemas.openxmlformats.org/officeDocument/2006/relationships/image" Target="../media/image19.png"/><Relationship Id="rId6" Type="http://schemas.openxmlformats.org/officeDocument/2006/relationships/image" Target="../media/image78.png"/><Relationship Id="rId7" Type="http://schemas.openxmlformats.org/officeDocument/2006/relationships/image" Target="../media/image23.png"/><Relationship Id="rId8" Type="http://schemas.openxmlformats.org/officeDocument/2006/relationships/image" Target="../media/image22.png"/><Relationship Id="rId11" Type="http://schemas.openxmlformats.org/officeDocument/2006/relationships/image" Target="../media/image16.png"/><Relationship Id="rId10" Type="http://schemas.openxmlformats.org/officeDocument/2006/relationships/image" Target="../media/image62.png"/><Relationship Id="rId13" Type="http://schemas.openxmlformats.org/officeDocument/2006/relationships/image" Target="../media/image25.png"/><Relationship Id="rId12" Type="http://schemas.openxmlformats.org/officeDocument/2006/relationships/image" Target="../media/image18.png"/><Relationship Id="rId15" Type="http://schemas.openxmlformats.org/officeDocument/2006/relationships/image" Target="../media/image24.png"/><Relationship Id="rId14" Type="http://schemas.openxmlformats.org/officeDocument/2006/relationships/image" Target="../media/image20.png"/><Relationship Id="rId17" Type="http://schemas.openxmlformats.org/officeDocument/2006/relationships/image" Target="../media/image27.png"/><Relationship Id="rId16" Type="http://schemas.openxmlformats.org/officeDocument/2006/relationships/image" Target="../media/image26.png"/><Relationship Id="rId19" Type="http://schemas.openxmlformats.org/officeDocument/2006/relationships/image" Target="../media/image30.png"/><Relationship Id="rId18" Type="http://schemas.openxmlformats.org/officeDocument/2006/relationships/image" Target="../media/image32.png"/></Relationships>
</file>

<file path=ppt/slides/_rels/slide4.xml.rels><?xml version="1.0" encoding="UTF-8" standalone="yes"?><Relationships xmlns="http://schemas.openxmlformats.org/package/2006/relationships"><Relationship Id="rId20" Type="http://schemas.openxmlformats.org/officeDocument/2006/relationships/image" Target="../media/image58.png"/><Relationship Id="rId22" Type="http://schemas.openxmlformats.org/officeDocument/2006/relationships/image" Target="../media/image56.png"/><Relationship Id="rId21" Type="http://schemas.openxmlformats.org/officeDocument/2006/relationships/image" Target="../media/image50.png"/><Relationship Id="rId24" Type="http://schemas.openxmlformats.org/officeDocument/2006/relationships/image" Target="../media/image61.png"/><Relationship Id="rId23" Type="http://schemas.openxmlformats.org/officeDocument/2006/relationships/image" Target="../media/image53.png"/><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5.png"/><Relationship Id="rId4" Type="http://schemas.openxmlformats.org/officeDocument/2006/relationships/image" Target="../media/image33.png"/><Relationship Id="rId9" Type="http://schemas.openxmlformats.org/officeDocument/2006/relationships/image" Target="../media/image113.png"/><Relationship Id="rId26" Type="http://schemas.openxmlformats.org/officeDocument/2006/relationships/image" Target="../media/image63.png"/><Relationship Id="rId25" Type="http://schemas.openxmlformats.org/officeDocument/2006/relationships/image" Target="../media/image59.png"/><Relationship Id="rId28" Type="http://schemas.openxmlformats.org/officeDocument/2006/relationships/image" Target="../media/image67.png"/><Relationship Id="rId27" Type="http://schemas.openxmlformats.org/officeDocument/2006/relationships/image" Target="../media/image60.png"/><Relationship Id="rId5" Type="http://schemas.openxmlformats.org/officeDocument/2006/relationships/image" Target="../media/image37.png"/><Relationship Id="rId6" Type="http://schemas.openxmlformats.org/officeDocument/2006/relationships/image" Target="../media/image34.png"/><Relationship Id="rId29" Type="http://schemas.openxmlformats.org/officeDocument/2006/relationships/image" Target="../media/image64.png"/><Relationship Id="rId7" Type="http://schemas.openxmlformats.org/officeDocument/2006/relationships/image" Target="../media/image43.png"/><Relationship Id="rId8" Type="http://schemas.openxmlformats.org/officeDocument/2006/relationships/image" Target="../media/image29.png"/><Relationship Id="rId31" Type="http://schemas.openxmlformats.org/officeDocument/2006/relationships/image" Target="../media/image65.png"/><Relationship Id="rId30" Type="http://schemas.openxmlformats.org/officeDocument/2006/relationships/image" Target="../media/image66.png"/><Relationship Id="rId11" Type="http://schemas.openxmlformats.org/officeDocument/2006/relationships/image" Target="../media/image44.png"/><Relationship Id="rId10" Type="http://schemas.openxmlformats.org/officeDocument/2006/relationships/image" Target="../media/image41.png"/><Relationship Id="rId13" Type="http://schemas.openxmlformats.org/officeDocument/2006/relationships/image" Target="../media/image48.png"/><Relationship Id="rId12" Type="http://schemas.openxmlformats.org/officeDocument/2006/relationships/image" Target="../media/image46.png"/><Relationship Id="rId15" Type="http://schemas.openxmlformats.org/officeDocument/2006/relationships/image" Target="../media/image49.png"/><Relationship Id="rId14" Type="http://schemas.openxmlformats.org/officeDocument/2006/relationships/image" Target="../media/image45.png"/><Relationship Id="rId17" Type="http://schemas.openxmlformats.org/officeDocument/2006/relationships/image" Target="../media/image52.png"/><Relationship Id="rId16" Type="http://schemas.openxmlformats.org/officeDocument/2006/relationships/image" Target="../media/image87.png"/><Relationship Id="rId19" Type="http://schemas.openxmlformats.org/officeDocument/2006/relationships/image" Target="../media/image54.png"/><Relationship Id="rId18" Type="http://schemas.openxmlformats.org/officeDocument/2006/relationships/image" Target="../media/image47.png"/></Relationships>
</file>

<file path=ppt/slides/_rels/slide5.xml.rels><?xml version="1.0" encoding="UTF-8" standalone="yes"?><Relationships xmlns="http://schemas.openxmlformats.org/package/2006/relationships"><Relationship Id="rId40" Type="http://schemas.openxmlformats.org/officeDocument/2006/relationships/image" Target="../media/image125.png"/><Relationship Id="rId20" Type="http://schemas.openxmlformats.org/officeDocument/2006/relationships/image" Target="../media/image178.png"/><Relationship Id="rId42" Type="http://schemas.openxmlformats.org/officeDocument/2006/relationships/image" Target="../media/image103.png"/><Relationship Id="rId41" Type="http://schemas.openxmlformats.org/officeDocument/2006/relationships/image" Target="../media/image108.png"/><Relationship Id="rId22" Type="http://schemas.openxmlformats.org/officeDocument/2006/relationships/image" Target="../media/image81.png"/><Relationship Id="rId21" Type="http://schemas.openxmlformats.org/officeDocument/2006/relationships/image" Target="../media/image109.png"/><Relationship Id="rId43" Type="http://schemas.openxmlformats.org/officeDocument/2006/relationships/image" Target="../media/image104.png"/><Relationship Id="rId24" Type="http://schemas.openxmlformats.org/officeDocument/2006/relationships/image" Target="../media/image92.png"/><Relationship Id="rId23" Type="http://schemas.openxmlformats.org/officeDocument/2006/relationships/image" Target="../media/image89.png"/><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71.png"/><Relationship Id="rId4" Type="http://schemas.openxmlformats.org/officeDocument/2006/relationships/image" Target="../media/image77.png"/><Relationship Id="rId9" Type="http://schemas.openxmlformats.org/officeDocument/2006/relationships/image" Target="../media/image72.png"/><Relationship Id="rId26" Type="http://schemas.openxmlformats.org/officeDocument/2006/relationships/image" Target="../media/image86.png"/><Relationship Id="rId25" Type="http://schemas.openxmlformats.org/officeDocument/2006/relationships/image" Target="../media/image84.png"/><Relationship Id="rId28" Type="http://schemas.openxmlformats.org/officeDocument/2006/relationships/image" Target="../media/image96.png"/><Relationship Id="rId27" Type="http://schemas.openxmlformats.org/officeDocument/2006/relationships/image" Target="../media/image111.png"/><Relationship Id="rId5" Type="http://schemas.openxmlformats.org/officeDocument/2006/relationships/image" Target="../media/image74.png"/><Relationship Id="rId6" Type="http://schemas.openxmlformats.org/officeDocument/2006/relationships/image" Target="../media/image69.png"/><Relationship Id="rId29" Type="http://schemas.openxmlformats.org/officeDocument/2006/relationships/image" Target="../media/image94.png"/><Relationship Id="rId7" Type="http://schemas.openxmlformats.org/officeDocument/2006/relationships/image" Target="../media/image82.png"/><Relationship Id="rId8" Type="http://schemas.openxmlformats.org/officeDocument/2006/relationships/image" Target="../media/image93.png"/><Relationship Id="rId31" Type="http://schemas.openxmlformats.org/officeDocument/2006/relationships/image" Target="../media/image97.png"/><Relationship Id="rId30" Type="http://schemas.openxmlformats.org/officeDocument/2006/relationships/image" Target="../media/image95.png"/><Relationship Id="rId11" Type="http://schemas.openxmlformats.org/officeDocument/2006/relationships/image" Target="../media/image68.png"/><Relationship Id="rId33" Type="http://schemas.openxmlformats.org/officeDocument/2006/relationships/image" Target="../media/image100.png"/><Relationship Id="rId10" Type="http://schemas.openxmlformats.org/officeDocument/2006/relationships/image" Target="../media/image70.png"/><Relationship Id="rId32" Type="http://schemas.openxmlformats.org/officeDocument/2006/relationships/image" Target="../media/image98.png"/><Relationship Id="rId13" Type="http://schemas.openxmlformats.org/officeDocument/2006/relationships/image" Target="../media/image91.png"/><Relationship Id="rId35" Type="http://schemas.openxmlformats.org/officeDocument/2006/relationships/image" Target="../media/image99.png"/><Relationship Id="rId12" Type="http://schemas.openxmlformats.org/officeDocument/2006/relationships/image" Target="../media/image75.png"/><Relationship Id="rId34" Type="http://schemas.openxmlformats.org/officeDocument/2006/relationships/image" Target="../media/image101.png"/><Relationship Id="rId15" Type="http://schemas.openxmlformats.org/officeDocument/2006/relationships/image" Target="../media/image80.png"/><Relationship Id="rId37" Type="http://schemas.openxmlformats.org/officeDocument/2006/relationships/image" Target="../media/image102.png"/><Relationship Id="rId14" Type="http://schemas.openxmlformats.org/officeDocument/2006/relationships/image" Target="../media/image76.png"/><Relationship Id="rId36" Type="http://schemas.openxmlformats.org/officeDocument/2006/relationships/image" Target="../media/image119.png"/><Relationship Id="rId17" Type="http://schemas.openxmlformats.org/officeDocument/2006/relationships/image" Target="../media/image83.png"/><Relationship Id="rId39" Type="http://schemas.openxmlformats.org/officeDocument/2006/relationships/image" Target="../media/image106.png"/><Relationship Id="rId16" Type="http://schemas.openxmlformats.org/officeDocument/2006/relationships/image" Target="../media/image79.png"/><Relationship Id="rId38" Type="http://schemas.openxmlformats.org/officeDocument/2006/relationships/image" Target="../media/image110.png"/><Relationship Id="rId19" Type="http://schemas.openxmlformats.org/officeDocument/2006/relationships/image" Target="../media/image85.png"/><Relationship Id="rId18" Type="http://schemas.openxmlformats.org/officeDocument/2006/relationships/image" Target="../media/image88.png"/></Relationships>
</file>

<file path=ppt/slides/_rels/slide6.xml.rels><?xml version="1.0" encoding="UTF-8" standalone="yes"?><Relationships xmlns="http://schemas.openxmlformats.org/package/2006/relationships"><Relationship Id="rId40" Type="http://schemas.openxmlformats.org/officeDocument/2006/relationships/image" Target="../media/image162.png"/><Relationship Id="rId20" Type="http://schemas.openxmlformats.org/officeDocument/2006/relationships/image" Target="../media/image123.png"/><Relationship Id="rId42" Type="http://schemas.openxmlformats.org/officeDocument/2006/relationships/image" Target="../media/image188.png"/><Relationship Id="rId41" Type="http://schemas.openxmlformats.org/officeDocument/2006/relationships/image" Target="../media/image150.png"/><Relationship Id="rId22" Type="http://schemas.openxmlformats.org/officeDocument/2006/relationships/image" Target="../media/image126.png"/><Relationship Id="rId44" Type="http://schemas.openxmlformats.org/officeDocument/2006/relationships/image" Target="../media/image172.png"/><Relationship Id="rId21" Type="http://schemas.openxmlformats.org/officeDocument/2006/relationships/image" Target="../media/image124.png"/><Relationship Id="rId43" Type="http://schemas.openxmlformats.org/officeDocument/2006/relationships/image" Target="../media/image146.png"/><Relationship Id="rId24" Type="http://schemas.openxmlformats.org/officeDocument/2006/relationships/image" Target="../media/image158.png"/><Relationship Id="rId46" Type="http://schemas.openxmlformats.org/officeDocument/2006/relationships/image" Target="../media/image176.png"/><Relationship Id="rId23" Type="http://schemas.openxmlformats.org/officeDocument/2006/relationships/image" Target="../media/image130.png"/><Relationship Id="rId45" Type="http://schemas.openxmlformats.org/officeDocument/2006/relationships/image" Target="../media/image171.png"/><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05.png"/><Relationship Id="rId4" Type="http://schemas.openxmlformats.org/officeDocument/2006/relationships/image" Target="../media/image107.png"/><Relationship Id="rId9" Type="http://schemas.openxmlformats.org/officeDocument/2006/relationships/image" Target="../media/image140.png"/><Relationship Id="rId26" Type="http://schemas.openxmlformats.org/officeDocument/2006/relationships/image" Target="../media/image133.png"/><Relationship Id="rId25" Type="http://schemas.openxmlformats.org/officeDocument/2006/relationships/image" Target="../media/image142.png"/><Relationship Id="rId47" Type="http://schemas.openxmlformats.org/officeDocument/2006/relationships/image" Target="../media/image170.png"/><Relationship Id="rId28" Type="http://schemas.openxmlformats.org/officeDocument/2006/relationships/image" Target="../media/image127.png"/><Relationship Id="rId27" Type="http://schemas.openxmlformats.org/officeDocument/2006/relationships/image" Target="../media/image129.png"/><Relationship Id="rId5" Type="http://schemas.openxmlformats.org/officeDocument/2006/relationships/image" Target="../media/image139.png"/><Relationship Id="rId6" Type="http://schemas.openxmlformats.org/officeDocument/2006/relationships/image" Target="../media/image112.png"/><Relationship Id="rId29" Type="http://schemas.openxmlformats.org/officeDocument/2006/relationships/image" Target="../media/image134.png"/><Relationship Id="rId7" Type="http://schemas.openxmlformats.org/officeDocument/2006/relationships/image" Target="../media/image116.png"/><Relationship Id="rId8" Type="http://schemas.openxmlformats.org/officeDocument/2006/relationships/image" Target="../media/image115.png"/><Relationship Id="rId31" Type="http://schemas.openxmlformats.org/officeDocument/2006/relationships/image" Target="../media/image131.png"/><Relationship Id="rId30" Type="http://schemas.openxmlformats.org/officeDocument/2006/relationships/image" Target="../media/image177.png"/><Relationship Id="rId11" Type="http://schemas.openxmlformats.org/officeDocument/2006/relationships/image" Target="../media/image114.png"/><Relationship Id="rId33" Type="http://schemas.openxmlformats.org/officeDocument/2006/relationships/image" Target="../media/image135.png"/><Relationship Id="rId10" Type="http://schemas.openxmlformats.org/officeDocument/2006/relationships/image" Target="../media/image118.png"/><Relationship Id="rId32" Type="http://schemas.openxmlformats.org/officeDocument/2006/relationships/image" Target="../media/image128.png"/><Relationship Id="rId13" Type="http://schemas.openxmlformats.org/officeDocument/2006/relationships/image" Target="../media/image120.png"/><Relationship Id="rId35" Type="http://schemas.openxmlformats.org/officeDocument/2006/relationships/image" Target="../media/image137.png"/><Relationship Id="rId12" Type="http://schemas.openxmlformats.org/officeDocument/2006/relationships/image" Target="../media/image117.png"/><Relationship Id="rId34" Type="http://schemas.openxmlformats.org/officeDocument/2006/relationships/image" Target="../media/image145.png"/><Relationship Id="rId15" Type="http://schemas.openxmlformats.org/officeDocument/2006/relationships/image" Target="../media/image122.png"/><Relationship Id="rId37" Type="http://schemas.openxmlformats.org/officeDocument/2006/relationships/image" Target="../media/image155.png"/><Relationship Id="rId14" Type="http://schemas.openxmlformats.org/officeDocument/2006/relationships/image" Target="../media/image141.png"/><Relationship Id="rId36" Type="http://schemas.openxmlformats.org/officeDocument/2006/relationships/image" Target="../media/image136.png"/><Relationship Id="rId17" Type="http://schemas.openxmlformats.org/officeDocument/2006/relationships/image" Target="../media/image132.png"/><Relationship Id="rId39" Type="http://schemas.openxmlformats.org/officeDocument/2006/relationships/image" Target="../media/image153.png"/><Relationship Id="rId16" Type="http://schemas.openxmlformats.org/officeDocument/2006/relationships/image" Target="../media/image121.png"/><Relationship Id="rId38" Type="http://schemas.openxmlformats.org/officeDocument/2006/relationships/image" Target="../media/image164.png"/><Relationship Id="rId19" Type="http://schemas.openxmlformats.org/officeDocument/2006/relationships/image" Target="../media/image156.png"/><Relationship Id="rId18" Type="http://schemas.openxmlformats.org/officeDocument/2006/relationships/image" Target="../media/image13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43.png"/><Relationship Id="rId4" Type="http://schemas.openxmlformats.org/officeDocument/2006/relationships/image" Target="../media/image144.png"/><Relationship Id="rId9" Type="http://schemas.openxmlformats.org/officeDocument/2006/relationships/image" Target="../media/image151.png"/><Relationship Id="rId5" Type="http://schemas.openxmlformats.org/officeDocument/2006/relationships/image" Target="../media/image270.png"/><Relationship Id="rId6" Type="http://schemas.openxmlformats.org/officeDocument/2006/relationships/image" Target="../media/image148.png"/><Relationship Id="rId7" Type="http://schemas.openxmlformats.org/officeDocument/2006/relationships/image" Target="../media/image147.png"/><Relationship Id="rId8" Type="http://schemas.openxmlformats.org/officeDocument/2006/relationships/image" Target="../media/image149.png"/><Relationship Id="rId11" Type="http://schemas.openxmlformats.org/officeDocument/2006/relationships/image" Target="../media/image200.png"/><Relationship Id="rId10" Type="http://schemas.openxmlformats.org/officeDocument/2006/relationships/image" Target="../media/image152.png"/><Relationship Id="rId13" Type="http://schemas.openxmlformats.org/officeDocument/2006/relationships/image" Target="../media/image159.png"/><Relationship Id="rId12" Type="http://schemas.openxmlformats.org/officeDocument/2006/relationships/image" Target="../media/image157.png"/><Relationship Id="rId15" Type="http://schemas.openxmlformats.org/officeDocument/2006/relationships/image" Target="../media/image161.png"/><Relationship Id="rId14" Type="http://schemas.openxmlformats.org/officeDocument/2006/relationships/image" Target="../media/image154.png"/><Relationship Id="rId16" Type="http://schemas.openxmlformats.org/officeDocument/2006/relationships/image" Target="../media/image160.png"/></Relationships>
</file>

<file path=ppt/slides/_rels/slide8.xml.rels><?xml version="1.0" encoding="UTF-8" standalone="yes"?><Relationships xmlns="http://schemas.openxmlformats.org/package/2006/relationships"><Relationship Id="rId20" Type="http://schemas.openxmlformats.org/officeDocument/2006/relationships/image" Target="../media/image184.png"/><Relationship Id="rId22" Type="http://schemas.openxmlformats.org/officeDocument/2006/relationships/image" Target="../media/image186.png"/><Relationship Id="rId21" Type="http://schemas.openxmlformats.org/officeDocument/2006/relationships/image" Target="../media/image185.png"/><Relationship Id="rId24" Type="http://schemas.openxmlformats.org/officeDocument/2006/relationships/image" Target="../media/image189.png"/><Relationship Id="rId23" Type="http://schemas.openxmlformats.org/officeDocument/2006/relationships/image" Target="../media/image192.png"/><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63.png"/><Relationship Id="rId4" Type="http://schemas.openxmlformats.org/officeDocument/2006/relationships/image" Target="../media/image166.png"/><Relationship Id="rId9" Type="http://schemas.openxmlformats.org/officeDocument/2006/relationships/image" Target="../media/image173.png"/><Relationship Id="rId26" Type="http://schemas.openxmlformats.org/officeDocument/2006/relationships/image" Target="../media/image190.png"/><Relationship Id="rId25" Type="http://schemas.openxmlformats.org/officeDocument/2006/relationships/image" Target="../media/image198.png"/><Relationship Id="rId28" Type="http://schemas.openxmlformats.org/officeDocument/2006/relationships/image" Target="../media/image194.png"/><Relationship Id="rId27" Type="http://schemas.openxmlformats.org/officeDocument/2006/relationships/image" Target="../media/image187.png"/><Relationship Id="rId5" Type="http://schemas.openxmlformats.org/officeDocument/2006/relationships/image" Target="../media/image209.png"/><Relationship Id="rId6" Type="http://schemas.openxmlformats.org/officeDocument/2006/relationships/image" Target="../media/image73.png"/><Relationship Id="rId29" Type="http://schemas.openxmlformats.org/officeDocument/2006/relationships/image" Target="../media/image191.png"/><Relationship Id="rId7" Type="http://schemas.openxmlformats.org/officeDocument/2006/relationships/image" Target="../media/image168.png"/><Relationship Id="rId8" Type="http://schemas.openxmlformats.org/officeDocument/2006/relationships/image" Target="../media/image165.png"/><Relationship Id="rId30" Type="http://schemas.openxmlformats.org/officeDocument/2006/relationships/image" Target="../media/image197.png"/><Relationship Id="rId11" Type="http://schemas.openxmlformats.org/officeDocument/2006/relationships/image" Target="../media/image183.png"/><Relationship Id="rId10" Type="http://schemas.openxmlformats.org/officeDocument/2006/relationships/image" Target="../media/image169.png"/><Relationship Id="rId13" Type="http://schemas.openxmlformats.org/officeDocument/2006/relationships/image" Target="../media/image229.png"/><Relationship Id="rId12" Type="http://schemas.openxmlformats.org/officeDocument/2006/relationships/image" Target="../media/image174.png"/><Relationship Id="rId15" Type="http://schemas.openxmlformats.org/officeDocument/2006/relationships/image" Target="../media/image180.png"/><Relationship Id="rId14" Type="http://schemas.openxmlformats.org/officeDocument/2006/relationships/image" Target="../media/image175.png"/><Relationship Id="rId17" Type="http://schemas.openxmlformats.org/officeDocument/2006/relationships/image" Target="../media/image181.png"/><Relationship Id="rId16" Type="http://schemas.openxmlformats.org/officeDocument/2006/relationships/image" Target="../media/image195.png"/><Relationship Id="rId19" Type="http://schemas.openxmlformats.org/officeDocument/2006/relationships/image" Target="../media/image182.png"/><Relationship Id="rId18" Type="http://schemas.openxmlformats.org/officeDocument/2006/relationships/image" Target="../media/image17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96.png"/><Relationship Id="rId4" Type="http://schemas.openxmlformats.org/officeDocument/2006/relationships/image" Target="../media/image199.png"/><Relationship Id="rId9" Type="http://schemas.openxmlformats.org/officeDocument/2006/relationships/image" Target="../media/image204.png"/><Relationship Id="rId5" Type="http://schemas.openxmlformats.org/officeDocument/2006/relationships/image" Target="../media/image193.png"/><Relationship Id="rId6" Type="http://schemas.openxmlformats.org/officeDocument/2006/relationships/image" Target="../media/image202.png"/><Relationship Id="rId7" Type="http://schemas.openxmlformats.org/officeDocument/2006/relationships/image" Target="../media/image242.png"/><Relationship Id="rId8" Type="http://schemas.openxmlformats.org/officeDocument/2006/relationships/image" Target="../media/image201.png"/><Relationship Id="rId11" Type="http://schemas.openxmlformats.org/officeDocument/2006/relationships/image" Target="../media/image208.png"/><Relationship Id="rId10" Type="http://schemas.openxmlformats.org/officeDocument/2006/relationships/image" Target="../media/image203.png"/><Relationship Id="rId13" Type="http://schemas.openxmlformats.org/officeDocument/2006/relationships/image" Target="../media/image205.png"/><Relationship Id="rId12" Type="http://schemas.openxmlformats.org/officeDocument/2006/relationships/image" Target="../media/image210.png"/><Relationship Id="rId15" Type="http://schemas.openxmlformats.org/officeDocument/2006/relationships/image" Target="../media/image207.png"/><Relationship Id="rId14" Type="http://schemas.openxmlformats.org/officeDocument/2006/relationships/image" Target="../media/image2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13.png"/><Relationship Id="rId4" Type="http://schemas.openxmlformats.org/officeDocument/2006/relationships/image" Target="../media/image227.png"/><Relationship Id="rId9" Type="http://schemas.openxmlformats.org/officeDocument/2006/relationships/image" Target="../media/image215.png"/><Relationship Id="rId5" Type="http://schemas.openxmlformats.org/officeDocument/2006/relationships/image" Target="../media/image206.png"/><Relationship Id="rId6" Type="http://schemas.openxmlformats.org/officeDocument/2006/relationships/image" Target="../media/image212.png"/><Relationship Id="rId7" Type="http://schemas.openxmlformats.org/officeDocument/2006/relationships/image" Target="../media/image214.png"/><Relationship Id="rId8" Type="http://schemas.openxmlformats.org/officeDocument/2006/relationships/image" Target="../media/image216.png"/><Relationship Id="rId11" Type="http://schemas.openxmlformats.org/officeDocument/2006/relationships/image" Target="../media/image230.png"/><Relationship Id="rId10" Type="http://schemas.openxmlformats.org/officeDocument/2006/relationships/image" Target="../media/image217.png"/><Relationship Id="rId13" Type="http://schemas.openxmlformats.org/officeDocument/2006/relationships/image" Target="../media/image218.png"/><Relationship Id="rId12" Type="http://schemas.openxmlformats.org/officeDocument/2006/relationships/image" Target="../media/image221.png"/><Relationship Id="rId15" Type="http://schemas.openxmlformats.org/officeDocument/2006/relationships/image" Target="../media/image278.png"/><Relationship Id="rId14" Type="http://schemas.openxmlformats.org/officeDocument/2006/relationships/image" Target="../media/image243.png"/><Relationship Id="rId16" Type="http://schemas.openxmlformats.org/officeDocument/2006/relationships/image" Target="../media/image223.png"/></Relationships>
</file>

<file path=ppt/slides/_rels/slide11.xml.rels><?xml version="1.0" encoding="UTF-8" standalone="yes"?><Relationships xmlns="http://schemas.openxmlformats.org/package/2006/relationships"><Relationship Id="rId20" Type="http://schemas.openxmlformats.org/officeDocument/2006/relationships/image" Target="../media/image236.png"/><Relationship Id="rId22" Type="http://schemas.openxmlformats.org/officeDocument/2006/relationships/image" Target="../media/image262.png"/><Relationship Id="rId21" Type="http://schemas.openxmlformats.org/officeDocument/2006/relationships/image" Target="../media/image239.png"/><Relationship Id="rId24" Type="http://schemas.openxmlformats.org/officeDocument/2006/relationships/image" Target="../media/image251.png"/><Relationship Id="rId23" Type="http://schemas.openxmlformats.org/officeDocument/2006/relationships/image" Target="../media/image241.png"/><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19.png"/><Relationship Id="rId4" Type="http://schemas.openxmlformats.org/officeDocument/2006/relationships/image" Target="../media/image254.png"/><Relationship Id="rId9" Type="http://schemas.openxmlformats.org/officeDocument/2006/relationships/image" Target="../media/image224.png"/><Relationship Id="rId26" Type="http://schemas.openxmlformats.org/officeDocument/2006/relationships/image" Target="../media/image247.png"/><Relationship Id="rId25" Type="http://schemas.openxmlformats.org/officeDocument/2006/relationships/image" Target="../media/image249.png"/><Relationship Id="rId5" Type="http://schemas.openxmlformats.org/officeDocument/2006/relationships/image" Target="../media/image220.png"/><Relationship Id="rId6" Type="http://schemas.openxmlformats.org/officeDocument/2006/relationships/image" Target="../media/image222.png"/><Relationship Id="rId7" Type="http://schemas.openxmlformats.org/officeDocument/2006/relationships/image" Target="../media/image226.png"/><Relationship Id="rId8" Type="http://schemas.openxmlformats.org/officeDocument/2006/relationships/image" Target="../media/image225.png"/><Relationship Id="rId11" Type="http://schemas.openxmlformats.org/officeDocument/2006/relationships/image" Target="../media/image234.png"/><Relationship Id="rId10" Type="http://schemas.openxmlformats.org/officeDocument/2006/relationships/image" Target="../media/image228.png"/><Relationship Id="rId13" Type="http://schemas.openxmlformats.org/officeDocument/2006/relationships/image" Target="../media/image232.png"/><Relationship Id="rId12" Type="http://schemas.openxmlformats.org/officeDocument/2006/relationships/image" Target="../media/image235.png"/><Relationship Id="rId15" Type="http://schemas.openxmlformats.org/officeDocument/2006/relationships/image" Target="../media/image233.png"/><Relationship Id="rId14" Type="http://schemas.openxmlformats.org/officeDocument/2006/relationships/image" Target="../media/image237.png"/><Relationship Id="rId17" Type="http://schemas.openxmlformats.org/officeDocument/2006/relationships/image" Target="../media/image240.png"/><Relationship Id="rId16" Type="http://schemas.openxmlformats.org/officeDocument/2006/relationships/image" Target="../media/image238.png"/><Relationship Id="rId19" Type="http://schemas.openxmlformats.org/officeDocument/2006/relationships/image" Target="../media/image231.png"/><Relationship Id="rId18" Type="http://schemas.openxmlformats.org/officeDocument/2006/relationships/image" Target="../media/image252.png"/></Relationships>
</file>

<file path=ppt/slides/_rels/slide12.xml.rels><?xml version="1.0" encoding="UTF-8" standalone="yes"?><Relationships xmlns="http://schemas.openxmlformats.org/package/2006/relationships"><Relationship Id="rId20" Type="http://schemas.openxmlformats.org/officeDocument/2006/relationships/image" Target="../media/image257.png"/><Relationship Id="rId22" Type="http://schemas.openxmlformats.org/officeDocument/2006/relationships/image" Target="../media/image281.png"/><Relationship Id="rId21" Type="http://schemas.openxmlformats.org/officeDocument/2006/relationships/image" Target="../media/image256.png"/><Relationship Id="rId24" Type="http://schemas.openxmlformats.org/officeDocument/2006/relationships/image" Target="../media/image271.png"/><Relationship Id="rId23" Type="http://schemas.openxmlformats.org/officeDocument/2006/relationships/image" Target="../media/image263.png"/><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45.png"/><Relationship Id="rId4" Type="http://schemas.openxmlformats.org/officeDocument/2006/relationships/image" Target="../media/image253.png"/><Relationship Id="rId9" Type="http://schemas.openxmlformats.org/officeDocument/2006/relationships/image" Target="../media/image258.png"/><Relationship Id="rId26" Type="http://schemas.openxmlformats.org/officeDocument/2006/relationships/image" Target="../media/image284.png"/><Relationship Id="rId25" Type="http://schemas.openxmlformats.org/officeDocument/2006/relationships/image" Target="../media/image280.png"/><Relationship Id="rId5" Type="http://schemas.openxmlformats.org/officeDocument/2006/relationships/image" Target="../media/image244.png"/><Relationship Id="rId6" Type="http://schemas.openxmlformats.org/officeDocument/2006/relationships/image" Target="../media/image246.png"/><Relationship Id="rId7" Type="http://schemas.openxmlformats.org/officeDocument/2006/relationships/image" Target="../media/image250.png"/><Relationship Id="rId8" Type="http://schemas.openxmlformats.org/officeDocument/2006/relationships/image" Target="../media/image248.png"/><Relationship Id="rId11" Type="http://schemas.openxmlformats.org/officeDocument/2006/relationships/image" Target="../media/image255.png"/><Relationship Id="rId10" Type="http://schemas.openxmlformats.org/officeDocument/2006/relationships/image" Target="../media/image269.png"/><Relationship Id="rId13" Type="http://schemas.openxmlformats.org/officeDocument/2006/relationships/image" Target="../media/image261.png"/><Relationship Id="rId12" Type="http://schemas.openxmlformats.org/officeDocument/2006/relationships/image" Target="../media/image260.png"/><Relationship Id="rId15" Type="http://schemas.openxmlformats.org/officeDocument/2006/relationships/image" Target="../media/image268.png"/><Relationship Id="rId14" Type="http://schemas.openxmlformats.org/officeDocument/2006/relationships/image" Target="../media/image264.png"/><Relationship Id="rId17" Type="http://schemas.openxmlformats.org/officeDocument/2006/relationships/image" Target="../media/image276.png"/><Relationship Id="rId16" Type="http://schemas.openxmlformats.org/officeDocument/2006/relationships/image" Target="../media/image265.png"/><Relationship Id="rId19" Type="http://schemas.openxmlformats.org/officeDocument/2006/relationships/image" Target="../media/image277.png"/><Relationship Id="rId18" Type="http://schemas.openxmlformats.org/officeDocument/2006/relationships/image" Target="../media/image26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2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26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 Id="rId3" Type="http://schemas.openxmlformats.org/officeDocument/2006/relationships/image" Target="../media/image27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 Id="rId3" Type="http://schemas.openxmlformats.org/officeDocument/2006/relationships/image" Target="../media/image28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 Id="rId3" Type="http://schemas.openxmlformats.org/officeDocument/2006/relationships/image" Target="../media/image9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 Id="rId3" Type="http://schemas.openxmlformats.org/officeDocument/2006/relationships/image" Target="../media/image28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 Id="rId3" Type="http://schemas.openxmlformats.org/officeDocument/2006/relationships/image" Target="../media/image5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image" Target="../media/image7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 Id="rId3" Type="http://schemas.openxmlformats.org/officeDocument/2006/relationships/image" Target="../media/image27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 Id="rId3"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 Id="rId3"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0" name="Shape 650"/>
        <p:cNvGrpSpPr/>
        <p:nvPr/>
      </p:nvGrpSpPr>
      <p:grpSpPr>
        <a:xfrm>
          <a:off x="0" y="0"/>
          <a:ext cx="0" cy="0"/>
          <a:chOff x="0" y="0"/>
          <a:chExt cx="0" cy="0"/>
        </a:xfrm>
      </p:grpSpPr>
      <p:sp>
        <p:nvSpPr>
          <p:cNvPr id="651" name="Google Shape;651;p1"/>
          <p:cNvSpPr txBox="1"/>
          <p:nvPr>
            <p:ph idx="1" type="subTitle"/>
          </p:nvPr>
        </p:nvSpPr>
        <p:spPr>
          <a:xfrm>
            <a:off x="884092" y="2716660"/>
            <a:ext cx="3882600" cy="8454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262626"/>
              </a:buClr>
              <a:buSzPts val="3600"/>
              <a:buNone/>
            </a:pPr>
            <a:r>
              <a:rPr lang="en-US" sz="3000"/>
              <a:t>Sound Family /air/; </a:t>
            </a:r>
            <a:br>
              <a:rPr lang="en-US" sz="3000"/>
            </a:br>
            <a:r>
              <a:rPr lang="en-US" sz="3000"/>
              <a:t>air</a:t>
            </a:r>
            <a:endParaRPr sz="3000"/>
          </a:p>
        </p:txBody>
      </p:sp>
      <p:sp>
        <p:nvSpPr>
          <p:cNvPr id="652" name="Google Shape;652;p1"/>
          <p:cNvSpPr txBox="1"/>
          <p:nvPr>
            <p:ph idx="2" type="subTitle"/>
          </p:nvPr>
        </p:nvSpPr>
        <p:spPr>
          <a:xfrm>
            <a:off x="884092" y="3693158"/>
            <a:ext cx="3882600" cy="8454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1000"/>
              </a:spcBef>
              <a:spcAft>
                <a:spcPts val="0"/>
              </a:spcAft>
              <a:buSzPts val="2200"/>
              <a:buNone/>
            </a:pPr>
            <a:r>
              <a:rPr lang="en-US"/>
              <a:t>Lesson 81</a:t>
            </a:r>
            <a:endParaRPr/>
          </a:p>
        </p:txBody>
      </p:sp>
      <p:pic>
        <p:nvPicPr>
          <p:cNvPr id="653" name="Google Shape;653;p1" title="JNL686-73F.png"/>
          <p:cNvPicPr preferRelativeResize="0"/>
          <p:nvPr/>
        </p:nvPicPr>
        <p:blipFill rotWithShape="1">
          <a:blip r:embed="rId3">
            <a:alphaModFix/>
          </a:blip>
          <a:srcRect b="0" l="79" r="79" t="0"/>
          <a:stretch/>
        </p:blipFill>
        <p:spPr>
          <a:xfrm rot="276457">
            <a:off x="6358100" y="3877063"/>
            <a:ext cx="1290087" cy="1825967"/>
          </a:xfrm>
          <a:prstGeom prst="rect">
            <a:avLst/>
          </a:prstGeom>
          <a:noFill/>
          <a:ln>
            <a:noFill/>
          </a:ln>
          <a:effectLst>
            <a:outerShdw blurRad="71438" rotWithShape="0" algn="bl" dir="5220000" dist="38100">
              <a:srgbClr val="000000">
                <a:alpha val="20000"/>
              </a:srgbClr>
            </a:outerShdw>
          </a:effectLst>
        </p:spPr>
      </p:pic>
      <p:graphicFrame>
        <p:nvGraphicFramePr>
          <p:cNvPr id="654" name="Google Shape;654;p1"/>
          <p:cNvGraphicFramePr/>
          <p:nvPr/>
        </p:nvGraphicFramePr>
        <p:xfrm>
          <a:off x="4844200" y="1646527"/>
          <a:ext cx="3000000" cy="3000000"/>
        </p:xfrm>
        <a:graphic>
          <a:graphicData uri="http://schemas.openxmlformats.org/drawingml/2006/table">
            <a:tbl>
              <a:tblPr bandRow="1" firstRow="1">
                <a:noFill/>
                <a:tableStyleId>{7859B62C-A85F-45CC-AC0F-B5AE03D5692E}</a:tableStyleId>
              </a:tblPr>
              <a:tblGrid>
                <a:gridCol w="508550"/>
                <a:gridCol w="508550"/>
                <a:gridCol w="604975"/>
                <a:gridCol w="508575"/>
                <a:gridCol w="556725"/>
                <a:gridCol w="596975"/>
                <a:gridCol w="500525"/>
              </a:tblGrid>
              <a:tr h="508050">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a:t>
                      </a:r>
                      <a:r>
                        <a:rPr lang="en-US" sz="1350" u="none" cap="none" strike="noStrike">
                          <a:latin typeface="Poppins"/>
                          <a:ea typeface="Poppins"/>
                          <a:cs typeface="Poppins"/>
                          <a:sym typeface="Poppins"/>
                        </a:rPr>
                        <a:t>a</a:t>
                      </a:r>
                      <a:r>
                        <a:rPr lang="en-US" sz="1600" u="none" cap="none" strike="noStrike">
                          <a:latin typeface="Jost"/>
                          <a:ea typeface="Jost"/>
                          <a:cs typeface="Jost"/>
                          <a:sym typeface="Jost"/>
                        </a:rPr>
                        <a:t>i/</a:t>
                      </a:r>
                      <a:endParaRPr sz="1600" u="none" cap="none" strike="noStrike">
                        <a:latin typeface="Jost"/>
                        <a:ea typeface="Jost"/>
                        <a:cs typeface="Jost"/>
                        <a:sym typeface="Jost"/>
                      </a:endParaRPr>
                    </a:p>
                  </a:txBody>
                  <a:tcPr marT="0" marB="0" marR="0" marL="0" anchor="ctr">
                    <a:lnL cap="flat" cmpd="sng" w="9525">
                      <a:solidFill>
                        <a:srgbClr val="D8D8D8"/>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/ee/ </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/igh/</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/o</a:t>
                      </a:r>
                      <a:r>
                        <a:rPr lang="en-US" sz="1350" u="none" cap="none" strike="noStrike">
                          <a:latin typeface="Poppins"/>
                          <a:ea typeface="Poppins"/>
                          <a:cs typeface="Poppins"/>
                          <a:sym typeface="Poppins"/>
                        </a:rPr>
                        <a:t>a</a:t>
                      </a:r>
                      <a:r>
                        <a:rPr lang="en-US" sz="1600" u="none" cap="none" strike="noStrike">
                          <a:latin typeface="Jost"/>
                          <a:ea typeface="Jost"/>
                          <a:cs typeface="Jost"/>
                          <a:sym typeface="Jost"/>
                        </a:rPr>
                        <a:t>/ </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500"/>
                        <a:buFont typeface="Arial"/>
                        <a:buNone/>
                      </a:pPr>
                      <a:r>
                        <a:rPr lang="en-US" sz="1600" u="none" cap="none" strike="noStrike">
                          <a:latin typeface="Jost"/>
                          <a:ea typeface="Jost"/>
                          <a:cs typeface="Jost"/>
                          <a:sym typeface="Jost"/>
                        </a:rPr>
                        <a:t>/oo/ </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Jost"/>
                          <a:ea typeface="Jost"/>
                          <a:cs typeface="Jost"/>
                          <a:sym typeface="Jost"/>
                        </a:rPr>
                        <a:t>/y-oo/ </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Jost"/>
                          <a:ea typeface="Jost"/>
                          <a:cs typeface="Jost"/>
                          <a:sym typeface="Jost"/>
                        </a:rPr>
                        <a:t>/r/</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0CECE"/>
                      </a:solidFill>
                      <a:prstDash val="solid"/>
                      <a:round/>
                      <a:headEnd len="sm" w="sm" type="none"/>
                      <a:tailEnd len="sm" w="sm" type="none"/>
                    </a:lnB>
                  </a:tcPr>
                </a:tc>
              </a:tr>
              <a:tr h="508050">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/n/</a:t>
                      </a:r>
                      <a:endParaRPr sz="1600" u="none" cap="none" strike="noStrike">
                        <a:latin typeface="Jost"/>
                        <a:ea typeface="Jost"/>
                        <a:cs typeface="Jost"/>
                        <a:sym typeface="Jost"/>
                      </a:endParaRPr>
                    </a:p>
                  </a:txBody>
                  <a:tcPr marT="0" marB="0" marR="0" marL="0" anchor="ctr">
                    <a:lnL cap="flat" cmpd="sng" w="9525">
                      <a:solidFill>
                        <a:srgbClr val="D8D8D8"/>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/m/</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/ch/</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/k/</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/sh/</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Jost"/>
                          <a:ea typeface="Jost"/>
                          <a:cs typeface="Jost"/>
                          <a:sym typeface="Jost"/>
                        </a:rPr>
                        <a:t>/j/</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Jost"/>
                          <a:ea typeface="Jost"/>
                          <a:cs typeface="Jost"/>
                          <a:sym typeface="Jost"/>
                        </a:rPr>
                        <a:t>/v/</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r>
              <a:tr h="508050">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Jost"/>
                          <a:ea typeface="Jost"/>
                          <a:cs typeface="Jost"/>
                          <a:sym typeface="Jost"/>
                        </a:rPr>
                        <a:t>/u/ </a:t>
                      </a:r>
                      <a:endParaRPr sz="18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/e/</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/i/ </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/s/</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/zh/</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Jost"/>
                          <a:ea typeface="Jost"/>
                          <a:cs typeface="Jost"/>
                          <a:sym typeface="Jost"/>
                        </a:rPr>
                        <a:t>/z/</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rtl="0" algn="ctr">
                        <a:spcBef>
                          <a:spcPts val="0"/>
                        </a:spcBef>
                        <a:spcAft>
                          <a:spcPts val="0"/>
                        </a:spcAft>
                        <a:buClr>
                          <a:srgbClr val="000000"/>
                        </a:buClr>
                        <a:buSzPts val="1600"/>
                        <a:buFont typeface="Arial"/>
                        <a:buNone/>
                      </a:pPr>
                      <a:r>
                        <a:rPr lang="en-US" sz="1600">
                          <a:latin typeface="Jost"/>
                          <a:ea typeface="Jost"/>
                          <a:cs typeface="Jost"/>
                          <a:sym typeface="Jost"/>
                        </a:rPr>
                        <a:t>/</a:t>
                      </a:r>
                      <a:r>
                        <a:rPr lang="en-US" sz="1350">
                          <a:latin typeface="Poppins"/>
                          <a:ea typeface="Poppins"/>
                          <a:cs typeface="Poppins"/>
                          <a:sym typeface="Poppins"/>
                        </a:rPr>
                        <a:t>a</a:t>
                      </a:r>
                      <a:r>
                        <a:rPr lang="en-US" sz="1600">
                          <a:latin typeface="Jost"/>
                          <a:ea typeface="Jost"/>
                          <a:cs typeface="Jost"/>
                          <a:sym typeface="Jost"/>
                        </a:rPr>
                        <a:t>r/</a:t>
                      </a:r>
                      <a:endParaRPr sz="1600">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r>
              <a:tr h="508050">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Jost"/>
                          <a:ea typeface="Jost"/>
                          <a:cs typeface="Jost"/>
                          <a:sym typeface="Jost"/>
                        </a:rPr>
                        <a:t>/or/</a:t>
                      </a:r>
                      <a:endParaRPr sz="18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rtl="0" algn="ctr">
                        <a:spcBef>
                          <a:spcPts val="0"/>
                        </a:spcBef>
                        <a:spcAft>
                          <a:spcPts val="0"/>
                        </a:spcAft>
                        <a:buClr>
                          <a:srgbClr val="000000"/>
                        </a:buClr>
                        <a:buSzPts val="1600"/>
                        <a:buFont typeface="Arial"/>
                        <a:buNone/>
                      </a:pPr>
                      <a:r>
                        <a:rPr lang="en-US" sz="1600">
                          <a:latin typeface="Jost"/>
                          <a:ea typeface="Jost"/>
                          <a:cs typeface="Jost"/>
                          <a:sym typeface="Jost"/>
                        </a:rPr>
                        <a:t>/ur/</a:t>
                      </a:r>
                      <a:endParaRPr sz="1600">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rtl="0" algn="ctr">
                        <a:spcBef>
                          <a:spcPts val="0"/>
                        </a:spcBef>
                        <a:spcAft>
                          <a:spcPts val="0"/>
                        </a:spcAft>
                        <a:buClr>
                          <a:srgbClr val="000000"/>
                        </a:buClr>
                        <a:buSzPts val="1600"/>
                        <a:buFont typeface="Arial"/>
                        <a:buNone/>
                      </a:pPr>
                      <a:r>
                        <a:rPr lang="en-US" sz="1600">
                          <a:solidFill>
                            <a:srgbClr val="FFFFFF"/>
                          </a:solidFill>
                          <a:latin typeface="Jost"/>
                          <a:ea typeface="Jost"/>
                          <a:cs typeface="Jost"/>
                          <a:sym typeface="Jost"/>
                        </a:rPr>
                        <a:t>/</a:t>
                      </a:r>
                      <a:r>
                        <a:rPr lang="en-US" sz="1350">
                          <a:solidFill>
                            <a:srgbClr val="FFFFFF"/>
                          </a:solidFill>
                          <a:latin typeface="Poppins"/>
                          <a:ea typeface="Poppins"/>
                          <a:cs typeface="Poppins"/>
                          <a:sym typeface="Poppins"/>
                        </a:rPr>
                        <a:t>a</a:t>
                      </a:r>
                      <a:r>
                        <a:rPr lang="en-US" sz="1600">
                          <a:solidFill>
                            <a:srgbClr val="FFFFFF"/>
                          </a:solidFill>
                          <a:latin typeface="Jost"/>
                          <a:ea typeface="Jost"/>
                          <a:cs typeface="Jost"/>
                          <a:sym typeface="Jost"/>
                        </a:rPr>
                        <a:t>ir/</a:t>
                      </a:r>
                      <a:endParaRPr sz="1600">
                        <a:solidFill>
                          <a:srgbClr val="FFFFFF"/>
                        </a:solidFill>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solidFill>
                      <a:srgbClr val="000000"/>
                    </a:solidFill>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/e</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u="none" cap="none" strike="noStrike">
                        <a:solidFill>
                          <a:srgbClr val="D9D9D9"/>
                        </a:solidFill>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9" name="Shape 659"/>
        <p:cNvGrpSpPr/>
        <p:nvPr/>
      </p:nvGrpSpPr>
      <p:grpSpPr>
        <a:xfrm>
          <a:off x="0" y="0"/>
          <a:ext cx="0" cy="0"/>
          <a:chOff x="0" y="0"/>
          <a:chExt cx="0" cy="0"/>
        </a:xfrm>
      </p:grpSpPr>
      <p:sp>
        <p:nvSpPr>
          <p:cNvPr id="660" name="Google Shape;660;g2bee4f4af4b_0_204"/>
          <p:cNvSpPr txBox="1"/>
          <p:nvPr>
            <p:ph idx="1" type="body"/>
          </p:nvPr>
        </p:nvSpPr>
        <p:spPr>
          <a:xfrm>
            <a:off x="3298550" y="1032250"/>
            <a:ext cx="4850100" cy="620700"/>
          </a:xfrm>
          <a:prstGeom prst="rect">
            <a:avLst/>
          </a:prstGeom>
          <a:noFill/>
          <a:ln>
            <a:noFill/>
          </a:ln>
        </p:spPr>
        <p:txBody>
          <a:bodyPr anchorCtr="0" anchor="ctr" bIns="0" lIns="0" spcFirstLastPara="1" rIns="0" wrap="square" tIns="0">
            <a:noAutofit/>
          </a:bodyPr>
          <a:lstStyle/>
          <a:p>
            <a:pPr indent="-330200" lvl="0" marL="457200" rtl="0" algn="l">
              <a:lnSpc>
                <a:spcPct val="100000"/>
              </a:lnSpc>
              <a:spcBef>
                <a:spcPts val="0"/>
              </a:spcBef>
              <a:spcAft>
                <a:spcPts val="0"/>
              </a:spcAft>
              <a:buSzPts val="1600"/>
              <a:buChar char="•"/>
            </a:pPr>
            <a:r>
              <a:rPr lang="en-US"/>
              <a:t>Review and </a:t>
            </a:r>
            <a:r>
              <a:rPr lang="en-US"/>
              <a:t>practise</a:t>
            </a:r>
            <a:r>
              <a:rPr lang="en-US"/>
              <a:t> </a:t>
            </a:r>
            <a:r>
              <a:rPr lang="en-US">
                <a:solidFill>
                  <a:srgbClr val="8DC63F"/>
                </a:solidFill>
              </a:rPr>
              <a:t>/air/</a:t>
            </a:r>
            <a:r>
              <a:rPr lang="en-US"/>
              <a:t> sound family spelling patterns.</a:t>
            </a:r>
            <a:endParaRPr/>
          </a:p>
        </p:txBody>
      </p:sp>
      <p:sp>
        <p:nvSpPr>
          <p:cNvPr id="661" name="Google Shape;661;g2bee4f4af4b_0_204"/>
          <p:cNvSpPr txBox="1"/>
          <p:nvPr>
            <p:ph idx="2" type="body"/>
          </p:nvPr>
        </p:nvSpPr>
        <p:spPr>
          <a:xfrm>
            <a:off x="3298550" y="2159660"/>
            <a:ext cx="4850100" cy="620700"/>
          </a:xfrm>
          <a:prstGeom prst="rect">
            <a:avLst/>
          </a:prstGeom>
          <a:noFill/>
          <a:ln>
            <a:noFill/>
          </a:ln>
        </p:spPr>
        <p:txBody>
          <a:bodyPr anchorCtr="0" anchor="ctr" bIns="0" lIns="0" spcFirstLastPara="1" rIns="0" wrap="square" tIns="0">
            <a:noAutofit/>
          </a:bodyPr>
          <a:lstStyle/>
          <a:p>
            <a:pPr indent="-330200" lvl="0" marL="457200" rtl="0" algn="l">
              <a:lnSpc>
                <a:spcPct val="100000"/>
              </a:lnSpc>
              <a:spcBef>
                <a:spcPts val="0"/>
              </a:spcBef>
              <a:spcAft>
                <a:spcPts val="0"/>
              </a:spcAft>
              <a:buSzPts val="1600"/>
              <a:buChar char="•"/>
            </a:pPr>
            <a:r>
              <a:rPr lang="en-US"/>
              <a:t>Recall all GPCs learned so far using flashcards.</a:t>
            </a:r>
            <a:endParaRPr/>
          </a:p>
        </p:txBody>
      </p:sp>
      <p:sp>
        <p:nvSpPr>
          <p:cNvPr id="662" name="Google Shape;662;g2bee4f4af4b_0_204"/>
          <p:cNvSpPr txBox="1"/>
          <p:nvPr/>
        </p:nvSpPr>
        <p:spPr>
          <a:xfrm>
            <a:off x="982251" y="5566003"/>
            <a:ext cx="813600" cy="246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lang="en-US" sz="1000">
                <a:solidFill>
                  <a:srgbClr val="AEABAB"/>
                </a:solidFill>
                <a:latin typeface="Poppins"/>
                <a:ea typeface="Poppins"/>
                <a:cs typeface="Poppins"/>
                <a:sym typeface="Poppins"/>
              </a:rPr>
              <a:t>JNL686</a:t>
            </a:r>
            <a:endParaRPr b="0" i="0" sz="1000" u="none" cap="none" strike="noStrike">
              <a:solidFill>
                <a:srgbClr val="000000"/>
              </a:solidFill>
              <a:latin typeface="Poppins"/>
              <a:ea typeface="Poppins"/>
              <a:cs typeface="Poppins"/>
              <a:sym typeface="Poppins"/>
            </a:endParaRPr>
          </a:p>
        </p:txBody>
      </p:sp>
      <p:sp>
        <p:nvSpPr>
          <p:cNvPr id="663" name="Google Shape;663;g2bee4f4af4b_0_204"/>
          <p:cNvSpPr txBox="1"/>
          <p:nvPr/>
        </p:nvSpPr>
        <p:spPr>
          <a:xfrm>
            <a:off x="774951" y="5256529"/>
            <a:ext cx="12282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b="0" i="0" sz="1400" u="none" cap="none" strike="noStrike">
              <a:solidFill>
                <a:srgbClr val="000000"/>
              </a:solidFill>
              <a:latin typeface="Poppins Medium"/>
              <a:ea typeface="Poppins Medium"/>
              <a:cs typeface="Poppins Medium"/>
              <a:sym typeface="Poppins Medium"/>
            </a:endParaRPr>
          </a:p>
        </p:txBody>
      </p:sp>
      <p:pic>
        <p:nvPicPr>
          <p:cNvPr id="664" name="Google Shape;664;g2bee4f4af4b_0_204" title="JNL686-73F.png"/>
          <p:cNvPicPr preferRelativeResize="0"/>
          <p:nvPr/>
        </p:nvPicPr>
        <p:blipFill rotWithShape="1">
          <a:blip r:embed="rId3">
            <a:alphaModFix/>
          </a:blip>
          <a:srcRect b="0" l="79" r="79" t="0"/>
          <a:stretch/>
        </p:blipFill>
        <p:spPr>
          <a:xfrm>
            <a:off x="995626" y="4101860"/>
            <a:ext cx="786850" cy="1113689"/>
          </a:xfrm>
          <a:prstGeom prst="rect">
            <a:avLst/>
          </a:prstGeom>
          <a:noFill/>
          <a:ln>
            <a:noFill/>
          </a:ln>
          <a:effectLst>
            <a:outerShdw blurRad="71438" rotWithShape="0" algn="bl" dir="5220000" dist="19050">
              <a:srgbClr val="D8D8D8"/>
            </a:outerShdw>
          </a:effectLst>
        </p:spPr>
      </p:pic>
      <p:sp>
        <p:nvSpPr>
          <p:cNvPr id="665" name="Google Shape;665;g2bee4f4af4b_0_204"/>
          <p:cNvSpPr txBox="1"/>
          <p:nvPr/>
        </p:nvSpPr>
        <p:spPr>
          <a:xfrm>
            <a:off x="2262506" y="5566003"/>
            <a:ext cx="813600" cy="246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lang="en-US" sz="1000">
                <a:solidFill>
                  <a:srgbClr val="AEABAB"/>
                </a:solidFill>
                <a:latin typeface="Poppins"/>
                <a:ea typeface="Poppins"/>
                <a:cs typeface="Poppins"/>
                <a:sym typeface="Poppins"/>
              </a:rPr>
              <a:t>JNL689</a:t>
            </a:r>
            <a:endParaRPr b="0" i="0" sz="1000" u="none" cap="none" strike="noStrike">
              <a:solidFill>
                <a:srgbClr val="000000"/>
              </a:solidFill>
              <a:latin typeface="Poppins"/>
              <a:ea typeface="Poppins"/>
              <a:cs typeface="Poppins"/>
              <a:sym typeface="Poppins"/>
            </a:endParaRPr>
          </a:p>
        </p:txBody>
      </p:sp>
      <p:sp>
        <p:nvSpPr>
          <p:cNvPr id="666" name="Google Shape;666;g2bee4f4af4b_0_204"/>
          <p:cNvSpPr txBox="1"/>
          <p:nvPr/>
        </p:nvSpPr>
        <p:spPr>
          <a:xfrm>
            <a:off x="2055206" y="5256529"/>
            <a:ext cx="12282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b="0" i="0" sz="1400" u="none" cap="none" strike="noStrike">
              <a:solidFill>
                <a:srgbClr val="000000"/>
              </a:solidFill>
              <a:latin typeface="Poppins Medium"/>
              <a:ea typeface="Poppins Medium"/>
              <a:cs typeface="Poppins Medium"/>
              <a:sym typeface="Poppins Medium"/>
            </a:endParaRPr>
          </a:p>
        </p:txBody>
      </p:sp>
      <p:pic>
        <p:nvPicPr>
          <p:cNvPr id="667" name="Google Shape;667;g2bee4f4af4b_0_204" title="JNL689-45F.png"/>
          <p:cNvPicPr preferRelativeResize="0"/>
          <p:nvPr/>
        </p:nvPicPr>
        <p:blipFill rotWithShape="1">
          <a:blip r:embed="rId4">
            <a:alphaModFix/>
          </a:blip>
          <a:srcRect b="0" l="159" r="149" t="0"/>
          <a:stretch/>
        </p:blipFill>
        <p:spPr>
          <a:xfrm>
            <a:off x="2262506" y="4169988"/>
            <a:ext cx="813600" cy="977433"/>
          </a:xfrm>
          <a:prstGeom prst="rect">
            <a:avLst/>
          </a:prstGeom>
          <a:noFill/>
          <a:ln>
            <a:noFill/>
          </a:ln>
          <a:effectLst>
            <a:outerShdw blurRad="71438" rotWithShape="0" algn="bl" dir="5220000" dist="19050">
              <a:srgbClr val="D8D8D8"/>
            </a:outerShdw>
          </a:effectLst>
        </p:spPr>
      </p:pic>
      <p:sp>
        <p:nvSpPr>
          <p:cNvPr id="668" name="Google Shape;668;g2bee4f4af4b_0_204"/>
          <p:cNvSpPr txBox="1"/>
          <p:nvPr/>
        </p:nvSpPr>
        <p:spPr>
          <a:xfrm>
            <a:off x="4637616" y="5566003"/>
            <a:ext cx="813600" cy="246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lang="en-US" sz="1000">
                <a:solidFill>
                  <a:srgbClr val="AEABAB"/>
                </a:solidFill>
                <a:latin typeface="Poppins"/>
                <a:ea typeface="Poppins"/>
                <a:cs typeface="Poppins"/>
                <a:sym typeface="Poppins"/>
              </a:rPr>
              <a:t>JNL687</a:t>
            </a:r>
            <a:endParaRPr b="0" i="0" sz="1000" u="none" cap="none" strike="noStrike">
              <a:solidFill>
                <a:srgbClr val="000000"/>
              </a:solidFill>
              <a:latin typeface="Poppins"/>
              <a:ea typeface="Poppins"/>
              <a:cs typeface="Poppins"/>
              <a:sym typeface="Poppins"/>
            </a:endParaRPr>
          </a:p>
        </p:txBody>
      </p:sp>
      <p:sp>
        <p:nvSpPr>
          <p:cNvPr id="669" name="Google Shape;669;g2bee4f4af4b_0_204"/>
          <p:cNvSpPr txBox="1"/>
          <p:nvPr/>
        </p:nvSpPr>
        <p:spPr>
          <a:xfrm>
            <a:off x="4336974" y="5256525"/>
            <a:ext cx="14148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a:t>
            </a:r>
            <a:r>
              <a:rPr b="0" i="0" lang="en-US" sz="900" u="none" cap="none" strike="noStrike">
                <a:solidFill>
                  <a:srgbClr val="757070"/>
                </a:solidFill>
                <a:latin typeface="Poppins Medium"/>
                <a:ea typeface="Poppins Medium"/>
                <a:cs typeface="Poppins Medium"/>
                <a:sym typeface="Poppins Medium"/>
              </a:rPr>
              <a:t>s</a:t>
            </a:r>
            <a:endParaRPr b="0" i="0" sz="1400" u="none" cap="none" strike="noStrike">
              <a:solidFill>
                <a:srgbClr val="000000"/>
              </a:solidFill>
              <a:latin typeface="Poppins Medium"/>
              <a:ea typeface="Poppins Medium"/>
              <a:cs typeface="Poppins Medium"/>
              <a:sym typeface="Poppins Medium"/>
            </a:endParaRPr>
          </a:p>
        </p:txBody>
      </p:sp>
      <p:pic>
        <p:nvPicPr>
          <p:cNvPr id="670" name="Google Shape;670;g2bee4f4af4b_0_204" title="JNL687-27F.png"/>
          <p:cNvPicPr preferRelativeResize="0"/>
          <p:nvPr/>
        </p:nvPicPr>
        <p:blipFill rotWithShape="1">
          <a:blip r:embed="rId5">
            <a:alphaModFix/>
          </a:blip>
          <a:srcRect b="79" l="0" r="0" t="89"/>
          <a:stretch/>
        </p:blipFill>
        <p:spPr>
          <a:xfrm>
            <a:off x="4578429" y="4326104"/>
            <a:ext cx="931974" cy="665199"/>
          </a:xfrm>
          <a:prstGeom prst="rect">
            <a:avLst/>
          </a:prstGeom>
          <a:noFill/>
          <a:ln>
            <a:noFill/>
          </a:ln>
          <a:effectLst>
            <a:outerShdw blurRad="71438" rotWithShape="0" algn="bl" dir="5220000" dist="19050">
              <a:srgbClr val="D8D8D8"/>
            </a:outerShdw>
          </a:effectLst>
        </p:spPr>
      </p:pic>
      <p:sp>
        <p:nvSpPr>
          <p:cNvPr id="671" name="Google Shape;671;g2bee4f4af4b_0_204"/>
          <p:cNvSpPr txBox="1"/>
          <p:nvPr/>
        </p:nvSpPr>
        <p:spPr>
          <a:xfrm>
            <a:off x="3450061" y="5566003"/>
            <a:ext cx="813600" cy="246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lang="en-US" sz="1000">
                <a:solidFill>
                  <a:srgbClr val="AEABAB"/>
                </a:solidFill>
                <a:latin typeface="Poppins"/>
                <a:ea typeface="Poppins"/>
                <a:cs typeface="Poppins"/>
                <a:sym typeface="Poppins"/>
              </a:rPr>
              <a:t>JNL692</a:t>
            </a:r>
            <a:endParaRPr b="0" i="0" sz="1000" u="none" cap="none" strike="noStrike">
              <a:solidFill>
                <a:srgbClr val="000000"/>
              </a:solidFill>
              <a:latin typeface="Poppins"/>
              <a:ea typeface="Poppins"/>
              <a:cs typeface="Poppins"/>
              <a:sym typeface="Poppins"/>
            </a:endParaRPr>
          </a:p>
        </p:txBody>
      </p:sp>
      <p:sp>
        <p:nvSpPr>
          <p:cNvPr id="672" name="Google Shape;672;g2bee4f4af4b_0_204"/>
          <p:cNvSpPr txBox="1"/>
          <p:nvPr/>
        </p:nvSpPr>
        <p:spPr>
          <a:xfrm>
            <a:off x="3335461" y="5256529"/>
            <a:ext cx="1042800" cy="230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0" i="0" lang="en-US" sz="900" u="none" cap="none" strike="noStrike">
                <a:solidFill>
                  <a:srgbClr val="757070"/>
                </a:solidFill>
                <a:latin typeface="Poppins Medium"/>
                <a:ea typeface="Poppins Medium"/>
                <a:cs typeface="Poppins Medium"/>
                <a:sym typeface="Poppins Medium"/>
              </a:rPr>
              <a:t>Alien Words</a:t>
            </a:r>
            <a:endParaRPr b="0" i="0" sz="1400" u="none" cap="none" strike="noStrike">
              <a:solidFill>
                <a:srgbClr val="000000"/>
              </a:solidFill>
              <a:latin typeface="Poppins Medium"/>
              <a:ea typeface="Poppins Medium"/>
              <a:cs typeface="Poppins Medium"/>
              <a:sym typeface="Poppins Medium"/>
            </a:endParaRPr>
          </a:p>
        </p:txBody>
      </p:sp>
      <p:pic>
        <p:nvPicPr>
          <p:cNvPr id="673" name="Google Shape;673;g2bee4f4af4b_0_204" title="JNL692-45F.png"/>
          <p:cNvPicPr preferRelativeResize="0"/>
          <p:nvPr/>
        </p:nvPicPr>
        <p:blipFill rotWithShape="1">
          <a:blip r:embed="rId6">
            <a:alphaModFix/>
          </a:blip>
          <a:srcRect b="0" l="0" r="0" t="0"/>
          <a:stretch/>
        </p:blipFill>
        <p:spPr>
          <a:xfrm>
            <a:off x="3549599" y="4232253"/>
            <a:ext cx="614525" cy="852902"/>
          </a:xfrm>
          <a:prstGeom prst="rect">
            <a:avLst/>
          </a:prstGeom>
          <a:noFill/>
          <a:ln>
            <a:noFill/>
          </a:ln>
          <a:effectLst>
            <a:outerShdw blurRad="71438" rotWithShape="0" algn="bl" dir="5220000" dist="19050">
              <a:srgbClr val="D8D8D8"/>
            </a:outerShdw>
          </a:effectLst>
        </p:spPr>
      </p:pic>
      <p:sp>
        <p:nvSpPr>
          <p:cNvPr id="674" name="Google Shape;674;g2bee4f4af4b_0_204">
            <a:hlinkClick action="ppaction://hlinksldjump" r:id="rId7"/>
          </p:cNvPr>
          <p:cNvSpPr/>
          <p:nvPr/>
        </p:nvSpPr>
        <p:spPr>
          <a:xfrm>
            <a:off x="898575" y="4127750"/>
            <a:ext cx="996300" cy="1808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675" name="Google Shape;675;g2bee4f4af4b_0_204">
            <a:hlinkClick action="ppaction://hlinksldjump" r:id="rId8"/>
          </p:cNvPr>
          <p:cNvSpPr/>
          <p:nvPr/>
        </p:nvSpPr>
        <p:spPr>
          <a:xfrm>
            <a:off x="2055200" y="4127750"/>
            <a:ext cx="1228200" cy="1808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676" name="Google Shape;676;g2bee4f4af4b_0_204">
            <a:hlinkClick action="ppaction://hlinksldjump" r:id="rId9"/>
          </p:cNvPr>
          <p:cNvSpPr/>
          <p:nvPr/>
        </p:nvSpPr>
        <p:spPr>
          <a:xfrm>
            <a:off x="3335463" y="4127750"/>
            <a:ext cx="1042800" cy="1808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677" name="Google Shape;677;g2bee4f4af4b_0_204">
            <a:hlinkClick action="ppaction://hlinksldjump" r:id="rId10"/>
          </p:cNvPr>
          <p:cNvSpPr/>
          <p:nvPr/>
        </p:nvSpPr>
        <p:spPr>
          <a:xfrm>
            <a:off x="4430300" y="4127750"/>
            <a:ext cx="1228200" cy="1808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2" name="Shape 682"/>
        <p:cNvGrpSpPr/>
        <p:nvPr/>
      </p:nvGrpSpPr>
      <p:grpSpPr>
        <a:xfrm>
          <a:off x="0" y="0"/>
          <a:ext cx="0" cy="0"/>
          <a:chOff x="0" y="0"/>
          <a:chExt cx="0" cy="0"/>
        </a:xfrm>
      </p:grpSpPr>
      <p:sp>
        <p:nvSpPr>
          <p:cNvPr id="683" name="Google Shape;683;g341b0cfeb39_0_1"/>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2400"/>
              <a:buNone/>
            </a:pPr>
            <a:r>
              <a:rPr lang="en-US"/>
              <a:t>Recall all GPCs learned so far using flashcards.</a:t>
            </a:r>
            <a:endParaRPr/>
          </a:p>
        </p:txBody>
      </p:sp>
      <p:grpSp>
        <p:nvGrpSpPr>
          <p:cNvPr id="684" name="Google Shape;684;g341b0cfeb39_0_1"/>
          <p:cNvGrpSpPr/>
          <p:nvPr/>
        </p:nvGrpSpPr>
        <p:grpSpPr>
          <a:xfrm>
            <a:off x="930400" y="2053244"/>
            <a:ext cx="7283200" cy="3724851"/>
            <a:chOff x="930400" y="2129444"/>
            <a:chExt cx="7283200" cy="3724851"/>
          </a:xfrm>
        </p:grpSpPr>
        <p:pic>
          <p:nvPicPr>
            <p:cNvPr id="685" name="Google Shape;685;g341b0cfeb39_0_1"/>
            <p:cNvPicPr preferRelativeResize="0"/>
            <p:nvPr/>
          </p:nvPicPr>
          <p:blipFill rotWithShape="1">
            <a:blip r:embed="rId3">
              <a:alphaModFix/>
            </a:blip>
            <a:srcRect b="0" l="79" r="79" t="0"/>
            <a:stretch/>
          </p:blipFill>
          <p:spPr>
            <a:xfrm>
              <a:off x="930400" y="2129444"/>
              <a:ext cx="822525" cy="1164251"/>
            </a:xfrm>
            <a:prstGeom prst="rect">
              <a:avLst/>
            </a:prstGeom>
            <a:noFill/>
            <a:ln>
              <a:noFill/>
            </a:ln>
            <a:effectLst>
              <a:outerShdw blurRad="71438" rotWithShape="0" algn="bl" dir="5400000" dist="28575">
                <a:srgbClr val="000000">
                  <a:alpha val="15290"/>
                </a:srgbClr>
              </a:outerShdw>
            </a:effectLst>
          </p:spPr>
        </p:pic>
        <p:pic>
          <p:nvPicPr>
            <p:cNvPr id="686" name="Google Shape;686;g341b0cfeb39_0_1"/>
            <p:cNvPicPr preferRelativeResize="0"/>
            <p:nvPr/>
          </p:nvPicPr>
          <p:blipFill rotWithShape="1">
            <a:blip r:embed="rId4">
              <a:alphaModFix/>
            </a:blip>
            <a:srcRect b="0" l="19" r="29" t="0"/>
            <a:stretch/>
          </p:blipFill>
          <p:spPr>
            <a:xfrm>
              <a:off x="3699261" y="2129444"/>
              <a:ext cx="822525" cy="1164251"/>
            </a:xfrm>
            <a:prstGeom prst="rect">
              <a:avLst/>
            </a:prstGeom>
            <a:noFill/>
            <a:ln>
              <a:noFill/>
            </a:ln>
            <a:effectLst>
              <a:outerShdw blurRad="71438" rotWithShape="0" algn="bl" dir="5400000" dist="28575">
                <a:srgbClr val="000000">
                  <a:alpha val="15290"/>
                </a:srgbClr>
              </a:outerShdw>
            </a:effectLst>
          </p:spPr>
        </p:pic>
        <p:pic>
          <p:nvPicPr>
            <p:cNvPr id="687" name="Google Shape;687;g341b0cfeb39_0_1"/>
            <p:cNvPicPr preferRelativeResize="0"/>
            <p:nvPr/>
          </p:nvPicPr>
          <p:blipFill rotWithShape="1">
            <a:blip r:embed="rId5">
              <a:alphaModFix/>
            </a:blip>
            <a:srcRect b="0" l="19" r="29" t="0"/>
            <a:stretch/>
          </p:blipFill>
          <p:spPr>
            <a:xfrm>
              <a:off x="1853354" y="2129444"/>
              <a:ext cx="822525" cy="1164251"/>
            </a:xfrm>
            <a:prstGeom prst="rect">
              <a:avLst/>
            </a:prstGeom>
            <a:noFill/>
            <a:ln>
              <a:noFill/>
            </a:ln>
            <a:effectLst>
              <a:outerShdw blurRad="71438" rotWithShape="0" algn="bl" dir="5400000" dist="28575">
                <a:srgbClr val="000000">
                  <a:alpha val="15290"/>
                </a:srgbClr>
              </a:outerShdw>
            </a:effectLst>
          </p:spPr>
        </p:pic>
        <p:pic>
          <p:nvPicPr>
            <p:cNvPr id="688" name="Google Shape;688;g341b0cfeb39_0_1"/>
            <p:cNvPicPr preferRelativeResize="0"/>
            <p:nvPr/>
          </p:nvPicPr>
          <p:blipFill rotWithShape="1">
            <a:blip r:embed="rId6">
              <a:alphaModFix/>
            </a:blip>
            <a:srcRect b="0" l="19" r="29" t="0"/>
            <a:stretch/>
          </p:blipFill>
          <p:spPr>
            <a:xfrm>
              <a:off x="2776307" y="2129444"/>
              <a:ext cx="822525" cy="1164251"/>
            </a:xfrm>
            <a:prstGeom prst="rect">
              <a:avLst/>
            </a:prstGeom>
            <a:noFill/>
            <a:ln>
              <a:noFill/>
            </a:ln>
            <a:effectLst>
              <a:outerShdw blurRad="71438" rotWithShape="0" algn="bl" dir="5400000" dist="28575">
                <a:srgbClr val="000000">
                  <a:alpha val="15290"/>
                </a:srgbClr>
              </a:outerShdw>
            </a:effectLst>
          </p:spPr>
        </p:pic>
        <p:pic>
          <p:nvPicPr>
            <p:cNvPr id="689" name="Google Shape;689;g341b0cfeb39_0_1"/>
            <p:cNvPicPr preferRelativeResize="0"/>
            <p:nvPr/>
          </p:nvPicPr>
          <p:blipFill rotWithShape="1">
            <a:blip r:embed="rId7">
              <a:alphaModFix/>
            </a:blip>
            <a:srcRect b="0" l="79" r="79" t="0"/>
            <a:stretch/>
          </p:blipFill>
          <p:spPr>
            <a:xfrm>
              <a:off x="4622214" y="2129444"/>
              <a:ext cx="822525" cy="1164251"/>
            </a:xfrm>
            <a:prstGeom prst="rect">
              <a:avLst/>
            </a:prstGeom>
            <a:noFill/>
            <a:ln>
              <a:noFill/>
            </a:ln>
            <a:effectLst>
              <a:outerShdw blurRad="71438" rotWithShape="0" algn="bl" dir="5400000" dist="28575">
                <a:srgbClr val="000000">
                  <a:alpha val="15290"/>
                </a:srgbClr>
              </a:outerShdw>
            </a:effectLst>
          </p:spPr>
        </p:pic>
        <p:pic>
          <p:nvPicPr>
            <p:cNvPr id="690" name="Google Shape;690;g341b0cfeb39_0_1"/>
            <p:cNvPicPr preferRelativeResize="0"/>
            <p:nvPr/>
          </p:nvPicPr>
          <p:blipFill rotWithShape="1">
            <a:blip r:embed="rId8">
              <a:alphaModFix/>
            </a:blip>
            <a:srcRect b="0" l="79" r="79" t="0"/>
            <a:stretch/>
          </p:blipFill>
          <p:spPr>
            <a:xfrm>
              <a:off x="7391075" y="2129444"/>
              <a:ext cx="822525" cy="1164251"/>
            </a:xfrm>
            <a:prstGeom prst="rect">
              <a:avLst/>
            </a:prstGeom>
            <a:noFill/>
            <a:ln>
              <a:noFill/>
            </a:ln>
            <a:effectLst>
              <a:outerShdw blurRad="71438" rotWithShape="0" algn="bl" dir="5400000" dist="28575">
                <a:srgbClr val="000000">
                  <a:alpha val="15290"/>
                </a:srgbClr>
              </a:outerShdw>
            </a:effectLst>
          </p:spPr>
        </p:pic>
        <p:pic>
          <p:nvPicPr>
            <p:cNvPr id="691" name="Google Shape;691;g341b0cfeb39_0_1"/>
            <p:cNvPicPr preferRelativeResize="0"/>
            <p:nvPr/>
          </p:nvPicPr>
          <p:blipFill rotWithShape="1">
            <a:blip r:embed="rId9">
              <a:alphaModFix/>
            </a:blip>
            <a:srcRect b="0" l="79" r="79" t="0"/>
            <a:stretch/>
          </p:blipFill>
          <p:spPr>
            <a:xfrm>
              <a:off x="5545168" y="2129444"/>
              <a:ext cx="822525" cy="1164251"/>
            </a:xfrm>
            <a:prstGeom prst="rect">
              <a:avLst/>
            </a:prstGeom>
            <a:noFill/>
            <a:ln>
              <a:noFill/>
            </a:ln>
            <a:effectLst>
              <a:outerShdw blurRad="71438" rotWithShape="0" algn="bl" dir="5400000" dist="28575">
                <a:srgbClr val="000000">
                  <a:alpha val="15290"/>
                </a:srgbClr>
              </a:outerShdw>
            </a:effectLst>
          </p:spPr>
        </p:pic>
        <p:pic>
          <p:nvPicPr>
            <p:cNvPr id="692" name="Google Shape;692;g341b0cfeb39_0_1"/>
            <p:cNvPicPr preferRelativeResize="0"/>
            <p:nvPr/>
          </p:nvPicPr>
          <p:blipFill rotWithShape="1">
            <a:blip r:embed="rId10">
              <a:alphaModFix/>
            </a:blip>
            <a:srcRect b="0" l="19" r="29" t="0"/>
            <a:stretch/>
          </p:blipFill>
          <p:spPr>
            <a:xfrm>
              <a:off x="6468121" y="2129444"/>
              <a:ext cx="822525" cy="1164251"/>
            </a:xfrm>
            <a:prstGeom prst="rect">
              <a:avLst/>
            </a:prstGeom>
            <a:noFill/>
            <a:ln>
              <a:noFill/>
            </a:ln>
            <a:effectLst>
              <a:outerShdw blurRad="71438" rotWithShape="0" algn="bl" dir="5400000" dist="28575">
                <a:srgbClr val="000000">
                  <a:alpha val="15290"/>
                </a:srgbClr>
              </a:outerShdw>
            </a:effectLst>
          </p:spPr>
        </p:pic>
        <p:pic>
          <p:nvPicPr>
            <p:cNvPr id="693" name="Google Shape;693;g341b0cfeb39_0_1"/>
            <p:cNvPicPr preferRelativeResize="0"/>
            <p:nvPr/>
          </p:nvPicPr>
          <p:blipFill rotWithShape="1">
            <a:blip r:embed="rId11">
              <a:alphaModFix/>
            </a:blip>
            <a:srcRect b="0" l="79" r="79" t="0"/>
            <a:stretch/>
          </p:blipFill>
          <p:spPr>
            <a:xfrm>
              <a:off x="930400" y="3409744"/>
              <a:ext cx="822525" cy="1164251"/>
            </a:xfrm>
            <a:prstGeom prst="rect">
              <a:avLst/>
            </a:prstGeom>
            <a:noFill/>
            <a:ln>
              <a:noFill/>
            </a:ln>
            <a:effectLst>
              <a:outerShdw blurRad="71438" rotWithShape="0" algn="bl" dir="5400000" dist="28575">
                <a:srgbClr val="000000">
                  <a:alpha val="15290"/>
                </a:srgbClr>
              </a:outerShdw>
            </a:effectLst>
          </p:spPr>
        </p:pic>
        <p:pic>
          <p:nvPicPr>
            <p:cNvPr id="694" name="Google Shape;694;g341b0cfeb39_0_1"/>
            <p:cNvPicPr preferRelativeResize="0"/>
            <p:nvPr/>
          </p:nvPicPr>
          <p:blipFill rotWithShape="1">
            <a:blip r:embed="rId12">
              <a:alphaModFix/>
            </a:blip>
            <a:srcRect b="0" l="19" r="29" t="0"/>
            <a:stretch/>
          </p:blipFill>
          <p:spPr>
            <a:xfrm>
              <a:off x="3699261" y="3409744"/>
              <a:ext cx="822525" cy="1164251"/>
            </a:xfrm>
            <a:prstGeom prst="rect">
              <a:avLst/>
            </a:prstGeom>
            <a:noFill/>
            <a:ln>
              <a:noFill/>
            </a:ln>
            <a:effectLst>
              <a:outerShdw blurRad="71438" rotWithShape="0" algn="bl" dir="5400000" dist="28575">
                <a:srgbClr val="000000">
                  <a:alpha val="15290"/>
                </a:srgbClr>
              </a:outerShdw>
            </a:effectLst>
          </p:spPr>
        </p:pic>
        <p:pic>
          <p:nvPicPr>
            <p:cNvPr id="695" name="Google Shape;695;g341b0cfeb39_0_1"/>
            <p:cNvPicPr preferRelativeResize="0"/>
            <p:nvPr/>
          </p:nvPicPr>
          <p:blipFill rotWithShape="1">
            <a:blip r:embed="rId13">
              <a:alphaModFix/>
            </a:blip>
            <a:srcRect b="0" l="19" r="29" t="0"/>
            <a:stretch/>
          </p:blipFill>
          <p:spPr>
            <a:xfrm>
              <a:off x="1853354" y="3409744"/>
              <a:ext cx="822525" cy="1164251"/>
            </a:xfrm>
            <a:prstGeom prst="rect">
              <a:avLst/>
            </a:prstGeom>
            <a:noFill/>
            <a:ln>
              <a:noFill/>
            </a:ln>
            <a:effectLst>
              <a:outerShdw blurRad="71438" rotWithShape="0" algn="bl" dir="5400000" dist="28575">
                <a:srgbClr val="000000">
                  <a:alpha val="15290"/>
                </a:srgbClr>
              </a:outerShdw>
            </a:effectLst>
          </p:spPr>
        </p:pic>
        <p:pic>
          <p:nvPicPr>
            <p:cNvPr id="696" name="Google Shape;696;g341b0cfeb39_0_1"/>
            <p:cNvPicPr preferRelativeResize="0"/>
            <p:nvPr/>
          </p:nvPicPr>
          <p:blipFill rotWithShape="1">
            <a:blip r:embed="rId14">
              <a:alphaModFix/>
            </a:blip>
            <a:srcRect b="0" l="19" r="29" t="0"/>
            <a:stretch/>
          </p:blipFill>
          <p:spPr>
            <a:xfrm>
              <a:off x="2776307" y="3409744"/>
              <a:ext cx="822525" cy="1164251"/>
            </a:xfrm>
            <a:prstGeom prst="rect">
              <a:avLst/>
            </a:prstGeom>
            <a:noFill/>
            <a:ln>
              <a:noFill/>
            </a:ln>
            <a:effectLst>
              <a:outerShdw blurRad="71438" rotWithShape="0" algn="bl" dir="5400000" dist="28575">
                <a:srgbClr val="000000">
                  <a:alpha val="15290"/>
                </a:srgbClr>
              </a:outerShdw>
            </a:effectLst>
          </p:spPr>
        </p:pic>
        <p:pic>
          <p:nvPicPr>
            <p:cNvPr id="697" name="Google Shape;697;g341b0cfeb39_0_1"/>
            <p:cNvPicPr preferRelativeResize="0"/>
            <p:nvPr/>
          </p:nvPicPr>
          <p:blipFill rotWithShape="1">
            <a:blip r:embed="rId15">
              <a:alphaModFix/>
            </a:blip>
            <a:srcRect b="0" l="79" r="79" t="0"/>
            <a:stretch/>
          </p:blipFill>
          <p:spPr>
            <a:xfrm>
              <a:off x="4622214" y="3409744"/>
              <a:ext cx="822525" cy="1164251"/>
            </a:xfrm>
            <a:prstGeom prst="rect">
              <a:avLst/>
            </a:prstGeom>
            <a:noFill/>
            <a:ln>
              <a:noFill/>
            </a:ln>
            <a:effectLst>
              <a:outerShdw blurRad="71438" rotWithShape="0" algn="bl" dir="5400000" dist="28575">
                <a:srgbClr val="000000">
                  <a:alpha val="15290"/>
                </a:srgbClr>
              </a:outerShdw>
            </a:effectLst>
          </p:spPr>
        </p:pic>
        <p:pic>
          <p:nvPicPr>
            <p:cNvPr id="698" name="Google Shape;698;g341b0cfeb39_0_1"/>
            <p:cNvPicPr preferRelativeResize="0"/>
            <p:nvPr/>
          </p:nvPicPr>
          <p:blipFill rotWithShape="1">
            <a:blip r:embed="rId16">
              <a:alphaModFix/>
            </a:blip>
            <a:srcRect b="0" l="79" r="79" t="0"/>
            <a:stretch/>
          </p:blipFill>
          <p:spPr>
            <a:xfrm>
              <a:off x="7391075" y="3409744"/>
              <a:ext cx="822525" cy="1164251"/>
            </a:xfrm>
            <a:prstGeom prst="rect">
              <a:avLst/>
            </a:prstGeom>
            <a:noFill/>
            <a:ln>
              <a:noFill/>
            </a:ln>
            <a:effectLst>
              <a:outerShdw blurRad="71438" rotWithShape="0" algn="bl" dir="5400000" dist="28575">
                <a:srgbClr val="000000">
                  <a:alpha val="15290"/>
                </a:srgbClr>
              </a:outerShdw>
            </a:effectLst>
          </p:spPr>
        </p:pic>
        <p:pic>
          <p:nvPicPr>
            <p:cNvPr id="699" name="Google Shape;699;g341b0cfeb39_0_1"/>
            <p:cNvPicPr preferRelativeResize="0"/>
            <p:nvPr/>
          </p:nvPicPr>
          <p:blipFill rotWithShape="1">
            <a:blip r:embed="rId17">
              <a:alphaModFix/>
            </a:blip>
            <a:srcRect b="0" l="79" r="79" t="0"/>
            <a:stretch/>
          </p:blipFill>
          <p:spPr>
            <a:xfrm>
              <a:off x="5545168" y="3409744"/>
              <a:ext cx="822525" cy="1164251"/>
            </a:xfrm>
            <a:prstGeom prst="rect">
              <a:avLst/>
            </a:prstGeom>
            <a:noFill/>
            <a:ln>
              <a:noFill/>
            </a:ln>
            <a:effectLst>
              <a:outerShdw blurRad="71438" rotWithShape="0" algn="bl" dir="5400000" dist="28575">
                <a:srgbClr val="000000">
                  <a:alpha val="15290"/>
                </a:srgbClr>
              </a:outerShdw>
            </a:effectLst>
          </p:spPr>
        </p:pic>
        <p:pic>
          <p:nvPicPr>
            <p:cNvPr id="700" name="Google Shape;700;g341b0cfeb39_0_1"/>
            <p:cNvPicPr preferRelativeResize="0"/>
            <p:nvPr/>
          </p:nvPicPr>
          <p:blipFill rotWithShape="1">
            <a:blip r:embed="rId18">
              <a:alphaModFix/>
            </a:blip>
            <a:srcRect b="0" l="19" r="29" t="0"/>
            <a:stretch/>
          </p:blipFill>
          <p:spPr>
            <a:xfrm>
              <a:off x="6468121" y="3409744"/>
              <a:ext cx="822525" cy="1164251"/>
            </a:xfrm>
            <a:prstGeom prst="rect">
              <a:avLst/>
            </a:prstGeom>
            <a:noFill/>
            <a:ln>
              <a:noFill/>
            </a:ln>
            <a:effectLst>
              <a:outerShdw blurRad="71438" rotWithShape="0" algn="bl" dir="5400000" dist="28575">
                <a:srgbClr val="000000">
                  <a:alpha val="15290"/>
                </a:srgbClr>
              </a:outerShdw>
            </a:effectLst>
          </p:spPr>
        </p:pic>
        <p:pic>
          <p:nvPicPr>
            <p:cNvPr id="701" name="Google Shape;701;g341b0cfeb39_0_1"/>
            <p:cNvPicPr preferRelativeResize="0"/>
            <p:nvPr/>
          </p:nvPicPr>
          <p:blipFill rotWithShape="1">
            <a:blip r:embed="rId19">
              <a:alphaModFix/>
            </a:blip>
            <a:srcRect b="0" l="79" r="79" t="0"/>
            <a:stretch/>
          </p:blipFill>
          <p:spPr>
            <a:xfrm>
              <a:off x="930400" y="4690044"/>
              <a:ext cx="822525" cy="1164251"/>
            </a:xfrm>
            <a:prstGeom prst="rect">
              <a:avLst/>
            </a:prstGeom>
            <a:noFill/>
            <a:ln>
              <a:noFill/>
            </a:ln>
            <a:effectLst>
              <a:outerShdw blurRad="71438" rotWithShape="0" algn="bl" dir="5400000" dist="28575">
                <a:srgbClr val="000000">
                  <a:alpha val="15290"/>
                </a:srgbClr>
              </a:outerShdw>
            </a:effectLst>
          </p:spPr>
        </p:pic>
        <p:pic>
          <p:nvPicPr>
            <p:cNvPr id="702" name="Google Shape;702;g341b0cfeb39_0_1"/>
            <p:cNvPicPr preferRelativeResize="0"/>
            <p:nvPr/>
          </p:nvPicPr>
          <p:blipFill rotWithShape="1">
            <a:blip r:embed="rId20">
              <a:alphaModFix/>
            </a:blip>
            <a:srcRect b="0" l="19" r="29" t="0"/>
            <a:stretch/>
          </p:blipFill>
          <p:spPr>
            <a:xfrm>
              <a:off x="3699261" y="4690044"/>
              <a:ext cx="822525" cy="1164251"/>
            </a:xfrm>
            <a:prstGeom prst="rect">
              <a:avLst/>
            </a:prstGeom>
            <a:noFill/>
            <a:ln>
              <a:noFill/>
            </a:ln>
            <a:effectLst>
              <a:outerShdw blurRad="71438" rotWithShape="0" algn="bl" dir="5400000" dist="28575">
                <a:srgbClr val="000000">
                  <a:alpha val="15290"/>
                </a:srgbClr>
              </a:outerShdw>
            </a:effectLst>
          </p:spPr>
        </p:pic>
        <p:pic>
          <p:nvPicPr>
            <p:cNvPr id="703" name="Google Shape;703;g341b0cfeb39_0_1"/>
            <p:cNvPicPr preferRelativeResize="0"/>
            <p:nvPr/>
          </p:nvPicPr>
          <p:blipFill rotWithShape="1">
            <a:blip r:embed="rId21">
              <a:alphaModFix/>
            </a:blip>
            <a:srcRect b="0" l="19" r="29" t="0"/>
            <a:stretch/>
          </p:blipFill>
          <p:spPr>
            <a:xfrm>
              <a:off x="1853354" y="4690044"/>
              <a:ext cx="822525" cy="1164251"/>
            </a:xfrm>
            <a:prstGeom prst="rect">
              <a:avLst/>
            </a:prstGeom>
            <a:noFill/>
            <a:ln>
              <a:noFill/>
            </a:ln>
            <a:effectLst>
              <a:outerShdw blurRad="71438" rotWithShape="0" algn="bl" dir="5400000" dist="28575">
                <a:srgbClr val="000000">
                  <a:alpha val="15290"/>
                </a:srgbClr>
              </a:outerShdw>
            </a:effectLst>
          </p:spPr>
        </p:pic>
        <p:pic>
          <p:nvPicPr>
            <p:cNvPr id="704" name="Google Shape;704;g341b0cfeb39_0_1"/>
            <p:cNvPicPr preferRelativeResize="0"/>
            <p:nvPr/>
          </p:nvPicPr>
          <p:blipFill rotWithShape="1">
            <a:blip r:embed="rId22">
              <a:alphaModFix/>
            </a:blip>
            <a:srcRect b="0" l="19" r="29" t="0"/>
            <a:stretch/>
          </p:blipFill>
          <p:spPr>
            <a:xfrm>
              <a:off x="2776307" y="4690044"/>
              <a:ext cx="822525" cy="1164251"/>
            </a:xfrm>
            <a:prstGeom prst="rect">
              <a:avLst/>
            </a:prstGeom>
            <a:noFill/>
            <a:ln>
              <a:noFill/>
            </a:ln>
            <a:effectLst>
              <a:outerShdw blurRad="71438" rotWithShape="0" algn="bl" dir="5400000" dist="28575">
                <a:srgbClr val="000000">
                  <a:alpha val="15290"/>
                </a:srgbClr>
              </a:outerShdw>
            </a:effectLst>
          </p:spPr>
        </p:pic>
        <p:pic>
          <p:nvPicPr>
            <p:cNvPr id="705" name="Google Shape;705;g341b0cfeb39_0_1"/>
            <p:cNvPicPr preferRelativeResize="0"/>
            <p:nvPr/>
          </p:nvPicPr>
          <p:blipFill rotWithShape="1">
            <a:blip r:embed="rId23">
              <a:alphaModFix/>
            </a:blip>
            <a:srcRect b="0" l="79" r="79" t="0"/>
            <a:stretch/>
          </p:blipFill>
          <p:spPr>
            <a:xfrm>
              <a:off x="4622214" y="4690044"/>
              <a:ext cx="822525" cy="1164251"/>
            </a:xfrm>
            <a:prstGeom prst="rect">
              <a:avLst/>
            </a:prstGeom>
            <a:noFill/>
            <a:ln>
              <a:noFill/>
            </a:ln>
            <a:effectLst>
              <a:outerShdw blurRad="71438" rotWithShape="0" algn="bl" dir="5400000" dist="28575">
                <a:srgbClr val="000000">
                  <a:alpha val="15290"/>
                </a:srgbClr>
              </a:outerShdw>
            </a:effectLst>
          </p:spPr>
        </p:pic>
        <p:pic>
          <p:nvPicPr>
            <p:cNvPr id="706" name="Google Shape;706;g341b0cfeb39_0_1"/>
            <p:cNvPicPr preferRelativeResize="0"/>
            <p:nvPr/>
          </p:nvPicPr>
          <p:blipFill rotWithShape="1">
            <a:blip r:embed="rId24">
              <a:alphaModFix/>
            </a:blip>
            <a:srcRect b="0" l="79" r="79" t="0"/>
            <a:stretch/>
          </p:blipFill>
          <p:spPr>
            <a:xfrm>
              <a:off x="5545168" y="4690044"/>
              <a:ext cx="822525" cy="1164251"/>
            </a:xfrm>
            <a:prstGeom prst="rect">
              <a:avLst/>
            </a:prstGeom>
            <a:noFill/>
            <a:ln>
              <a:noFill/>
            </a:ln>
            <a:effectLst>
              <a:outerShdw blurRad="71438" rotWithShape="0" algn="bl" dir="5400000" dist="28575">
                <a:srgbClr val="000000">
                  <a:alpha val="15290"/>
                </a:srgbClr>
              </a:outerShdw>
            </a:effectLst>
          </p:spPr>
        </p:pic>
        <p:pic>
          <p:nvPicPr>
            <p:cNvPr id="707" name="Google Shape;707;g341b0cfeb39_0_1"/>
            <p:cNvPicPr preferRelativeResize="0"/>
            <p:nvPr/>
          </p:nvPicPr>
          <p:blipFill rotWithShape="1">
            <a:blip r:embed="rId25">
              <a:alphaModFix/>
            </a:blip>
            <a:srcRect b="0" l="19" r="29" t="0"/>
            <a:stretch/>
          </p:blipFill>
          <p:spPr>
            <a:xfrm>
              <a:off x="6468121" y="4690044"/>
              <a:ext cx="822525" cy="1164251"/>
            </a:xfrm>
            <a:prstGeom prst="rect">
              <a:avLst/>
            </a:prstGeom>
            <a:noFill/>
            <a:ln>
              <a:noFill/>
            </a:ln>
            <a:effectLst>
              <a:outerShdw blurRad="71438" rotWithShape="0" algn="bl" dir="5400000" dist="28575">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2" name="Shape 712"/>
        <p:cNvGrpSpPr/>
        <p:nvPr/>
      </p:nvGrpSpPr>
      <p:grpSpPr>
        <a:xfrm>
          <a:off x="0" y="0"/>
          <a:ext cx="0" cy="0"/>
          <a:chOff x="0" y="0"/>
          <a:chExt cx="0" cy="0"/>
        </a:xfrm>
      </p:grpSpPr>
      <p:sp>
        <p:nvSpPr>
          <p:cNvPr id="713" name="Google Shape;713;g341b0cfeb39_0_30"/>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14" name="Google Shape;714;g341b0cfeb39_0_30"/>
          <p:cNvGrpSpPr/>
          <p:nvPr/>
        </p:nvGrpSpPr>
        <p:grpSpPr>
          <a:xfrm>
            <a:off x="930400" y="2053250"/>
            <a:ext cx="7283201" cy="2971674"/>
            <a:chOff x="930400" y="2129450"/>
            <a:chExt cx="7283201" cy="2971674"/>
          </a:xfrm>
        </p:grpSpPr>
        <p:pic>
          <p:nvPicPr>
            <p:cNvPr id="715" name="Google Shape;715;g341b0cfeb39_0_30"/>
            <p:cNvPicPr preferRelativeResize="0"/>
            <p:nvPr/>
          </p:nvPicPr>
          <p:blipFill rotWithShape="1">
            <a:blip r:embed="rId3">
              <a:alphaModFix/>
            </a:blip>
            <a:srcRect b="0" l="79" r="79" t="0"/>
            <a:stretch/>
          </p:blipFill>
          <p:spPr>
            <a:xfrm>
              <a:off x="6821063" y="4172288"/>
              <a:ext cx="656212" cy="928835"/>
            </a:xfrm>
            <a:prstGeom prst="rect">
              <a:avLst/>
            </a:prstGeom>
            <a:noFill/>
            <a:ln>
              <a:noFill/>
            </a:ln>
            <a:effectLst>
              <a:outerShdw blurRad="71438" rotWithShape="0" algn="bl" dir="5400000" dist="28575">
                <a:srgbClr val="000000">
                  <a:alpha val="15290"/>
                </a:srgbClr>
              </a:outerShdw>
            </a:effectLst>
          </p:spPr>
        </p:pic>
        <p:pic>
          <p:nvPicPr>
            <p:cNvPr id="716" name="Google Shape;716;g341b0cfeb39_0_30"/>
            <p:cNvPicPr preferRelativeResize="0"/>
            <p:nvPr/>
          </p:nvPicPr>
          <p:blipFill rotWithShape="1">
            <a:blip r:embed="rId4">
              <a:alphaModFix/>
            </a:blip>
            <a:srcRect b="0" l="19" r="29" t="0"/>
            <a:stretch/>
          </p:blipFill>
          <p:spPr>
            <a:xfrm>
              <a:off x="6084733" y="4172288"/>
              <a:ext cx="656212" cy="928836"/>
            </a:xfrm>
            <a:prstGeom prst="rect">
              <a:avLst/>
            </a:prstGeom>
            <a:noFill/>
            <a:ln>
              <a:noFill/>
            </a:ln>
            <a:effectLst>
              <a:outerShdw blurRad="71438" rotWithShape="0" algn="bl" dir="5400000" dist="28575">
                <a:srgbClr val="000000">
                  <a:alpha val="15690"/>
                </a:srgbClr>
              </a:outerShdw>
            </a:effectLst>
          </p:spPr>
        </p:pic>
        <p:pic>
          <p:nvPicPr>
            <p:cNvPr id="717" name="Google Shape;717;g341b0cfeb39_0_30"/>
            <p:cNvPicPr preferRelativeResize="0"/>
            <p:nvPr/>
          </p:nvPicPr>
          <p:blipFill rotWithShape="1">
            <a:blip r:embed="rId5">
              <a:alphaModFix/>
            </a:blip>
            <a:srcRect b="0" l="79" r="79" t="0"/>
            <a:stretch/>
          </p:blipFill>
          <p:spPr>
            <a:xfrm>
              <a:off x="5348396" y="4172288"/>
              <a:ext cx="656212" cy="928835"/>
            </a:xfrm>
            <a:prstGeom prst="rect">
              <a:avLst/>
            </a:prstGeom>
            <a:noFill/>
            <a:ln>
              <a:noFill/>
            </a:ln>
            <a:effectLst>
              <a:outerShdw blurRad="71438" rotWithShape="0" algn="bl" dir="5400000" dist="28575">
                <a:srgbClr val="000000">
                  <a:alpha val="15690"/>
                </a:srgbClr>
              </a:outerShdw>
            </a:effectLst>
          </p:spPr>
        </p:pic>
        <p:pic>
          <p:nvPicPr>
            <p:cNvPr id="718" name="Google Shape;718;g341b0cfeb39_0_30"/>
            <p:cNvPicPr preferRelativeResize="0"/>
            <p:nvPr/>
          </p:nvPicPr>
          <p:blipFill rotWithShape="1">
            <a:blip r:embed="rId6">
              <a:alphaModFix/>
            </a:blip>
            <a:srcRect b="0" l="79" r="79" t="0"/>
            <a:stretch/>
          </p:blipFill>
          <p:spPr>
            <a:xfrm>
              <a:off x="4612067" y="4172288"/>
              <a:ext cx="656212" cy="928835"/>
            </a:xfrm>
            <a:prstGeom prst="rect">
              <a:avLst/>
            </a:prstGeom>
            <a:noFill/>
            <a:ln>
              <a:noFill/>
            </a:ln>
            <a:effectLst>
              <a:outerShdw blurRad="71438" rotWithShape="0" algn="bl" dir="5400000" dist="28575">
                <a:srgbClr val="000000">
                  <a:alpha val="15690"/>
                </a:srgbClr>
              </a:outerShdw>
            </a:effectLst>
          </p:spPr>
        </p:pic>
        <p:pic>
          <p:nvPicPr>
            <p:cNvPr id="719" name="Google Shape;719;g341b0cfeb39_0_30"/>
            <p:cNvPicPr preferRelativeResize="0"/>
            <p:nvPr/>
          </p:nvPicPr>
          <p:blipFill rotWithShape="1">
            <a:blip r:embed="rId7">
              <a:alphaModFix/>
            </a:blip>
            <a:srcRect b="0" l="19" r="29" t="0"/>
            <a:stretch/>
          </p:blipFill>
          <p:spPr>
            <a:xfrm>
              <a:off x="3875733" y="4172288"/>
              <a:ext cx="656212" cy="928836"/>
            </a:xfrm>
            <a:prstGeom prst="rect">
              <a:avLst/>
            </a:prstGeom>
            <a:noFill/>
            <a:ln>
              <a:noFill/>
            </a:ln>
            <a:effectLst>
              <a:outerShdw blurRad="71438" rotWithShape="0" algn="bl" dir="5400000" dist="28575">
                <a:srgbClr val="000000">
                  <a:alpha val="15690"/>
                </a:srgbClr>
              </a:outerShdw>
            </a:effectLst>
          </p:spPr>
        </p:pic>
        <p:pic>
          <p:nvPicPr>
            <p:cNvPr id="720" name="Google Shape;720;g341b0cfeb39_0_30"/>
            <p:cNvPicPr preferRelativeResize="0"/>
            <p:nvPr/>
          </p:nvPicPr>
          <p:blipFill rotWithShape="1">
            <a:blip r:embed="rId8">
              <a:alphaModFix/>
            </a:blip>
            <a:srcRect b="0" l="79" r="79" t="0"/>
            <a:stretch/>
          </p:blipFill>
          <p:spPr>
            <a:xfrm>
              <a:off x="3139400" y="4172288"/>
              <a:ext cx="656212" cy="928835"/>
            </a:xfrm>
            <a:prstGeom prst="rect">
              <a:avLst/>
            </a:prstGeom>
            <a:noFill/>
            <a:ln>
              <a:noFill/>
            </a:ln>
            <a:effectLst>
              <a:outerShdw blurRad="71438" rotWithShape="0" algn="bl" dir="5400000" dist="28575">
                <a:srgbClr val="000000">
                  <a:alpha val="15690"/>
                </a:srgbClr>
              </a:outerShdw>
            </a:effectLst>
          </p:spPr>
        </p:pic>
        <p:pic>
          <p:nvPicPr>
            <p:cNvPr id="721" name="Google Shape;721;g341b0cfeb39_0_30"/>
            <p:cNvPicPr preferRelativeResize="0"/>
            <p:nvPr/>
          </p:nvPicPr>
          <p:blipFill rotWithShape="1">
            <a:blip r:embed="rId9">
              <a:alphaModFix/>
            </a:blip>
            <a:srcRect b="0" l="79" r="79" t="0"/>
            <a:stretch/>
          </p:blipFill>
          <p:spPr>
            <a:xfrm>
              <a:off x="2403067" y="4172288"/>
              <a:ext cx="656212" cy="928835"/>
            </a:xfrm>
            <a:prstGeom prst="rect">
              <a:avLst/>
            </a:prstGeom>
            <a:noFill/>
            <a:ln>
              <a:noFill/>
            </a:ln>
            <a:effectLst>
              <a:outerShdw blurRad="71438" rotWithShape="0" algn="bl" dir="5400000" dist="28575">
                <a:srgbClr val="000000">
                  <a:alpha val="15690"/>
                </a:srgbClr>
              </a:outerShdw>
            </a:effectLst>
          </p:spPr>
        </p:pic>
        <p:pic>
          <p:nvPicPr>
            <p:cNvPr id="722" name="Google Shape;722;g341b0cfeb39_0_30"/>
            <p:cNvPicPr preferRelativeResize="0"/>
            <p:nvPr/>
          </p:nvPicPr>
          <p:blipFill rotWithShape="1">
            <a:blip r:embed="rId10">
              <a:alphaModFix/>
            </a:blip>
            <a:srcRect b="0" l="19" r="29" t="0"/>
            <a:stretch/>
          </p:blipFill>
          <p:spPr>
            <a:xfrm>
              <a:off x="1666733" y="4172288"/>
              <a:ext cx="656212" cy="928836"/>
            </a:xfrm>
            <a:prstGeom prst="rect">
              <a:avLst/>
            </a:prstGeom>
            <a:noFill/>
            <a:ln>
              <a:noFill/>
            </a:ln>
            <a:effectLst>
              <a:outerShdw blurRad="71438" rotWithShape="0" algn="bl" dir="5400000" dist="28575">
                <a:srgbClr val="000000">
                  <a:alpha val="15690"/>
                </a:srgbClr>
              </a:outerShdw>
            </a:effectLst>
          </p:spPr>
        </p:pic>
        <p:pic>
          <p:nvPicPr>
            <p:cNvPr id="723" name="Google Shape;723;g341b0cfeb39_0_30"/>
            <p:cNvPicPr preferRelativeResize="0"/>
            <p:nvPr/>
          </p:nvPicPr>
          <p:blipFill rotWithShape="1">
            <a:blip r:embed="rId11">
              <a:alphaModFix/>
            </a:blip>
            <a:srcRect b="0" l="79" r="79" t="0"/>
            <a:stretch/>
          </p:blipFill>
          <p:spPr>
            <a:xfrm>
              <a:off x="930400" y="4172288"/>
              <a:ext cx="656212" cy="928835"/>
            </a:xfrm>
            <a:prstGeom prst="rect">
              <a:avLst/>
            </a:prstGeom>
            <a:noFill/>
            <a:ln>
              <a:noFill/>
            </a:ln>
            <a:effectLst>
              <a:outerShdw blurRad="71438" rotWithShape="0" algn="bl" dir="5400000" dist="28575">
                <a:srgbClr val="000000">
                  <a:alpha val="15690"/>
                </a:srgbClr>
              </a:outerShdw>
            </a:effectLst>
          </p:spPr>
        </p:pic>
        <p:pic>
          <p:nvPicPr>
            <p:cNvPr id="724" name="Google Shape;724;g341b0cfeb39_0_30"/>
            <p:cNvPicPr preferRelativeResize="0"/>
            <p:nvPr/>
          </p:nvPicPr>
          <p:blipFill rotWithShape="1">
            <a:blip r:embed="rId12">
              <a:alphaModFix/>
            </a:blip>
            <a:srcRect b="0" l="19" r="29" t="0"/>
            <a:stretch/>
          </p:blipFill>
          <p:spPr>
            <a:xfrm>
              <a:off x="7557389" y="3150869"/>
              <a:ext cx="656212" cy="928836"/>
            </a:xfrm>
            <a:prstGeom prst="rect">
              <a:avLst/>
            </a:prstGeom>
            <a:noFill/>
            <a:ln>
              <a:noFill/>
            </a:ln>
            <a:effectLst>
              <a:outerShdw blurRad="71438" rotWithShape="0" algn="bl" dir="5400000" dist="28575">
                <a:srgbClr val="000000">
                  <a:alpha val="16079"/>
                </a:srgbClr>
              </a:outerShdw>
            </a:effectLst>
          </p:spPr>
        </p:pic>
        <p:pic>
          <p:nvPicPr>
            <p:cNvPr id="725" name="Google Shape;725;g341b0cfeb39_0_30"/>
            <p:cNvPicPr preferRelativeResize="0"/>
            <p:nvPr/>
          </p:nvPicPr>
          <p:blipFill rotWithShape="1">
            <a:blip r:embed="rId13">
              <a:alphaModFix/>
            </a:blip>
            <a:srcRect b="0" l="79" r="79" t="0"/>
            <a:stretch/>
          </p:blipFill>
          <p:spPr>
            <a:xfrm>
              <a:off x="6821063" y="3150869"/>
              <a:ext cx="656212" cy="928835"/>
            </a:xfrm>
            <a:prstGeom prst="rect">
              <a:avLst/>
            </a:prstGeom>
            <a:noFill/>
            <a:ln>
              <a:noFill/>
            </a:ln>
            <a:effectLst>
              <a:outerShdw blurRad="71438" rotWithShape="0" algn="bl" dir="5400000" dist="28575">
                <a:srgbClr val="000000">
                  <a:alpha val="15690"/>
                </a:srgbClr>
              </a:outerShdw>
            </a:effectLst>
          </p:spPr>
        </p:pic>
        <p:pic>
          <p:nvPicPr>
            <p:cNvPr id="726" name="Google Shape;726;g341b0cfeb39_0_30"/>
            <p:cNvPicPr preferRelativeResize="0"/>
            <p:nvPr/>
          </p:nvPicPr>
          <p:blipFill rotWithShape="1">
            <a:blip r:embed="rId14">
              <a:alphaModFix/>
            </a:blip>
            <a:srcRect b="0" l="79" r="79" t="0"/>
            <a:stretch/>
          </p:blipFill>
          <p:spPr>
            <a:xfrm>
              <a:off x="6084733" y="3150869"/>
              <a:ext cx="656212" cy="928835"/>
            </a:xfrm>
            <a:prstGeom prst="rect">
              <a:avLst/>
            </a:prstGeom>
            <a:noFill/>
            <a:ln>
              <a:noFill/>
            </a:ln>
            <a:effectLst>
              <a:outerShdw blurRad="71438" rotWithShape="0" algn="bl" dir="5400000" dist="28575">
                <a:srgbClr val="000000">
                  <a:alpha val="15690"/>
                </a:srgbClr>
              </a:outerShdw>
            </a:effectLst>
          </p:spPr>
        </p:pic>
        <p:pic>
          <p:nvPicPr>
            <p:cNvPr id="727" name="Google Shape;727;g341b0cfeb39_0_30"/>
            <p:cNvPicPr preferRelativeResize="0"/>
            <p:nvPr/>
          </p:nvPicPr>
          <p:blipFill rotWithShape="1">
            <a:blip r:embed="rId15">
              <a:alphaModFix/>
            </a:blip>
            <a:srcRect b="0" l="19" r="29" t="0"/>
            <a:stretch/>
          </p:blipFill>
          <p:spPr>
            <a:xfrm>
              <a:off x="5348400" y="3150869"/>
              <a:ext cx="656212" cy="928836"/>
            </a:xfrm>
            <a:prstGeom prst="rect">
              <a:avLst/>
            </a:prstGeom>
            <a:noFill/>
            <a:ln>
              <a:noFill/>
            </a:ln>
            <a:effectLst>
              <a:outerShdw blurRad="71438" rotWithShape="0" algn="bl" dir="5400000" dist="28575">
                <a:srgbClr val="000000">
                  <a:alpha val="15690"/>
                </a:srgbClr>
              </a:outerShdw>
            </a:effectLst>
          </p:spPr>
        </p:pic>
        <p:pic>
          <p:nvPicPr>
            <p:cNvPr id="728" name="Google Shape;728;g341b0cfeb39_0_30"/>
            <p:cNvPicPr preferRelativeResize="0"/>
            <p:nvPr/>
          </p:nvPicPr>
          <p:blipFill rotWithShape="1">
            <a:blip r:embed="rId16">
              <a:alphaModFix/>
            </a:blip>
            <a:srcRect b="0" l="79" r="79" t="0"/>
            <a:stretch/>
          </p:blipFill>
          <p:spPr>
            <a:xfrm>
              <a:off x="4612067" y="3150869"/>
              <a:ext cx="656212" cy="928835"/>
            </a:xfrm>
            <a:prstGeom prst="rect">
              <a:avLst/>
            </a:prstGeom>
            <a:noFill/>
            <a:ln>
              <a:noFill/>
            </a:ln>
            <a:effectLst>
              <a:outerShdw blurRad="71438" rotWithShape="0" algn="bl" dir="5400000" dist="28575">
                <a:srgbClr val="000000">
                  <a:alpha val="15690"/>
                </a:srgbClr>
              </a:outerShdw>
            </a:effectLst>
          </p:spPr>
        </p:pic>
        <p:pic>
          <p:nvPicPr>
            <p:cNvPr id="729" name="Google Shape;729;g341b0cfeb39_0_30"/>
            <p:cNvPicPr preferRelativeResize="0"/>
            <p:nvPr/>
          </p:nvPicPr>
          <p:blipFill rotWithShape="1">
            <a:blip r:embed="rId17">
              <a:alphaModFix/>
            </a:blip>
            <a:srcRect b="0" l="19" r="29" t="0"/>
            <a:stretch/>
          </p:blipFill>
          <p:spPr>
            <a:xfrm>
              <a:off x="3139400" y="3150869"/>
              <a:ext cx="656212" cy="928836"/>
            </a:xfrm>
            <a:prstGeom prst="rect">
              <a:avLst/>
            </a:prstGeom>
            <a:noFill/>
            <a:ln>
              <a:noFill/>
            </a:ln>
            <a:effectLst>
              <a:outerShdw blurRad="71438" rotWithShape="0" algn="bl" dir="5400000" dist="28575">
                <a:srgbClr val="000000">
                  <a:alpha val="15690"/>
                </a:srgbClr>
              </a:outerShdw>
            </a:effectLst>
          </p:spPr>
        </p:pic>
        <p:pic>
          <p:nvPicPr>
            <p:cNvPr id="730" name="Google Shape;730;g341b0cfeb39_0_30"/>
            <p:cNvPicPr preferRelativeResize="0"/>
            <p:nvPr/>
          </p:nvPicPr>
          <p:blipFill rotWithShape="1">
            <a:blip r:embed="rId18">
              <a:alphaModFix/>
            </a:blip>
            <a:srcRect b="0" l="79" r="79" t="0"/>
            <a:stretch/>
          </p:blipFill>
          <p:spPr>
            <a:xfrm>
              <a:off x="3875733" y="3150869"/>
              <a:ext cx="656212" cy="928835"/>
            </a:xfrm>
            <a:prstGeom prst="rect">
              <a:avLst/>
            </a:prstGeom>
            <a:noFill/>
            <a:ln>
              <a:noFill/>
            </a:ln>
            <a:effectLst>
              <a:outerShdw blurRad="71438" rotWithShape="0" algn="bl" dir="5400000" dist="28575">
                <a:srgbClr val="000000">
                  <a:alpha val="15690"/>
                </a:srgbClr>
              </a:outerShdw>
            </a:effectLst>
          </p:spPr>
        </p:pic>
        <p:pic>
          <p:nvPicPr>
            <p:cNvPr id="731" name="Google Shape;731;g341b0cfeb39_0_30"/>
            <p:cNvPicPr preferRelativeResize="0"/>
            <p:nvPr/>
          </p:nvPicPr>
          <p:blipFill rotWithShape="1">
            <a:blip r:embed="rId19">
              <a:alphaModFix/>
            </a:blip>
            <a:srcRect b="0" l="79" r="79" t="0"/>
            <a:stretch/>
          </p:blipFill>
          <p:spPr>
            <a:xfrm>
              <a:off x="930400" y="2129450"/>
              <a:ext cx="656212" cy="928835"/>
            </a:xfrm>
            <a:prstGeom prst="rect">
              <a:avLst/>
            </a:prstGeom>
            <a:noFill/>
            <a:ln>
              <a:noFill/>
            </a:ln>
            <a:effectLst>
              <a:outerShdw blurRad="71438" rotWithShape="0" algn="bl" dir="5400000" dist="28575">
                <a:srgbClr val="000000">
                  <a:alpha val="15290"/>
                </a:srgbClr>
              </a:outerShdw>
            </a:effectLst>
          </p:spPr>
        </p:pic>
        <p:pic>
          <p:nvPicPr>
            <p:cNvPr id="732" name="Google Shape;732;g341b0cfeb39_0_30"/>
            <p:cNvPicPr preferRelativeResize="0"/>
            <p:nvPr/>
          </p:nvPicPr>
          <p:blipFill rotWithShape="1">
            <a:blip r:embed="rId20">
              <a:alphaModFix/>
            </a:blip>
            <a:srcRect b="0" l="79" r="79" t="0"/>
            <a:stretch/>
          </p:blipFill>
          <p:spPr>
            <a:xfrm>
              <a:off x="3139400" y="2129450"/>
              <a:ext cx="656212" cy="928835"/>
            </a:xfrm>
            <a:prstGeom prst="rect">
              <a:avLst/>
            </a:prstGeom>
            <a:noFill/>
            <a:ln>
              <a:noFill/>
            </a:ln>
            <a:effectLst>
              <a:outerShdw blurRad="71438" rotWithShape="0" algn="bl" dir="5400000" dist="28575">
                <a:srgbClr val="000000">
                  <a:alpha val="15290"/>
                </a:srgbClr>
              </a:outerShdw>
            </a:effectLst>
          </p:spPr>
        </p:pic>
        <p:pic>
          <p:nvPicPr>
            <p:cNvPr id="733" name="Google Shape;733;g341b0cfeb39_0_30"/>
            <p:cNvPicPr preferRelativeResize="0"/>
            <p:nvPr/>
          </p:nvPicPr>
          <p:blipFill rotWithShape="1">
            <a:blip r:embed="rId21">
              <a:alphaModFix/>
            </a:blip>
            <a:srcRect b="0" l="79" r="79" t="0"/>
            <a:stretch/>
          </p:blipFill>
          <p:spPr>
            <a:xfrm>
              <a:off x="1666733" y="2129450"/>
              <a:ext cx="656212" cy="928835"/>
            </a:xfrm>
            <a:prstGeom prst="rect">
              <a:avLst/>
            </a:prstGeom>
            <a:noFill/>
            <a:ln>
              <a:noFill/>
            </a:ln>
            <a:effectLst>
              <a:outerShdw blurRad="71438" rotWithShape="0" algn="bl" dir="5400000" dist="28575">
                <a:srgbClr val="000000">
                  <a:alpha val="15290"/>
                </a:srgbClr>
              </a:outerShdw>
            </a:effectLst>
          </p:spPr>
        </p:pic>
        <p:pic>
          <p:nvPicPr>
            <p:cNvPr id="734" name="Google Shape;734;g341b0cfeb39_0_30"/>
            <p:cNvPicPr preferRelativeResize="0"/>
            <p:nvPr/>
          </p:nvPicPr>
          <p:blipFill rotWithShape="1">
            <a:blip r:embed="rId22">
              <a:alphaModFix/>
            </a:blip>
            <a:srcRect b="0" l="19" r="29" t="0"/>
            <a:stretch/>
          </p:blipFill>
          <p:spPr>
            <a:xfrm>
              <a:off x="2403067" y="2129450"/>
              <a:ext cx="656212" cy="928836"/>
            </a:xfrm>
            <a:prstGeom prst="rect">
              <a:avLst/>
            </a:prstGeom>
            <a:noFill/>
            <a:ln>
              <a:noFill/>
            </a:ln>
            <a:effectLst>
              <a:outerShdw blurRad="71438" rotWithShape="0" algn="bl" dir="5400000" dist="28575">
                <a:srgbClr val="000000">
                  <a:alpha val="15290"/>
                </a:srgbClr>
              </a:outerShdw>
            </a:effectLst>
          </p:spPr>
        </p:pic>
        <p:pic>
          <p:nvPicPr>
            <p:cNvPr id="735" name="Google Shape;735;g341b0cfeb39_0_30"/>
            <p:cNvPicPr preferRelativeResize="0"/>
            <p:nvPr/>
          </p:nvPicPr>
          <p:blipFill rotWithShape="1">
            <a:blip r:embed="rId23">
              <a:alphaModFix/>
            </a:blip>
            <a:srcRect b="0" l="19" r="29" t="0"/>
            <a:stretch/>
          </p:blipFill>
          <p:spPr>
            <a:xfrm>
              <a:off x="3875733" y="2129450"/>
              <a:ext cx="656212" cy="928836"/>
            </a:xfrm>
            <a:prstGeom prst="rect">
              <a:avLst/>
            </a:prstGeom>
            <a:noFill/>
            <a:ln>
              <a:noFill/>
            </a:ln>
            <a:effectLst>
              <a:outerShdw blurRad="71438" rotWithShape="0" algn="bl" dir="5400000" dist="28575">
                <a:srgbClr val="000000">
                  <a:alpha val="15290"/>
                </a:srgbClr>
              </a:outerShdw>
            </a:effectLst>
          </p:spPr>
        </p:pic>
        <p:pic>
          <p:nvPicPr>
            <p:cNvPr id="736" name="Google Shape;736;g341b0cfeb39_0_30"/>
            <p:cNvPicPr preferRelativeResize="0"/>
            <p:nvPr/>
          </p:nvPicPr>
          <p:blipFill rotWithShape="1">
            <a:blip r:embed="rId24">
              <a:alphaModFix/>
            </a:blip>
            <a:srcRect b="0" l="79" r="79" t="0"/>
            <a:stretch/>
          </p:blipFill>
          <p:spPr>
            <a:xfrm>
              <a:off x="6084733" y="2129450"/>
              <a:ext cx="656212" cy="928835"/>
            </a:xfrm>
            <a:prstGeom prst="rect">
              <a:avLst/>
            </a:prstGeom>
            <a:noFill/>
            <a:ln>
              <a:noFill/>
            </a:ln>
            <a:effectLst>
              <a:outerShdw blurRad="71438" rotWithShape="0" algn="bl" dir="5400000" dist="28575">
                <a:srgbClr val="000000">
                  <a:alpha val="15290"/>
                </a:srgbClr>
              </a:outerShdw>
            </a:effectLst>
          </p:spPr>
        </p:pic>
        <p:pic>
          <p:nvPicPr>
            <p:cNvPr id="737" name="Google Shape;737;g341b0cfeb39_0_30"/>
            <p:cNvPicPr preferRelativeResize="0"/>
            <p:nvPr/>
          </p:nvPicPr>
          <p:blipFill rotWithShape="1">
            <a:blip r:embed="rId25">
              <a:alphaModFix/>
            </a:blip>
            <a:srcRect b="0" l="79" r="79" t="0"/>
            <a:stretch/>
          </p:blipFill>
          <p:spPr>
            <a:xfrm>
              <a:off x="4612067" y="2129450"/>
              <a:ext cx="656212" cy="928835"/>
            </a:xfrm>
            <a:prstGeom prst="rect">
              <a:avLst/>
            </a:prstGeom>
            <a:noFill/>
            <a:ln>
              <a:noFill/>
            </a:ln>
            <a:effectLst>
              <a:outerShdw blurRad="71438" rotWithShape="0" algn="bl" dir="5400000" dist="28575">
                <a:srgbClr val="000000">
                  <a:alpha val="15290"/>
                </a:srgbClr>
              </a:outerShdw>
            </a:effectLst>
          </p:spPr>
        </p:pic>
        <p:pic>
          <p:nvPicPr>
            <p:cNvPr id="738" name="Google Shape;738;g341b0cfeb39_0_30"/>
            <p:cNvPicPr preferRelativeResize="0"/>
            <p:nvPr/>
          </p:nvPicPr>
          <p:blipFill rotWithShape="1">
            <a:blip r:embed="rId26">
              <a:alphaModFix/>
            </a:blip>
            <a:srcRect b="0" l="79" r="79" t="0"/>
            <a:stretch/>
          </p:blipFill>
          <p:spPr>
            <a:xfrm>
              <a:off x="5348400" y="2129450"/>
              <a:ext cx="656212" cy="928835"/>
            </a:xfrm>
            <a:prstGeom prst="rect">
              <a:avLst/>
            </a:prstGeom>
            <a:noFill/>
            <a:ln>
              <a:noFill/>
            </a:ln>
            <a:effectLst>
              <a:outerShdw blurRad="71438" rotWithShape="0" algn="bl" dir="5400000" dist="28575">
                <a:srgbClr val="000000">
                  <a:alpha val="15290"/>
                </a:srgbClr>
              </a:outerShdw>
            </a:effectLst>
          </p:spPr>
        </p:pic>
        <p:pic>
          <p:nvPicPr>
            <p:cNvPr id="739" name="Google Shape;739;g341b0cfeb39_0_30"/>
            <p:cNvPicPr preferRelativeResize="0"/>
            <p:nvPr/>
          </p:nvPicPr>
          <p:blipFill rotWithShape="1">
            <a:blip r:embed="rId27">
              <a:alphaModFix/>
            </a:blip>
            <a:srcRect b="0" l="79" r="79" t="0"/>
            <a:stretch/>
          </p:blipFill>
          <p:spPr>
            <a:xfrm>
              <a:off x="2403067" y="3150869"/>
              <a:ext cx="656212" cy="928835"/>
            </a:xfrm>
            <a:prstGeom prst="rect">
              <a:avLst/>
            </a:prstGeom>
            <a:noFill/>
            <a:ln>
              <a:noFill/>
            </a:ln>
            <a:effectLst>
              <a:outerShdw blurRad="71438" rotWithShape="0" algn="bl" dir="5400000" dist="28575">
                <a:srgbClr val="000000">
                  <a:alpha val="15290"/>
                </a:srgbClr>
              </a:outerShdw>
            </a:effectLst>
          </p:spPr>
        </p:pic>
        <p:pic>
          <p:nvPicPr>
            <p:cNvPr id="740" name="Google Shape;740;g341b0cfeb39_0_30"/>
            <p:cNvPicPr preferRelativeResize="0"/>
            <p:nvPr/>
          </p:nvPicPr>
          <p:blipFill rotWithShape="1">
            <a:blip r:embed="rId28">
              <a:alphaModFix/>
            </a:blip>
            <a:srcRect b="0" l="79" r="79" t="0"/>
            <a:stretch/>
          </p:blipFill>
          <p:spPr>
            <a:xfrm>
              <a:off x="930400" y="3150869"/>
              <a:ext cx="656212" cy="928835"/>
            </a:xfrm>
            <a:prstGeom prst="rect">
              <a:avLst/>
            </a:prstGeom>
            <a:noFill/>
            <a:ln>
              <a:noFill/>
            </a:ln>
            <a:effectLst>
              <a:outerShdw blurRad="71438" rotWithShape="0" algn="bl" dir="5400000" dist="28575">
                <a:srgbClr val="000000">
                  <a:alpha val="15290"/>
                </a:srgbClr>
              </a:outerShdw>
            </a:effectLst>
          </p:spPr>
        </p:pic>
        <p:pic>
          <p:nvPicPr>
            <p:cNvPr id="741" name="Google Shape;741;g341b0cfeb39_0_30"/>
            <p:cNvPicPr preferRelativeResize="0"/>
            <p:nvPr/>
          </p:nvPicPr>
          <p:blipFill rotWithShape="1">
            <a:blip r:embed="rId29">
              <a:alphaModFix/>
            </a:blip>
            <a:srcRect b="0" l="19" r="29" t="0"/>
            <a:stretch/>
          </p:blipFill>
          <p:spPr>
            <a:xfrm>
              <a:off x="1666733" y="3150869"/>
              <a:ext cx="656212" cy="928836"/>
            </a:xfrm>
            <a:prstGeom prst="rect">
              <a:avLst/>
            </a:prstGeom>
            <a:noFill/>
            <a:ln>
              <a:noFill/>
            </a:ln>
            <a:effectLst>
              <a:outerShdw blurRad="71438" rotWithShape="0" algn="bl" dir="5400000" dist="28575">
                <a:srgbClr val="000000">
                  <a:alpha val="15290"/>
                </a:srgbClr>
              </a:outerShdw>
            </a:effectLst>
          </p:spPr>
        </p:pic>
        <p:pic>
          <p:nvPicPr>
            <p:cNvPr id="742" name="Google Shape;742;g341b0cfeb39_0_30"/>
            <p:cNvPicPr preferRelativeResize="0"/>
            <p:nvPr/>
          </p:nvPicPr>
          <p:blipFill rotWithShape="1">
            <a:blip r:embed="rId30">
              <a:alphaModFix/>
            </a:blip>
            <a:srcRect b="0" l="19" r="29" t="0"/>
            <a:stretch/>
          </p:blipFill>
          <p:spPr>
            <a:xfrm>
              <a:off x="6821063" y="2129450"/>
              <a:ext cx="656212" cy="928836"/>
            </a:xfrm>
            <a:prstGeom prst="rect">
              <a:avLst/>
            </a:prstGeom>
            <a:noFill/>
            <a:ln>
              <a:noFill/>
            </a:ln>
            <a:effectLst>
              <a:outerShdw blurRad="71438" rotWithShape="0" algn="bl" dir="5400000" dist="28575">
                <a:srgbClr val="000000">
                  <a:alpha val="15290"/>
                </a:srgbClr>
              </a:outerShdw>
            </a:effectLst>
          </p:spPr>
        </p:pic>
        <p:pic>
          <p:nvPicPr>
            <p:cNvPr id="743" name="Google Shape;743;g341b0cfeb39_0_30"/>
            <p:cNvPicPr preferRelativeResize="0"/>
            <p:nvPr/>
          </p:nvPicPr>
          <p:blipFill rotWithShape="1">
            <a:blip r:embed="rId31">
              <a:alphaModFix/>
            </a:blip>
            <a:srcRect b="0" l="79" r="79" t="0"/>
            <a:stretch/>
          </p:blipFill>
          <p:spPr>
            <a:xfrm>
              <a:off x="7557389" y="2129450"/>
              <a:ext cx="656212" cy="928835"/>
            </a:xfrm>
            <a:prstGeom prst="rect">
              <a:avLst/>
            </a:prstGeom>
            <a:noFill/>
            <a:ln>
              <a:noFill/>
            </a:ln>
            <a:effectLst>
              <a:outerShdw blurRad="71438" rotWithShape="0" algn="bl" dir="5400000" dist="28575">
                <a:srgbClr val="000000">
                  <a:alpha val="1529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8" name="Shape 748"/>
        <p:cNvGrpSpPr/>
        <p:nvPr/>
      </p:nvGrpSpPr>
      <p:grpSpPr>
        <a:xfrm>
          <a:off x="0" y="0"/>
          <a:ext cx="0" cy="0"/>
          <a:chOff x="0" y="0"/>
          <a:chExt cx="0" cy="0"/>
        </a:xfrm>
      </p:grpSpPr>
      <p:sp>
        <p:nvSpPr>
          <p:cNvPr id="749" name="Google Shape;749;g341b0cfeb39_0_65"/>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50" name="Google Shape;750;g341b0cfeb39_0_65"/>
          <p:cNvGrpSpPr/>
          <p:nvPr/>
        </p:nvGrpSpPr>
        <p:grpSpPr>
          <a:xfrm>
            <a:off x="930400" y="2053250"/>
            <a:ext cx="7283201" cy="2971674"/>
            <a:chOff x="930400" y="2053250"/>
            <a:chExt cx="7283201" cy="2971674"/>
          </a:xfrm>
        </p:grpSpPr>
        <p:pic>
          <p:nvPicPr>
            <p:cNvPr id="751" name="Google Shape;751;g341b0cfeb39_0_65"/>
            <p:cNvPicPr preferRelativeResize="0"/>
            <p:nvPr/>
          </p:nvPicPr>
          <p:blipFill rotWithShape="1">
            <a:blip r:embed="rId3">
              <a:alphaModFix/>
            </a:blip>
            <a:srcRect b="0" l="79" r="79" t="0"/>
            <a:stretch/>
          </p:blipFill>
          <p:spPr>
            <a:xfrm>
              <a:off x="2403067" y="4096088"/>
              <a:ext cx="656212" cy="928835"/>
            </a:xfrm>
            <a:prstGeom prst="rect">
              <a:avLst/>
            </a:prstGeom>
            <a:noFill/>
            <a:ln>
              <a:noFill/>
            </a:ln>
            <a:effectLst>
              <a:outerShdw blurRad="71438" rotWithShape="0" algn="bl" dir="5400000" dist="28575">
                <a:srgbClr val="000000">
                  <a:alpha val="14510"/>
                </a:srgbClr>
              </a:outerShdw>
            </a:effectLst>
          </p:spPr>
        </p:pic>
        <p:pic>
          <p:nvPicPr>
            <p:cNvPr id="752" name="Google Shape;752;g341b0cfeb39_0_65"/>
            <p:cNvPicPr preferRelativeResize="0"/>
            <p:nvPr/>
          </p:nvPicPr>
          <p:blipFill rotWithShape="1">
            <a:blip r:embed="rId4">
              <a:alphaModFix/>
            </a:blip>
            <a:srcRect b="0" l="19" r="29" t="0"/>
            <a:stretch/>
          </p:blipFill>
          <p:spPr>
            <a:xfrm>
              <a:off x="1666733" y="4096088"/>
              <a:ext cx="656212" cy="928836"/>
            </a:xfrm>
            <a:prstGeom prst="rect">
              <a:avLst/>
            </a:prstGeom>
            <a:noFill/>
            <a:ln>
              <a:noFill/>
            </a:ln>
            <a:effectLst>
              <a:outerShdw blurRad="71438" rotWithShape="0" algn="bl" dir="5400000" dist="28575">
                <a:srgbClr val="000000">
                  <a:alpha val="15290"/>
                </a:srgbClr>
              </a:outerShdw>
            </a:effectLst>
          </p:spPr>
        </p:pic>
        <p:pic>
          <p:nvPicPr>
            <p:cNvPr id="753" name="Google Shape;753;g341b0cfeb39_0_65"/>
            <p:cNvPicPr preferRelativeResize="0"/>
            <p:nvPr/>
          </p:nvPicPr>
          <p:blipFill rotWithShape="1">
            <a:blip r:embed="rId5">
              <a:alphaModFix/>
            </a:blip>
            <a:srcRect b="0" l="19" r="29" t="0"/>
            <a:stretch/>
          </p:blipFill>
          <p:spPr>
            <a:xfrm>
              <a:off x="930400" y="4096088"/>
              <a:ext cx="656212" cy="928836"/>
            </a:xfrm>
            <a:prstGeom prst="rect">
              <a:avLst/>
            </a:prstGeom>
            <a:noFill/>
            <a:ln>
              <a:noFill/>
            </a:ln>
            <a:effectLst>
              <a:outerShdw blurRad="71438" rotWithShape="0" algn="bl" dir="5400000" dist="28575">
                <a:srgbClr val="000000">
                  <a:alpha val="15290"/>
                </a:srgbClr>
              </a:outerShdw>
            </a:effectLst>
          </p:spPr>
        </p:pic>
        <p:pic>
          <p:nvPicPr>
            <p:cNvPr id="754" name="Google Shape;754;g341b0cfeb39_0_65"/>
            <p:cNvPicPr preferRelativeResize="0"/>
            <p:nvPr/>
          </p:nvPicPr>
          <p:blipFill rotWithShape="1">
            <a:blip r:embed="rId6">
              <a:alphaModFix/>
            </a:blip>
            <a:srcRect b="0" l="79" r="79" t="0"/>
            <a:stretch/>
          </p:blipFill>
          <p:spPr>
            <a:xfrm>
              <a:off x="7557389" y="3074669"/>
              <a:ext cx="656212" cy="928835"/>
            </a:xfrm>
            <a:prstGeom prst="rect">
              <a:avLst/>
            </a:prstGeom>
            <a:noFill/>
            <a:ln>
              <a:noFill/>
            </a:ln>
            <a:effectLst>
              <a:outerShdw blurRad="71438" rotWithShape="0" algn="bl" dir="5400000" dist="28575">
                <a:srgbClr val="000000">
                  <a:alpha val="15290"/>
                </a:srgbClr>
              </a:outerShdw>
            </a:effectLst>
          </p:spPr>
        </p:pic>
        <p:pic>
          <p:nvPicPr>
            <p:cNvPr id="755" name="Google Shape;755;g341b0cfeb39_0_65"/>
            <p:cNvPicPr preferRelativeResize="0"/>
            <p:nvPr/>
          </p:nvPicPr>
          <p:blipFill rotWithShape="1">
            <a:blip r:embed="rId7">
              <a:alphaModFix/>
            </a:blip>
            <a:srcRect b="0" l="79" r="79" t="0"/>
            <a:stretch/>
          </p:blipFill>
          <p:spPr>
            <a:xfrm>
              <a:off x="930400" y="2053250"/>
              <a:ext cx="656212" cy="928835"/>
            </a:xfrm>
            <a:prstGeom prst="rect">
              <a:avLst/>
            </a:prstGeom>
            <a:noFill/>
            <a:ln>
              <a:noFill/>
            </a:ln>
            <a:effectLst>
              <a:outerShdw blurRad="71438" rotWithShape="0" algn="bl" dir="5400000" dist="28575">
                <a:srgbClr val="000000">
                  <a:alpha val="14900"/>
                </a:srgbClr>
              </a:outerShdw>
            </a:effectLst>
          </p:spPr>
        </p:pic>
        <p:pic>
          <p:nvPicPr>
            <p:cNvPr id="756" name="Google Shape;756;g341b0cfeb39_0_65"/>
            <p:cNvPicPr preferRelativeResize="0"/>
            <p:nvPr/>
          </p:nvPicPr>
          <p:blipFill rotWithShape="1">
            <a:blip r:embed="rId8">
              <a:alphaModFix/>
            </a:blip>
            <a:srcRect b="0" l="19" r="29" t="0"/>
            <a:stretch/>
          </p:blipFill>
          <p:spPr>
            <a:xfrm>
              <a:off x="3139400" y="2053250"/>
              <a:ext cx="656212" cy="928836"/>
            </a:xfrm>
            <a:prstGeom prst="rect">
              <a:avLst/>
            </a:prstGeom>
            <a:noFill/>
            <a:ln>
              <a:noFill/>
            </a:ln>
            <a:effectLst>
              <a:outerShdw blurRad="71438" rotWithShape="0" algn="bl" dir="5400000" dist="28575">
                <a:srgbClr val="000000">
                  <a:alpha val="14900"/>
                </a:srgbClr>
              </a:outerShdw>
            </a:effectLst>
          </p:spPr>
        </p:pic>
        <p:pic>
          <p:nvPicPr>
            <p:cNvPr id="757" name="Google Shape;757;g341b0cfeb39_0_65"/>
            <p:cNvPicPr preferRelativeResize="0"/>
            <p:nvPr/>
          </p:nvPicPr>
          <p:blipFill rotWithShape="1">
            <a:blip r:embed="rId9">
              <a:alphaModFix/>
            </a:blip>
            <a:srcRect b="0" l="19" r="29" t="0"/>
            <a:stretch/>
          </p:blipFill>
          <p:spPr>
            <a:xfrm>
              <a:off x="1666733" y="2053250"/>
              <a:ext cx="656212" cy="928836"/>
            </a:xfrm>
            <a:prstGeom prst="rect">
              <a:avLst/>
            </a:prstGeom>
            <a:noFill/>
            <a:ln>
              <a:noFill/>
            </a:ln>
            <a:effectLst>
              <a:outerShdw blurRad="71438" rotWithShape="0" algn="bl" dir="5400000" dist="28575">
                <a:srgbClr val="000000">
                  <a:alpha val="14900"/>
                </a:srgbClr>
              </a:outerShdw>
            </a:effectLst>
          </p:spPr>
        </p:pic>
        <p:pic>
          <p:nvPicPr>
            <p:cNvPr id="758" name="Google Shape;758;g341b0cfeb39_0_65"/>
            <p:cNvPicPr preferRelativeResize="0"/>
            <p:nvPr/>
          </p:nvPicPr>
          <p:blipFill rotWithShape="1">
            <a:blip r:embed="rId10">
              <a:alphaModFix/>
            </a:blip>
            <a:srcRect b="0" l="19" r="29" t="0"/>
            <a:stretch/>
          </p:blipFill>
          <p:spPr>
            <a:xfrm>
              <a:off x="2403067" y="2053250"/>
              <a:ext cx="656212" cy="928836"/>
            </a:xfrm>
            <a:prstGeom prst="rect">
              <a:avLst/>
            </a:prstGeom>
            <a:noFill/>
            <a:ln>
              <a:noFill/>
            </a:ln>
            <a:effectLst>
              <a:outerShdw blurRad="71438" rotWithShape="0" algn="bl" dir="5400000" dist="28575">
                <a:srgbClr val="000000">
                  <a:alpha val="14900"/>
                </a:srgbClr>
              </a:outerShdw>
            </a:effectLst>
          </p:spPr>
        </p:pic>
        <p:pic>
          <p:nvPicPr>
            <p:cNvPr id="759" name="Google Shape;759;g341b0cfeb39_0_65"/>
            <p:cNvPicPr preferRelativeResize="0"/>
            <p:nvPr/>
          </p:nvPicPr>
          <p:blipFill rotWithShape="1">
            <a:blip r:embed="rId11">
              <a:alphaModFix/>
            </a:blip>
            <a:srcRect b="0" l="79" r="79" t="0"/>
            <a:stretch/>
          </p:blipFill>
          <p:spPr>
            <a:xfrm>
              <a:off x="3875733" y="2053250"/>
              <a:ext cx="656212" cy="928835"/>
            </a:xfrm>
            <a:prstGeom prst="rect">
              <a:avLst/>
            </a:prstGeom>
            <a:noFill/>
            <a:ln>
              <a:noFill/>
            </a:ln>
            <a:effectLst>
              <a:outerShdw blurRad="71438" rotWithShape="0" algn="bl" dir="5400000" dist="28575">
                <a:srgbClr val="000000">
                  <a:alpha val="14900"/>
                </a:srgbClr>
              </a:outerShdw>
            </a:effectLst>
          </p:spPr>
        </p:pic>
        <p:pic>
          <p:nvPicPr>
            <p:cNvPr id="760" name="Google Shape;760;g341b0cfeb39_0_65"/>
            <p:cNvPicPr preferRelativeResize="0"/>
            <p:nvPr/>
          </p:nvPicPr>
          <p:blipFill rotWithShape="1">
            <a:blip r:embed="rId12">
              <a:alphaModFix/>
            </a:blip>
            <a:srcRect b="0" l="79" r="79" t="0"/>
            <a:stretch/>
          </p:blipFill>
          <p:spPr>
            <a:xfrm>
              <a:off x="6084733" y="2053250"/>
              <a:ext cx="656212" cy="928835"/>
            </a:xfrm>
            <a:prstGeom prst="rect">
              <a:avLst/>
            </a:prstGeom>
            <a:noFill/>
            <a:ln>
              <a:noFill/>
            </a:ln>
            <a:effectLst>
              <a:outerShdw blurRad="71438" rotWithShape="0" algn="bl" dir="5400000" dist="28575">
                <a:srgbClr val="000000">
                  <a:alpha val="14900"/>
                </a:srgbClr>
              </a:outerShdw>
            </a:effectLst>
          </p:spPr>
        </p:pic>
        <p:pic>
          <p:nvPicPr>
            <p:cNvPr id="761" name="Google Shape;761;g341b0cfeb39_0_65"/>
            <p:cNvPicPr preferRelativeResize="0"/>
            <p:nvPr/>
          </p:nvPicPr>
          <p:blipFill rotWithShape="1">
            <a:blip r:embed="rId13">
              <a:alphaModFix/>
            </a:blip>
            <a:srcRect b="0" l="79" r="79" t="0"/>
            <a:stretch/>
          </p:blipFill>
          <p:spPr>
            <a:xfrm>
              <a:off x="4612067" y="2053250"/>
              <a:ext cx="656212" cy="928835"/>
            </a:xfrm>
            <a:prstGeom prst="rect">
              <a:avLst/>
            </a:prstGeom>
            <a:noFill/>
            <a:ln>
              <a:noFill/>
            </a:ln>
            <a:effectLst>
              <a:outerShdw blurRad="71438" rotWithShape="0" algn="bl" dir="5400000" dist="28575">
                <a:srgbClr val="000000">
                  <a:alpha val="14900"/>
                </a:srgbClr>
              </a:outerShdw>
            </a:effectLst>
          </p:spPr>
        </p:pic>
        <p:pic>
          <p:nvPicPr>
            <p:cNvPr id="762" name="Google Shape;762;g341b0cfeb39_0_65"/>
            <p:cNvPicPr preferRelativeResize="0"/>
            <p:nvPr/>
          </p:nvPicPr>
          <p:blipFill rotWithShape="1">
            <a:blip r:embed="rId14">
              <a:alphaModFix/>
            </a:blip>
            <a:srcRect b="0" l="19" r="29" t="0"/>
            <a:stretch/>
          </p:blipFill>
          <p:spPr>
            <a:xfrm>
              <a:off x="5348400" y="2053250"/>
              <a:ext cx="656212" cy="928836"/>
            </a:xfrm>
            <a:prstGeom prst="rect">
              <a:avLst/>
            </a:prstGeom>
            <a:noFill/>
            <a:ln>
              <a:noFill/>
            </a:ln>
            <a:effectLst>
              <a:outerShdw blurRad="71438" rotWithShape="0" algn="bl" dir="5400000" dist="28575">
                <a:srgbClr val="000000">
                  <a:alpha val="14900"/>
                </a:srgbClr>
              </a:outerShdw>
            </a:effectLst>
          </p:spPr>
        </p:pic>
        <p:pic>
          <p:nvPicPr>
            <p:cNvPr id="763" name="Google Shape;763;g341b0cfeb39_0_65"/>
            <p:cNvPicPr preferRelativeResize="0"/>
            <p:nvPr/>
          </p:nvPicPr>
          <p:blipFill rotWithShape="1">
            <a:blip r:embed="rId15">
              <a:alphaModFix/>
            </a:blip>
            <a:srcRect b="0" l="79" r="79" t="0"/>
            <a:stretch/>
          </p:blipFill>
          <p:spPr>
            <a:xfrm>
              <a:off x="2403067" y="3074669"/>
              <a:ext cx="656212" cy="928835"/>
            </a:xfrm>
            <a:prstGeom prst="rect">
              <a:avLst/>
            </a:prstGeom>
            <a:noFill/>
            <a:ln>
              <a:noFill/>
            </a:ln>
            <a:effectLst>
              <a:outerShdw blurRad="71438" rotWithShape="0" algn="bl" dir="5400000" dist="28575">
                <a:srgbClr val="000000">
                  <a:alpha val="14900"/>
                </a:srgbClr>
              </a:outerShdw>
            </a:effectLst>
          </p:spPr>
        </p:pic>
        <p:pic>
          <p:nvPicPr>
            <p:cNvPr id="764" name="Google Shape;764;g341b0cfeb39_0_65"/>
            <p:cNvPicPr preferRelativeResize="0"/>
            <p:nvPr/>
          </p:nvPicPr>
          <p:blipFill rotWithShape="1">
            <a:blip r:embed="rId16">
              <a:alphaModFix/>
            </a:blip>
            <a:srcRect b="0" l="19" r="29" t="0"/>
            <a:stretch/>
          </p:blipFill>
          <p:spPr>
            <a:xfrm>
              <a:off x="930400" y="3074669"/>
              <a:ext cx="656212" cy="928836"/>
            </a:xfrm>
            <a:prstGeom prst="rect">
              <a:avLst/>
            </a:prstGeom>
            <a:noFill/>
            <a:ln>
              <a:noFill/>
            </a:ln>
            <a:effectLst>
              <a:outerShdw blurRad="71438" rotWithShape="0" algn="bl" dir="5400000" dist="28575">
                <a:srgbClr val="000000">
                  <a:alpha val="14900"/>
                </a:srgbClr>
              </a:outerShdw>
            </a:effectLst>
          </p:spPr>
        </p:pic>
        <p:pic>
          <p:nvPicPr>
            <p:cNvPr id="765" name="Google Shape;765;g341b0cfeb39_0_65"/>
            <p:cNvPicPr preferRelativeResize="0"/>
            <p:nvPr/>
          </p:nvPicPr>
          <p:blipFill rotWithShape="1">
            <a:blip r:embed="rId17">
              <a:alphaModFix/>
            </a:blip>
            <a:srcRect b="0" l="19" r="29" t="0"/>
            <a:stretch/>
          </p:blipFill>
          <p:spPr>
            <a:xfrm>
              <a:off x="1666733" y="3074669"/>
              <a:ext cx="656212" cy="928836"/>
            </a:xfrm>
            <a:prstGeom prst="rect">
              <a:avLst/>
            </a:prstGeom>
            <a:noFill/>
            <a:ln>
              <a:noFill/>
            </a:ln>
            <a:effectLst>
              <a:outerShdw blurRad="71438" rotWithShape="0" algn="bl" dir="5400000" dist="28575">
                <a:srgbClr val="000000">
                  <a:alpha val="14900"/>
                </a:srgbClr>
              </a:outerShdw>
            </a:effectLst>
          </p:spPr>
        </p:pic>
        <p:pic>
          <p:nvPicPr>
            <p:cNvPr id="766" name="Google Shape;766;g341b0cfeb39_0_65"/>
            <p:cNvPicPr preferRelativeResize="0"/>
            <p:nvPr/>
          </p:nvPicPr>
          <p:blipFill rotWithShape="1">
            <a:blip r:embed="rId18">
              <a:alphaModFix/>
            </a:blip>
            <a:srcRect b="0" l="19" r="29" t="0"/>
            <a:stretch/>
          </p:blipFill>
          <p:spPr>
            <a:xfrm>
              <a:off x="3139400" y="3074669"/>
              <a:ext cx="656212" cy="928836"/>
            </a:xfrm>
            <a:prstGeom prst="rect">
              <a:avLst/>
            </a:prstGeom>
            <a:noFill/>
            <a:ln>
              <a:noFill/>
            </a:ln>
            <a:effectLst>
              <a:outerShdw blurRad="71438" rotWithShape="0" algn="bl" dir="5400000" dist="28575">
                <a:srgbClr val="000000">
                  <a:alpha val="14900"/>
                </a:srgbClr>
              </a:outerShdw>
            </a:effectLst>
          </p:spPr>
        </p:pic>
        <p:pic>
          <p:nvPicPr>
            <p:cNvPr id="767" name="Google Shape;767;g341b0cfeb39_0_65"/>
            <p:cNvPicPr preferRelativeResize="0"/>
            <p:nvPr/>
          </p:nvPicPr>
          <p:blipFill rotWithShape="1">
            <a:blip r:embed="rId19">
              <a:alphaModFix/>
            </a:blip>
            <a:srcRect b="0" l="79" r="79" t="0"/>
            <a:stretch/>
          </p:blipFill>
          <p:spPr>
            <a:xfrm>
              <a:off x="5348400" y="3074669"/>
              <a:ext cx="656212" cy="928835"/>
            </a:xfrm>
            <a:prstGeom prst="rect">
              <a:avLst/>
            </a:prstGeom>
            <a:noFill/>
            <a:ln>
              <a:noFill/>
            </a:ln>
            <a:effectLst>
              <a:outerShdw blurRad="71438" rotWithShape="0" algn="bl" dir="5400000" dist="28575">
                <a:srgbClr val="000000">
                  <a:alpha val="14900"/>
                </a:srgbClr>
              </a:outerShdw>
            </a:effectLst>
          </p:spPr>
        </p:pic>
        <p:pic>
          <p:nvPicPr>
            <p:cNvPr id="768" name="Google Shape;768;g341b0cfeb39_0_65"/>
            <p:cNvPicPr preferRelativeResize="0"/>
            <p:nvPr/>
          </p:nvPicPr>
          <p:blipFill rotWithShape="1">
            <a:blip r:embed="rId20">
              <a:alphaModFix/>
            </a:blip>
            <a:srcRect b="0" l="19" r="29" t="0"/>
            <a:stretch/>
          </p:blipFill>
          <p:spPr>
            <a:xfrm>
              <a:off x="3875733" y="3074669"/>
              <a:ext cx="656212" cy="928836"/>
            </a:xfrm>
            <a:prstGeom prst="rect">
              <a:avLst/>
            </a:prstGeom>
            <a:noFill/>
            <a:ln>
              <a:noFill/>
            </a:ln>
            <a:effectLst>
              <a:outerShdw blurRad="71438" rotWithShape="0" algn="bl" dir="5400000" dist="28575">
                <a:srgbClr val="000000">
                  <a:alpha val="14900"/>
                </a:srgbClr>
              </a:outerShdw>
            </a:effectLst>
          </p:spPr>
        </p:pic>
        <p:pic>
          <p:nvPicPr>
            <p:cNvPr id="769" name="Google Shape;769;g341b0cfeb39_0_65"/>
            <p:cNvPicPr preferRelativeResize="0"/>
            <p:nvPr/>
          </p:nvPicPr>
          <p:blipFill rotWithShape="1">
            <a:blip r:embed="rId21">
              <a:alphaModFix/>
            </a:blip>
            <a:srcRect b="0" l="79" r="79" t="0"/>
            <a:stretch/>
          </p:blipFill>
          <p:spPr>
            <a:xfrm>
              <a:off x="4612067" y="3074669"/>
              <a:ext cx="656212" cy="928835"/>
            </a:xfrm>
            <a:prstGeom prst="rect">
              <a:avLst/>
            </a:prstGeom>
            <a:noFill/>
            <a:ln>
              <a:noFill/>
            </a:ln>
            <a:effectLst>
              <a:outerShdw blurRad="71438" rotWithShape="0" algn="bl" dir="5400000" dist="28575">
                <a:srgbClr val="000000">
                  <a:alpha val="14900"/>
                </a:srgbClr>
              </a:outerShdw>
            </a:effectLst>
          </p:spPr>
        </p:pic>
        <p:pic>
          <p:nvPicPr>
            <p:cNvPr id="770" name="Google Shape;770;g341b0cfeb39_0_65"/>
            <p:cNvPicPr preferRelativeResize="0"/>
            <p:nvPr/>
          </p:nvPicPr>
          <p:blipFill rotWithShape="1">
            <a:blip r:embed="rId22">
              <a:alphaModFix/>
            </a:blip>
            <a:srcRect b="0" l="19" r="29" t="0"/>
            <a:stretch/>
          </p:blipFill>
          <p:spPr>
            <a:xfrm>
              <a:off x="6821063" y="3074669"/>
              <a:ext cx="656212" cy="928836"/>
            </a:xfrm>
            <a:prstGeom prst="rect">
              <a:avLst/>
            </a:prstGeom>
            <a:noFill/>
            <a:ln>
              <a:noFill/>
            </a:ln>
            <a:effectLst>
              <a:outerShdw blurRad="71438" rotWithShape="0" algn="bl" dir="5400000" dist="28575">
                <a:srgbClr val="000000">
                  <a:alpha val="14900"/>
                </a:srgbClr>
              </a:outerShdw>
            </a:effectLst>
          </p:spPr>
        </p:pic>
        <p:pic>
          <p:nvPicPr>
            <p:cNvPr id="771" name="Google Shape;771;g341b0cfeb39_0_65"/>
            <p:cNvPicPr preferRelativeResize="0"/>
            <p:nvPr/>
          </p:nvPicPr>
          <p:blipFill rotWithShape="1">
            <a:blip r:embed="rId23">
              <a:alphaModFix/>
            </a:blip>
            <a:srcRect b="0" l="79" r="79" t="0"/>
            <a:stretch/>
          </p:blipFill>
          <p:spPr>
            <a:xfrm>
              <a:off x="6821063" y="2053250"/>
              <a:ext cx="656212" cy="928835"/>
            </a:xfrm>
            <a:prstGeom prst="rect">
              <a:avLst/>
            </a:prstGeom>
            <a:noFill/>
            <a:ln>
              <a:noFill/>
            </a:ln>
            <a:effectLst>
              <a:outerShdw blurRad="71438" rotWithShape="0" algn="bl" dir="5400000" dist="28575">
                <a:srgbClr val="000000">
                  <a:alpha val="14900"/>
                </a:srgbClr>
              </a:outerShdw>
            </a:effectLst>
          </p:spPr>
        </p:pic>
        <p:pic>
          <p:nvPicPr>
            <p:cNvPr id="772" name="Google Shape;772;g341b0cfeb39_0_65"/>
            <p:cNvPicPr preferRelativeResize="0"/>
            <p:nvPr/>
          </p:nvPicPr>
          <p:blipFill rotWithShape="1">
            <a:blip r:embed="rId24">
              <a:alphaModFix/>
            </a:blip>
            <a:srcRect b="0" l="19" r="29" t="0"/>
            <a:stretch/>
          </p:blipFill>
          <p:spPr>
            <a:xfrm>
              <a:off x="6084733" y="3074669"/>
              <a:ext cx="656212" cy="928836"/>
            </a:xfrm>
            <a:prstGeom prst="rect">
              <a:avLst/>
            </a:prstGeom>
            <a:noFill/>
            <a:ln>
              <a:noFill/>
            </a:ln>
            <a:effectLst>
              <a:outerShdw blurRad="71438" rotWithShape="0" algn="bl" dir="5400000" dist="28575">
                <a:srgbClr val="000000">
                  <a:alpha val="14900"/>
                </a:srgbClr>
              </a:outerShdw>
            </a:effectLst>
          </p:spPr>
        </p:pic>
        <p:pic>
          <p:nvPicPr>
            <p:cNvPr id="773" name="Google Shape;773;g341b0cfeb39_0_65"/>
            <p:cNvPicPr preferRelativeResize="0"/>
            <p:nvPr/>
          </p:nvPicPr>
          <p:blipFill rotWithShape="1">
            <a:blip r:embed="rId25">
              <a:alphaModFix/>
            </a:blip>
            <a:srcRect b="0" l="19" r="29" t="0"/>
            <a:stretch/>
          </p:blipFill>
          <p:spPr>
            <a:xfrm>
              <a:off x="7557389" y="2053250"/>
              <a:ext cx="656212" cy="928836"/>
            </a:xfrm>
            <a:prstGeom prst="rect">
              <a:avLst/>
            </a:prstGeom>
            <a:noFill/>
            <a:ln>
              <a:noFill/>
            </a:ln>
            <a:effectLst>
              <a:outerShdw blurRad="71438" rotWithShape="0" algn="bl" dir="5400000" dist="28575">
                <a:srgbClr val="000000">
                  <a:alpha val="14900"/>
                </a:srgbClr>
              </a:outerShdw>
            </a:effectLst>
          </p:spPr>
        </p:pic>
        <p:pic>
          <p:nvPicPr>
            <p:cNvPr id="774" name="Google Shape;774;g341b0cfeb39_0_65"/>
            <p:cNvPicPr preferRelativeResize="0"/>
            <p:nvPr/>
          </p:nvPicPr>
          <p:blipFill rotWithShape="1">
            <a:blip r:embed="rId26">
              <a:alphaModFix/>
            </a:blip>
            <a:srcRect b="0" l="19" r="29" t="0"/>
            <a:stretch/>
          </p:blipFill>
          <p:spPr>
            <a:xfrm>
              <a:off x="6084733" y="3074669"/>
              <a:ext cx="656212" cy="928836"/>
            </a:xfrm>
            <a:prstGeom prst="rect">
              <a:avLst/>
            </a:prstGeom>
            <a:noFill/>
            <a:ln>
              <a:noFill/>
            </a:ln>
            <a:effectLst>
              <a:outerShdw blurRad="71438" rotWithShape="0" algn="bl" dir="5400000" dist="28575">
                <a:srgbClr val="000000">
                  <a:alpha val="15290"/>
                </a:srgbClr>
              </a:outerShdw>
            </a:effectLst>
          </p:spPr>
        </p:pic>
        <p:pic>
          <p:nvPicPr>
            <p:cNvPr id="775" name="Google Shape;775;g341b0cfeb39_0_65"/>
            <p:cNvPicPr preferRelativeResize="0"/>
            <p:nvPr/>
          </p:nvPicPr>
          <p:blipFill rotWithShape="1">
            <a:blip r:embed="rId27">
              <a:alphaModFix/>
            </a:blip>
            <a:srcRect b="0" l="79" r="79" t="0"/>
            <a:stretch/>
          </p:blipFill>
          <p:spPr>
            <a:xfrm>
              <a:off x="5348400" y="3074669"/>
              <a:ext cx="656212" cy="928835"/>
            </a:xfrm>
            <a:prstGeom prst="rect">
              <a:avLst/>
            </a:prstGeom>
            <a:noFill/>
            <a:ln>
              <a:noFill/>
            </a:ln>
            <a:effectLst>
              <a:outerShdw blurRad="71438" rotWithShape="0" algn="bl" dir="5400000" dist="28575">
                <a:srgbClr val="000000">
                  <a:alpha val="15290"/>
                </a:srgbClr>
              </a:outerShdw>
            </a:effectLst>
          </p:spPr>
        </p:pic>
        <p:pic>
          <p:nvPicPr>
            <p:cNvPr id="776" name="Google Shape;776;g341b0cfeb39_0_65"/>
            <p:cNvPicPr preferRelativeResize="0"/>
            <p:nvPr/>
          </p:nvPicPr>
          <p:blipFill rotWithShape="1">
            <a:blip r:embed="rId28">
              <a:alphaModFix/>
            </a:blip>
            <a:srcRect b="0" l="79" r="79" t="0"/>
            <a:stretch/>
          </p:blipFill>
          <p:spPr>
            <a:xfrm>
              <a:off x="4612067" y="3074669"/>
              <a:ext cx="656212" cy="928835"/>
            </a:xfrm>
            <a:prstGeom prst="rect">
              <a:avLst/>
            </a:prstGeom>
            <a:noFill/>
            <a:ln>
              <a:noFill/>
            </a:ln>
            <a:effectLst>
              <a:outerShdw blurRad="71438" rotWithShape="0" algn="bl" dir="5400000" dist="28575">
                <a:srgbClr val="000000">
                  <a:alpha val="14900"/>
                </a:srgbClr>
              </a:outerShdw>
            </a:effectLst>
          </p:spPr>
        </p:pic>
        <p:pic>
          <p:nvPicPr>
            <p:cNvPr id="777" name="Google Shape;777;g341b0cfeb39_0_65"/>
            <p:cNvPicPr preferRelativeResize="0"/>
            <p:nvPr/>
          </p:nvPicPr>
          <p:blipFill rotWithShape="1">
            <a:blip r:embed="rId29">
              <a:alphaModFix/>
            </a:blip>
            <a:srcRect b="0" l="19" r="29" t="0"/>
            <a:stretch/>
          </p:blipFill>
          <p:spPr>
            <a:xfrm>
              <a:off x="3875733" y="3074669"/>
              <a:ext cx="656212" cy="928836"/>
            </a:xfrm>
            <a:prstGeom prst="rect">
              <a:avLst/>
            </a:prstGeom>
            <a:noFill/>
            <a:ln>
              <a:noFill/>
            </a:ln>
            <a:effectLst>
              <a:outerShdw blurRad="71438" rotWithShape="0" algn="bl" dir="5400000" dist="28575">
                <a:srgbClr val="000000">
                  <a:alpha val="15290"/>
                </a:srgbClr>
              </a:outerShdw>
            </a:effectLst>
          </p:spPr>
        </p:pic>
        <p:pic>
          <p:nvPicPr>
            <p:cNvPr id="778" name="Google Shape;778;g341b0cfeb39_0_65"/>
            <p:cNvPicPr preferRelativeResize="0"/>
            <p:nvPr/>
          </p:nvPicPr>
          <p:blipFill rotWithShape="1">
            <a:blip r:embed="rId30">
              <a:alphaModFix/>
            </a:blip>
            <a:srcRect b="0" l="19" r="29" t="0"/>
            <a:stretch/>
          </p:blipFill>
          <p:spPr>
            <a:xfrm>
              <a:off x="3139400" y="3074669"/>
              <a:ext cx="656212" cy="928836"/>
            </a:xfrm>
            <a:prstGeom prst="rect">
              <a:avLst/>
            </a:prstGeom>
            <a:noFill/>
            <a:ln>
              <a:noFill/>
            </a:ln>
            <a:effectLst>
              <a:outerShdw blurRad="71438" rotWithShape="0" algn="bl" dir="5400000" dist="28575">
                <a:srgbClr val="000000">
                  <a:alpha val="15290"/>
                </a:srgbClr>
              </a:outerShdw>
            </a:effectLst>
          </p:spPr>
        </p:pic>
        <p:pic>
          <p:nvPicPr>
            <p:cNvPr id="779" name="Google Shape;779;g341b0cfeb39_0_65"/>
            <p:cNvPicPr preferRelativeResize="0"/>
            <p:nvPr/>
          </p:nvPicPr>
          <p:blipFill rotWithShape="1">
            <a:blip r:embed="rId31">
              <a:alphaModFix/>
            </a:blip>
            <a:srcRect b="0" l="79" r="79" t="0"/>
            <a:stretch/>
          </p:blipFill>
          <p:spPr>
            <a:xfrm>
              <a:off x="2403067" y="3074669"/>
              <a:ext cx="656212" cy="928835"/>
            </a:xfrm>
            <a:prstGeom prst="rect">
              <a:avLst/>
            </a:prstGeom>
            <a:noFill/>
            <a:ln>
              <a:noFill/>
            </a:ln>
            <a:effectLst>
              <a:outerShdw blurRad="71438" rotWithShape="0" algn="bl" dir="5400000" dist="28575">
                <a:srgbClr val="000000">
                  <a:alpha val="15290"/>
                </a:srgbClr>
              </a:outerShdw>
            </a:effectLst>
          </p:spPr>
        </p:pic>
        <p:pic>
          <p:nvPicPr>
            <p:cNvPr id="780" name="Google Shape;780;g341b0cfeb39_0_65"/>
            <p:cNvPicPr preferRelativeResize="0"/>
            <p:nvPr/>
          </p:nvPicPr>
          <p:blipFill rotWithShape="1">
            <a:blip r:embed="rId32">
              <a:alphaModFix/>
            </a:blip>
            <a:srcRect b="0" l="19" r="29" t="0"/>
            <a:stretch/>
          </p:blipFill>
          <p:spPr>
            <a:xfrm>
              <a:off x="930400" y="3074669"/>
              <a:ext cx="656212" cy="928836"/>
            </a:xfrm>
            <a:prstGeom prst="rect">
              <a:avLst/>
            </a:prstGeom>
            <a:noFill/>
            <a:ln>
              <a:noFill/>
            </a:ln>
            <a:effectLst>
              <a:outerShdw blurRad="71438" rotWithShape="0" algn="bl" dir="5400000" dist="28575">
                <a:srgbClr val="000000">
                  <a:alpha val="14900"/>
                </a:srgbClr>
              </a:outerShdw>
            </a:effectLst>
          </p:spPr>
        </p:pic>
        <p:pic>
          <p:nvPicPr>
            <p:cNvPr id="781" name="Google Shape;781;g341b0cfeb39_0_65"/>
            <p:cNvPicPr preferRelativeResize="0"/>
            <p:nvPr/>
          </p:nvPicPr>
          <p:blipFill rotWithShape="1">
            <a:blip r:embed="rId33">
              <a:alphaModFix/>
            </a:blip>
            <a:srcRect b="0" l="19" r="29" t="0"/>
            <a:stretch/>
          </p:blipFill>
          <p:spPr>
            <a:xfrm>
              <a:off x="1666733" y="3074669"/>
              <a:ext cx="656212" cy="928836"/>
            </a:xfrm>
            <a:prstGeom prst="rect">
              <a:avLst/>
            </a:prstGeom>
            <a:noFill/>
            <a:ln>
              <a:noFill/>
            </a:ln>
            <a:effectLst>
              <a:outerShdw blurRad="71438" rotWithShape="0" algn="bl" dir="5400000" dist="28575">
                <a:srgbClr val="000000">
                  <a:alpha val="14900"/>
                </a:srgbClr>
              </a:outerShdw>
            </a:effectLst>
          </p:spPr>
        </p:pic>
        <p:pic>
          <p:nvPicPr>
            <p:cNvPr id="782" name="Google Shape;782;g341b0cfeb39_0_65"/>
            <p:cNvPicPr preferRelativeResize="0"/>
            <p:nvPr/>
          </p:nvPicPr>
          <p:blipFill rotWithShape="1">
            <a:blip r:embed="rId34">
              <a:alphaModFix/>
            </a:blip>
            <a:srcRect b="0" l="79" r="79" t="0"/>
            <a:stretch/>
          </p:blipFill>
          <p:spPr>
            <a:xfrm>
              <a:off x="930400" y="2053250"/>
              <a:ext cx="656212" cy="928835"/>
            </a:xfrm>
            <a:prstGeom prst="rect">
              <a:avLst/>
            </a:prstGeom>
            <a:noFill/>
            <a:ln>
              <a:noFill/>
            </a:ln>
            <a:effectLst>
              <a:outerShdw blurRad="71438" rotWithShape="0" algn="bl" dir="5400000" dist="28575">
                <a:srgbClr val="000000">
                  <a:alpha val="15290"/>
                </a:srgbClr>
              </a:outerShdw>
            </a:effectLst>
          </p:spPr>
        </p:pic>
        <p:pic>
          <p:nvPicPr>
            <p:cNvPr id="783" name="Google Shape;783;g341b0cfeb39_0_65"/>
            <p:cNvPicPr preferRelativeResize="0"/>
            <p:nvPr/>
          </p:nvPicPr>
          <p:blipFill rotWithShape="1">
            <a:blip r:embed="rId35">
              <a:alphaModFix/>
            </a:blip>
            <a:srcRect b="0" l="19" r="29" t="0"/>
            <a:stretch/>
          </p:blipFill>
          <p:spPr>
            <a:xfrm>
              <a:off x="3139400" y="2053250"/>
              <a:ext cx="656212" cy="928836"/>
            </a:xfrm>
            <a:prstGeom prst="rect">
              <a:avLst/>
            </a:prstGeom>
            <a:noFill/>
            <a:ln>
              <a:noFill/>
            </a:ln>
            <a:effectLst>
              <a:outerShdw blurRad="71438" rotWithShape="0" algn="bl" dir="5400000" dist="28575">
                <a:srgbClr val="000000">
                  <a:alpha val="15290"/>
                </a:srgbClr>
              </a:outerShdw>
            </a:effectLst>
          </p:spPr>
        </p:pic>
        <p:pic>
          <p:nvPicPr>
            <p:cNvPr id="784" name="Google Shape;784;g341b0cfeb39_0_65"/>
            <p:cNvPicPr preferRelativeResize="0"/>
            <p:nvPr/>
          </p:nvPicPr>
          <p:blipFill rotWithShape="1">
            <a:blip r:embed="rId36">
              <a:alphaModFix/>
            </a:blip>
            <a:srcRect b="0" l="19" r="29" t="0"/>
            <a:stretch/>
          </p:blipFill>
          <p:spPr>
            <a:xfrm>
              <a:off x="1666733" y="2053250"/>
              <a:ext cx="656212" cy="928836"/>
            </a:xfrm>
            <a:prstGeom prst="rect">
              <a:avLst/>
            </a:prstGeom>
            <a:noFill/>
            <a:ln>
              <a:noFill/>
            </a:ln>
            <a:effectLst>
              <a:outerShdw blurRad="71438" rotWithShape="0" algn="bl" dir="5400000" dist="28575">
                <a:srgbClr val="000000">
                  <a:alpha val="15290"/>
                </a:srgbClr>
              </a:outerShdw>
            </a:effectLst>
          </p:spPr>
        </p:pic>
        <p:pic>
          <p:nvPicPr>
            <p:cNvPr id="785" name="Google Shape;785;g341b0cfeb39_0_65"/>
            <p:cNvPicPr preferRelativeResize="0"/>
            <p:nvPr/>
          </p:nvPicPr>
          <p:blipFill rotWithShape="1">
            <a:blip r:embed="rId37">
              <a:alphaModFix/>
            </a:blip>
            <a:srcRect b="0" l="19" r="29" t="0"/>
            <a:stretch/>
          </p:blipFill>
          <p:spPr>
            <a:xfrm>
              <a:off x="2403067" y="2053250"/>
              <a:ext cx="656212" cy="928836"/>
            </a:xfrm>
            <a:prstGeom prst="rect">
              <a:avLst/>
            </a:prstGeom>
            <a:noFill/>
            <a:ln>
              <a:noFill/>
            </a:ln>
            <a:effectLst>
              <a:outerShdw blurRad="71438" rotWithShape="0" algn="bl" dir="5400000" dist="28575">
                <a:srgbClr val="000000">
                  <a:alpha val="15290"/>
                </a:srgbClr>
              </a:outerShdw>
            </a:effectLst>
          </p:spPr>
        </p:pic>
        <p:pic>
          <p:nvPicPr>
            <p:cNvPr id="786" name="Google Shape;786;g341b0cfeb39_0_65"/>
            <p:cNvPicPr preferRelativeResize="0"/>
            <p:nvPr/>
          </p:nvPicPr>
          <p:blipFill rotWithShape="1">
            <a:blip r:embed="rId38">
              <a:alphaModFix/>
            </a:blip>
            <a:srcRect b="0" l="79" r="79" t="0"/>
            <a:stretch/>
          </p:blipFill>
          <p:spPr>
            <a:xfrm>
              <a:off x="3875733" y="2053250"/>
              <a:ext cx="656212" cy="928835"/>
            </a:xfrm>
            <a:prstGeom prst="rect">
              <a:avLst/>
            </a:prstGeom>
            <a:noFill/>
            <a:ln>
              <a:noFill/>
            </a:ln>
            <a:effectLst>
              <a:outerShdw blurRad="71438" rotWithShape="0" algn="bl" dir="5400000" dist="28575">
                <a:srgbClr val="000000">
                  <a:alpha val="15290"/>
                </a:srgbClr>
              </a:outerShdw>
            </a:effectLst>
          </p:spPr>
        </p:pic>
        <p:pic>
          <p:nvPicPr>
            <p:cNvPr id="787" name="Google Shape;787;g341b0cfeb39_0_65"/>
            <p:cNvPicPr preferRelativeResize="0"/>
            <p:nvPr/>
          </p:nvPicPr>
          <p:blipFill rotWithShape="1">
            <a:blip r:embed="rId39">
              <a:alphaModFix/>
            </a:blip>
            <a:srcRect b="0" l="79" r="79" t="0"/>
            <a:stretch/>
          </p:blipFill>
          <p:spPr>
            <a:xfrm>
              <a:off x="6084733" y="2053250"/>
              <a:ext cx="656212" cy="928835"/>
            </a:xfrm>
            <a:prstGeom prst="rect">
              <a:avLst/>
            </a:prstGeom>
            <a:noFill/>
            <a:ln>
              <a:noFill/>
            </a:ln>
            <a:effectLst>
              <a:outerShdw blurRad="71438" rotWithShape="0" algn="bl" dir="5400000" dist="28575">
                <a:srgbClr val="000000">
                  <a:alpha val="15290"/>
                </a:srgbClr>
              </a:outerShdw>
            </a:effectLst>
          </p:spPr>
        </p:pic>
        <p:pic>
          <p:nvPicPr>
            <p:cNvPr id="788" name="Google Shape;788;g341b0cfeb39_0_65"/>
            <p:cNvPicPr preferRelativeResize="0"/>
            <p:nvPr/>
          </p:nvPicPr>
          <p:blipFill rotWithShape="1">
            <a:blip r:embed="rId40">
              <a:alphaModFix/>
            </a:blip>
            <a:srcRect b="0" l="79" r="79" t="0"/>
            <a:stretch/>
          </p:blipFill>
          <p:spPr>
            <a:xfrm>
              <a:off x="4612067" y="2053250"/>
              <a:ext cx="656212" cy="928835"/>
            </a:xfrm>
            <a:prstGeom prst="rect">
              <a:avLst/>
            </a:prstGeom>
            <a:noFill/>
            <a:ln>
              <a:noFill/>
            </a:ln>
            <a:effectLst>
              <a:outerShdw blurRad="71438" rotWithShape="0" algn="bl" dir="5400000" dist="28575">
                <a:srgbClr val="000000">
                  <a:alpha val="15290"/>
                </a:srgbClr>
              </a:outerShdw>
            </a:effectLst>
          </p:spPr>
        </p:pic>
        <p:pic>
          <p:nvPicPr>
            <p:cNvPr id="789" name="Google Shape;789;g341b0cfeb39_0_65"/>
            <p:cNvPicPr preferRelativeResize="0"/>
            <p:nvPr/>
          </p:nvPicPr>
          <p:blipFill rotWithShape="1">
            <a:blip r:embed="rId41">
              <a:alphaModFix/>
            </a:blip>
            <a:srcRect b="0" l="19" r="29" t="0"/>
            <a:stretch/>
          </p:blipFill>
          <p:spPr>
            <a:xfrm>
              <a:off x="5348400" y="2053250"/>
              <a:ext cx="656212" cy="928836"/>
            </a:xfrm>
            <a:prstGeom prst="rect">
              <a:avLst/>
            </a:prstGeom>
            <a:noFill/>
            <a:ln>
              <a:noFill/>
            </a:ln>
            <a:effectLst>
              <a:outerShdw blurRad="71438" rotWithShape="0" algn="bl" dir="5400000" dist="28575">
                <a:srgbClr val="000000">
                  <a:alpha val="15290"/>
                </a:srgbClr>
              </a:outerShdw>
            </a:effectLst>
          </p:spPr>
        </p:pic>
        <p:pic>
          <p:nvPicPr>
            <p:cNvPr id="790" name="Google Shape;790;g341b0cfeb39_0_65"/>
            <p:cNvPicPr preferRelativeResize="0"/>
            <p:nvPr/>
          </p:nvPicPr>
          <p:blipFill rotWithShape="1">
            <a:blip r:embed="rId42">
              <a:alphaModFix/>
            </a:blip>
            <a:srcRect b="0" l="79" r="79" t="0"/>
            <a:stretch/>
          </p:blipFill>
          <p:spPr>
            <a:xfrm>
              <a:off x="6821063" y="2053250"/>
              <a:ext cx="656212" cy="928835"/>
            </a:xfrm>
            <a:prstGeom prst="rect">
              <a:avLst/>
            </a:prstGeom>
            <a:noFill/>
            <a:ln>
              <a:noFill/>
            </a:ln>
            <a:effectLst>
              <a:outerShdw blurRad="71438" rotWithShape="0" algn="bl" dir="5400000" dist="28575">
                <a:srgbClr val="000000">
                  <a:alpha val="15290"/>
                </a:srgbClr>
              </a:outerShdw>
            </a:effectLst>
          </p:spPr>
        </p:pic>
        <p:pic>
          <p:nvPicPr>
            <p:cNvPr id="791" name="Google Shape;791;g341b0cfeb39_0_65"/>
            <p:cNvPicPr preferRelativeResize="0"/>
            <p:nvPr/>
          </p:nvPicPr>
          <p:blipFill rotWithShape="1">
            <a:blip r:embed="rId43">
              <a:alphaModFix/>
            </a:blip>
            <a:srcRect b="0" l="19" r="29" t="0"/>
            <a:stretch/>
          </p:blipFill>
          <p:spPr>
            <a:xfrm>
              <a:off x="7557389" y="2053250"/>
              <a:ext cx="656212" cy="928836"/>
            </a:xfrm>
            <a:prstGeom prst="rect">
              <a:avLst/>
            </a:prstGeom>
            <a:noFill/>
            <a:ln>
              <a:noFill/>
            </a:ln>
            <a:effectLst>
              <a:outerShdw blurRad="71438" rotWithShape="0" algn="bl" dir="5400000" dist="28575">
                <a:srgbClr val="000000">
                  <a:alpha val="1529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6" name="Shape 796"/>
        <p:cNvGrpSpPr/>
        <p:nvPr/>
      </p:nvGrpSpPr>
      <p:grpSpPr>
        <a:xfrm>
          <a:off x="0" y="0"/>
          <a:ext cx="0" cy="0"/>
          <a:chOff x="0" y="0"/>
          <a:chExt cx="0" cy="0"/>
        </a:xfrm>
      </p:grpSpPr>
      <p:sp>
        <p:nvSpPr>
          <p:cNvPr id="797" name="Google Shape;797;g341b0cfeb39_0_112"/>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98" name="Google Shape;798;g341b0cfeb39_0_112"/>
          <p:cNvGrpSpPr/>
          <p:nvPr/>
        </p:nvGrpSpPr>
        <p:grpSpPr>
          <a:xfrm>
            <a:off x="855905" y="2053250"/>
            <a:ext cx="7272577" cy="3316697"/>
            <a:chOff x="855905" y="2053250"/>
            <a:chExt cx="7272577" cy="3316697"/>
          </a:xfrm>
        </p:grpSpPr>
        <p:pic>
          <p:nvPicPr>
            <p:cNvPr id="799" name="Google Shape;799;g341b0cfeb39_0_112"/>
            <p:cNvPicPr preferRelativeResize="0"/>
            <p:nvPr/>
          </p:nvPicPr>
          <p:blipFill rotWithShape="1">
            <a:blip r:embed="rId3">
              <a:alphaModFix/>
            </a:blip>
            <a:srcRect b="0" l="0" r="0" t="0"/>
            <a:stretch/>
          </p:blipFill>
          <p:spPr>
            <a:xfrm>
              <a:off x="3913873" y="2901638"/>
              <a:ext cx="545045" cy="771487"/>
            </a:xfrm>
            <a:prstGeom prst="rect">
              <a:avLst/>
            </a:prstGeom>
            <a:noFill/>
            <a:ln>
              <a:noFill/>
            </a:ln>
            <a:effectLst>
              <a:outerShdw blurRad="71438" rotWithShape="0" algn="bl" dir="5400000" dist="28575">
                <a:srgbClr val="000000">
                  <a:alpha val="14900"/>
                </a:srgbClr>
              </a:outerShdw>
            </a:effectLst>
          </p:spPr>
        </p:pic>
        <p:pic>
          <p:nvPicPr>
            <p:cNvPr id="800" name="Google Shape;800;g341b0cfeb39_0_112"/>
            <p:cNvPicPr preferRelativeResize="0"/>
            <p:nvPr/>
          </p:nvPicPr>
          <p:blipFill rotWithShape="1">
            <a:blip r:embed="rId4">
              <a:alphaModFix/>
            </a:blip>
            <a:srcRect b="0" l="79" r="79" t="0"/>
            <a:stretch/>
          </p:blipFill>
          <p:spPr>
            <a:xfrm>
              <a:off x="4525464" y="2901638"/>
              <a:ext cx="545045" cy="771487"/>
            </a:xfrm>
            <a:prstGeom prst="rect">
              <a:avLst/>
            </a:prstGeom>
            <a:noFill/>
            <a:ln>
              <a:noFill/>
            </a:ln>
            <a:effectLst>
              <a:outerShdw blurRad="71438" rotWithShape="0" algn="bl" dir="5400000" dist="28575">
                <a:srgbClr val="000000">
                  <a:alpha val="14900"/>
                </a:srgbClr>
              </a:outerShdw>
            </a:effectLst>
          </p:spPr>
        </p:pic>
        <p:pic>
          <p:nvPicPr>
            <p:cNvPr id="801" name="Google Shape;801;g341b0cfeb39_0_112"/>
            <p:cNvPicPr preferRelativeResize="0"/>
            <p:nvPr/>
          </p:nvPicPr>
          <p:blipFill rotWithShape="1">
            <a:blip r:embed="rId5">
              <a:alphaModFix/>
            </a:blip>
            <a:srcRect b="0" l="19" r="29" t="0"/>
            <a:stretch/>
          </p:blipFill>
          <p:spPr>
            <a:xfrm>
              <a:off x="5137051" y="2901638"/>
              <a:ext cx="545045" cy="771492"/>
            </a:xfrm>
            <a:prstGeom prst="rect">
              <a:avLst/>
            </a:prstGeom>
            <a:noFill/>
            <a:ln>
              <a:noFill/>
            </a:ln>
            <a:effectLst>
              <a:outerShdw blurRad="71438" rotWithShape="0" algn="bl" dir="5400000" dist="28575">
                <a:srgbClr val="000000">
                  <a:alpha val="14900"/>
                </a:srgbClr>
              </a:outerShdw>
            </a:effectLst>
          </p:spPr>
        </p:pic>
        <p:pic>
          <p:nvPicPr>
            <p:cNvPr id="802" name="Google Shape;802;g341b0cfeb39_0_112"/>
            <p:cNvPicPr preferRelativeResize="0"/>
            <p:nvPr/>
          </p:nvPicPr>
          <p:blipFill rotWithShape="1">
            <a:blip r:embed="rId6">
              <a:alphaModFix/>
            </a:blip>
            <a:srcRect b="0" l="19" r="29" t="0"/>
            <a:stretch/>
          </p:blipFill>
          <p:spPr>
            <a:xfrm>
              <a:off x="5748645" y="2901638"/>
              <a:ext cx="545045" cy="771492"/>
            </a:xfrm>
            <a:prstGeom prst="rect">
              <a:avLst/>
            </a:prstGeom>
            <a:noFill/>
            <a:ln>
              <a:noFill/>
            </a:ln>
            <a:effectLst>
              <a:outerShdw blurRad="71438" rotWithShape="0" algn="bl" dir="5400000" dist="28575">
                <a:srgbClr val="000000">
                  <a:alpha val="14900"/>
                </a:srgbClr>
              </a:outerShdw>
            </a:effectLst>
          </p:spPr>
        </p:pic>
        <p:pic>
          <p:nvPicPr>
            <p:cNvPr id="803" name="Google Shape;803;g341b0cfeb39_0_112"/>
            <p:cNvPicPr preferRelativeResize="0"/>
            <p:nvPr/>
          </p:nvPicPr>
          <p:blipFill rotWithShape="1">
            <a:blip r:embed="rId7">
              <a:alphaModFix/>
            </a:blip>
            <a:srcRect b="0" l="19" r="29" t="0"/>
            <a:stretch/>
          </p:blipFill>
          <p:spPr>
            <a:xfrm>
              <a:off x="6360241" y="2901638"/>
              <a:ext cx="545045" cy="771492"/>
            </a:xfrm>
            <a:prstGeom prst="rect">
              <a:avLst/>
            </a:prstGeom>
            <a:noFill/>
            <a:ln>
              <a:noFill/>
            </a:ln>
            <a:effectLst>
              <a:outerShdw blurRad="71438" rotWithShape="0" algn="bl" dir="5400000" dist="28575">
                <a:srgbClr val="000000">
                  <a:alpha val="14900"/>
                </a:srgbClr>
              </a:outerShdw>
            </a:effectLst>
          </p:spPr>
        </p:pic>
        <p:pic>
          <p:nvPicPr>
            <p:cNvPr id="804" name="Google Shape;804;g341b0cfeb39_0_112"/>
            <p:cNvPicPr preferRelativeResize="0"/>
            <p:nvPr/>
          </p:nvPicPr>
          <p:blipFill rotWithShape="1">
            <a:blip r:embed="rId8">
              <a:alphaModFix/>
            </a:blip>
            <a:srcRect b="0" l="79" r="79" t="0"/>
            <a:stretch/>
          </p:blipFill>
          <p:spPr>
            <a:xfrm>
              <a:off x="7583414" y="2901642"/>
              <a:ext cx="545045" cy="771487"/>
            </a:xfrm>
            <a:prstGeom prst="rect">
              <a:avLst/>
            </a:prstGeom>
            <a:noFill/>
            <a:ln>
              <a:noFill/>
            </a:ln>
            <a:effectLst>
              <a:outerShdw blurRad="71438" rotWithShape="0" algn="bl" dir="5400000" dist="28575">
                <a:srgbClr val="000000">
                  <a:alpha val="14900"/>
                </a:srgbClr>
              </a:outerShdw>
            </a:effectLst>
          </p:spPr>
        </p:pic>
        <p:pic>
          <p:nvPicPr>
            <p:cNvPr id="805" name="Google Shape;805;g341b0cfeb39_0_112"/>
            <p:cNvPicPr preferRelativeResize="0"/>
            <p:nvPr/>
          </p:nvPicPr>
          <p:blipFill rotWithShape="1">
            <a:blip r:embed="rId9">
              <a:alphaModFix/>
            </a:blip>
            <a:srcRect b="0" l="79" r="79" t="0"/>
            <a:stretch/>
          </p:blipFill>
          <p:spPr>
            <a:xfrm>
              <a:off x="6971821" y="2901642"/>
              <a:ext cx="545045" cy="771487"/>
            </a:xfrm>
            <a:prstGeom prst="rect">
              <a:avLst/>
            </a:prstGeom>
            <a:noFill/>
            <a:ln>
              <a:noFill/>
            </a:ln>
            <a:effectLst>
              <a:outerShdw blurRad="71438" rotWithShape="0" algn="bl" dir="5400000" dist="28575">
                <a:srgbClr val="000000">
                  <a:alpha val="14900"/>
                </a:srgbClr>
              </a:outerShdw>
            </a:effectLst>
          </p:spPr>
        </p:pic>
        <p:pic>
          <p:nvPicPr>
            <p:cNvPr id="806" name="Google Shape;806;g341b0cfeb39_0_112"/>
            <p:cNvPicPr preferRelativeResize="0"/>
            <p:nvPr/>
          </p:nvPicPr>
          <p:blipFill rotWithShape="1">
            <a:blip r:embed="rId10">
              <a:alphaModFix/>
            </a:blip>
            <a:srcRect b="0" l="19" r="29" t="0"/>
            <a:stretch/>
          </p:blipFill>
          <p:spPr>
            <a:xfrm>
              <a:off x="856170" y="3750043"/>
              <a:ext cx="545045" cy="771492"/>
            </a:xfrm>
            <a:prstGeom prst="rect">
              <a:avLst/>
            </a:prstGeom>
            <a:noFill/>
            <a:ln>
              <a:noFill/>
            </a:ln>
            <a:effectLst>
              <a:outerShdw blurRad="71438" rotWithShape="0" algn="bl" dir="5400000" dist="28575">
                <a:srgbClr val="000000">
                  <a:alpha val="14900"/>
                </a:srgbClr>
              </a:outerShdw>
            </a:effectLst>
          </p:spPr>
        </p:pic>
        <p:pic>
          <p:nvPicPr>
            <p:cNvPr id="807" name="Google Shape;807;g341b0cfeb39_0_112"/>
            <p:cNvPicPr preferRelativeResize="0"/>
            <p:nvPr/>
          </p:nvPicPr>
          <p:blipFill rotWithShape="1">
            <a:blip r:embed="rId11">
              <a:alphaModFix/>
            </a:blip>
            <a:srcRect b="0" l="79" r="79" t="0"/>
            <a:stretch/>
          </p:blipFill>
          <p:spPr>
            <a:xfrm>
              <a:off x="2690948" y="3750028"/>
              <a:ext cx="545045" cy="771487"/>
            </a:xfrm>
            <a:prstGeom prst="rect">
              <a:avLst/>
            </a:prstGeom>
            <a:noFill/>
            <a:ln>
              <a:noFill/>
            </a:ln>
            <a:effectLst>
              <a:outerShdw blurRad="71438" rotWithShape="0" algn="bl" dir="5400000" dist="28575">
                <a:srgbClr val="000000">
                  <a:alpha val="14900"/>
                </a:srgbClr>
              </a:outerShdw>
            </a:effectLst>
          </p:spPr>
        </p:pic>
        <p:pic>
          <p:nvPicPr>
            <p:cNvPr id="808" name="Google Shape;808;g341b0cfeb39_0_112"/>
            <p:cNvPicPr preferRelativeResize="0"/>
            <p:nvPr/>
          </p:nvPicPr>
          <p:blipFill rotWithShape="1">
            <a:blip r:embed="rId12">
              <a:alphaModFix/>
            </a:blip>
            <a:srcRect b="0" l="79" r="79" t="0"/>
            <a:stretch/>
          </p:blipFill>
          <p:spPr>
            <a:xfrm>
              <a:off x="1467764" y="3750043"/>
              <a:ext cx="545045" cy="771487"/>
            </a:xfrm>
            <a:prstGeom prst="rect">
              <a:avLst/>
            </a:prstGeom>
            <a:noFill/>
            <a:ln>
              <a:noFill/>
            </a:ln>
            <a:effectLst>
              <a:outerShdw blurRad="71438" rotWithShape="0" algn="bl" dir="5400000" dist="28575">
                <a:srgbClr val="000000">
                  <a:alpha val="14900"/>
                </a:srgbClr>
              </a:outerShdw>
            </a:effectLst>
          </p:spPr>
        </p:pic>
        <p:pic>
          <p:nvPicPr>
            <p:cNvPr id="809" name="Google Shape;809;g341b0cfeb39_0_112"/>
            <p:cNvPicPr preferRelativeResize="0"/>
            <p:nvPr/>
          </p:nvPicPr>
          <p:blipFill rotWithShape="1">
            <a:blip r:embed="rId13">
              <a:alphaModFix/>
            </a:blip>
            <a:srcRect b="0" l="79" r="79" t="0"/>
            <a:stretch/>
          </p:blipFill>
          <p:spPr>
            <a:xfrm>
              <a:off x="2079354" y="3750027"/>
              <a:ext cx="545045" cy="771487"/>
            </a:xfrm>
            <a:prstGeom prst="rect">
              <a:avLst/>
            </a:prstGeom>
            <a:noFill/>
            <a:ln>
              <a:noFill/>
            </a:ln>
            <a:effectLst>
              <a:outerShdw blurRad="71438" rotWithShape="0" algn="bl" dir="5400000" dist="28575">
                <a:srgbClr val="000000">
                  <a:alpha val="14900"/>
                </a:srgbClr>
              </a:outerShdw>
            </a:effectLst>
          </p:spPr>
        </p:pic>
        <p:pic>
          <p:nvPicPr>
            <p:cNvPr id="810" name="Google Shape;810;g341b0cfeb39_0_112"/>
            <p:cNvPicPr preferRelativeResize="0"/>
            <p:nvPr/>
          </p:nvPicPr>
          <p:blipFill rotWithShape="1">
            <a:blip r:embed="rId14">
              <a:alphaModFix/>
            </a:blip>
            <a:srcRect b="0" l="19" r="29" t="0"/>
            <a:stretch/>
          </p:blipFill>
          <p:spPr>
            <a:xfrm>
              <a:off x="3302538" y="3750028"/>
              <a:ext cx="545045" cy="771492"/>
            </a:xfrm>
            <a:prstGeom prst="rect">
              <a:avLst/>
            </a:prstGeom>
            <a:noFill/>
            <a:ln>
              <a:noFill/>
            </a:ln>
            <a:effectLst>
              <a:outerShdw blurRad="71438" rotWithShape="0" algn="bl" dir="5400000" dist="28575">
                <a:srgbClr val="000000">
                  <a:alpha val="14900"/>
                </a:srgbClr>
              </a:outerShdw>
            </a:effectLst>
          </p:spPr>
        </p:pic>
        <p:pic>
          <p:nvPicPr>
            <p:cNvPr id="811" name="Google Shape;811;g341b0cfeb39_0_112"/>
            <p:cNvPicPr preferRelativeResize="0"/>
            <p:nvPr/>
          </p:nvPicPr>
          <p:blipFill rotWithShape="1">
            <a:blip r:embed="rId15">
              <a:alphaModFix/>
            </a:blip>
            <a:srcRect b="0" l="79" r="79" t="0"/>
            <a:stretch/>
          </p:blipFill>
          <p:spPr>
            <a:xfrm>
              <a:off x="3914125" y="3750027"/>
              <a:ext cx="545045" cy="771487"/>
            </a:xfrm>
            <a:prstGeom prst="rect">
              <a:avLst/>
            </a:prstGeom>
            <a:noFill/>
            <a:ln>
              <a:noFill/>
            </a:ln>
            <a:effectLst>
              <a:outerShdw blurRad="71438" rotWithShape="0" algn="bl" dir="5400000" dist="28575">
                <a:srgbClr val="000000">
                  <a:alpha val="14900"/>
                </a:srgbClr>
              </a:outerShdw>
            </a:effectLst>
          </p:spPr>
        </p:pic>
        <p:pic>
          <p:nvPicPr>
            <p:cNvPr id="812" name="Google Shape;812;g341b0cfeb39_0_112"/>
            <p:cNvPicPr preferRelativeResize="0"/>
            <p:nvPr/>
          </p:nvPicPr>
          <p:blipFill rotWithShape="1">
            <a:blip r:embed="rId16">
              <a:alphaModFix/>
            </a:blip>
            <a:srcRect b="0" l="79" r="79" t="0"/>
            <a:stretch/>
          </p:blipFill>
          <p:spPr>
            <a:xfrm>
              <a:off x="4525722" y="3750028"/>
              <a:ext cx="545045" cy="771487"/>
            </a:xfrm>
            <a:prstGeom prst="rect">
              <a:avLst/>
            </a:prstGeom>
            <a:noFill/>
            <a:ln>
              <a:noFill/>
            </a:ln>
            <a:effectLst>
              <a:outerShdw blurRad="71438" rotWithShape="0" algn="bl" dir="5400000" dist="28575">
                <a:srgbClr val="000000">
                  <a:alpha val="14900"/>
                </a:srgbClr>
              </a:outerShdw>
            </a:effectLst>
          </p:spPr>
        </p:pic>
        <p:pic>
          <p:nvPicPr>
            <p:cNvPr id="813" name="Google Shape;813;g341b0cfeb39_0_112"/>
            <p:cNvPicPr preferRelativeResize="0"/>
            <p:nvPr/>
          </p:nvPicPr>
          <p:blipFill rotWithShape="1">
            <a:blip r:embed="rId17">
              <a:alphaModFix/>
            </a:blip>
            <a:srcRect b="0" l="19" r="29" t="0"/>
            <a:stretch/>
          </p:blipFill>
          <p:spPr>
            <a:xfrm>
              <a:off x="5137316" y="3750027"/>
              <a:ext cx="545045" cy="771487"/>
            </a:xfrm>
            <a:prstGeom prst="rect">
              <a:avLst/>
            </a:prstGeom>
            <a:noFill/>
            <a:ln>
              <a:noFill/>
            </a:ln>
            <a:effectLst>
              <a:outerShdw blurRad="71438" rotWithShape="0" algn="bl" dir="5400000" dist="28575">
                <a:srgbClr val="000000">
                  <a:alpha val="14900"/>
                </a:srgbClr>
              </a:outerShdw>
            </a:effectLst>
          </p:spPr>
        </p:pic>
        <p:pic>
          <p:nvPicPr>
            <p:cNvPr id="814" name="Google Shape;814;g341b0cfeb39_0_112"/>
            <p:cNvPicPr preferRelativeResize="0"/>
            <p:nvPr/>
          </p:nvPicPr>
          <p:blipFill rotWithShape="1">
            <a:blip r:embed="rId18">
              <a:alphaModFix/>
            </a:blip>
            <a:srcRect b="0" l="79" r="79" t="0"/>
            <a:stretch/>
          </p:blipFill>
          <p:spPr>
            <a:xfrm>
              <a:off x="5748909" y="3750026"/>
              <a:ext cx="545045" cy="771487"/>
            </a:xfrm>
            <a:prstGeom prst="rect">
              <a:avLst/>
            </a:prstGeom>
            <a:noFill/>
            <a:ln>
              <a:noFill/>
            </a:ln>
            <a:effectLst>
              <a:outerShdw blurRad="71438" rotWithShape="0" algn="bl" dir="5400000" dist="28575">
                <a:srgbClr val="000000">
                  <a:alpha val="14900"/>
                </a:srgbClr>
              </a:outerShdw>
            </a:effectLst>
          </p:spPr>
        </p:pic>
        <p:pic>
          <p:nvPicPr>
            <p:cNvPr id="815" name="Google Shape;815;g341b0cfeb39_0_112"/>
            <p:cNvPicPr preferRelativeResize="0"/>
            <p:nvPr/>
          </p:nvPicPr>
          <p:blipFill rotWithShape="1">
            <a:blip r:embed="rId19">
              <a:alphaModFix/>
            </a:blip>
            <a:srcRect b="0" l="89" r="79" t="0"/>
            <a:stretch/>
          </p:blipFill>
          <p:spPr>
            <a:xfrm>
              <a:off x="6360482" y="3750026"/>
              <a:ext cx="544981" cy="771496"/>
            </a:xfrm>
            <a:prstGeom prst="rect">
              <a:avLst/>
            </a:prstGeom>
            <a:noFill/>
            <a:ln>
              <a:noFill/>
            </a:ln>
            <a:effectLst>
              <a:outerShdw blurRad="71438" rotWithShape="0" algn="bl" dir="5400000" dist="28575">
                <a:srgbClr val="000000">
                  <a:alpha val="14900"/>
                </a:srgbClr>
              </a:outerShdw>
            </a:effectLst>
          </p:spPr>
        </p:pic>
        <p:pic>
          <p:nvPicPr>
            <p:cNvPr id="816" name="Google Shape;816;g341b0cfeb39_0_112"/>
            <p:cNvPicPr preferRelativeResize="0"/>
            <p:nvPr/>
          </p:nvPicPr>
          <p:blipFill rotWithShape="1">
            <a:blip r:embed="rId20">
              <a:alphaModFix/>
            </a:blip>
            <a:srcRect b="0" l="0" r="0" t="0"/>
            <a:stretch/>
          </p:blipFill>
          <p:spPr>
            <a:xfrm>
              <a:off x="3302280" y="2901638"/>
              <a:ext cx="545045" cy="771487"/>
            </a:xfrm>
            <a:prstGeom prst="rect">
              <a:avLst/>
            </a:prstGeom>
            <a:noFill/>
            <a:ln>
              <a:noFill/>
            </a:ln>
            <a:effectLst>
              <a:outerShdw blurRad="71438" rotWithShape="0" algn="bl" dir="5400000" dist="28575">
                <a:srgbClr val="000000">
                  <a:alpha val="14900"/>
                </a:srgbClr>
              </a:outerShdw>
            </a:effectLst>
          </p:spPr>
        </p:pic>
        <p:pic>
          <p:nvPicPr>
            <p:cNvPr id="817" name="Google Shape;817;g341b0cfeb39_0_112"/>
            <p:cNvPicPr preferRelativeResize="0"/>
            <p:nvPr/>
          </p:nvPicPr>
          <p:blipFill rotWithShape="1">
            <a:blip r:embed="rId21">
              <a:alphaModFix/>
            </a:blip>
            <a:srcRect b="0" l="0" r="0" t="0"/>
            <a:stretch/>
          </p:blipFill>
          <p:spPr>
            <a:xfrm>
              <a:off x="2690687" y="2901638"/>
              <a:ext cx="545045" cy="771487"/>
            </a:xfrm>
            <a:prstGeom prst="rect">
              <a:avLst/>
            </a:prstGeom>
            <a:noFill/>
            <a:ln>
              <a:noFill/>
            </a:ln>
            <a:effectLst>
              <a:outerShdw blurRad="71438" rotWithShape="0" algn="bl" dir="5400000" dist="28575">
                <a:srgbClr val="000000">
                  <a:alpha val="15290"/>
                </a:srgbClr>
              </a:outerShdw>
            </a:effectLst>
          </p:spPr>
        </p:pic>
        <p:pic>
          <p:nvPicPr>
            <p:cNvPr id="818" name="Google Shape;818;g341b0cfeb39_0_112"/>
            <p:cNvPicPr preferRelativeResize="0"/>
            <p:nvPr/>
          </p:nvPicPr>
          <p:blipFill rotWithShape="1">
            <a:blip r:embed="rId22">
              <a:alphaModFix/>
            </a:blip>
            <a:srcRect b="0" l="0" r="0" t="0"/>
            <a:stretch/>
          </p:blipFill>
          <p:spPr>
            <a:xfrm>
              <a:off x="2079093" y="2901638"/>
              <a:ext cx="545045" cy="771487"/>
            </a:xfrm>
            <a:prstGeom prst="rect">
              <a:avLst/>
            </a:prstGeom>
            <a:noFill/>
            <a:ln>
              <a:noFill/>
            </a:ln>
            <a:effectLst>
              <a:outerShdw blurRad="71438" rotWithShape="0" algn="bl" dir="5400000" dist="28575">
                <a:srgbClr val="000000">
                  <a:alpha val="15290"/>
                </a:srgbClr>
              </a:outerShdw>
            </a:effectLst>
          </p:spPr>
        </p:pic>
        <p:pic>
          <p:nvPicPr>
            <p:cNvPr id="819" name="Google Shape;819;g341b0cfeb39_0_112"/>
            <p:cNvPicPr preferRelativeResize="0"/>
            <p:nvPr/>
          </p:nvPicPr>
          <p:blipFill rotWithShape="1">
            <a:blip r:embed="rId23">
              <a:alphaModFix/>
            </a:blip>
            <a:srcRect b="49" l="0" r="0" t="59"/>
            <a:stretch/>
          </p:blipFill>
          <p:spPr>
            <a:xfrm>
              <a:off x="1467500" y="2901638"/>
              <a:ext cx="545045" cy="771492"/>
            </a:xfrm>
            <a:prstGeom prst="rect">
              <a:avLst/>
            </a:prstGeom>
            <a:noFill/>
            <a:ln>
              <a:noFill/>
            </a:ln>
            <a:effectLst>
              <a:outerShdw blurRad="71438" rotWithShape="0" algn="bl" dir="5400000" dist="28575">
                <a:srgbClr val="000000">
                  <a:alpha val="15290"/>
                </a:srgbClr>
              </a:outerShdw>
            </a:effectLst>
          </p:spPr>
        </p:pic>
        <p:pic>
          <p:nvPicPr>
            <p:cNvPr id="820" name="Google Shape;820;g341b0cfeb39_0_112"/>
            <p:cNvPicPr preferRelativeResize="0"/>
            <p:nvPr/>
          </p:nvPicPr>
          <p:blipFill rotWithShape="1">
            <a:blip r:embed="rId24">
              <a:alphaModFix/>
            </a:blip>
            <a:srcRect b="0" l="79" r="79" t="0"/>
            <a:stretch/>
          </p:blipFill>
          <p:spPr>
            <a:xfrm>
              <a:off x="855908" y="2053250"/>
              <a:ext cx="545045" cy="771487"/>
            </a:xfrm>
            <a:prstGeom prst="rect">
              <a:avLst/>
            </a:prstGeom>
            <a:noFill/>
            <a:ln>
              <a:noFill/>
            </a:ln>
            <a:effectLst>
              <a:outerShdw blurRad="71438" rotWithShape="0" algn="bl" dir="5400000" dist="28575">
                <a:srgbClr val="000000">
                  <a:alpha val="15290"/>
                </a:srgbClr>
              </a:outerShdw>
            </a:effectLst>
          </p:spPr>
        </p:pic>
        <p:pic>
          <p:nvPicPr>
            <p:cNvPr id="821" name="Google Shape;821;g341b0cfeb39_0_112"/>
            <p:cNvPicPr preferRelativeResize="0"/>
            <p:nvPr/>
          </p:nvPicPr>
          <p:blipFill rotWithShape="1">
            <a:blip r:embed="rId25">
              <a:alphaModFix/>
            </a:blip>
            <a:srcRect b="0" l="79" r="79" t="0"/>
            <a:stretch/>
          </p:blipFill>
          <p:spPr>
            <a:xfrm>
              <a:off x="2690688" y="2053250"/>
              <a:ext cx="545045" cy="771487"/>
            </a:xfrm>
            <a:prstGeom prst="rect">
              <a:avLst/>
            </a:prstGeom>
            <a:noFill/>
            <a:ln>
              <a:noFill/>
            </a:ln>
            <a:effectLst>
              <a:outerShdw blurRad="71438" rotWithShape="0" algn="bl" dir="5400000" dist="28575">
                <a:srgbClr val="000000">
                  <a:alpha val="15290"/>
                </a:srgbClr>
              </a:outerShdw>
            </a:effectLst>
          </p:spPr>
        </p:pic>
        <p:pic>
          <p:nvPicPr>
            <p:cNvPr id="822" name="Google Shape;822;g341b0cfeb39_0_112"/>
            <p:cNvPicPr preferRelativeResize="0"/>
            <p:nvPr/>
          </p:nvPicPr>
          <p:blipFill rotWithShape="1">
            <a:blip r:embed="rId26">
              <a:alphaModFix/>
            </a:blip>
            <a:srcRect b="0" l="19" r="29" t="0"/>
            <a:stretch/>
          </p:blipFill>
          <p:spPr>
            <a:xfrm>
              <a:off x="1467501" y="2053250"/>
              <a:ext cx="545045" cy="771492"/>
            </a:xfrm>
            <a:prstGeom prst="rect">
              <a:avLst/>
            </a:prstGeom>
            <a:noFill/>
            <a:ln>
              <a:noFill/>
            </a:ln>
            <a:effectLst>
              <a:outerShdw blurRad="71438" rotWithShape="0" algn="bl" dir="5400000" dist="28575">
                <a:srgbClr val="000000">
                  <a:alpha val="15290"/>
                </a:srgbClr>
              </a:outerShdw>
            </a:effectLst>
          </p:spPr>
        </p:pic>
        <p:pic>
          <p:nvPicPr>
            <p:cNvPr id="823" name="Google Shape;823;g341b0cfeb39_0_112"/>
            <p:cNvPicPr preferRelativeResize="0"/>
            <p:nvPr/>
          </p:nvPicPr>
          <p:blipFill rotWithShape="1">
            <a:blip r:embed="rId27">
              <a:alphaModFix/>
            </a:blip>
            <a:srcRect b="0" l="19" r="29" t="0"/>
            <a:stretch/>
          </p:blipFill>
          <p:spPr>
            <a:xfrm>
              <a:off x="2079096" y="2053250"/>
              <a:ext cx="545045" cy="771492"/>
            </a:xfrm>
            <a:prstGeom prst="rect">
              <a:avLst/>
            </a:prstGeom>
            <a:noFill/>
            <a:ln>
              <a:noFill/>
            </a:ln>
            <a:effectLst>
              <a:outerShdw blurRad="71438" rotWithShape="0" algn="bl" dir="5400000" dist="28575">
                <a:srgbClr val="000000">
                  <a:alpha val="15290"/>
                </a:srgbClr>
              </a:outerShdw>
            </a:effectLst>
          </p:spPr>
        </p:pic>
        <p:pic>
          <p:nvPicPr>
            <p:cNvPr id="824" name="Google Shape;824;g341b0cfeb39_0_112"/>
            <p:cNvPicPr preferRelativeResize="0"/>
            <p:nvPr/>
          </p:nvPicPr>
          <p:blipFill rotWithShape="1">
            <a:blip r:embed="rId28">
              <a:alphaModFix/>
            </a:blip>
            <a:srcRect b="0" l="19" r="29" t="0"/>
            <a:stretch/>
          </p:blipFill>
          <p:spPr>
            <a:xfrm>
              <a:off x="3302281" y="2053250"/>
              <a:ext cx="545045" cy="771492"/>
            </a:xfrm>
            <a:prstGeom prst="rect">
              <a:avLst/>
            </a:prstGeom>
            <a:noFill/>
            <a:ln>
              <a:noFill/>
            </a:ln>
            <a:effectLst>
              <a:outerShdw blurRad="71438" rotWithShape="0" algn="bl" dir="5400000" dist="28575">
                <a:srgbClr val="000000">
                  <a:alpha val="15290"/>
                </a:srgbClr>
              </a:outerShdw>
            </a:effectLst>
          </p:spPr>
        </p:pic>
        <p:pic>
          <p:nvPicPr>
            <p:cNvPr id="825" name="Google Shape;825;g341b0cfeb39_0_112"/>
            <p:cNvPicPr preferRelativeResize="0"/>
            <p:nvPr/>
          </p:nvPicPr>
          <p:blipFill rotWithShape="1">
            <a:blip r:embed="rId29">
              <a:alphaModFix/>
            </a:blip>
            <a:srcRect b="0" l="79" r="79" t="0"/>
            <a:stretch/>
          </p:blipFill>
          <p:spPr>
            <a:xfrm>
              <a:off x="5137061" y="2053250"/>
              <a:ext cx="545045" cy="771487"/>
            </a:xfrm>
            <a:prstGeom prst="rect">
              <a:avLst/>
            </a:prstGeom>
            <a:noFill/>
            <a:ln>
              <a:noFill/>
            </a:ln>
            <a:effectLst>
              <a:outerShdw blurRad="71438" rotWithShape="0" algn="bl" dir="5400000" dist="28575">
                <a:srgbClr val="000000">
                  <a:alpha val="15290"/>
                </a:srgbClr>
              </a:outerShdw>
            </a:effectLst>
          </p:spPr>
        </p:pic>
        <p:pic>
          <p:nvPicPr>
            <p:cNvPr id="826" name="Google Shape;826;g341b0cfeb39_0_112"/>
            <p:cNvPicPr preferRelativeResize="0"/>
            <p:nvPr/>
          </p:nvPicPr>
          <p:blipFill rotWithShape="1">
            <a:blip r:embed="rId30">
              <a:alphaModFix/>
            </a:blip>
            <a:srcRect b="0" l="79" r="79" t="0"/>
            <a:stretch/>
          </p:blipFill>
          <p:spPr>
            <a:xfrm>
              <a:off x="3913876" y="2053250"/>
              <a:ext cx="545045" cy="771487"/>
            </a:xfrm>
            <a:prstGeom prst="rect">
              <a:avLst/>
            </a:prstGeom>
            <a:noFill/>
            <a:ln>
              <a:noFill/>
            </a:ln>
            <a:effectLst>
              <a:outerShdw blurRad="71438" rotWithShape="0" algn="bl" dir="5400000" dist="28575">
                <a:srgbClr val="000000">
                  <a:alpha val="15290"/>
                </a:srgbClr>
              </a:outerShdw>
            </a:effectLst>
          </p:spPr>
        </p:pic>
        <p:pic>
          <p:nvPicPr>
            <p:cNvPr id="827" name="Google Shape;827;g341b0cfeb39_0_112"/>
            <p:cNvPicPr preferRelativeResize="0"/>
            <p:nvPr/>
          </p:nvPicPr>
          <p:blipFill rotWithShape="1">
            <a:blip r:embed="rId31">
              <a:alphaModFix/>
            </a:blip>
            <a:srcRect b="0" l="79" r="79" t="0"/>
            <a:stretch/>
          </p:blipFill>
          <p:spPr>
            <a:xfrm>
              <a:off x="4525469" y="2053250"/>
              <a:ext cx="545045" cy="771487"/>
            </a:xfrm>
            <a:prstGeom prst="rect">
              <a:avLst/>
            </a:prstGeom>
            <a:noFill/>
            <a:ln>
              <a:noFill/>
            </a:ln>
            <a:effectLst>
              <a:outerShdw blurRad="71438" rotWithShape="0" algn="bl" dir="5400000" dist="28575">
                <a:srgbClr val="000000">
                  <a:alpha val="15290"/>
                </a:srgbClr>
              </a:outerShdw>
            </a:effectLst>
          </p:spPr>
        </p:pic>
        <p:pic>
          <p:nvPicPr>
            <p:cNvPr id="828" name="Google Shape;828;g341b0cfeb39_0_112"/>
            <p:cNvPicPr preferRelativeResize="0"/>
            <p:nvPr/>
          </p:nvPicPr>
          <p:blipFill rotWithShape="1">
            <a:blip r:embed="rId32">
              <a:alphaModFix/>
            </a:blip>
            <a:srcRect b="0" l="19" r="29" t="0"/>
            <a:stretch/>
          </p:blipFill>
          <p:spPr>
            <a:xfrm>
              <a:off x="5748652" y="2053250"/>
              <a:ext cx="545045" cy="771492"/>
            </a:xfrm>
            <a:prstGeom prst="rect">
              <a:avLst/>
            </a:prstGeom>
            <a:noFill/>
            <a:ln>
              <a:noFill/>
            </a:ln>
            <a:effectLst>
              <a:outerShdw blurRad="71438" rotWithShape="0" algn="bl" dir="5400000" dist="28575">
                <a:srgbClr val="000000">
                  <a:alpha val="15290"/>
                </a:srgbClr>
              </a:outerShdw>
            </a:effectLst>
          </p:spPr>
        </p:pic>
        <p:pic>
          <p:nvPicPr>
            <p:cNvPr id="829" name="Google Shape;829;g341b0cfeb39_0_112"/>
            <p:cNvPicPr preferRelativeResize="0"/>
            <p:nvPr/>
          </p:nvPicPr>
          <p:blipFill rotWithShape="1">
            <a:blip r:embed="rId33">
              <a:alphaModFix/>
            </a:blip>
            <a:srcRect b="0" l="0" r="0" t="0"/>
            <a:stretch/>
          </p:blipFill>
          <p:spPr>
            <a:xfrm>
              <a:off x="6360240" y="2053250"/>
              <a:ext cx="545045" cy="771487"/>
            </a:xfrm>
            <a:prstGeom prst="rect">
              <a:avLst/>
            </a:prstGeom>
            <a:noFill/>
            <a:ln>
              <a:noFill/>
            </a:ln>
            <a:effectLst>
              <a:outerShdw blurRad="71438" rotWithShape="0" algn="bl" dir="5400000" dist="28575">
                <a:srgbClr val="000000">
                  <a:alpha val="15290"/>
                </a:srgbClr>
              </a:outerShdw>
            </a:effectLst>
          </p:spPr>
        </p:pic>
        <p:pic>
          <p:nvPicPr>
            <p:cNvPr id="830" name="Google Shape;830;g341b0cfeb39_0_112"/>
            <p:cNvPicPr preferRelativeResize="0"/>
            <p:nvPr/>
          </p:nvPicPr>
          <p:blipFill rotWithShape="1">
            <a:blip r:embed="rId34">
              <a:alphaModFix/>
            </a:blip>
            <a:srcRect b="49" l="0" r="0" t="59"/>
            <a:stretch/>
          </p:blipFill>
          <p:spPr>
            <a:xfrm>
              <a:off x="6971835" y="2053250"/>
              <a:ext cx="545045" cy="771492"/>
            </a:xfrm>
            <a:prstGeom prst="rect">
              <a:avLst/>
            </a:prstGeom>
            <a:noFill/>
            <a:ln>
              <a:noFill/>
            </a:ln>
            <a:effectLst>
              <a:outerShdw blurRad="71438" rotWithShape="0" algn="bl" dir="5400000" dist="28575">
                <a:srgbClr val="000000">
                  <a:alpha val="15290"/>
                </a:srgbClr>
              </a:outerShdw>
            </a:effectLst>
          </p:spPr>
        </p:pic>
        <p:pic>
          <p:nvPicPr>
            <p:cNvPr id="831" name="Google Shape;831;g341b0cfeb39_0_112"/>
            <p:cNvPicPr preferRelativeResize="0"/>
            <p:nvPr/>
          </p:nvPicPr>
          <p:blipFill rotWithShape="1">
            <a:blip r:embed="rId35">
              <a:alphaModFix/>
            </a:blip>
            <a:srcRect b="49" l="0" r="0" t="59"/>
            <a:stretch/>
          </p:blipFill>
          <p:spPr>
            <a:xfrm>
              <a:off x="7583436" y="2053254"/>
              <a:ext cx="545045" cy="771492"/>
            </a:xfrm>
            <a:prstGeom prst="rect">
              <a:avLst/>
            </a:prstGeom>
            <a:noFill/>
            <a:ln>
              <a:noFill/>
            </a:ln>
            <a:effectLst>
              <a:outerShdw blurRad="71438" rotWithShape="0" algn="bl" dir="5400000" dist="28575">
                <a:srgbClr val="000000">
                  <a:alpha val="15290"/>
                </a:srgbClr>
              </a:outerShdw>
            </a:effectLst>
          </p:spPr>
        </p:pic>
        <p:pic>
          <p:nvPicPr>
            <p:cNvPr id="832" name="Google Shape;832;g341b0cfeb39_0_112"/>
            <p:cNvPicPr preferRelativeResize="0"/>
            <p:nvPr/>
          </p:nvPicPr>
          <p:blipFill rotWithShape="1">
            <a:blip r:embed="rId36">
              <a:alphaModFix/>
            </a:blip>
            <a:srcRect b="0" l="0" r="0" t="0"/>
            <a:stretch/>
          </p:blipFill>
          <p:spPr>
            <a:xfrm>
              <a:off x="855905" y="2901641"/>
              <a:ext cx="545045" cy="771487"/>
            </a:xfrm>
            <a:prstGeom prst="rect">
              <a:avLst/>
            </a:prstGeom>
            <a:noFill/>
            <a:ln>
              <a:noFill/>
            </a:ln>
            <a:effectLst>
              <a:outerShdw blurRad="71438" rotWithShape="0" algn="bl" dir="5400000" dist="28575">
                <a:srgbClr val="000000">
                  <a:alpha val="15290"/>
                </a:srgbClr>
              </a:outerShdw>
            </a:effectLst>
          </p:spPr>
        </p:pic>
        <p:pic>
          <p:nvPicPr>
            <p:cNvPr id="833" name="Google Shape;833;g341b0cfeb39_0_112"/>
            <p:cNvPicPr preferRelativeResize="0"/>
            <p:nvPr/>
          </p:nvPicPr>
          <p:blipFill rotWithShape="1">
            <a:blip r:embed="rId37">
              <a:alphaModFix/>
            </a:blip>
            <a:srcRect b="0" l="89" r="79" t="0"/>
            <a:stretch/>
          </p:blipFill>
          <p:spPr>
            <a:xfrm>
              <a:off x="6971985" y="3750026"/>
              <a:ext cx="544981" cy="771496"/>
            </a:xfrm>
            <a:prstGeom prst="rect">
              <a:avLst/>
            </a:prstGeom>
            <a:noFill/>
            <a:ln>
              <a:noFill/>
            </a:ln>
            <a:effectLst>
              <a:outerShdw blurRad="71438" rotWithShape="0" algn="bl" dir="5400000" dist="28575">
                <a:srgbClr val="000000">
                  <a:alpha val="14900"/>
                </a:srgbClr>
              </a:outerShdw>
            </a:effectLst>
          </p:spPr>
        </p:pic>
        <p:pic>
          <p:nvPicPr>
            <p:cNvPr id="834" name="Google Shape;834;g341b0cfeb39_0_112"/>
            <p:cNvPicPr preferRelativeResize="0"/>
            <p:nvPr/>
          </p:nvPicPr>
          <p:blipFill rotWithShape="1">
            <a:blip r:embed="rId38">
              <a:alphaModFix/>
            </a:blip>
            <a:srcRect b="0" l="29" r="29" t="0"/>
            <a:stretch/>
          </p:blipFill>
          <p:spPr>
            <a:xfrm>
              <a:off x="7583489" y="3750026"/>
              <a:ext cx="544981" cy="771496"/>
            </a:xfrm>
            <a:prstGeom prst="rect">
              <a:avLst/>
            </a:prstGeom>
            <a:noFill/>
            <a:ln>
              <a:noFill/>
            </a:ln>
            <a:effectLst>
              <a:outerShdw blurRad="71438" rotWithShape="0" algn="bl" dir="5400000" dist="28575">
                <a:srgbClr val="000000">
                  <a:alpha val="14900"/>
                </a:srgbClr>
              </a:outerShdw>
            </a:effectLst>
          </p:spPr>
        </p:pic>
        <p:pic>
          <p:nvPicPr>
            <p:cNvPr id="835" name="Google Shape;835;g341b0cfeb39_0_112"/>
            <p:cNvPicPr preferRelativeResize="0"/>
            <p:nvPr/>
          </p:nvPicPr>
          <p:blipFill rotWithShape="1">
            <a:blip r:embed="rId39">
              <a:alphaModFix/>
            </a:blip>
            <a:srcRect b="0" l="89" r="79" t="0"/>
            <a:stretch/>
          </p:blipFill>
          <p:spPr>
            <a:xfrm>
              <a:off x="856030" y="4598451"/>
              <a:ext cx="544981" cy="771496"/>
            </a:xfrm>
            <a:prstGeom prst="rect">
              <a:avLst/>
            </a:prstGeom>
            <a:noFill/>
            <a:ln>
              <a:noFill/>
            </a:ln>
            <a:effectLst>
              <a:outerShdw blurRad="71438" rotWithShape="0" algn="bl" dir="5400000" dist="28575">
                <a:srgbClr val="000000">
                  <a:alpha val="14900"/>
                </a:srgbClr>
              </a:outerShdw>
            </a:effectLst>
          </p:spPr>
        </p:pic>
        <p:pic>
          <p:nvPicPr>
            <p:cNvPr id="836" name="Google Shape;836;g341b0cfeb39_0_112"/>
            <p:cNvPicPr preferRelativeResize="0"/>
            <p:nvPr/>
          </p:nvPicPr>
          <p:blipFill rotWithShape="1">
            <a:blip r:embed="rId40">
              <a:alphaModFix/>
            </a:blip>
            <a:srcRect b="0" l="29" r="29" t="0"/>
            <a:stretch/>
          </p:blipFill>
          <p:spPr>
            <a:xfrm>
              <a:off x="1467533" y="4598451"/>
              <a:ext cx="544981" cy="771496"/>
            </a:xfrm>
            <a:prstGeom prst="rect">
              <a:avLst/>
            </a:prstGeom>
            <a:noFill/>
            <a:ln>
              <a:noFill/>
            </a:ln>
            <a:effectLst>
              <a:outerShdw blurRad="71438" rotWithShape="0" algn="bl" dir="5400000" dist="28575">
                <a:srgbClr val="000000">
                  <a:alpha val="14900"/>
                </a:srgbClr>
              </a:outerShdw>
            </a:effectLst>
          </p:spPr>
        </p:pic>
        <p:pic>
          <p:nvPicPr>
            <p:cNvPr id="837" name="Google Shape;837;g341b0cfeb39_0_112"/>
            <p:cNvPicPr preferRelativeResize="0"/>
            <p:nvPr/>
          </p:nvPicPr>
          <p:blipFill rotWithShape="1">
            <a:blip r:embed="rId41">
              <a:alphaModFix/>
            </a:blip>
            <a:srcRect b="0" l="89" r="79" t="0"/>
            <a:stretch/>
          </p:blipFill>
          <p:spPr>
            <a:xfrm>
              <a:off x="2079037" y="4598451"/>
              <a:ext cx="544981" cy="771496"/>
            </a:xfrm>
            <a:prstGeom prst="rect">
              <a:avLst/>
            </a:prstGeom>
            <a:noFill/>
            <a:ln>
              <a:noFill/>
            </a:ln>
            <a:effectLst>
              <a:outerShdw blurRad="71438" rotWithShape="0" algn="bl" dir="5400000" dist="28575">
                <a:srgbClr val="000000">
                  <a:alpha val="14900"/>
                </a:srgbClr>
              </a:outerShdw>
            </a:effectLst>
          </p:spPr>
        </p:pic>
        <p:pic>
          <p:nvPicPr>
            <p:cNvPr id="838" name="Google Shape;838;g341b0cfeb39_0_112"/>
            <p:cNvPicPr preferRelativeResize="0"/>
            <p:nvPr/>
          </p:nvPicPr>
          <p:blipFill rotWithShape="1">
            <a:blip r:embed="rId42">
              <a:alphaModFix/>
            </a:blip>
            <a:srcRect b="0" l="79" r="79" t="0"/>
            <a:stretch/>
          </p:blipFill>
          <p:spPr>
            <a:xfrm>
              <a:off x="2690529" y="4598412"/>
              <a:ext cx="545045" cy="771487"/>
            </a:xfrm>
            <a:prstGeom prst="rect">
              <a:avLst/>
            </a:prstGeom>
            <a:noFill/>
            <a:ln>
              <a:noFill/>
            </a:ln>
            <a:effectLst>
              <a:outerShdw blurRad="71438" rotWithShape="0" algn="bl" dir="5400000" dist="28575">
                <a:srgbClr val="000000">
                  <a:alpha val="14900"/>
                </a:srgbClr>
              </a:outerShdw>
            </a:effectLst>
          </p:spPr>
        </p:pic>
        <p:pic>
          <p:nvPicPr>
            <p:cNvPr id="839" name="Google Shape;839;g341b0cfeb39_0_112"/>
            <p:cNvPicPr preferRelativeResize="0"/>
            <p:nvPr/>
          </p:nvPicPr>
          <p:blipFill rotWithShape="1">
            <a:blip r:embed="rId43">
              <a:alphaModFix/>
            </a:blip>
            <a:srcRect b="0" l="79" r="79" t="0"/>
            <a:stretch/>
          </p:blipFill>
          <p:spPr>
            <a:xfrm>
              <a:off x="3302141" y="4598412"/>
              <a:ext cx="545045" cy="771487"/>
            </a:xfrm>
            <a:prstGeom prst="rect">
              <a:avLst/>
            </a:prstGeom>
            <a:noFill/>
            <a:ln>
              <a:noFill/>
            </a:ln>
            <a:effectLst>
              <a:outerShdw blurRad="71438" rotWithShape="0" algn="bl" dir="5400000" dist="28575">
                <a:srgbClr val="000000">
                  <a:alpha val="14900"/>
                </a:srgbClr>
              </a:outerShdw>
            </a:effectLst>
          </p:spPr>
        </p:pic>
        <p:pic>
          <p:nvPicPr>
            <p:cNvPr id="840" name="Google Shape;840;g341b0cfeb39_0_112"/>
            <p:cNvPicPr preferRelativeResize="0"/>
            <p:nvPr/>
          </p:nvPicPr>
          <p:blipFill rotWithShape="1">
            <a:blip r:embed="rId44">
              <a:alphaModFix/>
            </a:blip>
            <a:srcRect b="0" l="19" r="29" t="0"/>
            <a:stretch/>
          </p:blipFill>
          <p:spPr>
            <a:xfrm>
              <a:off x="3913752" y="4598412"/>
              <a:ext cx="545045" cy="771487"/>
            </a:xfrm>
            <a:prstGeom prst="rect">
              <a:avLst/>
            </a:prstGeom>
            <a:noFill/>
            <a:ln>
              <a:noFill/>
            </a:ln>
            <a:effectLst>
              <a:outerShdw blurRad="71438" rotWithShape="0" algn="bl" dir="5400000" dist="28575">
                <a:srgbClr val="000000">
                  <a:alpha val="14900"/>
                </a:srgbClr>
              </a:outerShdw>
            </a:effectLst>
          </p:spPr>
        </p:pic>
        <p:pic>
          <p:nvPicPr>
            <p:cNvPr id="841" name="Google Shape;841;g341b0cfeb39_0_112"/>
            <p:cNvPicPr preferRelativeResize="0"/>
            <p:nvPr/>
          </p:nvPicPr>
          <p:blipFill rotWithShape="1">
            <a:blip r:embed="rId45">
              <a:alphaModFix/>
            </a:blip>
            <a:srcRect b="0" l="79" r="79" t="0"/>
            <a:stretch/>
          </p:blipFill>
          <p:spPr>
            <a:xfrm>
              <a:off x="4525363" y="4598412"/>
              <a:ext cx="545045" cy="771487"/>
            </a:xfrm>
            <a:prstGeom prst="rect">
              <a:avLst/>
            </a:prstGeom>
            <a:noFill/>
            <a:ln>
              <a:noFill/>
            </a:ln>
            <a:effectLst>
              <a:outerShdw blurRad="71438" rotWithShape="0" algn="bl" dir="5400000" dist="28575">
                <a:srgbClr val="000000">
                  <a:alpha val="14900"/>
                </a:srgbClr>
              </a:outerShdw>
            </a:effectLst>
          </p:spPr>
        </p:pic>
        <p:pic>
          <p:nvPicPr>
            <p:cNvPr id="842" name="Google Shape;842;g341b0cfeb39_0_112"/>
            <p:cNvPicPr preferRelativeResize="0"/>
            <p:nvPr/>
          </p:nvPicPr>
          <p:blipFill rotWithShape="1">
            <a:blip r:embed="rId46">
              <a:alphaModFix/>
            </a:blip>
            <a:srcRect b="0" l="79" r="79" t="0"/>
            <a:stretch/>
          </p:blipFill>
          <p:spPr>
            <a:xfrm>
              <a:off x="5136975" y="4598412"/>
              <a:ext cx="545045" cy="771487"/>
            </a:xfrm>
            <a:prstGeom prst="rect">
              <a:avLst/>
            </a:prstGeom>
            <a:noFill/>
            <a:ln>
              <a:noFill/>
            </a:ln>
            <a:effectLst>
              <a:outerShdw blurRad="71438" rotWithShape="0" algn="bl" dir="5400000" dist="28575">
                <a:srgbClr val="000000">
                  <a:alpha val="14900"/>
                </a:srgbClr>
              </a:outerShdw>
            </a:effectLst>
          </p:spPr>
        </p:pic>
        <p:pic>
          <p:nvPicPr>
            <p:cNvPr id="843" name="Google Shape;843;g341b0cfeb39_0_112"/>
            <p:cNvPicPr preferRelativeResize="0"/>
            <p:nvPr/>
          </p:nvPicPr>
          <p:blipFill rotWithShape="1">
            <a:blip r:embed="rId47">
              <a:alphaModFix/>
            </a:blip>
            <a:srcRect b="0" l="19" r="29" t="0"/>
            <a:stretch/>
          </p:blipFill>
          <p:spPr>
            <a:xfrm>
              <a:off x="5748586" y="4598412"/>
              <a:ext cx="545045" cy="771487"/>
            </a:xfrm>
            <a:prstGeom prst="rect">
              <a:avLst/>
            </a:prstGeom>
            <a:noFill/>
            <a:ln>
              <a:noFill/>
            </a:ln>
            <a:effectLst>
              <a:outerShdw blurRad="71438" rotWithShape="0" algn="bl" dir="5400000" dist="28575">
                <a:srgbClr val="000000">
                  <a:alpha val="14900"/>
                </a:srgbClr>
              </a:outerShdw>
            </a:effectLst>
          </p:spPr>
        </p:pic>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8" name="Shape 848"/>
        <p:cNvGrpSpPr/>
        <p:nvPr/>
      </p:nvGrpSpPr>
      <p:grpSpPr>
        <a:xfrm>
          <a:off x="0" y="0"/>
          <a:ext cx="0" cy="0"/>
          <a:chOff x="0" y="0"/>
          <a:chExt cx="0" cy="0"/>
        </a:xfrm>
      </p:grpSpPr>
      <p:sp>
        <p:nvSpPr>
          <p:cNvPr id="849" name="Google Shape;849;g341b0cfeb39_0_163"/>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r>
              <a:rPr lang="en-US"/>
              <a:t>.</a:t>
            </a:r>
            <a:endParaRPr/>
          </a:p>
        </p:txBody>
      </p:sp>
      <p:grpSp>
        <p:nvGrpSpPr>
          <p:cNvPr id="850" name="Google Shape;850;g341b0cfeb39_0_163"/>
          <p:cNvGrpSpPr/>
          <p:nvPr/>
        </p:nvGrpSpPr>
        <p:grpSpPr>
          <a:xfrm>
            <a:off x="865957" y="2135925"/>
            <a:ext cx="7282807" cy="2686611"/>
            <a:chOff x="867357" y="2129450"/>
            <a:chExt cx="7282807" cy="2686611"/>
          </a:xfrm>
        </p:grpSpPr>
        <p:pic>
          <p:nvPicPr>
            <p:cNvPr id="851" name="Google Shape;851;g341b0cfeb39_0_163"/>
            <p:cNvPicPr preferRelativeResize="0"/>
            <p:nvPr/>
          </p:nvPicPr>
          <p:blipFill rotWithShape="1">
            <a:blip r:embed="rId3">
              <a:alphaModFix/>
            </a:blip>
            <a:srcRect b="0" l="0" r="0" t="0"/>
            <a:stretch/>
          </p:blipFill>
          <p:spPr>
            <a:xfrm>
              <a:off x="868300" y="2129450"/>
              <a:ext cx="1146813" cy="819547"/>
            </a:xfrm>
            <a:prstGeom prst="rect">
              <a:avLst/>
            </a:prstGeom>
            <a:noFill/>
            <a:ln>
              <a:noFill/>
            </a:ln>
            <a:effectLst>
              <a:outerShdw blurRad="71438" rotWithShape="0" algn="bl" dir="5400000" dist="19050">
                <a:srgbClr val="000000">
                  <a:alpha val="18430"/>
                </a:srgbClr>
              </a:outerShdw>
            </a:effectLst>
          </p:spPr>
        </p:pic>
        <p:pic>
          <p:nvPicPr>
            <p:cNvPr id="852" name="Google Shape;852;g341b0cfeb39_0_163"/>
            <p:cNvPicPr preferRelativeResize="0"/>
            <p:nvPr/>
          </p:nvPicPr>
          <p:blipFill rotWithShape="1">
            <a:blip r:embed="rId4">
              <a:alphaModFix/>
            </a:blip>
            <a:srcRect b="0" l="99" r="99" t="0"/>
            <a:stretch/>
          </p:blipFill>
          <p:spPr>
            <a:xfrm>
              <a:off x="2094526" y="2129450"/>
              <a:ext cx="1147320" cy="822955"/>
            </a:xfrm>
            <a:prstGeom prst="rect">
              <a:avLst/>
            </a:prstGeom>
            <a:noFill/>
            <a:ln>
              <a:noFill/>
            </a:ln>
            <a:effectLst>
              <a:outerShdw blurRad="71438" rotWithShape="0" algn="bl" dir="5400000" dist="19050">
                <a:srgbClr val="000000">
                  <a:alpha val="18430"/>
                </a:srgbClr>
              </a:outerShdw>
            </a:effectLst>
          </p:spPr>
        </p:pic>
        <p:pic>
          <p:nvPicPr>
            <p:cNvPr id="853" name="Google Shape;853;g341b0cfeb39_0_163"/>
            <p:cNvPicPr preferRelativeResize="0"/>
            <p:nvPr/>
          </p:nvPicPr>
          <p:blipFill rotWithShape="1">
            <a:blip r:embed="rId5">
              <a:alphaModFix/>
            </a:blip>
            <a:srcRect b="0" l="99" r="99" t="0"/>
            <a:stretch/>
          </p:blipFill>
          <p:spPr>
            <a:xfrm>
              <a:off x="3321259" y="2129450"/>
              <a:ext cx="1147320" cy="821565"/>
            </a:xfrm>
            <a:prstGeom prst="rect">
              <a:avLst/>
            </a:prstGeom>
            <a:noFill/>
            <a:ln>
              <a:noFill/>
            </a:ln>
            <a:effectLst>
              <a:outerShdw blurRad="71438" rotWithShape="0" algn="bl" dir="5400000" dist="19050">
                <a:srgbClr val="000000">
                  <a:alpha val="18430"/>
                </a:srgbClr>
              </a:outerShdw>
            </a:effectLst>
          </p:spPr>
        </p:pic>
        <p:pic>
          <p:nvPicPr>
            <p:cNvPr id="854" name="Google Shape;854;g341b0cfeb39_0_163"/>
            <p:cNvPicPr preferRelativeResize="0"/>
            <p:nvPr/>
          </p:nvPicPr>
          <p:blipFill rotWithShape="1">
            <a:blip r:embed="rId6">
              <a:alphaModFix/>
            </a:blip>
            <a:srcRect b="0" l="99" r="99" t="0"/>
            <a:stretch/>
          </p:blipFill>
          <p:spPr>
            <a:xfrm>
              <a:off x="4547991" y="2129450"/>
              <a:ext cx="1147320" cy="821565"/>
            </a:xfrm>
            <a:prstGeom prst="rect">
              <a:avLst/>
            </a:prstGeom>
            <a:noFill/>
            <a:ln>
              <a:noFill/>
            </a:ln>
            <a:effectLst>
              <a:outerShdw blurRad="71438" rotWithShape="0" algn="bl" dir="5400000" dist="19050">
                <a:srgbClr val="000000">
                  <a:alpha val="18430"/>
                </a:srgbClr>
              </a:outerShdw>
            </a:effectLst>
          </p:spPr>
        </p:pic>
        <p:pic>
          <p:nvPicPr>
            <p:cNvPr id="855" name="Google Shape;855;g341b0cfeb39_0_163"/>
            <p:cNvPicPr preferRelativeResize="0"/>
            <p:nvPr/>
          </p:nvPicPr>
          <p:blipFill rotWithShape="1">
            <a:blip r:embed="rId7">
              <a:alphaModFix/>
            </a:blip>
            <a:srcRect b="0" l="99" r="99" t="0"/>
            <a:stretch/>
          </p:blipFill>
          <p:spPr>
            <a:xfrm>
              <a:off x="5774724" y="2129450"/>
              <a:ext cx="1147320" cy="821565"/>
            </a:xfrm>
            <a:prstGeom prst="rect">
              <a:avLst/>
            </a:prstGeom>
            <a:noFill/>
            <a:ln>
              <a:noFill/>
            </a:ln>
            <a:effectLst>
              <a:outerShdw blurRad="71438" rotWithShape="0" algn="bl" dir="5400000" dist="19050">
                <a:srgbClr val="000000">
                  <a:alpha val="18430"/>
                </a:srgbClr>
              </a:outerShdw>
            </a:effectLst>
          </p:spPr>
        </p:pic>
        <p:pic>
          <p:nvPicPr>
            <p:cNvPr id="856" name="Google Shape;856;g341b0cfeb39_0_163"/>
            <p:cNvPicPr preferRelativeResize="0"/>
            <p:nvPr/>
          </p:nvPicPr>
          <p:blipFill rotWithShape="1">
            <a:blip r:embed="rId8">
              <a:alphaModFix/>
            </a:blip>
            <a:srcRect b="0" l="99" r="99" t="0"/>
            <a:stretch/>
          </p:blipFill>
          <p:spPr>
            <a:xfrm>
              <a:off x="7001457" y="2129450"/>
              <a:ext cx="1147320" cy="821565"/>
            </a:xfrm>
            <a:prstGeom prst="rect">
              <a:avLst/>
            </a:prstGeom>
            <a:noFill/>
            <a:ln>
              <a:noFill/>
            </a:ln>
            <a:effectLst>
              <a:outerShdw blurRad="71438" rotWithShape="0" algn="bl" dir="5400000" dist="19050">
                <a:srgbClr val="000000">
                  <a:alpha val="18430"/>
                </a:srgbClr>
              </a:outerShdw>
            </a:effectLst>
          </p:spPr>
        </p:pic>
        <p:pic>
          <p:nvPicPr>
            <p:cNvPr id="857" name="Google Shape;857;g341b0cfeb39_0_163"/>
            <p:cNvPicPr preferRelativeResize="0"/>
            <p:nvPr/>
          </p:nvPicPr>
          <p:blipFill rotWithShape="1">
            <a:blip r:embed="rId9">
              <a:alphaModFix/>
            </a:blip>
            <a:srcRect b="0" l="99" r="99" t="0"/>
            <a:stretch/>
          </p:blipFill>
          <p:spPr>
            <a:xfrm>
              <a:off x="868300" y="3060270"/>
              <a:ext cx="1147320" cy="822955"/>
            </a:xfrm>
            <a:prstGeom prst="rect">
              <a:avLst/>
            </a:prstGeom>
            <a:noFill/>
            <a:ln>
              <a:noFill/>
            </a:ln>
            <a:effectLst>
              <a:outerShdw blurRad="71438" rotWithShape="0" algn="bl" dir="5400000" dist="19050">
                <a:srgbClr val="000000">
                  <a:alpha val="18430"/>
                </a:srgbClr>
              </a:outerShdw>
            </a:effectLst>
          </p:spPr>
        </p:pic>
        <p:pic>
          <p:nvPicPr>
            <p:cNvPr id="858" name="Google Shape;858;g341b0cfeb39_0_163"/>
            <p:cNvPicPr preferRelativeResize="0"/>
            <p:nvPr/>
          </p:nvPicPr>
          <p:blipFill rotWithShape="1">
            <a:blip r:embed="rId10">
              <a:alphaModFix/>
            </a:blip>
            <a:srcRect b="0" l="99" r="99" t="0"/>
            <a:stretch/>
          </p:blipFill>
          <p:spPr>
            <a:xfrm>
              <a:off x="2093821" y="3060270"/>
              <a:ext cx="1148707" cy="821565"/>
            </a:xfrm>
            <a:prstGeom prst="rect">
              <a:avLst/>
            </a:prstGeom>
            <a:noFill/>
            <a:ln>
              <a:noFill/>
            </a:ln>
            <a:effectLst>
              <a:outerShdw blurRad="71438" rotWithShape="0" algn="bl" dir="5400000" dist="19050">
                <a:srgbClr val="000000">
                  <a:alpha val="18430"/>
                </a:srgbClr>
              </a:outerShdw>
            </a:effectLst>
          </p:spPr>
        </p:pic>
        <p:pic>
          <p:nvPicPr>
            <p:cNvPr id="859" name="Google Shape;859;g341b0cfeb39_0_163"/>
            <p:cNvPicPr preferRelativeResize="0"/>
            <p:nvPr/>
          </p:nvPicPr>
          <p:blipFill rotWithShape="1">
            <a:blip r:embed="rId11">
              <a:alphaModFix/>
            </a:blip>
            <a:srcRect b="0" l="189" r="179" t="0"/>
            <a:stretch/>
          </p:blipFill>
          <p:spPr>
            <a:xfrm>
              <a:off x="3320730" y="3060270"/>
              <a:ext cx="1148707" cy="822956"/>
            </a:xfrm>
            <a:prstGeom prst="rect">
              <a:avLst/>
            </a:prstGeom>
            <a:noFill/>
            <a:ln>
              <a:noFill/>
            </a:ln>
            <a:effectLst>
              <a:outerShdw blurRad="71438" rotWithShape="0" algn="bl" dir="5400000" dist="19050">
                <a:srgbClr val="000000">
                  <a:alpha val="18430"/>
                </a:srgbClr>
              </a:outerShdw>
            </a:effectLst>
          </p:spPr>
        </p:pic>
        <p:pic>
          <p:nvPicPr>
            <p:cNvPr id="860" name="Google Shape;860;g341b0cfeb39_0_163"/>
            <p:cNvPicPr preferRelativeResize="0"/>
            <p:nvPr/>
          </p:nvPicPr>
          <p:blipFill rotWithShape="1">
            <a:blip r:embed="rId12">
              <a:alphaModFix/>
            </a:blip>
            <a:srcRect b="0" l="99" r="99" t="0"/>
            <a:stretch/>
          </p:blipFill>
          <p:spPr>
            <a:xfrm>
              <a:off x="4547639" y="3060270"/>
              <a:ext cx="1148707" cy="822955"/>
            </a:xfrm>
            <a:prstGeom prst="rect">
              <a:avLst/>
            </a:prstGeom>
            <a:noFill/>
            <a:ln>
              <a:noFill/>
            </a:ln>
            <a:effectLst>
              <a:outerShdw blurRad="71438" rotWithShape="0" algn="bl" dir="5400000" dist="19050">
                <a:srgbClr val="000000">
                  <a:alpha val="18430"/>
                </a:srgbClr>
              </a:outerShdw>
            </a:effectLst>
          </p:spPr>
        </p:pic>
        <p:pic>
          <p:nvPicPr>
            <p:cNvPr id="861" name="Google Shape;861;g341b0cfeb39_0_163"/>
            <p:cNvPicPr preferRelativeResize="0"/>
            <p:nvPr/>
          </p:nvPicPr>
          <p:blipFill rotWithShape="1">
            <a:blip r:embed="rId13">
              <a:alphaModFix/>
            </a:blip>
            <a:srcRect b="0" l="189" r="179" t="0"/>
            <a:stretch/>
          </p:blipFill>
          <p:spPr>
            <a:xfrm>
              <a:off x="5774548" y="3060270"/>
              <a:ext cx="1148707" cy="822956"/>
            </a:xfrm>
            <a:prstGeom prst="rect">
              <a:avLst/>
            </a:prstGeom>
            <a:noFill/>
            <a:ln>
              <a:noFill/>
            </a:ln>
            <a:effectLst>
              <a:outerShdw blurRad="71438" rotWithShape="0" algn="bl" dir="5400000" dist="19050">
                <a:srgbClr val="000000">
                  <a:alpha val="18430"/>
                </a:srgbClr>
              </a:outerShdw>
            </a:effectLst>
          </p:spPr>
        </p:pic>
        <p:pic>
          <p:nvPicPr>
            <p:cNvPr id="862" name="Google Shape;862;g341b0cfeb39_0_163"/>
            <p:cNvPicPr preferRelativeResize="0"/>
            <p:nvPr/>
          </p:nvPicPr>
          <p:blipFill rotWithShape="1">
            <a:blip r:embed="rId14">
              <a:alphaModFix/>
            </a:blip>
            <a:srcRect b="0" l="19" r="9" t="0"/>
            <a:stretch/>
          </p:blipFill>
          <p:spPr>
            <a:xfrm>
              <a:off x="867357" y="3994495"/>
              <a:ext cx="1148707" cy="821566"/>
            </a:xfrm>
            <a:prstGeom prst="rect">
              <a:avLst/>
            </a:prstGeom>
            <a:noFill/>
            <a:ln>
              <a:noFill/>
            </a:ln>
            <a:effectLst>
              <a:outerShdw blurRad="71438" rotWithShape="0" algn="bl" dir="5400000" dist="19050">
                <a:srgbClr val="000000">
                  <a:alpha val="18430"/>
                </a:srgbClr>
              </a:outerShdw>
            </a:effectLst>
          </p:spPr>
        </p:pic>
        <p:pic>
          <p:nvPicPr>
            <p:cNvPr id="863" name="Google Shape;863;g341b0cfeb39_0_163"/>
            <p:cNvPicPr preferRelativeResize="0"/>
            <p:nvPr/>
          </p:nvPicPr>
          <p:blipFill rotWithShape="1">
            <a:blip r:embed="rId15">
              <a:alphaModFix/>
            </a:blip>
            <a:srcRect b="0" l="19" r="9" t="0"/>
            <a:stretch/>
          </p:blipFill>
          <p:spPr>
            <a:xfrm>
              <a:off x="7001457" y="3060270"/>
              <a:ext cx="1148707" cy="821564"/>
            </a:xfrm>
            <a:prstGeom prst="rect">
              <a:avLst/>
            </a:prstGeom>
            <a:noFill/>
            <a:ln>
              <a:noFill/>
            </a:ln>
            <a:effectLst>
              <a:outerShdw blurRad="71438" rotWithShape="0" algn="bl" dir="5400000" dist="19050">
                <a:srgbClr val="000000">
                  <a:alpha val="18430"/>
                </a:srgbClr>
              </a:outerShdw>
            </a:effectLst>
          </p:spPr>
        </p:pic>
        <p:pic>
          <p:nvPicPr>
            <p:cNvPr id="864" name="Google Shape;864;g341b0cfeb39_0_163"/>
            <p:cNvPicPr preferRelativeResize="0"/>
            <p:nvPr/>
          </p:nvPicPr>
          <p:blipFill rotWithShape="1">
            <a:blip r:embed="rId16">
              <a:alphaModFix/>
            </a:blip>
            <a:srcRect b="0" l="99" r="99" t="0"/>
            <a:stretch/>
          </p:blipFill>
          <p:spPr>
            <a:xfrm>
              <a:off x="2093821" y="3994495"/>
              <a:ext cx="1148707" cy="821565"/>
            </a:xfrm>
            <a:prstGeom prst="rect">
              <a:avLst/>
            </a:prstGeom>
            <a:noFill/>
            <a:ln>
              <a:noFill/>
            </a:ln>
            <a:effectLst>
              <a:outerShdw blurRad="71438" rotWithShape="0" algn="bl" dir="5400000" dist="19050">
                <a:srgbClr val="000000">
                  <a:alpha val="18430"/>
                </a:srgbClr>
              </a:outerShdw>
            </a:effectLst>
          </p:spPr>
        </p:pic>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9" name="Shape 869"/>
        <p:cNvGrpSpPr/>
        <p:nvPr/>
      </p:nvGrpSpPr>
      <p:grpSpPr>
        <a:xfrm>
          <a:off x="0" y="0"/>
          <a:ext cx="0" cy="0"/>
          <a:chOff x="0" y="0"/>
          <a:chExt cx="0" cy="0"/>
        </a:xfrm>
      </p:grpSpPr>
      <p:sp>
        <p:nvSpPr>
          <p:cNvPr id="870" name="Google Shape;870;g341b0cfeb39_0_183"/>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2400"/>
              <a:buNone/>
            </a:pPr>
            <a:r>
              <a:rPr lang="en-US"/>
              <a:t>Review Phase 3 Common Exception Words </a:t>
            </a:r>
            <a:r>
              <a:rPr lang="en-US">
                <a:solidFill>
                  <a:srgbClr val="2356AF"/>
                </a:solidFill>
              </a:rPr>
              <a:t>push they me we be he she my by looked you are there here were all sure</a:t>
            </a:r>
            <a:r>
              <a:rPr lang="en-US"/>
              <a:t>.</a:t>
            </a:r>
            <a:endParaRPr/>
          </a:p>
        </p:txBody>
      </p:sp>
      <p:grpSp>
        <p:nvGrpSpPr>
          <p:cNvPr id="871" name="Google Shape;871;g341b0cfeb39_0_183"/>
          <p:cNvGrpSpPr/>
          <p:nvPr/>
        </p:nvGrpSpPr>
        <p:grpSpPr>
          <a:xfrm>
            <a:off x="866900" y="2128288"/>
            <a:ext cx="7281864" cy="2684601"/>
            <a:chOff x="868300" y="2129450"/>
            <a:chExt cx="7281864" cy="2684601"/>
          </a:xfrm>
        </p:grpSpPr>
        <p:pic>
          <p:nvPicPr>
            <p:cNvPr id="872" name="Google Shape;872;g341b0cfeb39_0_183"/>
            <p:cNvPicPr preferRelativeResize="0"/>
            <p:nvPr/>
          </p:nvPicPr>
          <p:blipFill rotWithShape="1">
            <a:blip r:embed="rId3">
              <a:alphaModFix/>
            </a:blip>
            <a:srcRect b="0" l="99" r="99" t="0"/>
            <a:stretch/>
          </p:blipFill>
          <p:spPr>
            <a:xfrm>
              <a:off x="4547639" y="3991095"/>
              <a:ext cx="1148707" cy="822955"/>
            </a:xfrm>
            <a:prstGeom prst="rect">
              <a:avLst/>
            </a:prstGeom>
            <a:noFill/>
            <a:ln>
              <a:noFill/>
            </a:ln>
            <a:effectLst>
              <a:outerShdw blurRad="71438" rotWithShape="0" algn="bl" dir="5400000" dist="19050">
                <a:srgbClr val="000000">
                  <a:alpha val="18430"/>
                </a:srgbClr>
              </a:outerShdw>
            </a:effectLst>
          </p:spPr>
        </p:pic>
        <p:pic>
          <p:nvPicPr>
            <p:cNvPr id="873" name="Google Shape;873;g341b0cfeb39_0_183"/>
            <p:cNvPicPr preferRelativeResize="0"/>
            <p:nvPr/>
          </p:nvPicPr>
          <p:blipFill rotWithShape="1">
            <a:blip r:embed="rId4">
              <a:alphaModFix/>
            </a:blip>
            <a:srcRect b="0" l="189" r="179" t="0"/>
            <a:stretch/>
          </p:blipFill>
          <p:spPr>
            <a:xfrm>
              <a:off x="3320730" y="3991095"/>
              <a:ext cx="1148707" cy="822956"/>
            </a:xfrm>
            <a:prstGeom prst="rect">
              <a:avLst/>
            </a:prstGeom>
            <a:noFill/>
            <a:ln>
              <a:noFill/>
            </a:ln>
            <a:effectLst>
              <a:outerShdw blurRad="71438" rotWithShape="0" algn="bl" dir="5400000" dist="19050">
                <a:srgbClr val="000000">
                  <a:alpha val="18430"/>
                </a:srgbClr>
              </a:outerShdw>
            </a:effectLst>
          </p:spPr>
        </p:pic>
        <p:pic>
          <p:nvPicPr>
            <p:cNvPr id="874" name="Google Shape;874;g341b0cfeb39_0_183"/>
            <p:cNvPicPr preferRelativeResize="0"/>
            <p:nvPr/>
          </p:nvPicPr>
          <p:blipFill rotWithShape="1">
            <a:blip r:embed="rId5">
              <a:alphaModFix/>
            </a:blip>
            <a:srcRect b="0" l="19" r="9" t="0"/>
            <a:stretch/>
          </p:blipFill>
          <p:spPr>
            <a:xfrm>
              <a:off x="2093821" y="3991095"/>
              <a:ext cx="1148707" cy="821566"/>
            </a:xfrm>
            <a:prstGeom prst="rect">
              <a:avLst/>
            </a:prstGeom>
            <a:noFill/>
            <a:ln>
              <a:noFill/>
            </a:ln>
            <a:effectLst>
              <a:outerShdw blurRad="71438" rotWithShape="0" algn="bl" dir="5400000" dist="19050">
                <a:srgbClr val="000000">
                  <a:alpha val="18430"/>
                </a:srgbClr>
              </a:outerShdw>
            </a:effectLst>
          </p:spPr>
        </p:pic>
        <p:pic>
          <p:nvPicPr>
            <p:cNvPr id="875" name="Google Shape;875;g341b0cfeb39_0_183"/>
            <p:cNvPicPr preferRelativeResize="0"/>
            <p:nvPr/>
          </p:nvPicPr>
          <p:blipFill rotWithShape="1">
            <a:blip r:embed="rId6">
              <a:alphaModFix/>
            </a:blip>
            <a:srcRect b="0" l="159" r="159" t="0"/>
            <a:stretch/>
          </p:blipFill>
          <p:spPr>
            <a:xfrm>
              <a:off x="868300" y="3991095"/>
              <a:ext cx="1147320" cy="822955"/>
            </a:xfrm>
            <a:prstGeom prst="rect">
              <a:avLst/>
            </a:prstGeom>
            <a:noFill/>
            <a:ln>
              <a:noFill/>
            </a:ln>
            <a:effectLst>
              <a:outerShdw blurRad="71438" rotWithShape="0" algn="bl" dir="5400000" dist="19050">
                <a:srgbClr val="000000">
                  <a:alpha val="18820"/>
                </a:srgbClr>
              </a:outerShdw>
            </a:effectLst>
          </p:spPr>
        </p:pic>
        <p:pic>
          <p:nvPicPr>
            <p:cNvPr id="876" name="Google Shape;876;g341b0cfeb39_0_183"/>
            <p:cNvPicPr preferRelativeResize="0"/>
            <p:nvPr/>
          </p:nvPicPr>
          <p:blipFill rotWithShape="1">
            <a:blip r:embed="rId7">
              <a:alphaModFix/>
            </a:blip>
            <a:srcRect b="0" l="99" r="99" t="0"/>
            <a:stretch/>
          </p:blipFill>
          <p:spPr>
            <a:xfrm>
              <a:off x="7001457" y="3060270"/>
              <a:ext cx="1148707" cy="821565"/>
            </a:xfrm>
            <a:prstGeom prst="rect">
              <a:avLst/>
            </a:prstGeom>
            <a:noFill/>
            <a:ln>
              <a:noFill/>
            </a:ln>
            <a:effectLst>
              <a:outerShdw blurRad="71438" rotWithShape="0" algn="bl" dir="5400000" dist="19050">
                <a:srgbClr val="000000">
                  <a:alpha val="18430"/>
                </a:srgbClr>
              </a:outerShdw>
            </a:effectLst>
          </p:spPr>
        </p:pic>
        <p:pic>
          <p:nvPicPr>
            <p:cNvPr id="877" name="Google Shape;877;g341b0cfeb39_0_183"/>
            <p:cNvPicPr preferRelativeResize="0"/>
            <p:nvPr/>
          </p:nvPicPr>
          <p:blipFill rotWithShape="1">
            <a:blip r:embed="rId8">
              <a:alphaModFix/>
            </a:blip>
            <a:srcRect b="29" l="0" r="0" t="19"/>
            <a:stretch/>
          </p:blipFill>
          <p:spPr>
            <a:xfrm>
              <a:off x="868300" y="2129450"/>
              <a:ext cx="1146813" cy="819547"/>
            </a:xfrm>
            <a:prstGeom prst="rect">
              <a:avLst/>
            </a:prstGeom>
            <a:noFill/>
            <a:ln>
              <a:noFill/>
            </a:ln>
            <a:effectLst>
              <a:outerShdw blurRad="71438" rotWithShape="0" algn="bl" dir="5400000" dist="19050">
                <a:srgbClr val="000000">
                  <a:alpha val="18430"/>
                </a:srgbClr>
              </a:outerShdw>
            </a:effectLst>
          </p:spPr>
        </p:pic>
        <p:pic>
          <p:nvPicPr>
            <p:cNvPr id="878" name="Google Shape;878;g341b0cfeb39_0_183"/>
            <p:cNvPicPr preferRelativeResize="0"/>
            <p:nvPr/>
          </p:nvPicPr>
          <p:blipFill rotWithShape="1">
            <a:blip r:embed="rId9">
              <a:alphaModFix/>
            </a:blip>
            <a:srcRect b="0" l="159" r="159" t="0"/>
            <a:stretch/>
          </p:blipFill>
          <p:spPr>
            <a:xfrm>
              <a:off x="2094526" y="2129450"/>
              <a:ext cx="1147320" cy="822955"/>
            </a:xfrm>
            <a:prstGeom prst="rect">
              <a:avLst/>
            </a:prstGeom>
            <a:noFill/>
            <a:ln>
              <a:noFill/>
            </a:ln>
            <a:effectLst>
              <a:outerShdw blurRad="71438" rotWithShape="0" algn="bl" dir="5400000" dist="19050">
                <a:srgbClr val="000000">
                  <a:alpha val="18430"/>
                </a:srgbClr>
              </a:outerShdw>
            </a:effectLst>
          </p:spPr>
        </p:pic>
        <p:pic>
          <p:nvPicPr>
            <p:cNvPr id="879" name="Google Shape;879;g341b0cfeb39_0_183"/>
            <p:cNvPicPr preferRelativeResize="0"/>
            <p:nvPr/>
          </p:nvPicPr>
          <p:blipFill rotWithShape="1">
            <a:blip r:embed="rId10">
              <a:alphaModFix/>
            </a:blip>
            <a:srcRect b="0" l="159" r="159" t="0"/>
            <a:stretch/>
          </p:blipFill>
          <p:spPr>
            <a:xfrm>
              <a:off x="3321259" y="2129450"/>
              <a:ext cx="1147320" cy="821565"/>
            </a:xfrm>
            <a:prstGeom prst="rect">
              <a:avLst/>
            </a:prstGeom>
            <a:noFill/>
            <a:ln>
              <a:noFill/>
            </a:ln>
            <a:effectLst>
              <a:outerShdw blurRad="71438" rotWithShape="0" algn="bl" dir="5400000" dist="19050">
                <a:srgbClr val="000000">
                  <a:alpha val="18430"/>
                </a:srgbClr>
              </a:outerShdw>
            </a:effectLst>
          </p:spPr>
        </p:pic>
        <p:pic>
          <p:nvPicPr>
            <p:cNvPr id="880" name="Google Shape;880;g341b0cfeb39_0_183"/>
            <p:cNvPicPr preferRelativeResize="0"/>
            <p:nvPr/>
          </p:nvPicPr>
          <p:blipFill rotWithShape="1">
            <a:blip r:embed="rId11">
              <a:alphaModFix/>
            </a:blip>
            <a:srcRect b="0" l="79" r="69" t="0"/>
            <a:stretch/>
          </p:blipFill>
          <p:spPr>
            <a:xfrm>
              <a:off x="4547991" y="2129450"/>
              <a:ext cx="1147320" cy="821566"/>
            </a:xfrm>
            <a:prstGeom prst="rect">
              <a:avLst/>
            </a:prstGeom>
            <a:noFill/>
            <a:ln>
              <a:noFill/>
            </a:ln>
            <a:effectLst>
              <a:outerShdw blurRad="71438" rotWithShape="0" algn="bl" dir="5400000" dist="19050">
                <a:srgbClr val="000000">
                  <a:alpha val="18430"/>
                </a:srgbClr>
              </a:outerShdw>
            </a:effectLst>
          </p:spPr>
        </p:pic>
        <p:pic>
          <p:nvPicPr>
            <p:cNvPr id="881" name="Google Shape;881;g341b0cfeb39_0_183"/>
            <p:cNvPicPr preferRelativeResize="0"/>
            <p:nvPr/>
          </p:nvPicPr>
          <p:blipFill rotWithShape="1">
            <a:blip r:embed="rId12">
              <a:alphaModFix/>
            </a:blip>
            <a:srcRect b="0" l="79" r="69" t="0"/>
            <a:stretch/>
          </p:blipFill>
          <p:spPr>
            <a:xfrm>
              <a:off x="5774724" y="2129450"/>
              <a:ext cx="1147320" cy="821566"/>
            </a:xfrm>
            <a:prstGeom prst="rect">
              <a:avLst/>
            </a:prstGeom>
            <a:noFill/>
            <a:ln>
              <a:noFill/>
            </a:ln>
            <a:effectLst>
              <a:outerShdw blurRad="71438" rotWithShape="0" algn="bl" dir="5400000" dist="19050">
                <a:srgbClr val="000000">
                  <a:alpha val="18430"/>
                </a:srgbClr>
              </a:outerShdw>
            </a:effectLst>
          </p:spPr>
        </p:pic>
        <p:pic>
          <p:nvPicPr>
            <p:cNvPr id="882" name="Google Shape;882;g341b0cfeb39_0_183"/>
            <p:cNvPicPr preferRelativeResize="0"/>
            <p:nvPr/>
          </p:nvPicPr>
          <p:blipFill rotWithShape="1">
            <a:blip r:embed="rId13">
              <a:alphaModFix/>
            </a:blip>
            <a:srcRect b="0" l="159" r="159" t="0"/>
            <a:stretch/>
          </p:blipFill>
          <p:spPr>
            <a:xfrm>
              <a:off x="7001457" y="2129450"/>
              <a:ext cx="1147320" cy="821565"/>
            </a:xfrm>
            <a:prstGeom prst="rect">
              <a:avLst/>
            </a:prstGeom>
            <a:noFill/>
            <a:ln>
              <a:noFill/>
            </a:ln>
            <a:effectLst>
              <a:outerShdw blurRad="71438" rotWithShape="0" algn="bl" dir="5400000" dist="19050">
                <a:srgbClr val="000000">
                  <a:alpha val="18430"/>
                </a:srgbClr>
              </a:outerShdw>
            </a:effectLst>
          </p:spPr>
        </p:pic>
        <p:pic>
          <p:nvPicPr>
            <p:cNvPr id="883" name="Google Shape;883;g341b0cfeb39_0_183"/>
            <p:cNvPicPr preferRelativeResize="0"/>
            <p:nvPr/>
          </p:nvPicPr>
          <p:blipFill rotWithShape="1">
            <a:blip r:embed="rId14">
              <a:alphaModFix/>
            </a:blip>
            <a:srcRect b="0" l="159" r="159" t="0"/>
            <a:stretch/>
          </p:blipFill>
          <p:spPr>
            <a:xfrm>
              <a:off x="868300" y="3060270"/>
              <a:ext cx="1147320" cy="822955"/>
            </a:xfrm>
            <a:prstGeom prst="rect">
              <a:avLst/>
            </a:prstGeom>
            <a:noFill/>
            <a:ln>
              <a:noFill/>
            </a:ln>
            <a:effectLst>
              <a:outerShdw blurRad="71438" rotWithShape="0" algn="bl" dir="5400000" dist="19050">
                <a:srgbClr val="000000">
                  <a:alpha val="18430"/>
                </a:srgbClr>
              </a:outerShdw>
            </a:effectLst>
          </p:spPr>
        </p:pic>
        <p:pic>
          <p:nvPicPr>
            <p:cNvPr id="884" name="Google Shape;884;g341b0cfeb39_0_183"/>
            <p:cNvPicPr preferRelativeResize="0"/>
            <p:nvPr/>
          </p:nvPicPr>
          <p:blipFill rotWithShape="1">
            <a:blip r:embed="rId15">
              <a:alphaModFix/>
            </a:blip>
            <a:srcRect b="0" l="19" r="9" t="0"/>
            <a:stretch/>
          </p:blipFill>
          <p:spPr>
            <a:xfrm>
              <a:off x="2093821" y="3060270"/>
              <a:ext cx="1148707" cy="821566"/>
            </a:xfrm>
            <a:prstGeom prst="rect">
              <a:avLst/>
            </a:prstGeom>
            <a:noFill/>
            <a:ln>
              <a:noFill/>
            </a:ln>
            <a:effectLst>
              <a:outerShdw blurRad="71438" rotWithShape="0" algn="bl" dir="5400000" dist="19050">
                <a:srgbClr val="000000">
                  <a:alpha val="18430"/>
                </a:srgbClr>
              </a:outerShdw>
            </a:effectLst>
          </p:spPr>
        </p:pic>
        <p:pic>
          <p:nvPicPr>
            <p:cNvPr id="885" name="Google Shape;885;g341b0cfeb39_0_183"/>
            <p:cNvPicPr preferRelativeResize="0"/>
            <p:nvPr/>
          </p:nvPicPr>
          <p:blipFill rotWithShape="1">
            <a:blip r:embed="rId16">
              <a:alphaModFix/>
            </a:blip>
            <a:srcRect b="0" l="189" r="179" t="0"/>
            <a:stretch/>
          </p:blipFill>
          <p:spPr>
            <a:xfrm>
              <a:off x="3320730" y="3060270"/>
              <a:ext cx="1148707" cy="822956"/>
            </a:xfrm>
            <a:prstGeom prst="rect">
              <a:avLst/>
            </a:prstGeom>
            <a:noFill/>
            <a:ln>
              <a:noFill/>
            </a:ln>
            <a:effectLst>
              <a:outerShdw blurRad="71438" rotWithShape="0" algn="bl" dir="5400000" dist="19050">
                <a:srgbClr val="000000">
                  <a:alpha val="18430"/>
                </a:srgbClr>
              </a:outerShdw>
            </a:effectLst>
          </p:spPr>
        </p:pic>
        <p:pic>
          <p:nvPicPr>
            <p:cNvPr id="886" name="Google Shape;886;g341b0cfeb39_0_183"/>
            <p:cNvPicPr preferRelativeResize="0"/>
            <p:nvPr/>
          </p:nvPicPr>
          <p:blipFill rotWithShape="1">
            <a:blip r:embed="rId17">
              <a:alphaModFix/>
            </a:blip>
            <a:srcRect b="0" l="99" r="99" t="0"/>
            <a:stretch/>
          </p:blipFill>
          <p:spPr>
            <a:xfrm>
              <a:off x="4547639" y="3060270"/>
              <a:ext cx="1148707" cy="822955"/>
            </a:xfrm>
            <a:prstGeom prst="rect">
              <a:avLst/>
            </a:prstGeom>
            <a:noFill/>
            <a:ln>
              <a:noFill/>
            </a:ln>
            <a:effectLst>
              <a:outerShdw blurRad="71438" rotWithShape="0" algn="bl" dir="5400000" dist="19050">
                <a:srgbClr val="000000">
                  <a:alpha val="18430"/>
                </a:srgbClr>
              </a:outerShdw>
            </a:effectLst>
          </p:spPr>
        </p:pic>
        <p:pic>
          <p:nvPicPr>
            <p:cNvPr id="887" name="Google Shape;887;g341b0cfeb39_0_183"/>
            <p:cNvPicPr preferRelativeResize="0"/>
            <p:nvPr/>
          </p:nvPicPr>
          <p:blipFill rotWithShape="1">
            <a:blip r:embed="rId18">
              <a:alphaModFix/>
            </a:blip>
            <a:srcRect b="0" l="99" r="99" t="0"/>
            <a:stretch/>
          </p:blipFill>
          <p:spPr>
            <a:xfrm>
              <a:off x="5774548" y="3060270"/>
              <a:ext cx="1148707" cy="822955"/>
            </a:xfrm>
            <a:prstGeom prst="rect">
              <a:avLst/>
            </a:prstGeom>
            <a:noFill/>
            <a:ln>
              <a:noFill/>
            </a:ln>
            <a:effectLst>
              <a:outerShdw blurRad="71438" rotWithShape="0" algn="bl" dir="5400000" dist="19050">
                <a:srgbClr val="000000">
                  <a:alpha val="18430"/>
                </a:srgbClr>
              </a:outerShdw>
            </a:effectLst>
          </p:spPr>
        </p:pic>
        <p:pic>
          <p:nvPicPr>
            <p:cNvPr id="888" name="Google Shape;888;g341b0cfeb39_0_183"/>
            <p:cNvPicPr preferRelativeResize="0"/>
            <p:nvPr/>
          </p:nvPicPr>
          <p:blipFill rotWithShape="1">
            <a:blip r:embed="rId19">
              <a:alphaModFix/>
            </a:blip>
            <a:srcRect b="29" l="0" r="0" t="19"/>
            <a:stretch/>
          </p:blipFill>
          <p:spPr>
            <a:xfrm>
              <a:off x="868300" y="2129450"/>
              <a:ext cx="1146813" cy="819547"/>
            </a:xfrm>
            <a:prstGeom prst="rect">
              <a:avLst/>
            </a:prstGeom>
            <a:noFill/>
            <a:ln>
              <a:noFill/>
            </a:ln>
            <a:effectLst>
              <a:outerShdw blurRad="71438" rotWithShape="0" algn="bl" dir="5400000" dist="19050">
                <a:srgbClr val="000000">
                  <a:alpha val="18430"/>
                </a:srgbClr>
              </a:outerShdw>
            </a:effectLst>
          </p:spPr>
        </p:pic>
        <p:pic>
          <p:nvPicPr>
            <p:cNvPr id="889" name="Google Shape;889;g341b0cfeb39_0_183"/>
            <p:cNvPicPr preferRelativeResize="0"/>
            <p:nvPr/>
          </p:nvPicPr>
          <p:blipFill rotWithShape="1">
            <a:blip r:embed="rId20">
              <a:alphaModFix/>
            </a:blip>
            <a:srcRect b="0" l="159" r="159" t="0"/>
            <a:stretch/>
          </p:blipFill>
          <p:spPr>
            <a:xfrm>
              <a:off x="2094526" y="2129450"/>
              <a:ext cx="1147320" cy="822955"/>
            </a:xfrm>
            <a:prstGeom prst="rect">
              <a:avLst/>
            </a:prstGeom>
            <a:noFill/>
            <a:ln>
              <a:noFill/>
            </a:ln>
            <a:effectLst>
              <a:outerShdw blurRad="71438" rotWithShape="0" algn="bl" dir="5400000" dist="19050">
                <a:srgbClr val="000000">
                  <a:alpha val="18430"/>
                </a:srgbClr>
              </a:outerShdw>
            </a:effectLst>
          </p:spPr>
        </p:pic>
        <p:pic>
          <p:nvPicPr>
            <p:cNvPr id="890" name="Google Shape;890;g341b0cfeb39_0_183"/>
            <p:cNvPicPr preferRelativeResize="0"/>
            <p:nvPr/>
          </p:nvPicPr>
          <p:blipFill rotWithShape="1">
            <a:blip r:embed="rId21">
              <a:alphaModFix/>
            </a:blip>
            <a:srcRect b="0" l="159" r="159" t="0"/>
            <a:stretch/>
          </p:blipFill>
          <p:spPr>
            <a:xfrm>
              <a:off x="3321259" y="2129450"/>
              <a:ext cx="1147320" cy="821565"/>
            </a:xfrm>
            <a:prstGeom prst="rect">
              <a:avLst/>
            </a:prstGeom>
            <a:noFill/>
            <a:ln>
              <a:noFill/>
            </a:ln>
            <a:effectLst>
              <a:outerShdw blurRad="71438" rotWithShape="0" algn="bl" dir="5400000" dist="19050">
                <a:srgbClr val="000000">
                  <a:alpha val="18430"/>
                </a:srgbClr>
              </a:outerShdw>
            </a:effectLst>
          </p:spPr>
        </p:pic>
        <p:pic>
          <p:nvPicPr>
            <p:cNvPr id="891" name="Google Shape;891;g341b0cfeb39_0_183"/>
            <p:cNvPicPr preferRelativeResize="0"/>
            <p:nvPr/>
          </p:nvPicPr>
          <p:blipFill rotWithShape="1">
            <a:blip r:embed="rId22">
              <a:alphaModFix/>
            </a:blip>
            <a:srcRect b="0" l="79" r="69" t="0"/>
            <a:stretch/>
          </p:blipFill>
          <p:spPr>
            <a:xfrm>
              <a:off x="4547991" y="2129450"/>
              <a:ext cx="1147320" cy="821566"/>
            </a:xfrm>
            <a:prstGeom prst="rect">
              <a:avLst/>
            </a:prstGeom>
            <a:noFill/>
            <a:ln>
              <a:noFill/>
            </a:ln>
            <a:effectLst>
              <a:outerShdw blurRad="71438" rotWithShape="0" algn="bl" dir="5400000" dist="19050">
                <a:srgbClr val="000000">
                  <a:alpha val="18430"/>
                </a:srgbClr>
              </a:outerShdw>
            </a:effectLst>
          </p:spPr>
        </p:pic>
        <p:pic>
          <p:nvPicPr>
            <p:cNvPr id="892" name="Google Shape;892;g341b0cfeb39_0_183"/>
            <p:cNvPicPr preferRelativeResize="0"/>
            <p:nvPr/>
          </p:nvPicPr>
          <p:blipFill rotWithShape="1">
            <a:blip r:embed="rId23">
              <a:alphaModFix/>
            </a:blip>
            <a:srcRect b="0" l="79" r="69" t="0"/>
            <a:stretch/>
          </p:blipFill>
          <p:spPr>
            <a:xfrm>
              <a:off x="5774724" y="2129450"/>
              <a:ext cx="1147320" cy="821566"/>
            </a:xfrm>
            <a:prstGeom prst="rect">
              <a:avLst/>
            </a:prstGeom>
            <a:noFill/>
            <a:ln>
              <a:noFill/>
            </a:ln>
            <a:effectLst>
              <a:outerShdw blurRad="71438" rotWithShape="0" algn="bl" dir="5400000" dist="19050">
                <a:srgbClr val="000000">
                  <a:alpha val="18430"/>
                </a:srgbClr>
              </a:outerShdw>
            </a:effectLst>
          </p:spPr>
        </p:pic>
        <p:pic>
          <p:nvPicPr>
            <p:cNvPr id="893" name="Google Shape;893;g341b0cfeb39_0_183"/>
            <p:cNvPicPr preferRelativeResize="0"/>
            <p:nvPr/>
          </p:nvPicPr>
          <p:blipFill rotWithShape="1">
            <a:blip r:embed="rId24">
              <a:alphaModFix/>
            </a:blip>
            <a:srcRect b="0" l="159" r="159" t="0"/>
            <a:stretch/>
          </p:blipFill>
          <p:spPr>
            <a:xfrm>
              <a:off x="7001457" y="2129450"/>
              <a:ext cx="1147320" cy="821565"/>
            </a:xfrm>
            <a:prstGeom prst="rect">
              <a:avLst/>
            </a:prstGeom>
            <a:noFill/>
            <a:ln>
              <a:noFill/>
            </a:ln>
            <a:effectLst>
              <a:outerShdw blurRad="71438" rotWithShape="0" algn="bl" dir="5400000" dist="19050">
                <a:srgbClr val="000000">
                  <a:alpha val="18430"/>
                </a:srgbClr>
              </a:outerShdw>
            </a:effectLst>
          </p:spPr>
        </p:pic>
        <p:pic>
          <p:nvPicPr>
            <p:cNvPr id="894" name="Google Shape;894;g341b0cfeb39_0_183"/>
            <p:cNvPicPr preferRelativeResize="0"/>
            <p:nvPr/>
          </p:nvPicPr>
          <p:blipFill rotWithShape="1">
            <a:blip r:embed="rId25">
              <a:alphaModFix/>
            </a:blip>
            <a:srcRect b="0" l="159" r="159" t="0"/>
            <a:stretch/>
          </p:blipFill>
          <p:spPr>
            <a:xfrm>
              <a:off x="868300" y="3060270"/>
              <a:ext cx="1147320" cy="822955"/>
            </a:xfrm>
            <a:prstGeom prst="rect">
              <a:avLst/>
            </a:prstGeom>
            <a:noFill/>
            <a:ln>
              <a:noFill/>
            </a:ln>
            <a:effectLst>
              <a:outerShdw blurRad="71438" rotWithShape="0" algn="bl" dir="5400000" dist="19050">
                <a:srgbClr val="000000">
                  <a:alpha val="18430"/>
                </a:srgbClr>
              </a:outerShdw>
            </a:effectLst>
          </p:spPr>
        </p:pic>
        <p:pic>
          <p:nvPicPr>
            <p:cNvPr id="895" name="Google Shape;895;g341b0cfeb39_0_183"/>
            <p:cNvPicPr preferRelativeResize="0"/>
            <p:nvPr/>
          </p:nvPicPr>
          <p:blipFill rotWithShape="1">
            <a:blip r:embed="rId26">
              <a:alphaModFix/>
            </a:blip>
            <a:srcRect b="0" l="19" r="9" t="0"/>
            <a:stretch/>
          </p:blipFill>
          <p:spPr>
            <a:xfrm>
              <a:off x="2093821" y="3060270"/>
              <a:ext cx="1148707" cy="821566"/>
            </a:xfrm>
            <a:prstGeom prst="rect">
              <a:avLst/>
            </a:prstGeom>
            <a:noFill/>
            <a:ln>
              <a:noFill/>
            </a:ln>
            <a:effectLst>
              <a:outerShdw blurRad="71438" rotWithShape="0" algn="bl" dir="5400000" dist="19050">
                <a:srgbClr val="000000">
                  <a:alpha val="18430"/>
                </a:srgbClr>
              </a:outerShdw>
            </a:effectLst>
          </p:spPr>
        </p:pic>
        <p:pic>
          <p:nvPicPr>
            <p:cNvPr id="896" name="Google Shape;896;g341b0cfeb39_0_183"/>
            <p:cNvPicPr preferRelativeResize="0"/>
            <p:nvPr/>
          </p:nvPicPr>
          <p:blipFill rotWithShape="1">
            <a:blip r:embed="rId27">
              <a:alphaModFix/>
            </a:blip>
            <a:srcRect b="0" l="189" r="179" t="0"/>
            <a:stretch/>
          </p:blipFill>
          <p:spPr>
            <a:xfrm>
              <a:off x="3320730" y="3060270"/>
              <a:ext cx="1148707" cy="822956"/>
            </a:xfrm>
            <a:prstGeom prst="rect">
              <a:avLst/>
            </a:prstGeom>
            <a:noFill/>
            <a:ln>
              <a:noFill/>
            </a:ln>
            <a:effectLst>
              <a:outerShdw blurRad="71438" rotWithShape="0" algn="bl" dir="5400000" dist="19050">
                <a:srgbClr val="000000">
                  <a:alpha val="18430"/>
                </a:srgbClr>
              </a:outerShdw>
            </a:effectLst>
          </p:spPr>
        </p:pic>
        <p:pic>
          <p:nvPicPr>
            <p:cNvPr id="897" name="Google Shape;897;g341b0cfeb39_0_183"/>
            <p:cNvPicPr preferRelativeResize="0"/>
            <p:nvPr/>
          </p:nvPicPr>
          <p:blipFill rotWithShape="1">
            <a:blip r:embed="rId28">
              <a:alphaModFix/>
            </a:blip>
            <a:srcRect b="0" l="99" r="99" t="0"/>
            <a:stretch/>
          </p:blipFill>
          <p:spPr>
            <a:xfrm>
              <a:off x="4547639" y="3060270"/>
              <a:ext cx="1148707" cy="822955"/>
            </a:xfrm>
            <a:prstGeom prst="rect">
              <a:avLst/>
            </a:prstGeom>
            <a:noFill/>
            <a:ln>
              <a:noFill/>
            </a:ln>
            <a:effectLst>
              <a:outerShdw blurRad="71438" rotWithShape="0" algn="bl" dir="5400000" dist="19050">
                <a:srgbClr val="000000">
                  <a:alpha val="18430"/>
                </a:srgbClr>
              </a:outerShdw>
            </a:effectLst>
          </p:spPr>
        </p:pic>
        <p:pic>
          <p:nvPicPr>
            <p:cNvPr id="898" name="Google Shape;898;g341b0cfeb39_0_183"/>
            <p:cNvPicPr preferRelativeResize="0"/>
            <p:nvPr/>
          </p:nvPicPr>
          <p:blipFill rotWithShape="1">
            <a:blip r:embed="rId29">
              <a:alphaModFix/>
            </a:blip>
            <a:srcRect b="0" l="99" r="99" t="0"/>
            <a:stretch/>
          </p:blipFill>
          <p:spPr>
            <a:xfrm>
              <a:off x="5774548" y="3060270"/>
              <a:ext cx="1148707" cy="822955"/>
            </a:xfrm>
            <a:prstGeom prst="rect">
              <a:avLst/>
            </a:prstGeom>
            <a:noFill/>
            <a:ln>
              <a:noFill/>
            </a:ln>
            <a:effectLst>
              <a:outerShdw blurRad="71438" rotWithShape="0" algn="bl" dir="5400000" dist="19050">
                <a:srgbClr val="000000">
                  <a:alpha val="18430"/>
                </a:srgbClr>
              </a:outerShdw>
            </a:effectLst>
          </p:spPr>
        </p:pic>
        <p:pic>
          <p:nvPicPr>
            <p:cNvPr id="899" name="Google Shape;899;g341b0cfeb39_0_183"/>
            <p:cNvPicPr preferRelativeResize="0"/>
            <p:nvPr/>
          </p:nvPicPr>
          <p:blipFill rotWithShape="1">
            <a:blip r:embed="rId30">
              <a:alphaModFix/>
            </a:blip>
            <a:srcRect b="0" l="99" r="99" t="0"/>
            <a:stretch/>
          </p:blipFill>
          <p:spPr>
            <a:xfrm>
              <a:off x="5774548" y="3991095"/>
              <a:ext cx="1148707" cy="822955"/>
            </a:xfrm>
            <a:prstGeom prst="rect">
              <a:avLst/>
            </a:prstGeom>
            <a:noFill/>
            <a:ln>
              <a:noFill/>
            </a:ln>
            <a:effectLst>
              <a:outerShdw blurRad="71438" rotWithShape="0" algn="bl" dir="5400000" dist="19050">
                <a:srgbClr val="000000">
                  <a:alpha val="18430"/>
                </a:srgbClr>
              </a:outerShdw>
            </a:effectLst>
          </p:spPr>
        </p:pic>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4" name="Shape 904"/>
        <p:cNvGrpSpPr/>
        <p:nvPr/>
      </p:nvGrpSpPr>
      <p:grpSpPr>
        <a:xfrm>
          <a:off x="0" y="0"/>
          <a:ext cx="0" cy="0"/>
          <a:chOff x="0" y="0"/>
          <a:chExt cx="0" cy="0"/>
        </a:xfrm>
      </p:grpSpPr>
      <p:sp>
        <p:nvSpPr>
          <p:cNvPr id="905" name="Google Shape;905;g341b0cfeb39_0_217"/>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2400"/>
              <a:buNone/>
            </a:pPr>
            <a:r>
              <a:rPr lang="en-US"/>
              <a:t>Review Phase 4 Common Exception Words </a:t>
            </a:r>
            <a:r>
              <a:rPr lang="en-US">
                <a:solidFill>
                  <a:srgbClr val="2356AF"/>
                </a:solidFill>
              </a:rPr>
              <a:t>said like out have some come what was so old do little one</a:t>
            </a:r>
            <a:r>
              <a:rPr lang="en-US"/>
              <a:t>.</a:t>
            </a:r>
            <a:endParaRPr/>
          </a:p>
        </p:txBody>
      </p:sp>
      <p:grpSp>
        <p:nvGrpSpPr>
          <p:cNvPr id="906" name="Google Shape;906;g341b0cfeb39_0_217"/>
          <p:cNvGrpSpPr/>
          <p:nvPr/>
        </p:nvGrpSpPr>
        <p:grpSpPr>
          <a:xfrm>
            <a:off x="868300" y="2129450"/>
            <a:ext cx="7281864" cy="2684601"/>
            <a:chOff x="868300" y="2053250"/>
            <a:chExt cx="7281864" cy="2684601"/>
          </a:xfrm>
        </p:grpSpPr>
        <p:pic>
          <p:nvPicPr>
            <p:cNvPr id="907" name="Google Shape;907;g341b0cfeb39_0_217"/>
            <p:cNvPicPr preferRelativeResize="0"/>
            <p:nvPr/>
          </p:nvPicPr>
          <p:blipFill rotWithShape="1">
            <a:blip r:embed="rId3">
              <a:alphaModFix/>
            </a:blip>
            <a:srcRect b="0" l="189" r="179" t="0"/>
            <a:stretch/>
          </p:blipFill>
          <p:spPr>
            <a:xfrm>
              <a:off x="868300" y="3914895"/>
              <a:ext cx="1147320" cy="822956"/>
            </a:xfrm>
            <a:prstGeom prst="rect">
              <a:avLst/>
            </a:prstGeom>
            <a:noFill/>
            <a:ln>
              <a:noFill/>
            </a:ln>
            <a:effectLst>
              <a:outerShdw blurRad="71438" rotWithShape="0" algn="bl" dir="5400000" dist="19050">
                <a:srgbClr val="000000">
                  <a:alpha val="17650"/>
                </a:srgbClr>
              </a:outerShdw>
            </a:effectLst>
          </p:spPr>
        </p:pic>
        <p:pic>
          <p:nvPicPr>
            <p:cNvPr id="908" name="Google Shape;908;g341b0cfeb39_0_217"/>
            <p:cNvPicPr preferRelativeResize="0"/>
            <p:nvPr/>
          </p:nvPicPr>
          <p:blipFill rotWithShape="1">
            <a:blip r:embed="rId4">
              <a:alphaModFix/>
            </a:blip>
            <a:srcRect b="0" l="39" r="39" t="0"/>
            <a:stretch/>
          </p:blipFill>
          <p:spPr>
            <a:xfrm>
              <a:off x="5774548" y="2984070"/>
              <a:ext cx="1148707" cy="822955"/>
            </a:xfrm>
            <a:prstGeom prst="rect">
              <a:avLst/>
            </a:prstGeom>
            <a:noFill/>
            <a:ln>
              <a:noFill/>
            </a:ln>
            <a:effectLst>
              <a:outerShdw blurRad="71438" rotWithShape="0" algn="bl" dir="5400000" dist="19050">
                <a:srgbClr val="000000">
                  <a:alpha val="17650"/>
                </a:srgbClr>
              </a:outerShdw>
            </a:effectLst>
          </p:spPr>
        </p:pic>
        <p:pic>
          <p:nvPicPr>
            <p:cNvPr id="909" name="Google Shape;909;g341b0cfeb39_0_217"/>
            <p:cNvPicPr preferRelativeResize="0"/>
            <p:nvPr/>
          </p:nvPicPr>
          <p:blipFill rotWithShape="1">
            <a:blip r:embed="rId5">
              <a:alphaModFix/>
            </a:blip>
            <a:srcRect b="0" l="39" r="39" t="0"/>
            <a:stretch/>
          </p:blipFill>
          <p:spPr>
            <a:xfrm>
              <a:off x="7001457" y="2984070"/>
              <a:ext cx="1148707" cy="821565"/>
            </a:xfrm>
            <a:prstGeom prst="rect">
              <a:avLst/>
            </a:prstGeom>
            <a:noFill/>
            <a:ln>
              <a:noFill/>
            </a:ln>
            <a:effectLst>
              <a:outerShdw blurRad="71438" rotWithShape="0" algn="bl" dir="5400000" dist="19050">
                <a:srgbClr val="000000">
                  <a:alpha val="17650"/>
                </a:srgbClr>
              </a:outerShdw>
            </a:effectLst>
          </p:spPr>
        </p:pic>
        <p:pic>
          <p:nvPicPr>
            <p:cNvPr id="910" name="Google Shape;910;g341b0cfeb39_0_217"/>
            <p:cNvPicPr preferRelativeResize="0"/>
            <p:nvPr/>
          </p:nvPicPr>
          <p:blipFill rotWithShape="1">
            <a:blip r:embed="rId6">
              <a:alphaModFix/>
            </a:blip>
            <a:srcRect b="0" l="39" r="39" t="0"/>
            <a:stretch/>
          </p:blipFill>
          <p:spPr>
            <a:xfrm>
              <a:off x="3320730" y="2984070"/>
              <a:ext cx="1148707" cy="822955"/>
            </a:xfrm>
            <a:prstGeom prst="rect">
              <a:avLst/>
            </a:prstGeom>
            <a:noFill/>
            <a:ln>
              <a:noFill/>
            </a:ln>
            <a:effectLst>
              <a:outerShdw blurRad="71438" rotWithShape="0" algn="bl" dir="5400000" dist="19050">
                <a:srgbClr val="000000">
                  <a:alpha val="17650"/>
                </a:srgbClr>
              </a:outerShdw>
            </a:effectLst>
          </p:spPr>
        </p:pic>
        <p:pic>
          <p:nvPicPr>
            <p:cNvPr id="911" name="Google Shape;911;g341b0cfeb39_0_217"/>
            <p:cNvPicPr preferRelativeResize="0"/>
            <p:nvPr/>
          </p:nvPicPr>
          <p:blipFill rotWithShape="1">
            <a:blip r:embed="rId7">
              <a:alphaModFix/>
            </a:blip>
            <a:srcRect b="0" l="39" r="39" t="0"/>
            <a:stretch/>
          </p:blipFill>
          <p:spPr>
            <a:xfrm>
              <a:off x="4547639" y="2984070"/>
              <a:ext cx="1148707" cy="822955"/>
            </a:xfrm>
            <a:prstGeom prst="rect">
              <a:avLst/>
            </a:prstGeom>
            <a:noFill/>
            <a:ln>
              <a:noFill/>
            </a:ln>
            <a:effectLst>
              <a:outerShdw blurRad="71438" rotWithShape="0" algn="bl" dir="5400000" dist="19050">
                <a:srgbClr val="000000">
                  <a:alpha val="17650"/>
                </a:srgbClr>
              </a:outerShdw>
            </a:effectLst>
          </p:spPr>
        </p:pic>
        <p:pic>
          <p:nvPicPr>
            <p:cNvPr id="912" name="Google Shape;912;g341b0cfeb39_0_217"/>
            <p:cNvPicPr preferRelativeResize="0"/>
            <p:nvPr/>
          </p:nvPicPr>
          <p:blipFill rotWithShape="1">
            <a:blip r:embed="rId8">
              <a:alphaModFix/>
            </a:blip>
            <a:srcRect b="0" l="189" r="179" t="0"/>
            <a:stretch/>
          </p:blipFill>
          <p:spPr>
            <a:xfrm>
              <a:off x="868300" y="2984070"/>
              <a:ext cx="1147320" cy="822956"/>
            </a:xfrm>
            <a:prstGeom prst="rect">
              <a:avLst/>
            </a:prstGeom>
            <a:noFill/>
            <a:ln>
              <a:noFill/>
            </a:ln>
            <a:effectLst>
              <a:outerShdw blurRad="71438" rotWithShape="0" algn="bl" dir="5400000" dist="19050">
                <a:srgbClr val="000000">
                  <a:alpha val="17650"/>
                </a:srgbClr>
              </a:outerShdw>
            </a:effectLst>
          </p:spPr>
        </p:pic>
        <p:pic>
          <p:nvPicPr>
            <p:cNvPr id="913" name="Google Shape;913;g341b0cfeb39_0_217"/>
            <p:cNvPicPr preferRelativeResize="0"/>
            <p:nvPr/>
          </p:nvPicPr>
          <p:blipFill rotWithShape="1">
            <a:blip r:embed="rId9">
              <a:alphaModFix/>
            </a:blip>
            <a:srcRect b="49" l="0" r="0" t="39"/>
            <a:stretch/>
          </p:blipFill>
          <p:spPr>
            <a:xfrm>
              <a:off x="2093821" y="2984070"/>
              <a:ext cx="1148707" cy="821566"/>
            </a:xfrm>
            <a:prstGeom prst="rect">
              <a:avLst/>
            </a:prstGeom>
            <a:noFill/>
            <a:ln>
              <a:noFill/>
            </a:ln>
            <a:effectLst>
              <a:outerShdw blurRad="71438" rotWithShape="0" algn="bl" dir="5400000" dist="19050">
                <a:srgbClr val="000000">
                  <a:alpha val="17650"/>
                </a:srgbClr>
              </a:outerShdw>
            </a:effectLst>
          </p:spPr>
        </p:pic>
        <p:pic>
          <p:nvPicPr>
            <p:cNvPr id="914" name="Google Shape;914;g341b0cfeb39_0_217"/>
            <p:cNvPicPr preferRelativeResize="0"/>
            <p:nvPr/>
          </p:nvPicPr>
          <p:blipFill rotWithShape="1">
            <a:blip r:embed="rId10">
              <a:alphaModFix/>
            </a:blip>
            <a:srcRect b="0" l="59" r="59" t="0"/>
            <a:stretch/>
          </p:blipFill>
          <p:spPr>
            <a:xfrm>
              <a:off x="868300" y="2053250"/>
              <a:ext cx="1146813" cy="819547"/>
            </a:xfrm>
            <a:prstGeom prst="rect">
              <a:avLst/>
            </a:prstGeom>
            <a:noFill/>
            <a:ln>
              <a:noFill/>
            </a:ln>
            <a:effectLst>
              <a:outerShdw blurRad="71438" rotWithShape="0" algn="bl" dir="5400000" dist="19050">
                <a:srgbClr val="000000">
                  <a:alpha val="18040"/>
                </a:srgbClr>
              </a:outerShdw>
            </a:effectLst>
          </p:spPr>
        </p:pic>
        <p:pic>
          <p:nvPicPr>
            <p:cNvPr id="915" name="Google Shape;915;g341b0cfeb39_0_217"/>
            <p:cNvPicPr preferRelativeResize="0"/>
            <p:nvPr/>
          </p:nvPicPr>
          <p:blipFill rotWithShape="1">
            <a:blip r:embed="rId11">
              <a:alphaModFix/>
            </a:blip>
            <a:srcRect b="0" l="159" r="159" t="0"/>
            <a:stretch/>
          </p:blipFill>
          <p:spPr>
            <a:xfrm>
              <a:off x="2094526" y="2053250"/>
              <a:ext cx="1147320" cy="822955"/>
            </a:xfrm>
            <a:prstGeom prst="rect">
              <a:avLst/>
            </a:prstGeom>
            <a:noFill/>
            <a:ln>
              <a:noFill/>
            </a:ln>
            <a:effectLst>
              <a:outerShdw blurRad="71438" rotWithShape="0" algn="bl" dir="5400000" dist="19050">
                <a:srgbClr val="000000">
                  <a:alpha val="18040"/>
                </a:srgbClr>
              </a:outerShdw>
            </a:effectLst>
          </p:spPr>
        </p:pic>
        <p:pic>
          <p:nvPicPr>
            <p:cNvPr id="916" name="Google Shape;916;g341b0cfeb39_0_217"/>
            <p:cNvPicPr preferRelativeResize="0"/>
            <p:nvPr/>
          </p:nvPicPr>
          <p:blipFill rotWithShape="1">
            <a:blip r:embed="rId12">
              <a:alphaModFix/>
            </a:blip>
            <a:srcRect b="0" l="159" r="159" t="0"/>
            <a:stretch/>
          </p:blipFill>
          <p:spPr>
            <a:xfrm>
              <a:off x="3321259" y="2053250"/>
              <a:ext cx="1147320" cy="821565"/>
            </a:xfrm>
            <a:prstGeom prst="rect">
              <a:avLst/>
            </a:prstGeom>
            <a:noFill/>
            <a:ln>
              <a:noFill/>
            </a:ln>
            <a:effectLst>
              <a:outerShdw blurRad="71438" rotWithShape="0" algn="bl" dir="5400000" dist="19050">
                <a:srgbClr val="000000">
                  <a:alpha val="18040"/>
                </a:srgbClr>
              </a:outerShdw>
            </a:effectLst>
          </p:spPr>
        </p:pic>
        <p:pic>
          <p:nvPicPr>
            <p:cNvPr id="917" name="Google Shape;917;g341b0cfeb39_0_217"/>
            <p:cNvPicPr preferRelativeResize="0"/>
            <p:nvPr/>
          </p:nvPicPr>
          <p:blipFill rotWithShape="1">
            <a:blip r:embed="rId13">
              <a:alphaModFix/>
            </a:blip>
            <a:srcRect b="0" l="79" r="69" t="0"/>
            <a:stretch/>
          </p:blipFill>
          <p:spPr>
            <a:xfrm>
              <a:off x="4547991" y="2053250"/>
              <a:ext cx="1147320" cy="821566"/>
            </a:xfrm>
            <a:prstGeom prst="rect">
              <a:avLst/>
            </a:prstGeom>
            <a:noFill/>
            <a:ln>
              <a:noFill/>
            </a:ln>
            <a:effectLst>
              <a:outerShdw blurRad="71438" rotWithShape="0" algn="bl" dir="5400000" dist="19050">
                <a:srgbClr val="000000">
                  <a:alpha val="18040"/>
                </a:srgbClr>
              </a:outerShdw>
            </a:effectLst>
          </p:spPr>
        </p:pic>
        <p:pic>
          <p:nvPicPr>
            <p:cNvPr id="918" name="Google Shape;918;g341b0cfeb39_0_217"/>
            <p:cNvPicPr preferRelativeResize="0"/>
            <p:nvPr/>
          </p:nvPicPr>
          <p:blipFill rotWithShape="1">
            <a:blip r:embed="rId14">
              <a:alphaModFix/>
            </a:blip>
            <a:srcRect b="0" l="79" r="69" t="0"/>
            <a:stretch/>
          </p:blipFill>
          <p:spPr>
            <a:xfrm>
              <a:off x="5774724" y="2053250"/>
              <a:ext cx="1147320" cy="821566"/>
            </a:xfrm>
            <a:prstGeom prst="rect">
              <a:avLst/>
            </a:prstGeom>
            <a:noFill/>
            <a:ln>
              <a:noFill/>
            </a:ln>
            <a:effectLst>
              <a:outerShdw blurRad="71438" rotWithShape="0" algn="bl" dir="5400000" dist="19050">
                <a:srgbClr val="000000">
                  <a:alpha val="18040"/>
                </a:srgbClr>
              </a:outerShdw>
            </a:effectLst>
          </p:spPr>
        </p:pic>
        <p:pic>
          <p:nvPicPr>
            <p:cNvPr id="919" name="Google Shape;919;g341b0cfeb39_0_217"/>
            <p:cNvPicPr preferRelativeResize="0"/>
            <p:nvPr/>
          </p:nvPicPr>
          <p:blipFill rotWithShape="1">
            <a:blip r:embed="rId15">
              <a:alphaModFix/>
            </a:blip>
            <a:srcRect b="0" l="79" r="69" t="0"/>
            <a:stretch/>
          </p:blipFill>
          <p:spPr>
            <a:xfrm>
              <a:off x="7001457" y="2053250"/>
              <a:ext cx="1147320" cy="821566"/>
            </a:xfrm>
            <a:prstGeom prst="rect">
              <a:avLst/>
            </a:prstGeom>
            <a:noFill/>
            <a:ln>
              <a:noFill/>
            </a:ln>
            <a:effectLst>
              <a:outerShdw blurRad="71438" rotWithShape="0" algn="bl" dir="5400000" dist="19050">
                <a:srgbClr val="000000">
                  <a:alpha val="18040"/>
                </a:srgbClr>
              </a:outerShdw>
            </a:effectLst>
          </p:spPr>
        </p:pic>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4" name="Shape 924"/>
        <p:cNvGrpSpPr/>
        <p:nvPr/>
      </p:nvGrpSpPr>
      <p:grpSpPr>
        <a:xfrm>
          <a:off x="0" y="0"/>
          <a:ext cx="0" cy="0"/>
          <a:chOff x="0" y="0"/>
          <a:chExt cx="0" cy="0"/>
        </a:xfrm>
      </p:grpSpPr>
      <p:sp>
        <p:nvSpPr>
          <p:cNvPr id="925" name="Google Shape;925;g341b0cfeb39_0_236"/>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2400"/>
              <a:buNone/>
            </a:pPr>
            <a:r>
              <a:rPr lang="en-US"/>
              <a:t>Review Phase 5 Common Exception Words </a:t>
            </a:r>
            <a:r>
              <a:rPr lang="en-US">
                <a:solidFill>
                  <a:srgbClr val="2356AF"/>
                </a:solidFill>
              </a:rPr>
              <a:t>today house mouse hour because Mr Mrs Ms where should could would move use</a:t>
            </a:r>
            <a:r>
              <a:rPr lang="en-US"/>
              <a:t>.</a:t>
            </a:r>
            <a:endParaRPr/>
          </a:p>
        </p:txBody>
      </p:sp>
      <p:grpSp>
        <p:nvGrpSpPr>
          <p:cNvPr id="926" name="Google Shape;926;g341b0cfeb39_0_236"/>
          <p:cNvGrpSpPr/>
          <p:nvPr/>
        </p:nvGrpSpPr>
        <p:grpSpPr>
          <a:xfrm>
            <a:off x="868300" y="2129450"/>
            <a:ext cx="7281864" cy="2688001"/>
            <a:chOff x="868300" y="2129450"/>
            <a:chExt cx="7281864" cy="2688001"/>
          </a:xfrm>
        </p:grpSpPr>
        <p:pic>
          <p:nvPicPr>
            <p:cNvPr id="927" name="Google Shape;927;g341b0cfeb39_0_236"/>
            <p:cNvPicPr preferRelativeResize="0"/>
            <p:nvPr/>
          </p:nvPicPr>
          <p:blipFill rotWithShape="1">
            <a:blip r:embed="rId3">
              <a:alphaModFix/>
            </a:blip>
            <a:srcRect b="0" l="248" r="238" t="0"/>
            <a:stretch/>
          </p:blipFill>
          <p:spPr>
            <a:xfrm>
              <a:off x="868300" y="3994495"/>
              <a:ext cx="1147320" cy="822956"/>
            </a:xfrm>
            <a:prstGeom prst="rect">
              <a:avLst/>
            </a:prstGeom>
            <a:noFill/>
            <a:ln>
              <a:noFill/>
            </a:ln>
            <a:effectLst>
              <a:outerShdw blurRad="71438" rotWithShape="0" algn="bl" dir="5400000" dist="19050">
                <a:srgbClr val="000000">
                  <a:alpha val="17650"/>
                </a:srgbClr>
              </a:outerShdw>
            </a:effectLst>
          </p:spPr>
        </p:pic>
        <p:pic>
          <p:nvPicPr>
            <p:cNvPr id="928" name="Google Shape;928;g341b0cfeb39_0_236"/>
            <p:cNvPicPr preferRelativeResize="0"/>
            <p:nvPr/>
          </p:nvPicPr>
          <p:blipFill rotWithShape="1">
            <a:blip r:embed="rId4">
              <a:alphaModFix/>
            </a:blip>
            <a:srcRect b="0" l="99" r="99" t="0"/>
            <a:stretch/>
          </p:blipFill>
          <p:spPr>
            <a:xfrm>
              <a:off x="5774548" y="3060270"/>
              <a:ext cx="1148707" cy="822955"/>
            </a:xfrm>
            <a:prstGeom prst="rect">
              <a:avLst/>
            </a:prstGeom>
            <a:noFill/>
            <a:ln>
              <a:noFill/>
            </a:ln>
            <a:effectLst>
              <a:outerShdw blurRad="71438" rotWithShape="0" algn="bl" dir="5400000" dist="19050">
                <a:srgbClr val="000000">
                  <a:alpha val="17650"/>
                </a:srgbClr>
              </a:outerShdw>
            </a:effectLst>
          </p:spPr>
        </p:pic>
        <p:pic>
          <p:nvPicPr>
            <p:cNvPr id="929" name="Google Shape;929;g341b0cfeb39_0_236"/>
            <p:cNvPicPr preferRelativeResize="0"/>
            <p:nvPr/>
          </p:nvPicPr>
          <p:blipFill rotWithShape="1">
            <a:blip r:embed="rId5">
              <a:alphaModFix/>
            </a:blip>
            <a:srcRect b="0" l="99" r="99" t="0"/>
            <a:stretch/>
          </p:blipFill>
          <p:spPr>
            <a:xfrm>
              <a:off x="7001457" y="3060270"/>
              <a:ext cx="1148707" cy="821565"/>
            </a:xfrm>
            <a:prstGeom prst="rect">
              <a:avLst/>
            </a:prstGeom>
            <a:noFill/>
            <a:ln>
              <a:noFill/>
            </a:ln>
            <a:effectLst>
              <a:outerShdw blurRad="71438" rotWithShape="0" algn="bl" dir="5400000" dist="19050">
                <a:srgbClr val="000000">
                  <a:alpha val="17650"/>
                </a:srgbClr>
              </a:outerShdw>
            </a:effectLst>
          </p:spPr>
        </p:pic>
        <p:pic>
          <p:nvPicPr>
            <p:cNvPr id="930" name="Google Shape;930;g341b0cfeb39_0_236"/>
            <p:cNvPicPr preferRelativeResize="0"/>
            <p:nvPr/>
          </p:nvPicPr>
          <p:blipFill rotWithShape="1">
            <a:blip r:embed="rId6">
              <a:alphaModFix/>
            </a:blip>
            <a:srcRect b="0" l="99" r="99" t="0"/>
            <a:stretch/>
          </p:blipFill>
          <p:spPr>
            <a:xfrm>
              <a:off x="3320730" y="3060270"/>
              <a:ext cx="1148707" cy="822955"/>
            </a:xfrm>
            <a:prstGeom prst="rect">
              <a:avLst/>
            </a:prstGeom>
            <a:noFill/>
            <a:ln>
              <a:noFill/>
            </a:ln>
            <a:effectLst>
              <a:outerShdw blurRad="71438" rotWithShape="0" algn="bl" dir="5400000" dist="19050">
                <a:srgbClr val="000000">
                  <a:alpha val="17650"/>
                </a:srgbClr>
              </a:outerShdw>
            </a:effectLst>
          </p:spPr>
        </p:pic>
        <p:pic>
          <p:nvPicPr>
            <p:cNvPr id="931" name="Google Shape;931;g341b0cfeb39_0_236"/>
            <p:cNvPicPr preferRelativeResize="0"/>
            <p:nvPr/>
          </p:nvPicPr>
          <p:blipFill rotWithShape="1">
            <a:blip r:embed="rId7">
              <a:alphaModFix/>
            </a:blip>
            <a:srcRect b="0" l="189" r="179" t="0"/>
            <a:stretch/>
          </p:blipFill>
          <p:spPr>
            <a:xfrm>
              <a:off x="4547639" y="3060270"/>
              <a:ext cx="1148707" cy="822956"/>
            </a:xfrm>
            <a:prstGeom prst="rect">
              <a:avLst/>
            </a:prstGeom>
            <a:noFill/>
            <a:ln>
              <a:noFill/>
            </a:ln>
            <a:effectLst>
              <a:outerShdw blurRad="71438" rotWithShape="0" algn="bl" dir="5400000" dist="19050">
                <a:srgbClr val="000000">
                  <a:alpha val="17650"/>
                </a:srgbClr>
              </a:outerShdw>
            </a:effectLst>
          </p:spPr>
        </p:pic>
        <p:pic>
          <p:nvPicPr>
            <p:cNvPr id="932" name="Google Shape;932;g341b0cfeb39_0_236"/>
            <p:cNvPicPr preferRelativeResize="0"/>
            <p:nvPr/>
          </p:nvPicPr>
          <p:blipFill rotWithShape="1">
            <a:blip r:embed="rId8">
              <a:alphaModFix/>
            </a:blip>
            <a:srcRect b="0" l="248" r="238" t="0"/>
            <a:stretch/>
          </p:blipFill>
          <p:spPr>
            <a:xfrm>
              <a:off x="868300" y="3060270"/>
              <a:ext cx="1147320" cy="822956"/>
            </a:xfrm>
            <a:prstGeom prst="rect">
              <a:avLst/>
            </a:prstGeom>
            <a:noFill/>
            <a:ln>
              <a:noFill/>
            </a:ln>
            <a:effectLst>
              <a:outerShdw blurRad="71438" rotWithShape="0" algn="bl" dir="5400000" dist="19050">
                <a:srgbClr val="000000">
                  <a:alpha val="17650"/>
                </a:srgbClr>
              </a:outerShdw>
            </a:effectLst>
          </p:spPr>
        </p:pic>
        <p:pic>
          <p:nvPicPr>
            <p:cNvPr id="933" name="Google Shape;933;g341b0cfeb39_0_236"/>
            <p:cNvPicPr preferRelativeResize="0"/>
            <p:nvPr/>
          </p:nvPicPr>
          <p:blipFill rotWithShape="1">
            <a:blip r:embed="rId9">
              <a:alphaModFix/>
            </a:blip>
            <a:srcRect b="0" l="99" r="99" t="0"/>
            <a:stretch/>
          </p:blipFill>
          <p:spPr>
            <a:xfrm>
              <a:off x="2093821" y="3060270"/>
              <a:ext cx="1148707" cy="821565"/>
            </a:xfrm>
            <a:prstGeom prst="rect">
              <a:avLst/>
            </a:prstGeom>
            <a:noFill/>
            <a:ln>
              <a:noFill/>
            </a:ln>
            <a:effectLst>
              <a:outerShdw blurRad="71438" rotWithShape="0" algn="bl" dir="5400000" dist="19050">
                <a:srgbClr val="000000">
                  <a:alpha val="17650"/>
                </a:srgbClr>
              </a:outerShdw>
            </a:effectLst>
          </p:spPr>
        </p:pic>
        <p:pic>
          <p:nvPicPr>
            <p:cNvPr id="934" name="Google Shape;934;g341b0cfeb39_0_236"/>
            <p:cNvPicPr preferRelativeResize="0"/>
            <p:nvPr/>
          </p:nvPicPr>
          <p:blipFill rotWithShape="1">
            <a:blip r:embed="rId10">
              <a:alphaModFix/>
            </a:blip>
            <a:srcRect b="0" l="59" r="59" t="0"/>
            <a:stretch/>
          </p:blipFill>
          <p:spPr>
            <a:xfrm>
              <a:off x="868300" y="2129450"/>
              <a:ext cx="1146813" cy="819547"/>
            </a:xfrm>
            <a:prstGeom prst="rect">
              <a:avLst/>
            </a:prstGeom>
            <a:noFill/>
            <a:ln>
              <a:noFill/>
            </a:ln>
            <a:effectLst>
              <a:outerShdw blurRad="71438" rotWithShape="0" algn="bl" dir="5400000" dist="19050">
                <a:srgbClr val="000000">
                  <a:alpha val="18040"/>
                </a:srgbClr>
              </a:outerShdw>
            </a:effectLst>
          </p:spPr>
        </p:pic>
        <p:pic>
          <p:nvPicPr>
            <p:cNvPr id="935" name="Google Shape;935;g341b0cfeb39_0_236"/>
            <p:cNvPicPr preferRelativeResize="0"/>
            <p:nvPr/>
          </p:nvPicPr>
          <p:blipFill rotWithShape="1">
            <a:blip r:embed="rId11">
              <a:alphaModFix/>
            </a:blip>
            <a:srcRect b="0" l="248" r="238" t="0"/>
            <a:stretch/>
          </p:blipFill>
          <p:spPr>
            <a:xfrm>
              <a:off x="2094526" y="2129450"/>
              <a:ext cx="1147320" cy="822956"/>
            </a:xfrm>
            <a:prstGeom prst="rect">
              <a:avLst/>
            </a:prstGeom>
            <a:noFill/>
            <a:ln>
              <a:noFill/>
            </a:ln>
            <a:effectLst>
              <a:outerShdw blurRad="71438" rotWithShape="0" algn="bl" dir="5400000" dist="19050">
                <a:srgbClr val="000000">
                  <a:alpha val="18040"/>
                </a:srgbClr>
              </a:outerShdw>
            </a:effectLst>
          </p:spPr>
        </p:pic>
        <p:pic>
          <p:nvPicPr>
            <p:cNvPr id="936" name="Google Shape;936;g341b0cfeb39_0_236"/>
            <p:cNvPicPr preferRelativeResize="0"/>
            <p:nvPr/>
          </p:nvPicPr>
          <p:blipFill rotWithShape="1">
            <a:blip r:embed="rId12">
              <a:alphaModFix/>
            </a:blip>
            <a:srcRect b="0" l="159" r="159" t="0"/>
            <a:stretch/>
          </p:blipFill>
          <p:spPr>
            <a:xfrm>
              <a:off x="3321271" y="2130138"/>
              <a:ext cx="1147320" cy="821565"/>
            </a:xfrm>
            <a:prstGeom prst="rect">
              <a:avLst/>
            </a:prstGeom>
            <a:noFill/>
            <a:ln>
              <a:noFill/>
            </a:ln>
            <a:effectLst>
              <a:outerShdw blurRad="71438" rotWithShape="0" algn="bl" dir="5400000" dist="19050">
                <a:srgbClr val="000000">
                  <a:alpha val="18040"/>
                </a:srgbClr>
              </a:outerShdw>
            </a:effectLst>
          </p:spPr>
        </p:pic>
        <p:pic>
          <p:nvPicPr>
            <p:cNvPr id="937" name="Google Shape;937;g341b0cfeb39_0_236"/>
            <p:cNvPicPr preferRelativeResize="0"/>
            <p:nvPr/>
          </p:nvPicPr>
          <p:blipFill rotWithShape="1">
            <a:blip r:embed="rId13">
              <a:alphaModFix/>
            </a:blip>
            <a:srcRect b="0" l="79" r="69" t="0"/>
            <a:stretch/>
          </p:blipFill>
          <p:spPr>
            <a:xfrm>
              <a:off x="4547991" y="2129450"/>
              <a:ext cx="1147320" cy="821566"/>
            </a:xfrm>
            <a:prstGeom prst="rect">
              <a:avLst/>
            </a:prstGeom>
            <a:noFill/>
            <a:ln>
              <a:noFill/>
            </a:ln>
            <a:effectLst>
              <a:outerShdw blurRad="71438" rotWithShape="0" algn="bl" dir="5400000" dist="19050">
                <a:srgbClr val="000000">
                  <a:alpha val="18040"/>
                </a:srgbClr>
              </a:outerShdw>
            </a:effectLst>
          </p:spPr>
        </p:pic>
        <p:pic>
          <p:nvPicPr>
            <p:cNvPr id="938" name="Google Shape;938;g341b0cfeb39_0_236"/>
            <p:cNvPicPr preferRelativeResize="0"/>
            <p:nvPr/>
          </p:nvPicPr>
          <p:blipFill rotWithShape="1">
            <a:blip r:embed="rId14">
              <a:alphaModFix/>
            </a:blip>
            <a:srcRect b="0" l="79" r="69" t="0"/>
            <a:stretch/>
          </p:blipFill>
          <p:spPr>
            <a:xfrm>
              <a:off x="5774724" y="2129450"/>
              <a:ext cx="1147320" cy="821566"/>
            </a:xfrm>
            <a:prstGeom prst="rect">
              <a:avLst/>
            </a:prstGeom>
            <a:noFill/>
            <a:ln>
              <a:noFill/>
            </a:ln>
            <a:effectLst>
              <a:outerShdw blurRad="71438" rotWithShape="0" algn="bl" dir="5400000" dist="19050">
                <a:srgbClr val="000000">
                  <a:alpha val="18040"/>
                </a:srgbClr>
              </a:outerShdw>
            </a:effectLst>
          </p:spPr>
        </p:pic>
        <p:pic>
          <p:nvPicPr>
            <p:cNvPr id="939" name="Google Shape;939;g341b0cfeb39_0_236"/>
            <p:cNvPicPr preferRelativeResize="0"/>
            <p:nvPr/>
          </p:nvPicPr>
          <p:blipFill rotWithShape="1">
            <a:blip r:embed="rId15">
              <a:alphaModFix/>
            </a:blip>
            <a:srcRect b="0" l="159" r="159" t="0"/>
            <a:stretch/>
          </p:blipFill>
          <p:spPr>
            <a:xfrm>
              <a:off x="7001457" y="2129450"/>
              <a:ext cx="1147320" cy="821565"/>
            </a:xfrm>
            <a:prstGeom prst="rect">
              <a:avLst/>
            </a:prstGeom>
            <a:noFill/>
            <a:ln>
              <a:noFill/>
            </a:ln>
            <a:effectLst>
              <a:outerShdw blurRad="71438" rotWithShape="0" algn="bl" dir="5400000" dist="19050">
                <a:srgbClr val="000000">
                  <a:alpha val="18040"/>
                </a:srgbClr>
              </a:outerShdw>
            </a:effectLst>
          </p:spPr>
        </p:pic>
        <p:pic>
          <p:nvPicPr>
            <p:cNvPr id="940" name="Google Shape;940;g341b0cfeb39_0_236"/>
            <p:cNvPicPr preferRelativeResize="0"/>
            <p:nvPr/>
          </p:nvPicPr>
          <p:blipFill rotWithShape="1">
            <a:blip r:embed="rId16">
              <a:alphaModFix/>
            </a:blip>
            <a:srcRect b="0" l="19" r="9" t="0"/>
            <a:stretch/>
          </p:blipFill>
          <p:spPr>
            <a:xfrm>
              <a:off x="2093821" y="3995885"/>
              <a:ext cx="1148707" cy="821566"/>
            </a:xfrm>
            <a:prstGeom prst="rect">
              <a:avLst/>
            </a:prstGeom>
            <a:noFill/>
            <a:ln>
              <a:noFill/>
            </a:ln>
            <a:effectLst>
              <a:outerShdw blurRad="71438" rotWithShape="0" algn="bl" dir="5400000" dist="19050">
                <a:srgbClr val="000000">
                  <a:alpha val="17650"/>
                </a:srgbClr>
              </a:outerShdw>
            </a:effectLst>
          </p:spPr>
        </p:pic>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5" name="Shape 945"/>
        <p:cNvGrpSpPr/>
        <p:nvPr/>
      </p:nvGrpSpPr>
      <p:grpSpPr>
        <a:xfrm>
          <a:off x="0" y="0"/>
          <a:ext cx="0" cy="0"/>
          <a:chOff x="0" y="0"/>
          <a:chExt cx="0" cy="0"/>
        </a:xfrm>
      </p:grpSpPr>
      <p:sp>
        <p:nvSpPr>
          <p:cNvPr id="946" name="Google Shape;946;g341b0cfeb39_0_256"/>
          <p:cNvSpPr txBox="1"/>
          <p:nvPr>
            <p:ph type="title"/>
          </p:nvPr>
        </p:nvSpPr>
        <p:spPr>
          <a:xfrm>
            <a:off x="514450" y="582900"/>
            <a:ext cx="8115300" cy="1243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2160"/>
              <a:buNone/>
            </a:pPr>
            <a:r>
              <a:rPr lang="en-US" sz="2000"/>
              <a:t>Review Phase 5.5 Common Exception Words </a:t>
            </a:r>
            <a:br>
              <a:rPr lang="en-US" sz="2000"/>
            </a:br>
            <a:r>
              <a:rPr lang="en-US" sz="2000">
                <a:solidFill>
                  <a:srgbClr val="2356AF"/>
                </a:solidFill>
              </a:rPr>
              <a:t>people wild child mind kind behind eye oh most only both though through who prove shoe beautiful climb Christmas school sugar love money any</a:t>
            </a:r>
            <a:r>
              <a:rPr lang="en-US" sz="2000"/>
              <a:t>…</a:t>
            </a:r>
            <a:endParaRPr sz="2000"/>
          </a:p>
        </p:txBody>
      </p:sp>
      <p:pic>
        <p:nvPicPr>
          <p:cNvPr id="947" name="Google Shape;947;g341b0cfeb39_0_256"/>
          <p:cNvPicPr preferRelativeResize="0"/>
          <p:nvPr/>
        </p:nvPicPr>
        <p:blipFill rotWithShape="1">
          <a:blip r:embed="rId3">
            <a:alphaModFix/>
          </a:blip>
          <a:srcRect b="0" l="0" r="0" t="0"/>
          <a:stretch/>
        </p:blipFill>
        <p:spPr>
          <a:xfrm>
            <a:off x="867797" y="2125686"/>
            <a:ext cx="1147324" cy="819918"/>
          </a:xfrm>
          <a:prstGeom prst="rect">
            <a:avLst/>
          </a:prstGeom>
          <a:noFill/>
          <a:ln>
            <a:noFill/>
          </a:ln>
          <a:effectLst>
            <a:outerShdw blurRad="71438" rotWithShape="0" algn="bl" dir="5400000" dist="19050">
              <a:srgbClr val="000000">
                <a:alpha val="17650"/>
              </a:srgbClr>
            </a:outerShdw>
          </a:effectLst>
        </p:spPr>
      </p:pic>
      <p:pic>
        <p:nvPicPr>
          <p:cNvPr id="948" name="Google Shape;948;g341b0cfeb39_0_256"/>
          <p:cNvPicPr preferRelativeResize="0"/>
          <p:nvPr/>
        </p:nvPicPr>
        <p:blipFill rotWithShape="1">
          <a:blip r:embed="rId4">
            <a:alphaModFix/>
          </a:blip>
          <a:srcRect b="0" l="0" r="0" t="0"/>
          <a:stretch/>
        </p:blipFill>
        <p:spPr>
          <a:xfrm>
            <a:off x="2094526" y="2125686"/>
            <a:ext cx="1145440" cy="818569"/>
          </a:xfrm>
          <a:prstGeom prst="rect">
            <a:avLst/>
          </a:prstGeom>
          <a:noFill/>
          <a:ln>
            <a:noFill/>
          </a:ln>
          <a:effectLst>
            <a:outerShdw blurRad="71438" rotWithShape="0" algn="bl" dir="5400000" dist="19050">
              <a:srgbClr val="000000">
                <a:alpha val="17650"/>
              </a:srgbClr>
            </a:outerShdw>
          </a:effectLst>
        </p:spPr>
      </p:pic>
      <p:pic>
        <p:nvPicPr>
          <p:cNvPr id="949" name="Google Shape;949;g341b0cfeb39_0_256"/>
          <p:cNvPicPr preferRelativeResize="0"/>
          <p:nvPr/>
        </p:nvPicPr>
        <p:blipFill rotWithShape="1">
          <a:blip r:embed="rId5">
            <a:alphaModFix/>
          </a:blip>
          <a:srcRect b="0" l="0" r="0" t="0"/>
          <a:stretch/>
        </p:blipFill>
        <p:spPr>
          <a:xfrm>
            <a:off x="3321259" y="2125686"/>
            <a:ext cx="1145440" cy="818569"/>
          </a:xfrm>
          <a:prstGeom prst="rect">
            <a:avLst/>
          </a:prstGeom>
          <a:noFill/>
          <a:ln>
            <a:noFill/>
          </a:ln>
          <a:effectLst>
            <a:outerShdw blurRad="71438" rotWithShape="0" algn="bl" dir="5400000" dist="19050">
              <a:srgbClr val="000000">
                <a:alpha val="17650"/>
              </a:srgbClr>
            </a:outerShdw>
          </a:effectLst>
        </p:spPr>
      </p:pic>
      <p:pic>
        <p:nvPicPr>
          <p:cNvPr id="950" name="Google Shape;950;g341b0cfeb39_0_256"/>
          <p:cNvPicPr preferRelativeResize="0"/>
          <p:nvPr/>
        </p:nvPicPr>
        <p:blipFill rotWithShape="1">
          <a:blip r:embed="rId6">
            <a:alphaModFix/>
          </a:blip>
          <a:srcRect b="0" l="0" r="0" t="0"/>
          <a:stretch/>
        </p:blipFill>
        <p:spPr>
          <a:xfrm>
            <a:off x="4547991" y="2125686"/>
            <a:ext cx="1145440" cy="819954"/>
          </a:xfrm>
          <a:prstGeom prst="rect">
            <a:avLst/>
          </a:prstGeom>
          <a:noFill/>
          <a:ln>
            <a:noFill/>
          </a:ln>
          <a:effectLst>
            <a:outerShdw blurRad="71438" rotWithShape="0" algn="bl" dir="5400000" dist="19050">
              <a:srgbClr val="000000">
                <a:alpha val="17650"/>
              </a:srgbClr>
            </a:outerShdw>
          </a:effectLst>
        </p:spPr>
      </p:pic>
      <p:pic>
        <p:nvPicPr>
          <p:cNvPr id="951" name="Google Shape;951;g341b0cfeb39_0_256"/>
          <p:cNvPicPr preferRelativeResize="0"/>
          <p:nvPr/>
        </p:nvPicPr>
        <p:blipFill rotWithShape="1">
          <a:blip r:embed="rId7">
            <a:alphaModFix/>
          </a:blip>
          <a:srcRect b="0" l="0" r="0" t="0"/>
          <a:stretch/>
        </p:blipFill>
        <p:spPr>
          <a:xfrm>
            <a:off x="5774724" y="2125686"/>
            <a:ext cx="1145440" cy="818569"/>
          </a:xfrm>
          <a:prstGeom prst="rect">
            <a:avLst/>
          </a:prstGeom>
          <a:noFill/>
          <a:ln>
            <a:noFill/>
          </a:ln>
          <a:effectLst>
            <a:outerShdw blurRad="71438" rotWithShape="0" algn="bl" dir="5400000" dist="19050">
              <a:srgbClr val="000000">
                <a:alpha val="17650"/>
              </a:srgbClr>
            </a:outerShdw>
          </a:effectLst>
        </p:spPr>
      </p:pic>
      <p:pic>
        <p:nvPicPr>
          <p:cNvPr id="952" name="Google Shape;952;g341b0cfeb39_0_256"/>
          <p:cNvPicPr preferRelativeResize="0"/>
          <p:nvPr/>
        </p:nvPicPr>
        <p:blipFill rotWithShape="1">
          <a:blip r:embed="rId8">
            <a:alphaModFix/>
          </a:blip>
          <a:srcRect b="0" l="0" r="0" t="0"/>
          <a:stretch/>
        </p:blipFill>
        <p:spPr>
          <a:xfrm>
            <a:off x="7001468" y="2125686"/>
            <a:ext cx="1145440" cy="819954"/>
          </a:xfrm>
          <a:prstGeom prst="rect">
            <a:avLst/>
          </a:prstGeom>
          <a:noFill/>
          <a:ln>
            <a:noFill/>
          </a:ln>
          <a:effectLst>
            <a:outerShdw blurRad="71438" rotWithShape="0" algn="bl" dir="5400000" dist="19050">
              <a:srgbClr val="000000">
                <a:alpha val="17650"/>
              </a:srgbClr>
            </a:outerShdw>
          </a:effectLst>
        </p:spPr>
      </p:pic>
      <p:pic>
        <p:nvPicPr>
          <p:cNvPr id="953" name="Google Shape;953;g341b0cfeb39_0_256"/>
          <p:cNvPicPr preferRelativeResize="0"/>
          <p:nvPr/>
        </p:nvPicPr>
        <p:blipFill rotWithShape="1">
          <a:blip r:embed="rId9">
            <a:alphaModFix/>
          </a:blip>
          <a:srcRect b="0" l="0" r="0" t="0"/>
          <a:stretch/>
        </p:blipFill>
        <p:spPr>
          <a:xfrm>
            <a:off x="868743" y="3060070"/>
            <a:ext cx="1145440" cy="819954"/>
          </a:xfrm>
          <a:prstGeom prst="rect">
            <a:avLst/>
          </a:prstGeom>
          <a:noFill/>
          <a:ln>
            <a:noFill/>
          </a:ln>
          <a:effectLst>
            <a:outerShdw blurRad="71438" rotWithShape="0" algn="bl" dir="5400000" dist="19050">
              <a:srgbClr val="000000">
                <a:alpha val="17650"/>
              </a:srgbClr>
            </a:outerShdw>
          </a:effectLst>
        </p:spPr>
      </p:pic>
      <p:pic>
        <p:nvPicPr>
          <p:cNvPr id="954" name="Google Shape;954;g341b0cfeb39_0_256"/>
          <p:cNvPicPr preferRelativeResize="0"/>
          <p:nvPr/>
        </p:nvPicPr>
        <p:blipFill rotWithShape="1">
          <a:blip r:embed="rId10">
            <a:alphaModFix/>
          </a:blip>
          <a:srcRect b="0" l="0" r="0" t="0"/>
          <a:stretch/>
        </p:blipFill>
        <p:spPr>
          <a:xfrm>
            <a:off x="2094530" y="3060070"/>
            <a:ext cx="1145440" cy="819954"/>
          </a:xfrm>
          <a:prstGeom prst="rect">
            <a:avLst/>
          </a:prstGeom>
          <a:noFill/>
          <a:ln>
            <a:noFill/>
          </a:ln>
          <a:effectLst>
            <a:outerShdw blurRad="71438" rotWithShape="0" algn="bl" dir="5400000" dist="19050">
              <a:srgbClr val="000000">
                <a:alpha val="17650"/>
              </a:srgbClr>
            </a:outerShdw>
          </a:effectLst>
        </p:spPr>
      </p:pic>
      <p:pic>
        <p:nvPicPr>
          <p:cNvPr id="955" name="Google Shape;955;g341b0cfeb39_0_256"/>
          <p:cNvPicPr preferRelativeResize="0"/>
          <p:nvPr/>
        </p:nvPicPr>
        <p:blipFill rotWithShape="1">
          <a:blip r:embed="rId11">
            <a:alphaModFix/>
          </a:blip>
          <a:srcRect b="0" l="0" r="0" t="0"/>
          <a:stretch/>
        </p:blipFill>
        <p:spPr>
          <a:xfrm>
            <a:off x="3320325" y="3060768"/>
            <a:ext cx="1146826" cy="818569"/>
          </a:xfrm>
          <a:prstGeom prst="rect">
            <a:avLst/>
          </a:prstGeom>
          <a:noFill/>
          <a:ln>
            <a:noFill/>
          </a:ln>
          <a:effectLst>
            <a:outerShdw blurRad="71438" rotWithShape="0" algn="bl" dir="5400000" dist="19050">
              <a:srgbClr val="000000">
                <a:alpha val="17650"/>
              </a:srgbClr>
            </a:outerShdw>
          </a:effectLst>
        </p:spPr>
      </p:pic>
      <p:pic>
        <p:nvPicPr>
          <p:cNvPr id="956" name="Google Shape;956;g341b0cfeb39_0_256"/>
          <p:cNvPicPr preferRelativeResize="0"/>
          <p:nvPr/>
        </p:nvPicPr>
        <p:blipFill rotWithShape="1">
          <a:blip r:embed="rId12">
            <a:alphaModFix/>
          </a:blip>
          <a:srcRect b="0" l="0" r="0" t="0"/>
          <a:stretch/>
        </p:blipFill>
        <p:spPr>
          <a:xfrm>
            <a:off x="4547500" y="3060768"/>
            <a:ext cx="1146826" cy="818569"/>
          </a:xfrm>
          <a:prstGeom prst="rect">
            <a:avLst/>
          </a:prstGeom>
          <a:noFill/>
          <a:ln>
            <a:noFill/>
          </a:ln>
          <a:effectLst>
            <a:outerShdw blurRad="71438" rotWithShape="0" algn="bl" dir="5400000" dist="19050">
              <a:srgbClr val="000000">
                <a:alpha val="17650"/>
              </a:srgbClr>
            </a:outerShdw>
          </a:effectLst>
        </p:spPr>
      </p:pic>
      <p:pic>
        <p:nvPicPr>
          <p:cNvPr id="957" name="Google Shape;957;g341b0cfeb39_0_256"/>
          <p:cNvPicPr preferRelativeResize="0"/>
          <p:nvPr/>
        </p:nvPicPr>
        <p:blipFill rotWithShape="1">
          <a:blip r:embed="rId13">
            <a:alphaModFix/>
          </a:blip>
          <a:srcRect b="0" l="0" r="0" t="0"/>
          <a:stretch/>
        </p:blipFill>
        <p:spPr>
          <a:xfrm>
            <a:off x="5774675" y="3060768"/>
            <a:ext cx="1146826" cy="818569"/>
          </a:xfrm>
          <a:prstGeom prst="rect">
            <a:avLst/>
          </a:prstGeom>
          <a:noFill/>
          <a:ln>
            <a:noFill/>
          </a:ln>
          <a:effectLst>
            <a:outerShdw blurRad="71438" rotWithShape="0" algn="bl" dir="5400000" dist="19050">
              <a:srgbClr val="000000">
                <a:alpha val="17650"/>
              </a:srgbClr>
            </a:outerShdw>
          </a:effectLst>
        </p:spPr>
      </p:pic>
      <p:pic>
        <p:nvPicPr>
          <p:cNvPr id="958" name="Google Shape;958;g341b0cfeb39_0_256"/>
          <p:cNvPicPr preferRelativeResize="0"/>
          <p:nvPr/>
        </p:nvPicPr>
        <p:blipFill rotWithShape="1">
          <a:blip r:embed="rId14">
            <a:alphaModFix/>
          </a:blip>
          <a:srcRect b="0" l="0" r="0" t="0"/>
          <a:stretch/>
        </p:blipFill>
        <p:spPr>
          <a:xfrm>
            <a:off x="7001850" y="3060070"/>
            <a:ext cx="1146826" cy="819954"/>
          </a:xfrm>
          <a:prstGeom prst="rect">
            <a:avLst/>
          </a:prstGeom>
          <a:noFill/>
          <a:ln>
            <a:noFill/>
          </a:ln>
          <a:effectLst>
            <a:outerShdw blurRad="71438" rotWithShape="0" algn="bl" dir="5400000" dist="19050">
              <a:srgbClr val="000000">
                <a:alpha val="17650"/>
              </a:srgbClr>
            </a:outerShdw>
          </a:effectLst>
        </p:spPr>
      </p:pic>
      <p:pic>
        <p:nvPicPr>
          <p:cNvPr id="959" name="Google Shape;959;g341b0cfeb39_0_256"/>
          <p:cNvPicPr preferRelativeResize="0"/>
          <p:nvPr/>
        </p:nvPicPr>
        <p:blipFill rotWithShape="1">
          <a:blip r:embed="rId15">
            <a:alphaModFix/>
          </a:blip>
          <a:srcRect b="0" l="0" r="0" t="0"/>
          <a:stretch/>
        </p:blipFill>
        <p:spPr>
          <a:xfrm>
            <a:off x="868050" y="3995098"/>
            <a:ext cx="1146826" cy="818569"/>
          </a:xfrm>
          <a:prstGeom prst="rect">
            <a:avLst/>
          </a:prstGeom>
          <a:noFill/>
          <a:ln>
            <a:noFill/>
          </a:ln>
          <a:effectLst>
            <a:outerShdw blurRad="71438" rotWithShape="0" algn="bl" dir="5400000" dist="19050">
              <a:srgbClr val="000000">
                <a:alpha val="17650"/>
              </a:srgbClr>
            </a:outerShdw>
          </a:effectLst>
        </p:spPr>
      </p:pic>
      <p:pic>
        <p:nvPicPr>
          <p:cNvPr id="960" name="Google Shape;960;g341b0cfeb39_0_256"/>
          <p:cNvPicPr preferRelativeResize="0"/>
          <p:nvPr/>
        </p:nvPicPr>
        <p:blipFill rotWithShape="1">
          <a:blip r:embed="rId16">
            <a:alphaModFix/>
          </a:blip>
          <a:srcRect b="0" l="0" r="0" t="0"/>
          <a:stretch/>
        </p:blipFill>
        <p:spPr>
          <a:xfrm>
            <a:off x="2094775" y="3995850"/>
            <a:ext cx="1146826" cy="819954"/>
          </a:xfrm>
          <a:prstGeom prst="rect">
            <a:avLst/>
          </a:prstGeom>
          <a:noFill/>
          <a:ln>
            <a:noFill/>
          </a:ln>
          <a:effectLst>
            <a:outerShdw blurRad="71438" rotWithShape="0" algn="bl" dir="5400000" dist="19050">
              <a:srgbClr val="000000">
                <a:alpha val="17650"/>
              </a:srgbClr>
            </a:outerShdw>
          </a:effectLst>
        </p:spPr>
      </p:pic>
      <p:pic>
        <p:nvPicPr>
          <p:cNvPr id="961" name="Google Shape;961;g341b0cfeb39_0_256"/>
          <p:cNvPicPr preferRelativeResize="0"/>
          <p:nvPr/>
        </p:nvPicPr>
        <p:blipFill rotWithShape="1">
          <a:blip r:embed="rId17">
            <a:alphaModFix/>
          </a:blip>
          <a:srcRect b="0" l="0" r="0" t="0"/>
          <a:stretch/>
        </p:blipFill>
        <p:spPr>
          <a:xfrm>
            <a:off x="3321500" y="3995850"/>
            <a:ext cx="1146826" cy="819954"/>
          </a:xfrm>
          <a:prstGeom prst="rect">
            <a:avLst/>
          </a:prstGeom>
          <a:noFill/>
          <a:ln>
            <a:noFill/>
          </a:ln>
          <a:effectLst>
            <a:outerShdw blurRad="71438" rotWithShape="0" algn="bl" dir="5400000" dist="19050">
              <a:srgbClr val="000000">
                <a:alpha val="17650"/>
              </a:srgbClr>
            </a:outerShdw>
          </a:effectLst>
        </p:spPr>
      </p:pic>
      <p:pic>
        <p:nvPicPr>
          <p:cNvPr id="962" name="Google Shape;962;g341b0cfeb39_0_256"/>
          <p:cNvPicPr preferRelativeResize="0"/>
          <p:nvPr/>
        </p:nvPicPr>
        <p:blipFill rotWithShape="1">
          <a:blip r:embed="rId18">
            <a:alphaModFix/>
          </a:blip>
          <a:srcRect b="0" l="0" r="0" t="0"/>
          <a:stretch/>
        </p:blipFill>
        <p:spPr>
          <a:xfrm>
            <a:off x="4548225" y="3994450"/>
            <a:ext cx="1146826" cy="819954"/>
          </a:xfrm>
          <a:prstGeom prst="rect">
            <a:avLst/>
          </a:prstGeom>
          <a:noFill/>
          <a:ln>
            <a:noFill/>
          </a:ln>
          <a:effectLst>
            <a:outerShdw blurRad="71438" rotWithShape="0" algn="bl" dir="5400000" dist="19050">
              <a:srgbClr val="000000">
                <a:alpha val="17650"/>
              </a:srgbClr>
            </a:outerShdw>
          </a:effectLst>
        </p:spPr>
      </p:pic>
      <p:pic>
        <p:nvPicPr>
          <p:cNvPr id="963" name="Google Shape;963;g341b0cfeb39_0_256"/>
          <p:cNvPicPr preferRelativeResize="0"/>
          <p:nvPr/>
        </p:nvPicPr>
        <p:blipFill rotWithShape="1">
          <a:blip r:embed="rId19">
            <a:alphaModFix/>
          </a:blip>
          <a:srcRect b="0" l="0" r="0" t="0"/>
          <a:stretch/>
        </p:blipFill>
        <p:spPr>
          <a:xfrm>
            <a:off x="5774950" y="3995860"/>
            <a:ext cx="1146826" cy="818569"/>
          </a:xfrm>
          <a:prstGeom prst="rect">
            <a:avLst/>
          </a:prstGeom>
          <a:noFill/>
          <a:ln>
            <a:noFill/>
          </a:ln>
          <a:effectLst>
            <a:outerShdw blurRad="71438" rotWithShape="0" algn="bl" dir="5400000" dist="19050">
              <a:srgbClr val="000000">
                <a:alpha val="17650"/>
              </a:srgbClr>
            </a:outerShdw>
          </a:effectLst>
        </p:spPr>
      </p:pic>
      <p:pic>
        <p:nvPicPr>
          <p:cNvPr id="964" name="Google Shape;964;g341b0cfeb39_0_256"/>
          <p:cNvPicPr preferRelativeResize="0"/>
          <p:nvPr/>
        </p:nvPicPr>
        <p:blipFill rotWithShape="1">
          <a:blip r:embed="rId20">
            <a:alphaModFix/>
          </a:blip>
          <a:srcRect b="0" l="0" r="0" t="0"/>
          <a:stretch/>
        </p:blipFill>
        <p:spPr>
          <a:xfrm>
            <a:off x="7001675" y="3994460"/>
            <a:ext cx="1146826" cy="818569"/>
          </a:xfrm>
          <a:prstGeom prst="rect">
            <a:avLst/>
          </a:prstGeom>
          <a:noFill/>
          <a:ln>
            <a:noFill/>
          </a:ln>
          <a:effectLst>
            <a:outerShdw blurRad="71438" rotWithShape="0" algn="bl" dir="5400000" dist="19050">
              <a:srgbClr val="000000">
                <a:alpha val="17650"/>
              </a:srgbClr>
            </a:outerShdw>
          </a:effectLst>
        </p:spPr>
      </p:pic>
      <p:pic>
        <p:nvPicPr>
          <p:cNvPr id="965" name="Google Shape;965;g341b0cfeb39_0_256"/>
          <p:cNvPicPr preferRelativeResize="0"/>
          <p:nvPr/>
        </p:nvPicPr>
        <p:blipFill rotWithShape="1">
          <a:blip r:embed="rId21">
            <a:alphaModFix/>
          </a:blip>
          <a:srcRect b="0" l="0" r="0" t="0"/>
          <a:stretch/>
        </p:blipFill>
        <p:spPr>
          <a:xfrm>
            <a:off x="868050" y="4931618"/>
            <a:ext cx="1146826" cy="818569"/>
          </a:xfrm>
          <a:prstGeom prst="rect">
            <a:avLst/>
          </a:prstGeom>
          <a:noFill/>
          <a:ln>
            <a:noFill/>
          </a:ln>
          <a:effectLst>
            <a:outerShdw blurRad="71438" rotWithShape="0" algn="bl" dir="5400000" dist="19050">
              <a:srgbClr val="000000">
                <a:alpha val="17650"/>
              </a:srgbClr>
            </a:outerShdw>
          </a:effectLst>
        </p:spPr>
      </p:pic>
      <p:pic>
        <p:nvPicPr>
          <p:cNvPr id="966" name="Google Shape;966;g341b0cfeb39_0_256"/>
          <p:cNvPicPr preferRelativeResize="0"/>
          <p:nvPr/>
        </p:nvPicPr>
        <p:blipFill rotWithShape="1">
          <a:blip r:embed="rId22">
            <a:alphaModFix/>
          </a:blip>
          <a:srcRect b="0" l="0" r="0" t="0"/>
          <a:stretch/>
        </p:blipFill>
        <p:spPr>
          <a:xfrm>
            <a:off x="2094775" y="4931632"/>
            <a:ext cx="1146826" cy="819954"/>
          </a:xfrm>
          <a:prstGeom prst="rect">
            <a:avLst/>
          </a:prstGeom>
          <a:noFill/>
          <a:ln>
            <a:noFill/>
          </a:ln>
          <a:effectLst>
            <a:outerShdw blurRad="71438" rotWithShape="0" algn="bl" dir="5400000" dist="19050">
              <a:srgbClr val="000000">
                <a:alpha val="17650"/>
              </a:srgbClr>
            </a:outerShdw>
          </a:effectLst>
        </p:spPr>
      </p:pic>
      <p:pic>
        <p:nvPicPr>
          <p:cNvPr id="967" name="Google Shape;967;g341b0cfeb39_0_256"/>
          <p:cNvPicPr preferRelativeResize="0"/>
          <p:nvPr/>
        </p:nvPicPr>
        <p:blipFill rotWithShape="1">
          <a:blip r:embed="rId23">
            <a:alphaModFix/>
          </a:blip>
          <a:srcRect b="0" l="0" r="0" t="0"/>
          <a:stretch/>
        </p:blipFill>
        <p:spPr>
          <a:xfrm>
            <a:off x="3321500" y="4932318"/>
            <a:ext cx="1146826" cy="818569"/>
          </a:xfrm>
          <a:prstGeom prst="rect">
            <a:avLst/>
          </a:prstGeom>
          <a:noFill/>
          <a:ln>
            <a:noFill/>
          </a:ln>
          <a:effectLst>
            <a:outerShdw blurRad="71438" rotWithShape="0" algn="bl" dir="5400000" dist="19050">
              <a:srgbClr val="000000">
                <a:alpha val="17650"/>
              </a:srgbClr>
            </a:outerShdw>
          </a:effectLst>
        </p:spPr>
      </p:pic>
      <p:pic>
        <p:nvPicPr>
          <p:cNvPr id="968" name="Google Shape;968;g341b0cfeb39_0_256"/>
          <p:cNvPicPr preferRelativeResize="0"/>
          <p:nvPr/>
        </p:nvPicPr>
        <p:blipFill rotWithShape="1">
          <a:blip r:embed="rId24">
            <a:alphaModFix/>
          </a:blip>
          <a:srcRect b="0" l="0" r="0" t="0"/>
          <a:stretch/>
        </p:blipFill>
        <p:spPr>
          <a:xfrm>
            <a:off x="4548225" y="4929532"/>
            <a:ext cx="1146826" cy="819954"/>
          </a:xfrm>
          <a:prstGeom prst="rect">
            <a:avLst/>
          </a:prstGeom>
          <a:noFill/>
          <a:ln>
            <a:noFill/>
          </a:ln>
          <a:effectLst>
            <a:outerShdw blurRad="71438" rotWithShape="0" algn="bl" dir="5400000" dist="19050">
              <a:srgbClr val="000000">
                <a:alpha val="17650"/>
              </a:srgbClr>
            </a:outerShdw>
          </a:effectLst>
        </p:spPr>
      </p:pic>
      <p:pic>
        <p:nvPicPr>
          <p:cNvPr id="969" name="Google Shape;969;g341b0cfeb39_0_256"/>
          <p:cNvPicPr preferRelativeResize="0"/>
          <p:nvPr/>
        </p:nvPicPr>
        <p:blipFill rotWithShape="1">
          <a:blip r:embed="rId25">
            <a:alphaModFix/>
          </a:blip>
          <a:srcRect b="0" l="0" r="0" t="0"/>
          <a:stretch/>
        </p:blipFill>
        <p:spPr>
          <a:xfrm>
            <a:off x="5774950" y="4930957"/>
            <a:ext cx="1146826" cy="819954"/>
          </a:xfrm>
          <a:prstGeom prst="rect">
            <a:avLst/>
          </a:prstGeom>
          <a:noFill/>
          <a:ln>
            <a:noFill/>
          </a:ln>
          <a:effectLst>
            <a:outerShdw blurRad="71438" rotWithShape="0" algn="bl" dir="5400000" dist="19050">
              <a:srgbClr val="000000">
                <a:alpha val="17650"/>
              </a:srgbClr>
            </a:outerShdw>
          </a:effectLst>
        </p:spPr>
      </p:pic>
      <p:pic>
        <p:nvPicPr>
          <p:cNvPr id="970" name="Google Shape;970;g341b0cfeb39_0_256"/>
          <p:cNvPicPr preferRelativeResize="0"/>
          <p:nvPr/>
        </p:nvPicPr>
        <p:blipFill rotWithShape="1">
          <a:blip r:embed="rId26">
            <a:alphaModFix/>
          </a:blip>
          <a:srcRect b="0" l="0" r="0" t="0"/>
          <a:stretch/>
        </p:blipFill>
        <p:spPr>
          <a:xfrm>
            <a:off x="7001668" y="4932318"/>
            <a:ext cx="1145440" cy="818569"/>
          </a:xfrm>
          <a:prstGeom prst="rect">
            <a:avLst/>
          </a:prstGeom>
          <a:noFill/>
          <a:ln>
            <a:noFill/>
          </a:ln>
          <a:effectLst>
            <a:outerShdw blurRad="71438" rotWithShape="0" algn="bl" dir="5400000" dist="19050">
              <a:srgbClr val="000000">
                <a:alpha val="17650"/>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5" name="Shape 975"/>
        <p:cNvGrpSpPr/>
        <p:nvPr/>
      </p:nvGrpSpPr>
      <p:grpSpPr>
        <a:xfrm>
          <a:off x="0" y="0"/>
          <a:ext cx="0" cy="0"/>
          <a:chOff x="0" y="0"/>
          <a:chExt cx="0" cy="0"/>
        </a:xfrm>
      </p:grpSpPr>
      <p:sp>
        <p:nvSpPr>
          <p:cNvPr id="976" name="Google Shape;976;g341b0cfeb39_0_285"/>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2160"/>
              <a:buNone/>
            </a:pPr>
            <a:r>
              <a:rPr lang="en-US" sz="2000">
                <a:solidFill>
                  <a:schemeClr val="dk1"/>
                </a:solidFill>
              </a:rPr>
              <a:t>…</a:t>
            </a:r>
            <a:r>
              <a:rPr lang="en-US" sz="2000">
                <a:solidFill>
                  <a:srgbClr val="2356AF"/>
                </a:solidFill>
              </a:rPr>
              <a:t>many friend very busy pretty once please asked bath path fast class after half laughed called water your door poor floor before work worked</a:t>
            </a:r>
            <a:r>
              <a:rPr lang="en-US" sz="2000"/>
              <a:t>.</a:t>
            </a:r>
            <a:endParaRPr sz="2000"/>
          </a:p>
        </p:txBody>
      </p:sp>
      <p:pic>
        <p:nvPicPr>
          <p:cNvPr id="977" name="Google Shape;977;g341b0cfeb39_0_285"/>
          <p:cNvPicPr preferRelativeResize="0"/>
          <p:nvPr/>
        </p:nvPicPr>
        <p:blipFill rotWithShape="1">
          <a:blip r:embed="rId3">
            <a:alphaModFix/>
          </a:blip>
          <a:srcRect b="0" l="0" r="0" t="0"/>
          <a:stretch/>
        </p:blipFill>
        <p:spPr>
          <a:xfrm>
            <a:off x="867797" y="2125686"/>
            <a:ext cx="1147421" cy="819976"/>
          </a:xfrm>
          <a:prstGeom prst="rect">
            <a:avLst/>
          </a:prstGeom>
          <a:noFill/>
          <a:ln>
            <a:noFill/>
          </a:ln>
          <a:effectLst>
            <a:outerShdw blurRad="71438" rotWithShape="0" algn="bl" dir="5400000" dist="19050">
              <a:srgbClr val="000000">
                <a:alpha val="17650"/>
              </a:srgbClr>
            </a:outerShdw>
          </a:effectLst>
        </p:spPr>
      </p:pic>
      <p:pic>
        <p:nvPicPr>
          <p:cNvPr id="978" name="Google Shape;978;g341b0cfeb39_0_285"/>
          <p:cNvPicPr preferRelativeResize="0"/>
          <p:nvPr/>
        </p:nvPicPr>
        <p:blipFill rotWithShape="1">
          <a:blip r:embed="rId4">
            <a:alphaModFix/>
          </a:blip>
          <a:srcRect b="0" l="0" r="0" t="0"/>
          <a:stretch/>
        </p:blipFill>
        <p:spPr>
          <a:xfrm>
            <a:off x="2094526" y="2125686"/>
            <a:ext cx="1145486" cy="819967"/>
          </a:xfrm>
          <a:prstGeom prst="rect">
            <a:avLst/>
          </a:prstGeom>
          <a:noFill/>
          <a:ln>
            <a:noFill/>
          </a:ln>
          <a:effectLst>
            <a:outerShdw blurRad="71438" rotWithShape="0" algn="bl" dir="5400000" dist="19050">
              <a:srgbClr val="000000">
                <a:alpha val="17650"/>
              </a:srgbClr>
            </a:outerShdw>
          </a:effectLst>
        </p:spPr>
      </p:pic>
      <p:pic>
        <p:nvPicPr>
          <p:cNvPr id="979" name="Google Shape;979;g341b0cfeb39_0_285"/>
          <p:cNvPicPr preferRelativeResize="0"/>
          <p:nvPr/>
        </p:nvPicPr>
        <p:blipFill rotWithShape="1">
          <a:blip r:embed="rId5">
            <a:alphaModFix/>
          </a:blip>
          <a:srcRect b="0" l="0" r="0" t="0"/>
          <a:stretch/>
        </p:blipFill>
        <p:spPr>
          <a:xfrm>
            <a:off x="3321259" y="2125686"/>
            <a:ext cx="1145486" cy="818582"/>
          </a:xfrm>
          <a:prstGeom prst="rect">
            <a:avLst/>
          </a:prstGeom>
          <a:noFill/>
          <a:ln>
            <a:noFill/>
          </a:ln>
          <a:effectLst>
            <a:outerShdw blurRad="71438" rotWithShape="0" algn="bl" dir="5400000" dist="19050">
              <a:srgbClr val="000000">
                <a:alpha val="17650"/>
              </a:srgbClr>
            </a:outerShdw>
          </a:effectLst>
        </p:spPr>
      </p:pic>
      <p:pic>
        <p:nvPicPr>
          <p:cNvPr id="980" name="Google Shape;980;g341b0cfeb39_0_285"/>
          <p:cNvPicPr preferRelativeResize="0"/>
          <p:nvPr/>
        </p:nvPicPr>
        <p:blipFill rotWithShape="1">
          <a:blip r:embed="rId6">
            <a:alphaModFix/>
          </a:blip>
          <a:srcRect b="0" l="0" r="0" t="0"/>
          <a:stretch/>
        </p:blipFill>
        <p:spPr>
          <a:xfrm>
            <a:off x="4547991" y="2125686"/>
            <a:ext cx="1145486" cy="819967"/>
          </a:xfrm>
          <a:prstGeom prst="rect">
            <a:avLst/>
          </a:prstGeom>
          <a:noFill/>
          <a:ln>
            <a:noFill/>
          </a:ln>
          <a:effectLst>
            <a:outerShdw blurRad="71438" rotWithShape="0" algn="bl" dir="5400000" dist="19050">
              <a:srgbClr val="000000">
                <a:alpha val="17650"/>
              </a:srgbClr>
            </a:outerShdw>
          </a:effectLst>
        </p:spPr>
      </p:pic>
      <p:pic>
        <p:nvPicPr>
          <p:cNvPr id="981" name="Google Shape;981;g341b0cfeb39_0_285"/>
          <p:cNvPicPr preferRelativeResize="0"/>
          <p:nvPr/>
        </p:nvPicPr>
        <p:blipFill rotWithShape="1">
          <a:blip r:embed="rId7">
            <a:alphaModFix/>
          </a:blip>
          <a:srcRect b="0" l="0" r="0" t="0"/>
          <a:stretch/>
        </p:blipFill>
        <p:spPr>
          <a:xfrm>
            <a:off x="5774724" y="2125686"/>
            <a:ext cx="1145486" cy="819967"/>
          </a:xfrm>
          <a:prstGeom prst="rect">
            <a:avLst/>
          </a:prstGeom>
          <a:noFill/>
          <a:ln>
            <a:noFill/>
          </a:ln>
          <a:effectLst>
            <a:outerShdw blurRad="71438" rotWithShape="0" algn="bl" dir="5400000" dist="19050">
              <a:srgbClr val="000000">
                <a:alpha val="17650"/>
              </a:srgbClr>
            </a:outerShdw>
          </a:effectLst>
        </p:spPr>
      </p:pic>
      <p:pic>
        <p:nvPicPr>
          <p:cNvPr id="982" name="Google Shape;982;g341b0cfeb39_0_285"/>
          <p:cNvPicPr preferRelativeResize="0"/>
          <p:nvPr/>
        </p:nvPicPr>
        <p:blipFill rotWithShape="1">
          <a:blip r:embed="rId8">
            <a:alphaModFix/>
          </a:blip>
          <a:srcRect b="0" l="0" r="0" t="0"/>
          <a:stretch/>
        </p:blipFill>
        <p:spPr>
          <a:xfrm>
            <a:off x="7003287" y="2125686"/>
            <a:ext cx="1145486" cy="818582"/>
          </a:xfrm>
          <a:prstGeom prst="rect">
            <a:avLst/>
          </a:prstGeom>
          <a:noFill/>
          <a:ln>
            <a:noFill/>
          </a:ln>
          <a:effectLst>
            <a:outerShdw blurRad="71438" rotWithShape="0" algn="bl" dir="5400000" dist="19050">
              <a:srgbClr val="000000">
                <a:alpha val="17650"/>
              </a:srgbClr>
            </a:outerShdw>
          </a:effectLst>
        </p:spPr>
      </p:pic>
      <p:pic>
        <p:nvPicPr>
          <p:cNvPr id="983" name="Google Shape;983;g341b0cfeb39_0_285"/>
          <p:cNvPicPr preferRelativeResize="0"/>
          <p:nvPr/>
        </p:nvPicPr>
        <p:blipFill rotWithShape="1">
          <a:blip r:embed="rId9">
            <a:alphaModFix/>
          </a:blip>
          <a:srcRect b="0" l="0" r="0" t="0"/>
          <a:stretch/>
        </p:blipFill>
        <p:spPr>
          <a:xfrm>
            <a:off x="867797" y="3060070"/>
            <a:ext cx="1146871" cy="818582"/>
          </a:xfrm>
          <a:prstGeom prst="rect">
            <a:avLst/>
          </a:prstGeom>
          <a:noFill/>
          <a:ln>
            <a:noFill/>
          </a:ln>
          <a:effectLst>
            <a:outerShdw blurRad="71438" rotWithShape="0" algn="bl" dir="5400000" dist="19050">
              <a:srgbClr val="000000">
                <a:alpha val="17650"/>
              </a:srgbClr>
            </a:outerShdw>
          </a:effectLst>
        </p:spPr>
      </p:pic>
      <p:pic>
        <p:nvPicPr>
          <p:cNvPr id="984" name="Google Shape;984;g341b0cfeb39_0_285"/>
          <p:cNvPicPr preferRelativeResize="0"/>
          <p:nvPr/>
        </p:nvPicPr>
        <p:blipFill rotWithShape="1">
          <a:blip r:embed="rId10">
            <a:alphaModFix/>
          </a:blip>
          <a:srcRect b="0" l="0" r="0" t="0"/>
          <a:stretch/>
        </p:blipFill>
        <p:spPr>
          <a:xfrm>
            <a:off x="2094526" y="3060070"/>
            <a:ext cx="1146871" cy="818582"/>
          </a:xfrm>
          <a:prstGeom prst="rect">
            <a:avLst/>
          </a:prstGeom>
          <a:noFill/>
          <a:ln>
            <a:noFill/>
          </a:ln>
          <a:effectLst>
            <a:outerShdw blurRad="71438" rotWithShape="0" algn="bl" dir="5400000" dist="19050">
              <a:srgbClr val="000000">
                <a:alpha val="17650"/>
              </a:srgbClr>
            </a:outerShdw>
          </a:effectLst>
        </p:spPr>
      </p:pic>
      <p:pic>
        <p:nvPicPr>
          <p:cNvPr id="985" name="Google Shape;985;g341b0cfeb39_0_285"/>
          <p:cNvPicPr preferRelativeResize="0"/>
          <p:nvPr/>
        </p:nvPicPr>
        <p:blipFill rotWithShape="1">
          <a:blip r:embed="rId11">
            <a:alphaModFix/>
          </a:blip>
          <a:srcRect b="0" l="0" r="0" t="0"/>
          <a:stretch/>
        </p:blipFill>
        <p:spPr>
          <a:xfrm>
            <a:off x="3321259" y="3060070"/>
            <a:ext cx="1146871" cy="818582"/>
          </a:xfrm>
          <a:prstGeom prst="rect">
            <a:avLst/>
          </a:prstGeom>
          <a:noFill/>
          <a:ln>
            <a:noFill/>
          </a:ln>
          <a:effectLst>
            <a:outerShdw blurRad="71438" rotWithShape="0" algn="bl" dir="5400000" dist="19050">
              <a:srgbClr val="000000">
                <a:alpha val="17650"/>
              </a:srgbClr>
            </a:outerShdw>
          </a:effectLst>
        </p:spPr>
      </p:pic>
      <p:pic>
        <p:nvPicPr>
          <p:cNvPr id="986" name="Google Shape;986;g341b0cfeb39_0_285"/>
          <p:cNvPicPr preferRelativeResize="0"/>
          <p:nvPr/>
        </p:nvPicPr>
        <p:blipFill rotWithShape="1">
          <a:blip r:embed="rId12">
            <a:alphaModFix/>
          </a:blip>
          <a:srcRect b="0" l="0" r="0" t="0"/>
          <a:stretch/>
        </p:blipFill>
        <p:spPr>
          <a:xfrm>
            <a:off x="4547991" y="3060070"/>
            <a:ext cx="1146871" cy="819967"/>
          </a:xfrm>
          <a:prstGeom prst="rect">
            <a:avLst/>
          </a:prstGeom>
          <a:noFill/>
          <a:ln>
            <a:noFill/>
          </a:ln>
          <a:effectLst>
            <a:outerShdw blurRad="71438" rotWithShape="0" algn="bl" dir="5400000" dist="19050">
              <a:srgbClr val="000000">
                <a:alpha val="17650"/>
              </a:srgbClr>
            </a:outerShdw>
          </a:effectLst>
        </p:spPr>
      </p:pic>
      <p:pic>
        <p:nvPicPr>
          <p:cNvPr id="987" name="Google Shape;987;g341b0cfeb39_0_285"/>
          <p:cNvPicPr preferRelativeResize="0"/>
          <p:nvPr/>
        </p:nvPicPr>
        <p:blipFill rotWithShape="1">
          <a:blip r:embed="rId13">
            <a:alphaModFix/>
          </a:blip>
          <a:srcRect b="0" l="0" r="0" t="0"/>
          <a:stretch/>
        </p:blipFill>
        <p:spPr>
          <a:xfrm>
            <a:off x="5774724" y="3060070"/>
            <a:ext cx="1146871" cy="818582"/>
          </a:xfrm>
          <a:prstGeom prst="rect">
            <a:avLst/>
          </a:prstGeom>
          <a:noFill/>
          <a:ln>
            <a:noFill/>
          </a:ln>
          <a:effectLst>
            <a:outerShdw blurRad="71438" rotWithShape="0" algn="bl" dir="5400000" dist="19050">
              <a:srgbClr val="000000">
                <a:alpha val="17650"/>
              </a:srgbClr>
            </a:outerShdw>
          </a:effectLst>
        </p:spPr>
      </p:pic>
      <p:pic>
        <p:nvPicPr>
          <p:cNvPr id="988" name="Google Shape;988;g341b0cfeb39_0_285"/>
          <p:cNvPicPr preferRelativeResize="0"/>
          <p:nvPr/>
        </p:nvPicPr>
        <p:blipFill rotWithShape="1">
          <a:blip r:embed="rId14">
            <a:alphaModFix/>
          </a:blip>
          <a:srcRect b="0" l="0" r="0" t="0"/>
          <a:stretch/>
        </p:blipFill>
        <p:spPr>
          <a:xfrm>
            <a:off x="7001902" y="3060070"/>
            <a:ext cx="1146871" cy="819967"/>
          </a:xfrm>
          <a:prstGeom prst="rect">
            <a:avLst/>
          </a:prstGeom>
          <a:noFill/>
          <a:ln>
            <a:noFill/>
          </a:ln>
          <a:effectLst>
            <a:outerShdw blurRad="71438" rotWithShape="0" algn="bl" dir="5400000" dist="19050">
              <a:srgbClr val="000000">
                <a:alpha val="17650"/>
              </a:srgbClr>
            </a:outerShdw>
          </a:effectLst>
        </p:spPr>
      </p:pic>
      <p:pic>
        <p:nvPicPr>
          <p:cNvPr id="989" name="Google Shape;989;g341b0cfeb39_0_285"/>
          <p:cNvPicPr preferRelativeResize="0"/>
          <p:nvPr/>
        </p:nvPicPr>
        <p:blipFill rotWithShape="1">
          <a:blip r:embed="rId15">
            <a:alphaModFix/>
          </a:blip>
          <a:srcRect b="0" l="0" r="0" t="0"/>
          <a:stretch/>
        </p:blipFill>
        <p:spPr>
          <a:xfrm>
            <a:off x="867797" y="3995098"/>
            <a:ext cx="1146871" cy="819967"/>
          </a:xfrm>
          <a:prstGeom prst="rect">
            <a:avLst/>
          </a:prstGeom>
          <a:noFill/>
          <a:ln>
            <a:noFill/>
          </a:ln>
          <a:effectLst>
            <a:outerShdw blurRad="71438" rotWithShape="0" algn="bl" dir="5400000" dist="19050">
              <a:srgbClr val="000000">
                <a:alpha val="17650"/>
              </a:srgbClr>
            </a:outerShdw>
          </a:effectLst>
        </p:spPr>
      </p:pic>
      <p:pic>
        <p:nvPicPr>
          <p:cNvPr id="990" name="Google Shape;990;g341b0cfeb39_0_285"/>
          <p:cNvPicPr preferRelativeResize="0"/>
          <p:nvPr/>
        </p:nvPicPr>
        <p:blipFill rotWithShape="1">
          <a:blip r:embed="rId16">
            <a:alphaModFix/>
          </a:blip>
          <a:srcRect b="0" l="0" r="0" t="0"/>
          <a:stretch/>
        </p:blipFill>
        <p:spPr>
          <a:xfrm>
            <a:off x="2094526" y="3995098"/>
            <a:ext cx="1146871" cy="818582"/>
          </a:xfrm>
          <a:prstGeom prst="rect">
            <a:avLst/>
          </a:prstGeom>
          <a:noFill/>
          <a:ln>
            <a:noFill/>
          </a:ln>
          <a:effectLst>
            <a:outerShdw blurRad="71438" rotWithShape="0" algn="bl" dir="5400000" dist="19050">
              <a:srgbClr val="000000">
                <a:alpha val="17650"/>
              </a:srgbClr>
            </a:outerShdw>
          </a:effectLst>
        </p:spPr>
      </p:pic>
      <p:pic>
        <p:nvPicPr>
          <p:cNvPr id="991" name="Google Shape;991;g341b0cfeb39_0_285"/>
          <p:cNvPicPr preferRelativeResize="0"/>
          <p:nvPr/>
        </p:nvPicPr>
        <p:blipFill rotWithShape="1">
          <a:blip r:embed="rId17">
            <a:alphaModFix/>
          </a:blip>
          <a:srcRect b="0" l="0" r="0" t="0"/>
          <a:stretch/>
        </p:blipFill>
        <p:spPr>
          <a:xfrm>
            <a:off x="3321259" y="3995098"/>
            <a:ext cx="1146871" cy="818582"/>
          </a:xfrm>
          <a:prstGeom prst="rect">
            <a:avLst/>
          </a:prstGeom>
          <a:noFill/>
          <a:ln>
            <a:noFill/>
          </a:ln>
          <a:effectLst>
            <a:outerShdw blurRad="71438" rotWithShape="0" algn="bl" dir="5400000" dist="19050">
              <a:srgbClr val="000000">
                <a:alpha val="17650"/>
              </a:srgbClr>
            </a:outerShdw>
          </a:effectLst>
        </p:spPr>
      </p:pic>
      <p:pic>
        <p:nvPicPr>
          <p:cNvPr id="992" name="Google Shape;992;g341b0cfeb39_0_285"/>
          <p:cNvPicPr preferRelativeResize="0"/>
          <p:nvPr/>
        </p:nvPicPr>
        <p:blipFill rotWithShape="1">
          <a:blip r:embed="rId18">
            <a:alphaModFix/>
          </a:blip>
          <a:srcRect b="0" l="0" r="0" t="0"/>
          <a:stretch/>
        </p:blipFill>
        <p:spPr>
          <a:xfrm>
            <a:off x="4547991" y="3995098"/>
            <a:ext cx="1146871" cy="818582"/>
          </a:xfrm>
          <a:prstGeom prst="rect">
            <a:avLst/>
          </a:prstGeom>
          <a:noFill/>
          <a:ln>
            <a:noFill/>
          </a:ln>
          <a:effectLst>
            <a:outerShdw blurRad="71438" rotWithShape="0" algn="bl" dir="5400000" dist="19050">
              <a:srgbClr val="000000">
                <a:alpha val="17650"/>
              </a:srgbClr>
            </a:outerShdw>
          </a:effectLst>
        </p:spPr>
      </p:pic>
      <p:pic>
        <p:nvPicPr>
          <p:cNvPr id="993" name="Google Shape;993;g341b0cfeb39_0_285"/>
          <p:cNvPicPr preferRelativeResize="0"/>
          <p:nvPr/>
        </p:nvPicPr>
        <p:blipFill rotWithShape="1">
          <a:blip r:embed="rId19">
            <a:alphaModFix/>
          </a:blip>
          <a:srcRect b="0" l="0" r="0" t="0"/>
          <a:stretch/>
        </p:blipFill>
        <p:spPr>
          <a:xfrm>
            <a:off x="5774724" y="3995098"/>
            <a:ext cx="1146871" cy="819967"/>
          </a:xfrm>
          <a:prstGeom prst="rect">
            <a:avLst/>
          </a:prstGeom>
          <a:noFill/>
          <a:ln>
            <a:noFill/>
          </a:ln>
          <a:effectLst>
            <a:outerShdw blurRad="71438" rotWithShape="0" algn="bl" dir="5400000" dist="19050">
              <a:srgbClr val="000000">
                <a:alpha val="17650"/>
              </a:srgbClr>
            </a:outerShdw>
          </a:effectLst>
        </p:spPr>
      </p:pic>
      <p:pic>
        <p:nvPicPr>
          <p:cNvPr id="994" name="Google Shape;994;g341b0cfeb39_0_285"/>
          <p:cNvPicPr preferRelativeResize="0"/>
          <p:nvPr/>
        </p:nvPicPr>
        <p:blipFill rotWithShape="1">
          <a:blip r:embed="rId20">
            <a:alphaModFix/>
          </a:blip>
          <a:srcRect b="0" l="0" r="0" t="0"/>
          <a:stretch/>
        </p:blipFill>
        <p:spPr>
          <a:xfrm>
            <a:off x="7001902" y="3995098"/>
            <a:ext cx="1146871" cy="818582"/>
          </a:xfrm>
          <a:prstGeom prst="rect">
            <a:avLst/>
          </a:prstGeom>
          <a:noFill/>
          <a:ln>
            <a:noFill/>
          </a:ln>
          <a:effectLst>
            <a:outerShdw blurRad="71438" rotWithShape="0" algn="bl" dir="5400000" dist="19050">
              <a:srgbClr val="000000">
                <a:alpha val="17650"/>
              </a:srgbClr>
            </a:outerShdw>
          </a:effectLst>
        </p:spPr>
      </p:pic>
      <p:pic>
        <p:nvPicPr>
          <p:cNvPr id="995" name="Google Shape;995;g341b0cfeb39_0_285" title="JNL687-102F.png"/>
          <p:cNvPicPr preferRelativeResize="0"/>
          <p:nvPr/>
        </p:nvPicPr>
        <p:blipFill rotWithShape="1">
          <a:blip r:embed="rId21">
            <a:alphaModFix/>
          </a:blip>
          <a:srcRect b="0" l="0" r="0" t="0"/>
          <a:stretch/>
        </p:blipFill>
        <p:spPr>
          <a:xfrm>
            <a:off x="867797" y="4930148"/>
            <a:ext cx="1146871" cy="819967"/>
          </a:xfrm>
          <a:prstGeom prst="rect">
            <a:avLst/>
          </a:prstGeom>
          <a:noFill/>
          <a:ln>
            <a:noFill/>
          </a:ln>
          <a:effectLst>
            <a:outerShdw blurRad="71438" rotWithShape="0" algn="bl" dir="5400000" dist="19050">
              <a:srgbClr val="000000">
                <a:alpha val="17650"/>
              </a:srgbClr>
            </a:outerShdw>
          </a:effectLst>
        </p:spPr>
      </p:pic>
      <p:pic>
        <p:nvPicPr>
          <p:cNvPr id="996" name="Google Shape;996;g341b0cfeb39_0_285" title="JNL687-103F.png"/>
          <p:cNvPicPr preferRelativeResize="0"/>
          <p:nvPr/>
        </p:nvPicPr>
        <p:blipFill rotWithShape="1">
          <a:blip r:embed="rId22">
            <a:alphaModFix/>
          </a:blip>
          <a:srcRect b="79" l="0" r="0" t="89"/>
          <a:stretch/>
        </p:blipFill>
        <p:spPr>
          <a:xfrm>
            <a:off x="2094526" y="4930148"/>
            <a:ext cx="1146871" cy="818582"/>
          </a:xfrm>
          <a:prstGeom prst="rect">
            <a:avLst/>
          </a:prstGeom>
          <a:noFill/>
          <a:ln>
            <a:noFill/>
          </a:ln>
          <a:effectLst>
            <a:outerShdw blurRad="71438" rotWithShape="0" algn="bl" dir="5400000" dist="19050">
              <a:srgbClr val="000000">
                <a:alpha val="17650"/>
              </a:srgbClr>
            </a:outerShdw>
          </a:effectLst>
        </p:spPr>
      </p:pic>
      <p:pic>
        <p:nvPicPr>
          <p:cNvPr id="997" name="Google Shape;997;g341b0cfeb39_0_285" title="JNL687-104F.png"/>
          <p:cNvPicPr preferRelativeResize="0"/>
          <p:nvPr/>
        </p:nvPicPr>
        <p:blipFill rotWithShape="1">
          <a:blip r:embed="rId23">
            <a:alphaModFix/>
          </a:blip>
          <a:srcRect b="0" l="0" r="0" t="0"/>
          <a:stretch/>
        </p:blipFill>
        <p:spPr>
          <a:xfrm>
            <a:off x="3321259" y="4930148"/>
            <a:ext cx="1146871" cy="818582"/>
          </a:xfrm>
          <a:prstGeom prst="rect">
            <a:avLst/>
          </a:prstGeom>
          <a:noFill/>
          <a:ln>
            <a:noFill/>
          </a:ln>
          <a:effectLst>
            <a:outerShdw blurRad="71438" rotWithShape="0" algn="bl" dir="5400000" dist="19050">
              <a:srgbClr val="000000">
                <a:alpha val="17650"/>
              </a:srgbClr>
            </a:outerShdw>
          </a:effectLst>
        </p:spPr>
      </p:pic>
      <p:pic>
        <p:nvPicPr>
          <p:cNvPr id="998" name="Google Shape;998;g341b0cfeb39_0_285" title="JNL687-105F.png"/>
          <p:cNvPicPr preferRelativeResize="0"/>
          <p:nvPr/>
        </p:nvPicPr>
        <p:blipFill rotWithShape="1">
          <a:blip r:embed="rId24">
            <a:alphaModFix/>
          </a:blip>
          <a:srcRect b="0" l="0" r="0" t="0"/>
          <a:stretch/>
        </p:blipFill>
        <p:spPr>
          <a:xfrm>
            <a:off x="4547991" y="4930148"/>
            <a:ext cx="1146871" cy="818582"/>
          </a:xfrm>
          <a:prstGeom prst="rect">
            <a:avLst/>
          </a:prstGeom>
          <a:noFill/>
          <a:ln>
            <a:noFill/>
          </a:ln>
          <a:effectLst>
            <a:outerShdw blurRad="71438" rotWithShape="0" algn="bl" dir="5400000" dist="19050">
              <a:srgbClr val="000000">
                <a:alpha val="17650"/>
              </a:srgbClr>
            </a:outerShdw>
          </a:effectLst>
        </p:spPr>
      </p:pic>
      <p:pic>
        <p:nvPicPr>
          <p:cNvPr id="999" name="Google Shape;999;g341b0cfeb39_0_285" title="JNL687-106F.png"/>
          <p:cNvPicPr preferRelativeResize="0"/>
          <p:nvPr/>
        </p:nvPicPr>
        <p:blipFill rotWithShape="1">
          <a:blip r:embed="rId25">
            <a:alphaModFix/>
          </a:blip>
          <a:srcRect b="0" l="79" r="89" t="0"/>
          <a:stretch/>
        </p:blipFill>
        <p:spPr>
          <a:xfrm>
            <a:off x="5774724" y="4930148"/>
            <a:ext cx="1146871" cy="819967"/>
          </a:xfrm>
          <a:prstGeom prst="rect">
            <a:avLst/>
          </a:prstGeom>
          <a:noFill/>
          <a:ln>
            <a:noFill/>
          </a:ln>
          <a:effectLst>
            <a:outerShdw blurRad="71438" rotWithShape="0" algn="bl" dir="5400000" dist="19050">
              <a:srgbClr val="000000">
                <a:alpha val="17650"/>
              </a:srgbClr>
            </a:outerShdw>
          </a:effectLst>
        </p:spPr>
      </p:pic>
      <p:pic>
        <p:nvPicPr>
          <p:cNvPr id="1000" name="Google Shape;1000;g341b0cfeb39_0_285" title="JNL687-107F.png"/>
          <p:cNvPicPr preferRelativeResize="0"/>
          <p:nvPr/>
        </p:nvPicPr>
        <p:blipFill rotWithShape="1">
          <a:blip r:embed="rId26">
            <a:alphaModFix/>
          </a:blip>
          <a:srcRect b="79" l="0" r="0" t="89"/>
          <a:stretch/>
        </p:blipFill>
        <p:spPr>
          <a:xfrm>
            <a:off x="7001902" y="4930148"/>
            <a:ext cx="1146871" cy="818582"/>
          </a:xfrm>
          <a:prstGeom prst="rect">
            <a:avLst/>
          </a:prstGeom>
          <a:noFill/>
          <a:ln>
            <a:noFill/>
          </a:ln>
          <a:effectLst>
            <a:outerShdw blurRad="71438" rotWithShape="0" algn="bl" dir="5400000" dist="19050">
              <a:srgbClr val="000000">
                <a:alpha val="17650"/>
              </a:srgbClr>
            </a:outerShdw>
          </a:effectLst>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5" name="Shape 1005"/>
        <p:cNvGrpSpPr/>
        <p:nvPr/>
      </p:nvGrpSpPr>
      <p:grpSpPr>
        <a:xfrm>
          <a:off x="0" y="0"/>
          <a:ext cx="0" cy="0"/>
          <a:chOff x="0" y="0"/>
          <a:chExt cx="0" cy="0"/>
        </a:xfrm>
      </p:grpSpPr>
      <p:sp>
        <p:nvSpPr>
          <p:cNvPr id="1006" name="Google Shape;1006;g2c186218c5a_0_25"/>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USING </a:t>
            </a:r>
            <a:r>
              <a:rPr lang="en-US"/>
              <a:t>JNL686</a:t>
            </a:r>
            <a:endParaRPr/>
          </a:p>
        </p:txBody>
      </p:sp>
      <p:sp>
        <p:nvSpPr>
          <p:cNvPr id="1007" name="Google Shape;1007;g2c186218c5a_0_25"/>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4000"/>
              <a:buNone/>
            </a:pPr>
            <a:r>
              <a:rPr lang="en-US"/>
              <a:t>Review Grapheme Caption</a:t>
            </a:r>
            <a:endParaRPr/>
          </a:p>
        </p:txBody>
      </p:sp>
      <p:pic>
        <p:nvPicPr>
          <p:cNvPr id="1008" name="Google Shape;1008;g2c186218c5a_0_25" title="JNL686-73F.png"/>
          <p:cNvPicPr preferRelativeResize="0"/>
          <p:nvPr/>
        </p:nvPicPr>
        <p:blipFill rotWithShape="1">
          <a:blip r:embed="rId3">
            <a:alphaModFix/>
          </a:blip>
          <a:srcRect b="0" l="79" r="79" t="0"/>
          <a:stretch/>
        </p:blipFill>
        <p:spPr>
          <a:xfrm>
            <a:off x="1360488" y="996300"/>
            <a:ext cx="2818850" cy="3989961"/>
          </a:xfrm>
          <a:prstGeom prst="rect">
            <a:avLst/>
          </a:prstGeom>
          <a:noFill/>
          <a:ln>
            <a:noFill/>
          </a:ln>
          <a:effectLst>
            <a:outerShdw blurRad="142875" rotWithShape="0" algn="bl" dir="5400000" dist="19050">
              <a:srgbClr val="000000">
                <a:alpha val="26666"/>
              </a:srgbClr>
            </a:outerShdw>
          </a:effectLst>
        </p:spPr>
      </p:pic>
      <p:sp>
        <p:nvSpPr>
          <p:cNvPr id="1009" name="Google Shape;1009;g2c186218c5a_0_25"/>
          <p:cNvSpPr txBox="1"/>
          <p:nvPr>
            <p:ph idx="1" type="subTitle"/>
          </p:nvPr>
        </p:nvSpPr>
        <p:spPr>
          <a:xfrm>
            <a:off x="1360463" y="708030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FRONT</a:t>
            </a:r>
            <a:endParaRPr/>
          </a:p>
        </p:txBody>
      </p:sp>
      <p:sp>
        <p:nvSpPr>
          <p:cNvPr id="1010" name="Google Shape;1010;g2c186218c5a_0_25"/>
          <p:cNvSpPr txBox="1"/>
          <p:nvPr/>
        </p:nvSpPr>
        <p:spPr>
          <a:xfrm>
            <a:off x="4510900" y="996300"/>
            <a:ext cx="3333600" cy="12228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1000"/>
              </a:spcBef>
              <a:spcAft>
                <a:spcPts val="0"/>
              </a:spcAft>
              <a:buClr>
                <a:srgbClr val="000000"/>
              </a:buClr>
              <a:buSzPts val="5800"/>
              <a:buFont typeface="Arial"/>
              <a:buNone/>
            </a:pPr>
            <a:r>
              <a:rPr b="0" i="0" lang="en-US" sz="5800" u="none" cap="none" strike="noStrike">
                <a:solidFill>
                  <a:srgbClr val="2356AF"/>
                </a:solidFill>
                <a:latin typeface="Jost"/>
                <a:ea typeface="Jost"/>
                <a:cs typeface="Jost"/>
                <a:sym typeface="Jost"/>
              </a:rPr>
              <a:t>h</a:t>
            </a:r>
            <a:r>
              <a:rPr b="0" i="0" lang="en-US" sz="5000" u="none" cap="none" strike="noStrike">
                <a:solidFill>
                  <a:srgbClr val="993FA2"/>
                </a:solidFill>
                <a:latin typeface="Poppins"/>
                <a:ea typeface="Poppins"/>
                <a:cs typeface="Poppins"/>
                <a:sym typeface="Poppins"/>
              </a:rPr>
              <a:t>a</a:t>
            </a:r>
            <a:r>
              <a:rPr b="0" i="0" lang="en-US" sz="5800" u="none" cap="none" strike="noStrike">
                <a:solidFill>
                  <a:srgbClr val="993FA2"/>
                </a:solidFill>
                <a:latin typeface="Jost"/>
                <a:ea typeface="Jost"/>
                <a:cs typeface="Jost"/>
                <a:sym typeface="Jost"/>
              </a:rPr>
              <a:t>ir</a:t>
            </a:r>
            <a:endParaRPr b="0" i="0" sz="5800" u="none" cap="none" strike="noStrike">
              <a:solidFill>
                <a:srgbClr val="993FA2"/>
              </a:solidFill>
              <a:latin typeface="Jost"/>
              <a:ea typeface="Jost"/>
              <a:cs typeface="Jost"/>
              <a:sym typeface="Jost"/>
            </a:endParaRPr>
          </a:p>
        </p:txBody>
      </p:sp>
      <p:sp>
        <p:nvSpPr>
          <p:cNvPr id="1011" name="Google Shape;1011;g2c186218c5a_0_25"/>
          <p:cNvSpPr txBox="1"/>
          <p:nvPr/>
        </p:nvSpPr>
        <p:spPr>
          <a:xfrm>
            <a:off x="4510900" y="3763450"/>
            <a:ext cx="3333600" cy="12228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1000"/>
              </a:spcBef>
              <a:spcAft>
                <a:spcPts val="0"/>
              </a:spcAft>
              <a:buClr>
                <a:srgbClr val="000000"/>
              </a:buClr>
              <a:buSzPts val="5800"/>
              <a:buFont typeface="Arial"/>
              <a:buNone/>
            </a:pPr>
            <a:r>
              <a:rPr b="0" i="0" lang="en-US" sz="5800" u="none" cap="none" strike="noStrike">
                <a:solidFill>
                  <a:srgbClr val="2356AF"/>
                </a:solidFill>
                <a:latin typeface="Jost"/>
                <a:ea typeface="Jost"/>
                <a:cs typeface="Jost"/>
                <a:sym typeface="Jost"/>
              </a:rPr>
              <a:t>p</a:t>
            </a:r>
            <a:r>
              <a:rPr b="0" i="0" lang="en-US" sz="5000" u="none" cap="none" strike="noStrike">
                <a:solidFill>
                  <a:srgbClr val="993FA2"/>
                </a:solidFill>
                <a:latin typeface="Poppins"/>
                <a:ea typeface="Poppins"/>
                <a:cs typeface="Poppins"/>
                <a:sym typeface="Poppins"/>
              </a:rPr>
              <a:t>a</a:t>
            </a:r>
            <a:r>
              <a:rPr b="0" i="0" lang="en-US" sz="5800" u="none" cap="none" strike="noStrike">
                <a:solidFill>
                  <a:srgbClr val="993FA2"/>
                </a:solidFill>
                <a:latin typeface="Jost"/>
                <a:ea typeface="Jost"/>
                <a:cs typeface="Jost"/>
                <a:sym typeface="Jost"/>
              </a:rPr>
              <a:t>ir</a:t>
            </a:r>
            <a:endParaRPr b="0" i="0" sz="5800" u="none" cap="none" strike="noStrike">
              <a:solidFill>
                <a:srgbClr val="993FA2"/>
              </a:solidFill>
              <a:latin typeface="Jost"/>
              <a:ea typeface="Jost"/>
              <a:cs typeface="Jost"/>
              <a:sym typeface="Jost"/>
            </a:endParaRPr>
          </a:p>
        </p:txBody>
      </p:sp>
      <p:sp>
        <p:nvSpPr>
          <p:cNvPr id="1012" name="Google Shape;1012;g2c186218c5a_0_25"/>
          <p:cNvSpPr txBox="1"/>
          <p:nvPr/>
        </p:nvSpPr>
        <p:spPr>
          <a:xfrm>
            <a:off x="4510900" y="2379875"/>
            <a:ext cx="3333600" cy="12228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1000"/>
              </a:spcBef>
              <a:spcAft>
                <a:spcPts val="0"/>
              </a:spcAft>
              <a:buClr>
                <a:srgbClr val="000000"/>
              </a:buClr>
              <a:buSzPts val="5800"/>
              <a:buFont typeface="Arial"/>
              <a:buNone/>
            </a:pPr>
            <a:r>
              <a:rPr b="0" i="0" lang="en-US" sz="5800" u="none" cap="none" strike="noStrike">
                <a:solidFill>
                  <a:srgbClr val="2356AF"/>
                </a:solidFill>
                <a:latin typeface="Jost"/>
                <a:ea typeface="Jost"/>
                <a:cs typeface="Jost"/>
                <a:sym typeface="Jost"/>
              </a:rPr>
              <a:t>f</a:t>
            </a:r>
            <a:r>
              <a:rPr b="0" i="0" lang="en-US" sz="5000" u="none" cap="none" strike="noStrike">
                <a:solidFill>
                  <a:srgbClr val="993FA2"/>
                </a:solidFill>
                <a:latin typeface="Poppins"/>
                <a:ea typeface="Poppins"/>
                <a:cs typeface="Poppins"/>
                <a:sym typeface="Poppins"/>
              </a:rPr>
              <a:t>a</a:t>
            </a:r>
            <a:r>
              <a:rPr b="0" i="0" lang="en-US" sz="5800" u="none" cap="none" strike="noStrike">
                <a:solidFill>
                  <a:srgbClr val="993FA2"/>
                </a:solidFill>
                <a:latin typeface="Jost"/>
                <a:ea typeface="Jost"/>
                <a:cs typeface="Jost"/>
                <a:sym typeface="Jost"/>
              </a:rPr>
              <a:t>ir</a:t>
            </a:r>
            <a:endParaRPr b="0" i="0" sz="5800" u="none" cap="none" strike="noStrike">
              <a:solidFill>
                <a:srgbClr val="993FA2"/>
              </a:solidFill>
              <a:latin typeface="Jost"/>
              <a:ea typeface="Jost"/>
              <a:cs typeface="Jost"/>
              <a:sym typeface="Jost"/>
            </a:endParaRPr>
          </a:p>
        </p:txBody>
      </p:sp>
      <p:sp>
        <p:nvSpPr>
          <p:cNvPr id="1013" name="Google Shape;1013;g2c186218c5a_0_25"/>
          <p:cNvSpPr txBox="1"/>
          <p:nvPr>
            <p:ph idx="2" type="subTitle"/>
          </p:nvPr>
        </p:nvSpPr>
        <p:spPr>
          <a:xfrm>
            <a:off x="1360500" y="523305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600"/>
              <a:buNone/>
            </a:pPr>
            <a:r>
              <a:rPr lang="en-US"/>
              <a:t>Phase 3, Lesson 47</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8" name="Shape 1018"/>
        <p:cNvGrpSpPr/>
        <p:nvPr/>
      </p:nvGrpSpPr>
      <p:grpSpPr>
        <a:xfrm>
          <a:off x="0" y="0"/>
          <a:ext cx="0" cy="0"/>
          <a:chOff x="0" y="0"/>
          <a:chExt cx="0" cy="0"/>
        </a:xfrm>
      </p:grpSpPr>
      <p:sp>
        <p:nvSpPr>
          <p:cNvPr id="1019" name="Google Shape;1019;g2c186218c5a_0_40"/>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3600"/>
              <a:buNone/>
            </a:pPr>
            <a:r>
              <a:rPr lang="en-US"/>
              <a:t>Explain Decoding</a:t>
            </a:r>
            <a:endParaRPr/>
          </a:p>
        </p:txBody>
      </p:sp>
      <p:pic>
        <p:nvPicPr>
          <p:cNvPr id="1020" name="Google Shape;1020;g2c186218c5a_0_40"/>
          <p:cNvPicPr preferRelativeResize="0"/>
          <p:nvPr/>
        </p:nvPicPr>
        <p:blipFill rotWithShape="1">
          <a:blip r:embed="rId3">
            <a:alphaModFix/>
          </a:blip>
          <a:srcRect b="0" l="0" r="0" t="0"/>
          <a:stretch/>
        </p:blipFill>
        <p:spPr>
          <a:xfrm>
            <a:off x="1127788" y="1389281"/>
            <a:ext cx="6888424" cy="36310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5" name="Shape 1025"/>
        <p:cNvGrpSpPr/>
        <p:nvPr/>
      </p:nvGrpSpPr>
      <p:grpSpPr>
        <a:xfrm>
          <a:off x="0" y="0"/>
          <a:ext cx="0" cy="0"/>
          <a:chOff x="0" y="0"/>
          <a:chExt cx="0" cy="0"/>
        </a:xfrm>
      </p:grpSpPr>
      <p:sp>
        <p:nvSpPr>
          <p:cNvPr id="1026" name="Google Shape;1026;g2c4fb7f6616_1_0"/>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Clr>
                <a:schemeClr val="dk1"/>
              </a:buClr>
              <a:buSzPts val="1800"/>
              <a:buFont typeface="Arial"/>
              <a:buNone/>
            </a:pPr>
            <a:r>
              <a:rPr lang="en-US"/>
              <a:t>USING SOUND BUTTONS</a:t>
            </a:r>
            <a:endParaRPr/>
          </a:p>
        </p:txBody>
      </p:sp>
      <p:sp>
        <p:nvSpPr>
          <p:cNvPr id="1027" name="Google Shape;1027;g2c4fb7f6616_1_0"/>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3200"/>
              <a:buNone/>
            </a:pPr>
            <a:r>
              <a:rPr lang="en-US"/>
              <a:t>Model Blending Phonemes</a:t>
            </a:r>
            <a:endParaRPr/>
          </a:p>
        </p:txBody>
      </p:sp>
      <p:sp>
        <p:nvSpPr>
          <p:cNvPr id="1028" name="Google Shape;1028;g2c4fb7f6616_1_0"/>
          <p:cNvSpPr/>
          <p:nvPr/>
        </p:nvSpPr>
        <p:spPr>
          <a:xfrm>
            <a:off x="3316181" y="3906888"/>
            <a:ext cx="390000" cy="390000"/>
          </a:xfrm>
          <a:prstGeom prst="ellipse">
            <a:avLst/>
          </a:prstGeom>
          <a:solidFill>
            <a:srgbClr val="2356A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cxnSp>
        <p:nvCxnSpPr>
          <p:cNvPr id="1029" name="Google Shape;1029;g2c4fb7f6616_1_0"/>
          <p:cNvCxnSpPr/>
          <p:nvPr/>
        </p:nvCxnSpPr>
        <p:spPr>
          <a:xfrm>
            <a:off x="2565600" y="4817400"/>
            <a:ext cx="4012800" cy="0"/>
          </a:xfrm>
          <a:prstGeom prst="straightConnector1">
            <a:avLst/>
          </a:prstGeom>
          <a:noFill/>
          <a:ln cap="flat" cmpd="sng" w="38100">
            <a:solidFill>
              <a:srgbClr val="CFD9EF"/>
            </a:solidFill>
            <a:prstDash val="solid"/>
            <a:miter lim="800000"/>
            <a:headEnd len="sm" w="sm" type="none"/>
            <a:tailEnd len="sm" w="sm" type="stealth"/>
          </a:ln>
        </p:spPr>
      </p:cxnSp>
      <p:sp>
        <p:nvSpPr>
          <p:cNvPr id="1030" name="Google Shape;1030;g2c4fb7f6616_1_0"/>
          <p:cNvSpPr txBox="1"/>
          <p:nvPr>
            <p:ph idx="4294967295" type="subTitle"/>
          </p:nvPr>
        </p:nvSpPr>
        <p:spPr>
          <a:xfrm>
            <a:off x="2746481" y="1308025"/>
            <a:ext cx="1529400" cy="237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1000"/>
              </a:spcBef>
              <a:spcAft>
                <a:spcPts val="0"/>
              </a:spcAft>
              <a:buClr>
                <a:schemeClr val="dk1"/>
              </a:buClr>
              <a:buSzPts val="2800"/>
              <a:buFont typeface="Poppins"/>
              <a:buNone/>
            </a:pPr>
            <a:r>
              <a:rPr b="0" i="0" lang="en-US" sz="15000" u="none" cap="none" strike="noStrike">
                <a:solidFill>
                  <a:srgbClr val="2356AF"/>
                </a:solidFill>
                <a:latin typeface="Jost"/>
                <a:ea typeface="Jost"/>
                <a:cs typeface="Jost"/>
                <a:sym typeface="Jost"/>
              </a:rPr>
              <a:t>f</a:t>
            </a:r>
            <a:endParaRPr b="0" i="0" sz="15000" u="none" cap="none" strike="noStrike">
              <a:solidFill>
                <a:srgbClr val="2356AF"/>
              </a:solidFill>
              <a:latin typeface="Jost"/>
              <a:ea typeface="Jost"/>
              <a:cs typeface="Jost"/>
              <a:sym typeface="Jost"/>
            </a:endParaRPr>
          </a:p>
        </p:txBody>
      </p:sp>
      <p:sp>
        <p:nvSpPr>
          <p:cNvPr id="1031" name="Google Shape;1031;g2c4fb7f6616_1_0"/>
          <p:cNvSpPr txBox="1"/>
          <p:nvPr>
            <p:ph idx="4294967295" type="subTitle"/>
          </p:nvPr>
        </p:nvSpPr>
        <p:spPr>
          <a:xfrm>
            <a:off x="3683719" y="1308025"/>
            <a:ext cx="2713800" cy="237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1000"/>
              </a:spcBef>
              <a:spcAft>
                <a:spcPts val="0"/>
              </a:spcAft>
              <a:buClr>
                <a:schemeClr val="dk1"/>
              </a:buClr>
              <a:buSzPts val="2800"/>
              <a:buFont typeface="Poppins"/>
              <a:buNone/>
            </a:pPr>
            <a:r>
              <a:rPr b="0" i="0" lang="en-US" sz="12700" u="none" cap="none" strike="noStrike">
                <a:solidFill>
                  <a:srgbClr val="993FA2"/>
                </a:solidFill>
                <a:latin typeface="Poppins"/>
                <a:ea typeface="Poppins"/>
                <a:cs typeface="Poppins"/>
                <a:sym typeface="Poppins"/>
              </a:rPr>
              <a:t>a</a:t>
            </a:r>
            <a:r>
              <a:rPr b="0" i="0" lang="en-US" sz="15000" u="none" cap="none" strike="noStrike">
                <a:solidFill>
                  <a:srgbClr val="993FA2"/>
                </a:solidFill>
                <a:latin typeface="Jost"/>
                <a:ea typeface="Jost"/>
                <a:cs typeface="Jost"/>
                <a:sym typeface="Jost"/>
              </a:rPr>
              <a:t>ir</a:t>
            </a:r>
            <a:endParaRPr b="0" i="0" sz="15000" u="none" cap="none" strike="noStrike">
              <a:solidFill>
                <a:srgbClr val="993FA2"/>
              </a:solidFill>
              <a:latin typeface="Jost"/>
              <a:ea typeface="Jost"/>
              <a:cs typeface="Jost"/>
              <a:sym typeface="Jost"/>
            </a:endParaRPr>
          </a:p>
        </p:txBody>
      </p:sp>
      <p:sp>
        <p:nvSpPr>
          <p:cNvPr id="1032" name="Google Shape;1032;g2c4fb7f6616_1_0"/>
          <p:cNvSpPr/>
          <p:nvPr/>
        </p:nvSpPr>
        <p:spPr>
          <a:xfrm>
            <a:off x="4857518" y="7078234"/>
            <a:ext cx="1019700" cy="180000"/>
          </a:xfrm>
          <a:prstGeom prst="rect">
            <a:avLst/>
          </a:prstGeom>
          <a:solidFill>
            <a:srgbClr val="00904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33" name="Google Shape;1033;g2c4fb7f6616_1_0"/>
          <p:cNvSpPr/>
          <p:nvPr/>
        </p:nvSpPr>
        <p:spPr>
          <a:xfrm>
            <a:off x="5908585" y="7078234"/>
            <a:ext cx="1019700" cy="180000"/>
          </a:xfrm>
          <a:prstGeom prst="rect">
            <a:avLst/>
          </a:prstGeom>
          <a:solidFill>
            <a:srgbClr val="993FA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34" name="Google Shape;1034;g2c4fb7f6616_1_0"/>
          <p:cNvSpPr/>
          <p:nvPr/>
        </p:nvSpPr>
        <p:spPr>
          <a:xfrm>
            <a:off x="2896984" y="7078234"/>
            <a:ext cx="1019700" cy="180000"/>
          </a:xfrm>
          <a:prstGeom prst="rect">
            <a:avLst/>
          </a:prstGeom>
          <a:solidFill>
            <a:srgbClr val="FFD4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35" name="Google Shape;1035;g2c4fb7f6616_1_0"/>
          <p:cNvSpPr/>
          <p:nvPr/>
        </p:nvSpPr>
        <p:spPr>
          <a:xfrm>
            <a:off x="6959652" y="7078234"/>
            <a:ext cx="1019700" cy="180000"/>
          </a:xfrm>
          <a:prstGeom prst="rect">
            <a:avLst/>
          </a:prstGeom>
          <a:solidFill>
            <a:srgbClr val="EF8F2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36" name="Google Shape;1036;g2c4fb7f6616_1_0"/>
          <p:cNvSpPr/>
          <p:nvPr/>
        </p:nvSpPr>
        <p:spPr>
          <a:xfrm>
            <a:off x="8212275" y="6936612"/>
            <a:ext cx="124800" cy="463200"/>
          </a:xfrm>
          <a:prstGeom prst="rect">
            <a:avLst/>
          </a:prstGeom>
          <a:solidFill>
            <a:srgbClr val="BCBEC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37" name="Google Shape;1037;g2c4fb7f6616_1_0"/>
          <p:cNvSpPr/>
          <p:nvPr/>
        </p:nvSpPr>
        <p:spPr>
          <a:xfrm>
            <a:off x="1651138" y="6977688"/>
            <a:ext cx="390000" cy="390000"/>
          </a:xfrm>
          <a:prstGeom prst="ellipse">
            <a:avLst/>
          </a:prstGeom>
          <a:solidFill>
            <a:srgbClr val="ED1C2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038" name="Google Shape;1038;g2c4fb7f6616_1_0"/>
          <p:cNvSpPr/>
          <p:nvPr/>
        </p:nvSpPr>
        <p:spPr>
          <a:xfrm>
            <a:off x="2350261" y="6977688"/>
            <a:ext cx="390000" cy="390000"/>
          </a:xfrm>
          <a:prstGeom prst="ellipse">
            <a:avLst/>
          </a:prstGeom>
          <a:solidFill>
            <a:srgbClr val="2356A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039" name="Google Shape;1039;g2c4fb7f6616_1_0"/>
          <p:cNvSpPr/>
          <p:nvPr/>
        </p:nvSpPr>
        <p:spPr>
          <a:xfrm>
            <a:off x="3948051" y="7078200"/>
            <a:ext cx="878100" cy="180000"/>
          </a:xfrm>
          <a:prstGeom prst="rect">
            <a:avLst/>
          </a:prstGeom>
          <a:solidFill>
            <a:srgbClr val="81513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nvGrpSpPr>
          <p:cNvPr id="1040" name="Google Shape;1040;g2c4fb7f6616_1_0"/>
          <p:cNvGrpSpPr/>
          <p:nvPr/>
        </p:nvGrpSpPr>
        <p:grpSpPr>
          <a:xfrm>
            <a:off x="-550" y="6984600"/>
            <a:ext cx="8596479" cy="808600"/>
            <a:chOff x="-550" y="6984600"/>
            <a:chExt cx="8596479" cy="808600"/>
          </a:xfrm>
        </p:grpSpPr>
        <p:sp>
          <p:nvSpPr>
            <p:cNvPr id="1041" name="Google Shape;1041;g2c4fb7f6616_1_0"/>
            <p:cNvSpPr txBox="1"/>
            <p:nvPr/>
          </p:nvSpPr>
          <p:spPr>
            <a:xfrm>
              <a:off x="-550" y="6984600"/>
              <a:ext cx="1709700" cy="3762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7F7F7F"/>
                </a:buClr>
                <a:buSzPts val="2000"/>
                <a:buFont typeface="Calibri"/>
                <a:buNone/>
              </a:pPr>
              <a:r>
                <a:rPr b="0" i="0" lang="en-US" sz="1600" u="none" cap="none" strike="noStrike">
                  <a:solidFill>
                    <a:srgbClr val="000000"/>
                  </a:solidFill>
                  <a:latin typeface="Poppins"/>
                  <a:ea typeface="Poppins"/>
                  <a:cs typeface="Poppins"/>
                  <a:sym typeface="Poppins"/>
                </a:rPr>
                <a:t>Sound Buttons</a:t>
              </a:r>
              <a:endParaRPr b="0" i="0" sz="1600" u="none" cap="none" strike="noStrike">
                <a:solidFill>
                  <a:srgbClr val="000000"/>
                </a:solidFill>
                <a:latin typeface="Poppins"/>
                <a:ea typeface="Poppins"/>
                <a:cs typeface="Poppins"/>
                <a:sym typeface="Poppins"/>
              </a:endParaRPr>
            </a:p>
          </p:txBody>
        </p:sp>
        <p:sp>
          <p:nvSpPr>
            <p:cNvPr id="1042" name="Google Shape;1042;g2c4fb7f6616_1_0"/>
            <p:cNvSpPr txBox="1"/>
            <p:nvPr/>
          </p:nvSpPr>
          <p:spPr>
            <a:xfrm>
              <a:off x="1555431" y="7416997"/>
              <a:ext cx="5610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Vowel</a:t>
              </a:r>
              <a:endParaRPr b="0" i="0" sz="950" u="none" cap="none" strike="noStrike">
                <a:solidFill>
                  <a:srgbClr val="000000"/>
                </a:solidFill>
                <a:latin typeface="Poppins"/>
                <a:ea typeface="Poppins"/>
                <a:cs typeface="Poppins"/>
                <a:sym typeface="Poppins"/>
              </a:endParaRPr>
            </a:p>
          </p:txBody>
        </p:sp>
        <p:sp>
          <p:nvSpPr>
            <p:cNvPr id="1043" name="Google Shape;1043;g2c4fb7f6616_1_0"/>
            <p:cNvSpPr txBox="1"/>
            <p:nvPr/>
          </p:nvSpPr>
          <p:spPr>
            <a:xfrm>
              <a:off x="2116424" y="7417000"/>
              <a:ext cx="9651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Consonant</a:t>
              </a:r>
              <a:endParaRPr b="0" i="0" sz="950" u="none" cap="none" strike="noStrike">
                <a:solidFill>
                  <a:srgbClr val="000000"/>
                </a:solidFill>
                <a:latin typeface="Poppins"/>
                <a:ea typeface="Poppins"/>
                <a:cs typeface="Poppins"/>
                <a:sym typeface="Poppins"/>
              </a:endParaRPr>
            </a:p>
          </p:txBody>
        </p:sp>
        <p:sp>
          <p:nvSpPr>
            <p:cNvPr id="1044" name="Google Shape;1044;g2c4fb7f6616_1_0"/>
            <p:cNvSpPr txBox="1"/>
            <p:nvPr/>
          </p:nvSpPr>
          <p:spPr>
            <a:xfrm>
              <a:off x="2886646" y="7416997"/>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Consonant Digraph</a:t>
              </a:r>
              <a:endParaRPr b="0" i="0" sz="950" u="none" cap="none" strike="noStrike">
                <a:solidFill>
                  <a:srgbClr val="000000"/>
                </a:solidFill>
                <a:latin typeface="Poppins"/>
                <a:ea typeface="Poppins"/>
                <a:cs typeface="Poppins"/>
                <a:sym typeface="Poppins"/>
              </a:endParaRPr>
            </a:p>
          </p:txBody>
        </p:sp>
        <p:sp>
          <p:nvSpPr>
            <p:cNvPr id="1045" name="Google Shape;1045;g2c4fb7f6616_1_0"/>
            <p:cNvSpPr txBox="1"/>
            <p:nvPr/>
          </p:nvSpPr>
          <p:spPr>
            <a:xfrm>
              <a:off x="4826153" y="7416997"/>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Long Vowel Sound</a:t>
              </a:r>
              <a:endParaRPr b="0" i="0" sz="950" u="none" cap="none" strike="noStrike">
                <a:solidFill>
                  <a:srgbClr val="000000"/>
                </a:solidFill>
                <a:latin typeface="Poppins"/>
                <a:ea typeface="Poppins"/>
                <a:cs typeface="Poppins"/>
                <a:sym typeface="Poppins"/>
              </a:endParaRPr>
            </a:p>
          </p:txBody>
        </p:sp>
        <p:sp>
          <p:nvSpPr>
            <p:cNvPr id="1046" name="Google Shape;1046;g2c4fb7f6616_1_0"/>
            <p:cNvSpPr txBox="1"/>
            <p:nvPr/>
          </p:nvSpPr>
          <p:spPr>
            <a:xfrm>
              <a:off x="5859437" y="7416997"/>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R-controlled Digraph</a:t>
              </a:r>
              <a:endParaRPr b="0" i="0" sz="950" u="none" cap="none" strike="noStrike">
                <a:solidFill>
                  <a:srgbClr val="000000"/>
                </a:solidFill>
                <a:latin typeface="Poppins"/>
                <a:ea typeface="Poppins"/>
                <a:cs typeface="Poppins"/>
                <a:sym typeface="Poppins"/>
              </a:endParaRPr>
            </a:p>
          </p:txBody>
        </p:sp>
        <p:sp>
          <p:nvSpPr>
            <p:cNvPr id="1047" name="Google Shape;1047;g2c4fb7f6616_1_0"/>
            <p:cNvSpPr txBox="1"/>
            <p:nvPr/>
          </p:nvSpPr>
          <p:spPr>
            <a:xfrm>
              <a:off x="6957664" y="7416997"/>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Split Digraph</a:t>
              </a:r>
              <a:endParaRPr b="0" i="0" sz="950" u="none" cap="none" strike="noStrike">
                <a:solidFill>
                  <a:srgbClr val="000000"/>
                </a:solidFill>
                <a:latin typeface="Poppins"/>
                <a:ea typeface="Poppins"/>
                <a:cs typeface="Poppins"/>
                <a:sym typeface="Poppins"/>
              </a:endParaRPr>
            </a:p>
          </p:txBody>
        </p:sp>
        <p:sp>
          <p:nvSpPr>
            <p:cNvPr id="1048" name="Google Shape;1048;g2c4fb7f6616_1_0"/>
            <p:cNvSpPr txBox="1"/>
            <p:nvPr/>
          </p:nvSpPr>
          <p:spPr>
            <a:xfrm>
              <a:off x="7875029" y="7416997"/>
              <a:ext cx="7209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Syllable / Silent Letter</a:t>
              </a:r>
              <a:endParaRPr b="0" i="0" sz="950" u="none" cap="none" strike="noStrike">
                <a:solidFill>
                  <a:srgbClr val="000000"/>
                </a:solidFill>
                <a:latin typeface="Poppins"/>
                <a:ea typeface="Poppins"/>
                <a:cs typeface="Poppins"/>
                <a:sym typeface="Poppins"/>
              </a:endParaRPr>
            </a:p>
          </p:txBody>
        </p:sp>
        <p:sp>
          <p:nvSpPr>
            <p:cNvPr id="1049" name="Google Shape;1049;g2c4fb7f6616_1_0"/>
            <p:cNvSpPr txBox="1"/>
            <p:nvPr/>
          </p:nvSpPr>
          <p:spPr>
            <a:xfrm>
              <a:off x="3884428" y="7416997"/>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Multi Sound</a:t>
              </a:r>
              <a:endParaRPr b="0" i="0" sz="950" u="none" cap="none" strike="noStrike">
                <a:solidFill>
                  <a:srgbClr val="000000"/>
                </a:solidFill>
                <a:latin typeface="Poppins"/>
                <a:ea typeface="Poppins"/>
                <a:cs typeface="Poppins"/>
                <a:sym typeface="Poppins"/>
              </a:endParaRPr>
            </a:p>
          </p:txBody>
        </p:sp>
      </p:grpSp>
      <p:sp>
        <p:nvSpPr>
          <p:cNvPr id="1050" name="Google Shape;1050;g2c4fb7f6616_1_0"/>
          <p:cNvSpPr/>
          <p:nvPr/>
        </p:nvSpPr>
        <p:spPr>
          <a:xfrm>
            <a:off x="4036520" y="4011900"/>
            <a:ext cx="2092200" cy="180000"/>
          </a:xfrm>
          <a:prstGeom prst="rect">
            <a:avLst/>
          </a:prstGeom>
          <a:solidFill>
            <a:srgbClr val="993FA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5" name="Shape 1055"/>
        <p:cNvGrpSpPr/>
        <p:nvPr/>
      </p:nvGrpSpPr>
      <p:grpSpPr>
        <a:xfrm>
          <a:off x="0" y="0"/>
          <a:ext cx="0" cy="0"/>
          <a:chOff x="0" y="0"/>
          <a:chExt cx="0" cy="0"/>
        </a:xfrm>
      </p:grpSpPr>
      <p:sp>
        <p:nvSpPr>
          <p:cNvPr id="1056" name="Google Shape;1056;g273d54cbfde_0_9"/>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Clr>
                <a:schemeClr val="dk1"/>
              </a:buClr>
              <a:buSzPts val="1800"/>
              <a:buFont typeface="Arial"/>
              <a:buNone/>
            </a:pPr>
            <a:r>
              <a:rPr lang="en-US"/>
              <a:t>USING SOUND BUTTONS</a:t>
            </a:r>
            <a:endParaRPr/>
          </a:p>
        </p:txBody>
      </p:sp>
      <p:sp>
        <p:nvSpPr>
          <p:cNvPr id="1057" name="Google Shape;1057;g273d54cbfde_0_9"/>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3200"/>
              <a:buNone/>
            </a:pPr>
            <a:r>
              <a:rPr lang="en-US"/>
              <a:t>Model Blending Phonemes</a:t>
            </a:r>
            <a:endParaRPr/>
          </a:p>
        </p:txBody>
      </p:sp>
      <p:cxnSp>
        <p:nvCxnSpPr>
          <p:cNvPr id="1058" name="Google Shape;1058;g273d54cbfde_0_9"/>
          <p:cNvCxnSpPr/>
          <p:nvPr/>
        </p:nvCxnSpPr>
        <p:spPr>
          <a:xfrm>
            <a:off x="2565600" y="4817400"/>
            <a:ext cx="4012800" cy="0"/>
          </a:xfrm>
          <a:prstGeom prst="straightConnector1">
            <a:avLst/>
          </a:prstGeom>
          <a:noFill/>
          <a:ln cap="flat" cmpd="sng" w="38100">
            <a:solidFill>
              <a:srgbClr val="CFD9EF"/>
            </a:solidFill>
            <a:prstDash val="solid"/>
            <a:miter lim="800000"/>
            <a:headEnd len="sm" w="sm" type="none"/>
            <a:tailEnd len="sm" w="sm" type="stealth"/>
          </a:ln>
        </p:spPr>
      </p:cxnSp>
      <p:sp>
        <p:nvSpPr>
          <p:cNvPr id="1059" name="Google Shape;1059;g273d54cbfde_0_9"/>
          <p:cNvSpPr/>
          <p:nvPr/>
        </p:nvSpPr>
        <p:spPr>
          <a:xfrm>
            <a:off x="4857518" y="7078234"/>
            <a:ext cx="1019700" cy="180000"/>
          </a:xfrm>
          <a:prstGeom prst="rect">
            <a:avLst/>
          </a:prstGeom>
          <a:solidFill>
            <a:srgbClr val="00904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60" name="Google Shape;1060;g273d54cbfde_0_9"/>
          <p:cNvSpPr/>
          <p:nvPr/>
        </p:nvSpPr>
        <p:spPr>
          <a:xfrm>
            <a:off x="5908585" y="7078234"/>
            <a:ext cx="1019700" cy="180000"/>
          </a:xfrm>
          <a:prstGeom prst="rect">
            <a:avLst/>
          </a:prstGeom>
          <a:solidFill>
            <a:srgbClr val="993FA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61" name="Google Shape;1061;g273d54cbfde_0_9"/>
          <p:cNvSpPr/>
          <p:nvPr/>
        </p:nvSpPr>
        <p:spPr>
          <a:xfrm>
            <a:off x="2896984" y="7078234"/>
            <a:ext cx="1019700" cy="180000"/>
          </a:xfrm>
          <a:prstGeom prst="rect">
            <a:avLst/>
          </a:prstGeom>
          <a:solidFill>
            <a:srgbClr val="FFD4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62" name="Google Shape;1062;g273d54cbfde_0_9"/>
          <p:cNvSpPr/>
          <p:nvPr/>
        </p:nvSpPr>
        <p:spPr>
          <a:xfrm>
            <a:off x="6959652" y="7078234"/>
            <a:ext cx="1019700" cy="180000"/>
          </a:xfrm>
          <a:prstGeom prst="rect">
            <a:avLst/>
          </a:prstGeom>
          <a:solidFill>
            <a:srgbClr val="EF8F2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63" name="Google Shape;1063;g273d54cbfde_0_9"/>
          <p:cNvSpPr/>
          <p:nvPr/>
        </p:nvSpPr>
        <p:spPr>
          <a:xfrm>
            <a:off x="8212275" y="6936612"/>
            <a:ext cx="124800" cy="463200"/>
          </a:xfrm>
          <a:prstGeom prst="rect">
            <a:avLst/>
          </a:prstGeom>
          <a:solidFill>
            <a:srgbClr val="BCBEC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64" name="Google Shape;1064;g273d54cbfde_0_9"/>
          <p:cNvSpPr/>
          <p:nvPr/>
        </p:nvSpPr>
        <p:spPr>
          <a:xfrm>
            <a:off x="1651138" y="6977688"/>
            <a:ext cx="390000" cy="390000"/>
          </a:xfrm>
          <a:prstGeom prst="ellipse">
            <a:avLst/>
          </a:prstGeom>
          <a:solidFill>
            <a:srgbClr val="ED1C2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065" name="Google Shape;1065;g273d54cbfde_0_9"/>
          <p:cNvSpPr/>
          <p:nvPr/>
        </p:nvSpPr>
        <p:spPr>
          <a:xfrm>
            <a:off x="2350261" y="6977688"/>
            <a:ext cx="390000" cy="390000"/>
          </a:xfrm>
          <a:prstGeom prst="ellipse">
            <a:avLst/>
          </a:prstGeom>
          <a:solidFill>
            <a:srgbClr val="2356A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066" name="Google Shape;1066;g273d54cbfde_0_9"/>
          <p:cNvSpPr/>
          <p:nvPr/>
        </p:nvSpPr>
        <p:spPr>
          <a:xfrm>
            <a:off x="3948051" y="7078200"/>
            <a:ext cx="878100" cy="180000"/>
          </a:xfrm>
          <a:prstGeom prst="rect">
            <a:avLst/>
          </a:prstGeom>
          <a:solidFill>
            <a:srgbClr val="81513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nvGrpSpPr>
          <p:cNvPr id="1067" name="Google Shape;1067;g273d54cbfde_0_9"/>
          <p:cNvGrpSpPr/>
          <p:nvPr/>
        </p:nvGrpSpPr>
        <p:grpSpPr>
          <a:xfrm>
            <a:off x="-550" y="6984600"/>
            <a:ext cx="8596479" cy="808600"/>
            <a:chOff x="-550" y="6984600"/>
            <a:chExt cx="8596479" cy="808600"/>
          </a:xfrm>
        </p:grpSpPr>
        <p:sp>
          <p:nvSpPr>
            <p:cNvPr id="1068" name="Google Shape;1068;g273d54cbfde_0_9"/>
            <p:cNvSpPr txBox="1"/>
            <p:nvPr/>
          </p:nvSpPr>
          <p:spPr>
            <a:xfrm>
              <a:off x="-550" y="6984600"/>
              <a:ext cx="1709700" cy="3762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7F7F7F"/>
                </a:buClr>
                <a:buSzPts val="2000"/>
                <a:buFont typeface="Calibri"/>
                <a:buNone/>
              </a:pPr>
              <a:r>
                <a:rPr b="0" i="0" lang="en-US" sz="1600" u="none" cap="none" strike="noStrike">
                  <a:solidFill>
                    <a:srgbClr val="000000"/>
                  </a:solidFill>
                  <a:latin typeface="Poppins"/>
                  <a:ea typeface="Poppins"/>
                  <a:cs typeface="Poppins"/>
                  <a:sym typeface="Poppins"/>
                </a:rPr>
                <a:t>Sound Buttons</a:t>
              </a:r>
              <a:endParaRPr b="0" i="0" sz="1600" u="none" cap="none" strike="noStrike">
                <a:solidFill>
                  <a:srgbClr val="000000"/>
                </a:solidFill>
                <a:latin typeface="Poppins"/>
                <a:ea typeface="Poppins"/>
                <a:cs typeface="Poppins"/>
                <a:sym typeface="Poppins"/>
              </a:endParaRPr>
            </a:p>
          </p:txBody>
        </p:sp>
        <p:sp>
          <p:nvSpPr>
            <p:cNvPr id="1069" name="Google Shape;1069;g273d54cbfde_0_9"/>
            <p:cNvSpPr txBox="1"/>
            <p:nvPr/>
          </p:nvSpPr>
          <p:spPr>
            <a:xfrm>
              <a:off x="1555431" y="7416997"/>
              <a:ext cx="5610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Vowel</a:t>
              </a:r>
              <a:endParaRPr b="0" i="0" sz="950" u="none" cap="none" strike="noStrike">
                <a:solidFill>
                  <a:srgbClr val="000000"/>
                </a:solidFill>
                <a:latin typeface="Poppins"/>
                <a:ea typeface="Poppins"/>
                <a:cs typeface="Poppins"/>
                <a:sym typeface="Poppins"/>
              </a:endParaRPr>
            </a:p>
          </p:txBody>
        </p:sp>
        <p:sp>
          <p:nvSpPr>
            <p:cNvPr id="1070" name="Google Shape;1070;g273d54cbfde_0_9"/>
            <p:cNvSpPr txBox="1"/>
            <p:nvPr/>
          </p:nvSpPr>
          <p:spPr>
            <a:xfrm>
              <a:off x="2116424" y="7417000"/>
              <a:ext cx="9651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Consonant</a:t>
              </a:r>
              <a:endParaRPr b="0" i="0" sz="950" u="none" cap="none" strike="noStrike">
                <a:solidFill>
                  <a:srgbClr val="000000"/>
                </a:solidFill>
                <a:latin typeface="Poppins"/>
                <a:ea typeface="Poppins"/>
                <a:cs typeface="Poppins"/>
                <a:sym typeface="Poppins"/>
              </a:endParaRPr>
            </a:p>
          </p:txBody>
        </p:sp>
        <p:sp>
          <p:nvSpPr>
            <p:cNvPr id="1071" name="Google Shape;1071;g273d54cbfde_0_9"/>
            <p:cNvSpPr txBox="1"/>
            <p:nvPr/>
          </p:nvSpPr>
          <p:spPr>
            <a:xfrm>
              <a:off x="2886646" y="7416997"/>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Consonant Digraph</a:t>
              </a:r>
              <a:endParaRPr b="0" i="0" sz="950" u="none" cap="none" strike="noStrike">
                <a:solidFill>
                  <a:srgbClr val="000000"/>
                </a:solidFill>
                <a:latin typeface="Poppins"/>
                <a:ea typeface="Poppins"/>
                <a:cs typeface="Poppins"/>
                <a:sym typeface="Poppins"/>
              </a:endParaRPr>
            </a:p>
          </p:txBody>
        </p:sp>
        <p:sp>
          <p:nvSpPr>
            <p:cNvPr id="1072" name="Google Shape;1072;g273d54cbfde_0_9"/>
            <p:cNvSpPr txBox="1"/>
            <p:nvPr/>
          </p:nvSpPr>
          <p:spPr>
            <a:xfrm>
              <a:off x="4826153" y="7416997"/>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Long Vowel Sound</a:t>
              </a:r>
              <a:endParaRPr b="0" i="0" sz="950" u="none" cap="none" strike="noStrike">
                <a:solidFill>
                  <a:srgbClr val="000000"/>
                </a:solidFill>
                <a:latin typeface="Poppins"/>
                <a:ea typeface="Poppins"/>
                <a:cs typeface="Poppins"/>
                <a:sym typeface="Poppins"/>
              </a:endParaRPr>
            </a:p>
          </p:txBody>
        </p:sp>
        <p:sp>
          <p:nvSpPr>
            <p:cNvPr id="1073" name="Google Shape;1073;g273d54cbfde_0_9"/>
            <p:cNvSpPr txBox="1"/>
            <p:nvPr/>
          </p:nvSpPr>
          <p:spPr>
            <a:xfrm>
              <a:off x="5859437" y="7416997"/>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R-controlled Digraph</a:t>
              </a:r>
              <a:endParaRPr b="0" i="0" sz="950" u="none" cap="none" strike="noStrike">
                <a:solidFill>
                  <a:srgbClr val="000000"/>
                </a:solidFill>
                <a:latin typeface="Poppins"/>
                <a:ea typeface="Poppins"/>
                <a:cs typeface="Poppins"/>
                <a:sym typeface="Poppins"/>
              </a:endParaRPr>
            </a:p>
          </p:txBody>
        </p:sp>
        <p:sp>
          <p:nvSpPr>
            <p:cNvPr id="1074" name="Google Shape;1074;g273d54cbfde_0_9"/>
            <p:cNvSpPr txBox="1"/>
            <p:nvPr/>
          </p:nvSpPr>
          <p:spPr>
            <a:xfrm>
              <a:off x="6957664" y="7416997"/>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Split Digraph</a:t>
              </a:r>
              <a:endParaRPr b="0" i="0" sz="950" u="none" cap="none" strike="noStrike">
                <a:solidFill>
                  <a:srgbClr val="000000"/>
                </a:solidFill>
                <a:latin typeface="Poppins"/>
                <a:ea typeface="Poppins"/>
                <a:cs typeface="Poppins"/>
                <a:sym typeface="Poppins"/>
              </a:endParaRPr>
            </a:p>
          </p:txBody>
        </p:sp>
        <p:sp>
          <p:nvSpPr>
            <p:cNvPr id="1075" name="Google Shape;1075;g273d54cbfde_0_9"/>
            <p:cNvSpPr txBox="1"/>
            <p:nvPr/>
          </p:nvSpPr>
          <p:spPr>
            <a:xfrm>
              <a:off x="7875029" y="7416997"/>
              <a:ext cx="7209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Syllable / Silent Letter</a:t>
              </a:r>
              <a:endParaRPr b="0" i="0" sz="950" u="none" cap="none" strike="noStrike">
                <a:solidFill>
                  <a:srgbClr val="000000"/>
                </a:solidFill>
                <a:latin typeface="Poppins"/>
                <a:ea typeface="Poppins"/>
                <a:cs typeface="Poppins"/>
                <a:sym typeface="Poppins"/>
              </a:endParaRPr>
            </a:p>
          </p:txBody>
        </p:sp>
        <p:sp>
          <p:nvSpPr>
            <p:cNvPr id="1076" name="Google Shape;1076;g273d54cbfde_0_9"/>
            <p:cNvSpPr txBox="1"/>
            <p:nvPr/>
          </p:nvSpPr>
          <p:spPr>
            <a:xfrm>
              <a:off x="3884428" y="7416997"/>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Multi Sound</a:t>
              </a:r>
              <a:endParaRPr b="0" i="0" sz="950" u="none" cap="none" strike="noStrike">
                <a:solidFill>
                  <a:srgbClr val="000000"/>
                </a:solidFill>
                <a:latin typeface="Poppins"/>
                <a:ea typeface="Poppins"/>
                <a:cs typeface="Poppins"/>
                <a:sym typeface="Poppins"/>
              </a:endParaRPr>
            </a:p>
          </p:txBody>
        </p:sp>
      </p:grpSp>
      <p:sp>
        <p:nvSpPr>
          <p:cNvPr id="1077" name="Google Shape;1077;g273d54cbfde_0_9"/>
          <p:cNvSpPr/>
          <p:nvPr/>
        </p:nvSpPr>
        <p:spPr>
          <a:xfrm>
            <a:off x="3293020" y="3906888"/>
            <a:ext cx="390000" cy="390000"/>
          </a:xfrm>
          <a:prstGeom prst="ellipse">
            <a:avLst/>
          </a:prstGeom>
          <a:solidFill>
            <a:srgbClr val="2356A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078" name="Google Shape;1078;g273d54cbfde_0_9"/>
          <p:cNvSpPr txBox="1"/>
          <p:nvPr>
            <p:ph idx="4294967295" type="subTitle"/>
          </p:nvPr>
        </p:nvSpPr>
        <p:spPr>
          <a:xfrm>
            <a:off x="2723320" y="1308025"/>
            <a:ext cx="1529400" cy="237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1000"/>
              </a:spcBef>
              <a:spcAft>
                <a:spcPts val="0"/>
              </a:spcAft>
              <a:buClr>
                <a:schemeClr val="dk1"/>
              </a:buClr>
              <a:buSzPts val="2800"/>
              <a:buFont typeface="Poppins"/>
              <a:buNone/>
            </a:pPr>
            <a:r>
              <a:rPr b="0" i="0" lang="en-US" sz="15000" u="none" cap="none" strike="noStrike">
                <a:solidFill>
                  <a:srgbClr val="2356AF"/>
                </a:solidFill>
                <a:latin typeface="Jost"/>
                <a:ea typeface="Jost"/>
                <a:cs typeface="Jost"/>
                <a:sym typeface="Jost"/>
              </a:rPr>
              <a:t>h</a:t>
            </a:r>
            <a:endParaRPr b="0" i="0" sz="15000" u="none" cap="none" strike="noStrike">
              <a:solidFill>
                <a:srgbClr val="2356AF"/>
              </a:solidFill>
              <a:latin typeface="Jost"/>
              <a:ea typeface="Jost"/>
              <a:cs typeface="Jost"/>
              <a:sym typeface="Jost"/>
            </a:endParaRPr>
          </a:p>
        </p:txBody>
      </p:sp>
      <p:sp>
        <p:nvSpPr>
          <p:cNvPr id="1079" name="Google Shape;1079;g273d54cbfde_0_9"/>
          <p:cNvSpPr txBox="1"/>
          <p:nvPr>
            <p:ph idx="4294967295" type="subTitle"/>
          </p:nvPr>
        </p:nvSpPr>
        <p:spPr>
          <a:xfrm>
            <a:off x="3706880" y="1308025"/>
            <a:ext cx="2713800" cy="237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1000"/>
              </a:spcBef>
              <a:spcAft>
                <a:spcPts val="0"/>
              </a:spcAft>
              <a:buClr>
                <a:schemeClr val="dk1"/>
              </a:buClr>
              <a:buSzPts val="2800"/>
              <a:buFont typeface="Poppins"/>
              <a:buNone/>
            </a:pPr>
            <a:r>
              <a:rPr b="0" i="0" lang="en-US" sz="12700" u="none" cap="none" strike="noStrike">
                <a:solidFill>
                  <a:srgbClr val="993FA2"/>
                </a:solidFill>
                <a:latin typeface="Poppins"/>
                <a:ea typeface="Poppins"/>
                <a:cs typeface="Poppins"/>
                <a:sym typeface="Poppins"/>
              </a:rPr>
              <a:t>a</a:t>
            </a:r>
            <a:r>
              <a:rPr b="0" i="0" lang="en-US" sz="15000" u="none" cap="none" strike="noStrike">
                <a:solidFill>
                  <a:srgbClr val="993FA2"/>
                </a:solidFill>
                <a:latin typeface="Jost"/>
                <a:ea typeface="Jost"/>
                <a:cs typeface="Jost"/>
                <a:sym typeface="Jost"/>
              </a:rPr>
              <a:t>ir</a:t>
            </a:r>
            <a:endParaRPr b="0" i="0" sz="15000" u="none" cap="none" strike="noStrike">
              <a:solidFill>
                <a:srgbClr val="993FA2"/>
              </a:solidFill>
              <a:latin typeface="Jost"/>
              <a:ea typeface="Jost"/>
              <a:cs typeface="Jost"/>
              <a:sym typeface="Jost"/>
            </a:endParaRPr>
          </a:p>
        </p:txBody>
      </p:sp>
      <p:sp>
        <p:nvSpPr>
          <p:cNvPr id="1080" name="Google Shape;1080;g273d54cbfde_0_9"/>
          <p:cNvSpPr/>
          <p:nvPr/>
        </p:nvSpPr>
        <p:spPr>
          <a:xfrm>
            <a:off x="4059681" y="4011900"/>
            <a:ext cx="2092200" cy="180000"/>
          </a:xfrm>
          <a:prstGeom prst="rect">
            <a:avLst/>
          </a:prstGeom>
          <a:solidFill>
            <a:srgbClr val="993FA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5" name="Shape 1085"/>
        <p:cNvGrpSpPr/>
        <p:nvPr/>
      </p:nvGrpSpPr>
      <p:grpSpPr>
        <a:xfrm>
          <a:off x="0" y="0"/>
          <a:ext cx="0" cy="0"/>
          <a:chOff x="0" y="0"/>
          <a:chExt cx="0" cy="0"/>
        </a:xfrm>
      </p:grpSpPr>
      <p:sp>
        <p:nvSpPr>
          <p:cNvPr id="1086" name="Google Shape;1086;g2c186218c5a_0_44"/>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3600"/>
              <a:buNone/>
            </a:pPr>
            <a:r>
              <a:rPr lang="en-US"/>
              <a:t>Explain Encoding</a:t>
            </a:r>
            <a:endParaRPr/>
          </a:p>
        </p:txBody>
      </p:sp>
      <p:pic>
        <p:nvPicPr>
          <p:cNvPr id="1087" name="Google Shape;1087;g2c186218c5a_0_44"/>
          <p:cNvPicPr preferRelativeResize="0"/>
          <p:nvPr/>
        </p:nvPicPr>
        <p:blipFill rotWithShape="1">
          <a:blip r:embed="rId3">
            <a:alphaModFix/>
          </a:blip>
          <a:srcRect b="0" l="0" r="0" t="0"/>
          <a:stretch/>
        </p:blipFill>
        <p:spPr>
          <a:xfrm>
            <a:off x="1127788" y="1389281"/>
            <a:ext cx="6888424" cy="36310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2" name="Shape 1092"/>
        <p:cNvGrpSpPr/>
        <p:nvPr/>
      </p:nvGrpSpPr>
      <p:grpSpPr>
        <a:xfrm>
          <a:off x="0" y="0"/>
          <a:ext cx="0" cy="0"/>
          <a:chOff x="0" y="0"/>
          <a:chExt cx="0" cy="0"/>
        </a:xfrm>
      </p:grpSpPr>
      <p:sp>
        <p:nvSpPr>
          <p:cNvPr id="1093" name="Google Shape;1093;g26b641b03cd_0_204"/>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USING </a:t>
            </a:r>
            <a:r>
              <a:rPr lang="en-US"/>
              <a:t>JNL689</a:t>
            </a:r>
            <a:endParaRPr/>
          </a:p>
        </p:txBody>
      </p:sp>
      <p:sp>
        <p:nvSpPr>
          <p:cNvPr id="1094" name="Google Shape;1094;g26b641b03cd_0_204"/>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3600"/>
              <a:buNone/>
            </a:pPr>
            <a:r>
              <a:rPr lang="en-US"/>
              <a:t>Build a Decodable Word</a:t>
            </a:r>
            <a:endParaRPr/>
          </a:p>
        </p:txBody>
      </p:sp>
      <p:pic>
        <p:nvPicPr>
          <p:cNvPr id="1095" name="Google Shape;1095;g26b641b03cd_0_204" title="JNL689-45B.png"/>
          <p:cNvPicPr preferRelativeResize="0"/>
          <p:nvPr/>
        </p:nvPicPr>
        <p:blipFill rotWithShape="1">
          <a:blip r:embed="rId3">
            <a:alphaModFix/>
          </a:blip>
          <a:srcRect b="0" l="149" r="159" t="0"/>
          <a:stretch/>
        </p:blipFill>
        <p:spPr>
          <a:xfrm>
            <a:off x="2859278" y="1109924"/>
            <a:ext cx="3425168" cy="4114800"/>
          </a:xfrm>
          <a:prstGeom prst="rect">
            <a:avLst/>
          </a:prstGeom>
          <a:noFill/>
          <a:ln>
            <a:noFill/>
          </a:ln>
          <a:effectLst>
            <a:outerShdw blurRad="114300" rotWithShape="0" algn="bl" dir="5400000" dist="19050">
              <a:srgbClr val="000000">
                <a:alpha val="20000"/>
              </a:srgbClr>
            </a:outerShdw>
          </a:effectLst>
        </p:spPr>
      </p:pic>
      <p:sp>
        <p:nvSpPr>
          <p:cNvPr id="1096" name="Google Shape;1096;g26b641b03cd_0_204"/>
          <p:cNvSpPr txBox="1"/>
          <p:nvPr>
            <p:ph idx="1" type="subTitle"/>
          </p:nvPr>
        </p:nvSpPr>
        <p:spPr>
          <a:xfrm>
            <a:off x="1360463" y="708030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BACK</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1" name="Shape 1101"/>
        <p:cNvGrpSpPr/>
        <p:nvPr/>
      </p:nvGrpSpPr>
      <p:grpSpPr>
        <a:xfrm>
          <a:off x="0" y="0"/>
          <a:ext cx="0" cy="0"/>
          <a:chOff x="0" y="0"/>
          <a:chExt cx="0" cy="0"/>
        </a:xfrm>
      </p:grpSpPr>
      <p:sp>
        <p:nvSpPr>
          <p:cNvPr id="1102" name="Google Shape;1102;g2c186218c5a_0_48"/>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USING </a:t>
            </a:r>
            <a:r>
              <a:rPr lang="en-US"/>
              <a:t>JNL689</a:t>
            </a:r>
            <a:endParaRPr/>
          </a:p>
        </p:txBody>
      </p:sp>
      <p:sp>
        <p:nvSpPr>
          <p:cNvPr id="1103" name="Google Shape;1103;g2c186218c5a_0_48"/>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3600"/>
              <a:buNone/>
            </a:pPr>
            <a:r>
              <a:rPr lang="en-US"/>
              <a:t>Build a Decodable Word</a:t>
            </a:r>
            <a:endParaRPr/>
          </a:p>
        </p:txBody>
      </p:sp>
      <p:pic>
        <p:nvPicPr>
          <p:cNvPr id="1104" name="Google Shape;1104;g2c186218c5a_0_48" title="JNL689-45F.png"/>
          <p:cNvPicPr preferRelativeResize="0"/>
          <p:nvPr/>
        </p:nvPicPr>
        <p:blipFill rotWithShape="1">
          <a:blip r:embed="rId3">
            <a:alphaModFix/>
          </a:blip>
          <a:srcRect b="0" l="149" r="159" t="0"/>
          <a:stretch/>
        </p:blipFill>
        <p:spPr>
          <a:xfrm>
            <a:off x="2859278" y="1109924"/>
            <a:ext cx="3425168" cy="4114800"/>
          </a:xfrm>
          <a:prstGeom prst="rect">
            <a:avLst/>
          </a:prstGeom>
          <a:noFill/>
          <a:ln>
            <a:noFill/>
          </a:ln>
          <a:effectLst>
            <a:outerShdw blurRad="114300" rotWithShape="0" algn="bl" dir="5400000" dist="19050">
              <a:srgbClr val="000000">
                <a:alpha val="20000"/>
              </a:srgbClr>
            </a:outerShdw>
          </a:effectLst>
        </p:spPr>
      </p:pic>
      <p:sp>
        <p:nvSpPr>
          <p:cNvPr id="1105" name="Google Shape;1105;g2c186218c5a_0_48"/>
          <p:cNvSpPr txBox="1"/>
          <p:nvPr>
            <p:ph idx="1" type="subTitle"/>
          </p:nvPr>
        </p:nvSpPr>
        <p:spPr>
          <a:xfrm>
            <a:off x="1360463" y="708030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FRONT</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0" name="Shape 1110"/>
        <p:cNvGrpSpPr/>
        <p:nvPr/>
      </p:nvGrpSpPr>
      <p:grpSpPr>
        <a:xfrm>
          <a:off x="0" y="0"/>
          <a:ext cx="0" cy="0"/>
          <a:chOff x="0" y="0"/>
          <a:chExt cx="0" cy="0"/>
        </a:xfrm>
      </p:grpSpPr>
      <p:sp>
        <p:nvSpPr>
          <p:cNvPr id="1111" name="Google Shape;1111;g26b641b03cd_0_213"/>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USING </a:t>
            </a:r>
            <a:r>
              <a:rPr lang="en-US"/>
              <a:t>JNL692</a:t>
            </a:r>
            <a:endParaRPr/>
          </a:p>
        </p:txBody>
      </p:sp>
      <p:sp>
        <p:nvSpPr>
          <p:cNvPr id="1112" name="Google Shape;1112;g26b641b03cd_0_213"/>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3600"/>
              <a:buNone/>
            </a:pPr>
            <a:r>
              <a:rPr lang="en-US"/>
              <a:t>Practise</a:t>
            </a:r>
            <a:r>
              <a:rPr lang="en-US"/>
              <a:t> with Alien Words</a:t>
            </a:r>
            <a:endParaRPr/>
          </a:p>
        </p:txBody>
      </p:sp>
      <p:pic>
        <p:nvPicPr>
          <p:cNvPr id="1113" name="Google Shape;1113;g26b641b03cd_0_213" title="JNL692-45B.png"/>
          <p:cNvPicPr preferRelativeResize="0"/>
          <p:nvPr/>
        </p:nvPicPr>
        <p:blipFill rotWithShape="1">
          <a:blip r:embed="rId3">
            <a:alphaModFix/>
          </a:blip>
          <a:srcRect b="0" l="228" r="228" t="0"/>
          <a:stretch/>
        </p:blipFill>
        <p:spPr>
          <a:xfrm>
            <a:off x="3273063" y="1365375"/>
            <a:ext cx="2597600" cy="3621551"/>
          </a:xfrm>
          <a:prstGeom prst="rect">
            <a:avLst/>
          </a:prstGeom>
          <a:noFill/>
          <a:ln>
            <a:noFill/>
          </a:ln>
          <a:effectLst>
            <a:outerShdw blurRad="85725" rotWithShape="0" algn="bl" dir="5400000" dist="19050">
              <a:srgbClr val="000000">
                <a:alpha val="20000"/>
              </a:srgbClr>
            </a:outerShdw>
          </a:effectLst>
        </p:spPr>
      </p:pic>
      <p:sp>
        <p:nvSpPr>
          <p:cNvPr id="1114" name="Google Shape;1114;g26b641b03cd_0_213"/>
          <p:cNvSpPr txBox="1"/>
          <p:nvPr>
            <p:ph idx="1" type="subTitle"/>
          </p:nvPr>
        </p:nvSpPr>
        <p:spPr>
          <a:xfrm>
            <a:off x="1360463" y="708030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BACK</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9" name="Shape 1119"/>
        <p:cNvGrpSpPr/>
        <p:nvPr/>
      </p:nvGrpSpPr>
      <p:grpSpPr>
        <a:xfrm>
          <a:off x="0" y="0"/>
          <a:ext cx="0" cy="0"/>
          <a:chOff x="0" y="0"/>
          <a:chExt cx="0" cy="0"/>
        </a:xfrm>
      </p:grpSpPr>
      <p:sp>
        <p:nvSpPr>
          <p:cNvPr id="1120" name="Google Shape;1120;g2c186218c5a_0_149"/>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USING </a:t>
            </a:r>
            <a:r>
              <a:rPr lang="en-US"/>
              <a:t>JNL692</a:t>
            </a:r>
            <a:endParaRPr/>
          </a:p>
        </p:txBody>
      </p:sp>
      <p:sp>
        <p:nvSpPr>
          <p:cNvPr id="1121" name="Google Shape;1121;g2c186218c5a_0_149"/>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3600"/>
              <a:buNone/>
            </a:pPr>
            <a:r>
              <a:rPr lang="en-US"/>
              <a:t>Practise</a:t>
            </a:r>
            <a:r>
              <a:rPr lang="en-US"/>
              <a:t> with Alien Words</a:t>
            </a:r>
            <a:endParaRPr/>
          </a:p>
        </p:txBody>
      </p:sp>
      <p:pic>
        <p:nvPicPr>
          <p:cNvPr id="1122" name="Google Shape;1122;g2c186218c5a_0_149" title="JNL692-45F.png"/>
          <p:cNvPicPr preferRelativeResize="0"/>
          <p:nvPr/>
        </p:nvPicPr>
        <p:blipFill rotWithShape="1">
          <a:blip r:embed="rId3">
            <a:alphaModFix/>
          </a:blip>
          <a:srcRect b="0" l="228" r="228" t="0"/>
          <a:stretch/>
        </p:blipFill>
        <p:spPr>
          <a:xfrm>
            <a:off x="3273063" y="1365375"/>
            <a:ext cx="2597600" cy="3621551"/>
          </a:xfrm>
          <a:prstGeom prst="rect">
            <a:avLst/>
          </a:prstGeom>
          <a:noFill/>
          <a:ln>
            <a:noFill/>
          </a:ln>
          <a:effectLst>
            <a:outerShdw blurRad="85725" rotWithShape="0" algn="bl" dir="5400000" dist="19050">
              <a:srgbClr val="000000">
                <a:alpha val="20000"/>
              </a:srgbClr>
            </a:outerShdw>
          </a:effectLst>
        </p:spPr>
      </p:pic>
      <p:sp>
        <p:nvSpPr>
          <p:cNvPr id="1123" name="Google Shape;1123;g2c186218c5a_0_149"/>
          <p:cNvSpPr txBox="1"/>
          <p:nvPr>
            <p:ph idx="1" type="subTitle"/>
          </p:nvPr>
        </p:nvSpPr>
        <p:spPr>
          <a:xfrm>
            <a:off x="1360463" y="708030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FRONT</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8" name="Shape 1128"/>
        <p:cNvGrpSpPr/>
        <p:nvPr/>
      </p:nvGrpSpPr>
      <p:grpSpPr>
        <a:xfrm>
          <a:off x="0" y="0"/>
          <a:ext cx="0" cy="0"/>
          <a:chOff x="0" y="0"/>
          <a:chExt cx="0" cy="0"/>
        </a:xfrm>
      </p:grpSpPr>
      <p:sp>
        <p:nvSpPr>
          <p:cNvPr id="1129" name="Google Shape;1129;g26b641b03cd_0_301"/>
          <p:cNvSpPr txBox="1"/>
          <p:nvPr>
            <p:ph type="title"/>
          </p:nvPr>
        </p:nvSpPr>
        <p:spPr>
          <a:xfrm>
            <a:off x="576425" y="5568500"/>
            <a:ext cx="7991100" cy="6912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4000"/>
              <a:buNone/>
            </a:pPr>
            <a:r>
              <a:rPr lang="en-US"/>
              <a:t>Practise</a:t>
            </a:r>
            <a:r>
              <a:rPr lang="en-US"/>
              <a:t> </a:t>
            </a:r>
            <a:r>
              <a:rPr lang="en-US"/>
              <a:t>Common Exception Word</a:t>
            </a:r>
            <a:r>
              <a:rPr lang="en-US"/>
              <a:t>s</a:t>
            </a:r>
            <a:endParaRPr/>
          </a:p>
        </p:txBody>
      </p:sp>
      <p:sp>
        <p:nvSpPr>
          <p:cNvPr id="1130" name="Google Shape;1130;g26b641b03cd_0_301"/>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USING </a:t>
            </a:r>
            <a:r>
              <a:rPr lang="en-US"/>
              <a:t>JNL687</a:t>
            </a:r>
            <a:endParaRPr/>
          </a:p>
        </p:txBody>
      </p:sp>
      <p:sp>
        <p:nvSpPr>
          <p:cNvPr id="1131" name="Google Shape;1131;g26b641b03cd_0_301"/>
          <p:cNvSpPr txBox="1"/>
          <p:nvPr>
            <p:ph idx="1" type="subTitle"/>
          </p:nvPr>
        </p:nvSpPr>
        <p:spPr>
          <a:xfrm>
            <a:off x="1360463" y="708030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FRONT</a:t>
            </a:r>
            <a:endParaRPr/>
          </a:p>
        </p:txBody>
      </p:sp>
      <p:pic>
        <p:nvPicPr>
          <p:cNvPr id="1132" name="Google Shape;1132;g26b641b03cd_0_301" title="JNL687-27F.png"/>
          <p:cNvPicPr preferRelativeResize="0"/>
          <p:nvPr/>
        </p:nvPicPr>
        <p:blipFill rotWithShape="1">
          <a:blip r:embed="rId3">
            <a:alphaModFix/>
          </a:blip>
          <a:srcRect b="29" l="0" r="0" t="19"/>
          <a:stretch/>
        </p:blipFill>
        <p:spPr>
          <a:xfrm>
            <a:off x="2122875" y="1417100"/>
            <a:ext cx="4898249" cy="3500450"/>
          </a:xfrm>
          <a:prstGeom prst="rect">
            <a:avLst/>
          </a:prstGeom>
          <a:noFill/>
          <a:ln>
            <a:noFill/>
          </a:ln>
          <a:effectLst>
            <a:outerShdw blurRad="57150" rotWithShape="0" algn="bl" dir="5400000" dist="19050">
              <a:srgbClr val="000000">
                <a:alpha val="20000"/>
              </a:srgbClr>
            </a:outerShdw>
          </a:effectLst>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7" name="Shape 1137"/>
        <p:cNvGrpSpPr/>
        <p:nvPr/>
      </p:nvGrpSpPr>
      <p:grpSpPr>
        <a:xfrm>
          <a:off x="0" y="0"/>
          <a:ext cx="0" cy="0"/>
          <a:chOff x="0" y="0"/>
          <a:chExt cx="0" cy="0"/>
        </a:xfrm>
      </p:grpSpPr>
      <p:sp>
        <p:nvSpPr>
          <p:cNvPr id="1138" name="Google Shape;1138;g26b641b03cd_0_308"/>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USING </a:t>
            </a:r>
            <a:r>
              <a:rPr lang="en-US"/>
              <a:t>JNL687</a:t>
            </a:r>
            <a:endParaRPr/>
          </a:p>
        </p:txBody>
      </p:sp>
      <p:sp>
        <p:nvSpPr>
          <p:cNvPr id="1139" name="Google Shape;1139;g26b641b03cd_0_308"/>
          <p:cNvSpPr txBox="1"/>
          <p:nvPr>
            <p:ph idx="1" type="subTitle"/>
          </p:nvPr>
        </p:nvSpPr>
        <p:spPr>
          <a:xfrm>
            <a:off x="1360463" y="708030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BACK</a:t>
            </a:r>
            <a:endParaRPr/>
          </a:p>
        </p:txBody>
      </p:sp>
      <p:sp>
        <p:nvSpPr>
          <p:cNvPr id="1140" name="Google Shape;1140;g26b641b03cd_0_308"/>
          <p:cNvSpPr txBox="1"/>
          <p:nvPr>
            <p:ph type="title"/>
          </p:nvPr>
        </p:nvSpPr>
        <p:spPr>
          <a:xfrm>
            <a:off x="583075" y="5568500"/>
            <a:ext cx="7977900" cy="6912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4000"/>
              <a:buNone/>
            </a:pPr>
            <a:r>
              <a:rPr lang="en-US"/>
              <a:t>Practise</a:t>
            </a:r>
            <a:r>
              <a:rPr lang="en-US"/>
              <a:t> </a:t>
            </a:r>
            <a:r>
              <a:rPr lang="en-US"/>
              <a:t>Common Exception Word</a:t>
            </a:r>
            <a:r>
              <a:rPr lang="en-US"/>
              <a:t>s</a:t>
            </a:r>
            <a:endParaRPr/>
          </a:p>
        </p:txBody>
      </p:sp>
      <p:pic>
        <p:nvPicPr>
          <p:cNvPr id="1141" name="Google Shape;1141;g26b641b03cd_0_308" title="JNL687-27B.png"/>
          <p:cNvPicPr preferRelativeResize="0"/>
          <p:nvPr/>
        </p:nvPicPr>
        <p:blipFill rotWithShape="1">
          <a:blip r:embed="rId3">
            <a:alphaModFix/>
          </a:blip>
          <a:srcRect b="29" l="0" r="0" t="19"/>
          <a:stretch/>
        </p:blipFill>
        <p:spPr>
          <a:xfrm>
            <a:off x="2122875" y="1417100"/>
            <a:ext cx="4898249" cy="3500450"/>
          </a:xfrm>
          <a:prstGeom prst="rect">
            <a:avLst/>
          </a:prstGeom>
          <a:noFill/>
          <a:ln>
            <a:noFill/>
          </a:ln>
          <a:effectLst>
            <a:outerShdw blurRad="57150" rotWithShape="0" algn="bl" dir="5400000" dist="19050">
              <a:srgbClr val="000000">
                <a:alpha val="20000"/>
              </a:srgbClr>
            </a:outerShdw>
          </a:effectLst>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6" name="Shape 1146"/>
        <p:cNvGrpSpPr/>
        <p:nvPr/>
      </p:nvGrpSpPr>
      <p:grpSpPr>
        <a:xfrm>
          <a:off x="0" y="0"/>
          <a:ext cx="0" cy="0"/>
          <a:chOff x="0" y="0"/>
          <a:chExt cx="0" cy="0"/>
        </a:xfrm>
      </p:grpSpPr>
      <p:sp>
        <p:nvSpPr>
          <p:cNvPr id="1147" name="Google Shape;1147;g1f3daf8a844_0_64"/>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48" name="Google Shape;1148;g1f3daf8a844_0_64"/>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3600"/>
              <a:buNone/>
            </a:pPr>
            <a:r>
              <a:rPr lang="en-US"/>
              <a:t>Practise</a:t>
            </a:r>
            <a:r>
              <a:rPr lang="en-US"/>
              <a:t> Building Words</a:t>
            </a:r>
            <a:endParaRPr/>
          </a:p>
        </p:txBody>
      </p:sp>
      <p:grpSp>
        <p:nvGrpSpPr>
          <p:cNvPr id="1149" name="Google Shape;1149;g1f3daf8a844_0_64"/>
          <p:cNvGrpSpPr/>
          <p:nvPr/>
        </p:nvGrpSpPr>
        <p:grpSpPr>
          <a:xfrm>
            <a:off x="3024000" y="209875"/>
            <a:ext cx="3096000" cy="454800"/>
            <a:chOff x="3024000" y="209875"/>
            <a:chExt cx="3096000" cy="454800"/>
          </a:xfrm>
        </p:grpSpPr>
        <p:sp>
          <p:nvSpPr>
            <p:cNvPr id="1150" name="Google Shape;1150;g1f3daf8a844_0_64"/>
            <p:cNvSpPr/>
            <p:nvPr/>
          </p:nvSpPr>
          <p:spPr>
            <a:xfrm>
              <a:off x="3064325" y="209875"/>
              <a:ext cx="3015300" cy="4548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151" name="Google Shape;1151;g1f3daf8a844_0_64"/>
            <p:cNvSpPr/>
            <p:nvPr/>
          </p:nvSpPr>
          <p:spPr>
            <a:xfrm>
              <a:off x="3024000"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b="0" i="0" lang="en-US" sz="1600" u="none" cap="none" strike="noStrike">
                  <a:solidFill>
                    <a:srgbClr val="D8D8D8"/>
                  </a:solidFill>
                  <a:latin typeface="Poppins Medium"/>
                  <a:ea typeface="Poppins Medium"/>
                  <a:cs typeface="Poppins Medium"/>
                  <a:sym typeface="Poppins Medium"/>
                </a:rPr>
                <a:t> – 10MINS</a:t>
              </a:r>
              <a:endParaRPr b="0" i="0" sz="1400" u="none" cap="none" strike="noStrike">
                <a:solidFill>
                  <a:srgbClr val="000000"/>
                </a:solidFill>
                <a:latin typeface="Arial"/>
                <a:ea typeface="Arial"/>
                <a:cs typeface="Arial"/>
                <a:sym typeface="Arial"/>
              </a:endParaRPr>
            </a:p>
          </p:txBody>
        </p:sp>
        <p:pic>
          <p:nvPicPr>
            <p:cNvPr id="1152" name="Google Shape;1152;g1f3daf8a844_0_64"/>
            <p:cNvPicPr preferRelativeResize="0"/>
            <p:nvPr/>
          </p:nvPicPr>
          <p:blipFill rotWithShape="1">
            <a:blip r:embed="rId3">
              <a:alphaModFix/>
            </a:blip>
            <a:srcRect b="0" l="0" r="0" t="0"/>
            <a:stretch/>
          </p:blipFill>
          <p:spPr>
            <a:xfrm>
              <a:off x="3278989" y="302008"/>
              <a:ext cx="214317" cy="246300"/>
            </a:xfrm>
            <a:prstGeom prst="rect">
              <a:avLst/>
            </a:prstGeom>
            <a:noFill/>
            <a:ln>
              <a:noFill/>
            </a:ln>
          </p:spPr>
        </p:pic>
      </p:grpSp>
      <p:cxnSp>
        <p:nvCxnSpPr>
          <p:cNvPr id="1153" name="Google Shape;1153;g1f3daf8a844_0_64"/>
          <p:cNvCxnSpPr/>
          <p:nvPr/>
        </p:nvCxnSpPr>
        <p:spPr>
          <a:xfrm>
            <a:off x="1181100" y="4473239"/>
            <a:ext cx="6781800" cy="0"/>
          </a:xfrm>
          <a:prstGeom prst="straightConnector1">
            <a:avLst/>
          </a:prstGeom>
          <a:noFill/>
          <a:ln cap="flat" cmpd="sng" w="28575">
            <a:solidFill>
              <a:srgbClr val="C2EDFF"/>
            </a:solidFill>
            <a:prstDash val="lgDash"/>
            <a:miter lim="800000"/>
            <a:headEnd len="sm" w="sm" type="none"/>
            <a:tailEnd len="sm" w="sm" type="none"/>
          </a:ln>
        </p:spPr>
      </p:cxnSp>
      <p:cxnSp>
        <p:nvCxnSpPr>
          <p:cNvPr id="1154" name="Google Shape;1154;g1f3daf8a844_0_64"/>
          <p:cNvCxnSpPr/>
          <p:nvPr/>
        </p:nvCxnSpPr>
        <p:spPr>
          <a:xfrm>
            <a:off x="1181100" y="4225358"/>
            <a:ext cx="6781800" cy="0"/>
          </a:xfrm>
          <a:prstGeom prst="straightConnector1">
            <a:avLst/>
          </a:prstGeom>
          <a:noFill/>
          <a:ln cap="flat" cmpd="sng" w="28575">
            <a:solidFill>
              <a:srgbClr val="C2EDFF"/>
            </a:solidFill>
            <a:prstDash val="lgDash"/>
            <a:miter lim="800000"/>
            <a:headEnd len="sm" w="sm" type="none"/>
            <a:tailEnd len="sm" w="sm" type="none"/>
          </a:ln>
        </p:spPr>
      </p:cxnSp>
      <p:cxnSp>
        <p:nvCxnSpPr>
          <p:cNvPr id="1155" name="Google Shape;1155;g1f3daf8a844_0_64"/>
          <p:cNvCxnSpPr/>
          <p:nvPr/>
        </p:nvCxnSpPr>
        <p:spPr>
          <a:xfrm>
            <a:off x="1181100" y="4848175"/>
            <a:ext cx="6781800" cy="0"/>
          </a:xfrm>
          <a:prstGeom prst="straightConnector1">
            <a:avLst/>
          </a:prstGeom>
          <a:noFill/>
          <a:ln cap="flat" cmpd="sng" w="28575">
            <a:solidFill>
              <a:srgbClr val="C2EDFF"/>
            </a:solidFill>
            <a:prstDash val="solid"/>
            <a:miter lim="800000"/>
            <a:headEnd len="sm" w="sm" type="none"/>
            <a:tailEnd len="sm" w="sm" type="none"/>
          </a:ln>
        </p:spPr>
      </p:cxnSp>
      <p:cxnSp>
        <p:nvCxnSpPr>
          <p:cNvPr id="1156" name="Google Shape;1156;g1f3daf8a844_0_64"/>
          <p:cNvCxnSpPr/>
          <p:nvPr/>
        </p:nvCxnSpPr>
        <p:spPr>
          <a:xfrm>
            <a:off x="1181100" y="5000333"/>
            <a:ext cx="6781800" cy="0"/>
          </a:xfrm>
          <a:prstGeom prst="straightConnector1">
            <a:avLst/>
          </a:prstGeom>
          <a:noFill/>
          <a:ln cap="flat" cmpd="sng" w="28575">
            <a:solidFill>
              <a:srgbClr val="C2EDFF"/>
            </a:solidFill>
            <a:prstDash val="lgDash"/>
            <a:miter lim="800000"/>
            <a:headEnd len="sm" w="sm" type="none"/>
            <a:tailEnd len="sm" w="sm" type="none"/>
          </a:ln>
        </p:spPr>
      </p:cxnSp>
      <p:sp>
        <p:nvSpPr>
          <p:cNvPr id="1157" name="Google Shape;1157;g1f3daf8a844_0_64"/>
          <p:cNvSpPr txBox="1"/>
          <p:nvPr/>
        </p:nvSpPr>
        <p:spPr>
          <a:xfrm>
            <a:off x="2333951" y="960050"/>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p</a:t>
            </a:r>
            <a:endParaRPr b="0" i="0" sz="5500" u="none" cap="none" strike="noStrike">
              <a:solidFill>
                <a:srgbClr val="2356AF"/>
              </a:solidFill>
              <a:latin typeface="Jost"/>
              <a:ea typeface="Jost"/>
              <a:cs typeface="Jost"/>
              <a:sym typeface="Jost"/>
            </a:endParaRPr>
          </a:p>
        </p:txBody>
      </p:sp>
      <p:sp>
        <p:nvSpPr>
          <p:cNvPr id="1158" name="Google Shape;1158;g1f3daf8a844_0_64"/>
          <p:cNvSpPr txBox="1"/>
          <p:nvPr/>
        </p:nvSpPr>
        <p:spPr>
          <a:xfrm>
            <a:off x="5792506" y="960050"/>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ED1C24"/>
                </a:solidFill>
                <a:latin typeface="Jost"/>
                <a:ea typeface="Jost"/>
                <a:cs typeface="Jost"/>
                <a:sym typeface="Jost"/>
              </a:rPr>
              <a:t>e</a:t>
            </a:r>
            <a:endParaRPr b="0" i="0" sz="5500" u="none" cap="none" strike="noStrike">
              <a:solidFill>
                <a:srgbClr val="ED1C24"/>
              </a:solidFill>
              <a:latin typeface="Jost"/>
              <a:ea typeface="Jost"/>
              <a:cs typeface="Jost"/>
              <a:sym typeface="Jost"/>
            </a:endParaRPr>
          </a:p>
        </p:txBody>
      </p:sp>
      <p:sp>
        <p:nvSpPr>
          <p:cNvPr id="1159" name="Google Shape;1159;g1f3daf8a844_0_64"/>
          <p:cNvSpPr txBox="1"/>
          <p:nvPr/>
        </p:nvSpPr>
        <p:spPr>
          <a:xfrm>
            <a:off x="1181100" y="960050"/>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4600" u="none" cap="none" strike="noStrike">
                <a:solidFill>
                  <a:srgbClr val="993FA2"/>
                </a:solidFill>
                <a:latin typeface="Poppins"/>
                <a:ea typeface="Poppins"/>
                <a:cs typeface="Poppins"/>
                <a:sym typeface="Poppins"/>
              </a:rPr>
              <a:t>a</a:t>
            </a:r>
            <a:r>
              <a:rPr b="0" i="0" lang="en-US" sz="5500" u="none" cap="none" strike="noStrike">
                <a:solidFill>
                  <a:srgbClr val="993FA2"/>
                </a:solidFill>
                <a:latin typeface="Jost"/>
                <a:ea typeface="Jost"/>
                <a:cs typeface="Jost"/>
                <a:sym typeface="Jost"/>
              </a:rPr>
              <a:t>ir</a:t>
            </a:r>
            <a:endParaRPr b="0" i="0" sz="5500" u="none" cap="none" strike="noStrike">
              <a:solidFill>
                <a:srgbClr val="993FA2"/>
              </a:solidFill>
              <a:latin typeface="Jost"/>
              <a:ea typeface="Jost"/>
              <a:cs typeface="Jost"/>
              <a:sym typeface="Jost"/>
            </a:endParaRPr>
          </a:p>
        </p:txBody>
      </p:sp>
      <p:sp>
        <p:nvSpPr>
          <p:cNvPr id="1160" name="Google Shape;1160;g1f3daf8a844_0_64"/>
          <p:cNvSpPr txBox="1"/>
          <p:nvPr/>
        </p:nvSpPr>
        <p:spPr>
          <a:xfrm>
            <a:off x="4639654" y="960050"/>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r</a:t>
            </a:r>
            <a:endParaRPr b="0" i="0" sz="5500" u="none" cap="none" strike="noStrike">
              <a:solidFill>
                <a:srgbClr val="2356AF"/>
              </a:solidFill>
              <a:latin typeface="Jost"/>
              <a:ea typeface="Jost"/>
              <a:cs typeface="Jost"/>
              <a:sym typeface="Jost"/>
            </a:endParaRPr>
          </a:p>
        </p:txBody>
      </p:sp>
      <p:sp>
        <p:nvSpPr>
          <p:cNvPr id="1161" name="Google Shape;1161;g1f3daf8a844_0_64"/>
          <p:cNvSpPr txBox="1"/>
          <p:nvPr/>
        </p:nvSpPr>
        <p:spPr>
          <a:xfrm>
            <a:off x="6945355" y="960050"/>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s</a:t>
            </a:r>
            <a:endParaRPr b="0" i="0" sz="5500" u="none" cap="none" strike="noStrike">
              <a:solidFill>
                <a:srgbClr val="2356AF"/>
              </a:solidFill>
              <a:latin typeface="Jost"/>
              <a:ea typeface="Jost"/>
              <a:cs typeface="Jost"/>
              <a:sym typeface="Jost"/>
            </a:endParaRPr>
          </a:p>
        </p:txBody>
      </p:sp>
      <p:sp>
        <p:nvSpPr>
          <p:cNvPr id="1162" name="Google Shape;1162;g1f3daf8a844_0_64"/>
          <p:cNvSpPr txBox="1"/>
          <p:nvPr/>
        </p:nvSpPr>
        <p:spPr>
          <a:xfrm>
            <a:off x="3486774" y="2160375"/>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s</a:t>
            </a:r>
            <a:endParaRPr b="0" i="0" sz="5500" u="none" cap="none" strike="noStrike">
              <a:solidFill>
                <a:srgbClr val="2356AF"/>
              </a:solidFill>
              <a:latin typeface="Jost"/>
              <a:ea typeface="Jost"/>
              <a:cs typeface="Jost"/>
              <a:sym typeface="Jost"/>
            </a:endParaRPr>
          </a:p>
        </p:txBody>
      </p:sp>
      <p:sp>
        <p:nvSpPr>
          <p:cNvPr id="1163" name="Google Shape;1163;g1f3daf8a844_0_64"/>
          <p:cNvSpPr txBox="1"/>
          <p:nvPr/>
        </p:nvSpPr>
        <p:spPr>
          <a:xfrm>
            <a:off x="2333923" y="2160375"/>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t</a:t>
            </a:r>
            <a:endParaRPr b="0" i="0" sz="5500" u="none" cap="none" strike="noStrike">
              <a:solidFill>
                <a:srgbClr val="2356AF"/>
              </a:solidFill>
              <a:latin typeface="Jost"/>
              <a:ea typeface="Jost"/>
              <a:cs typeface="Jost"/>
              <a:sym typeface="Jost"/>
            </a:endParaRPr>
          </a:p>
        </p:txBody>
      </p:sp>
      <p:sp>
        <p:nvSpPr>
          <p:cNvPr id="1164" name="Google Shape;1164;g1f3daf8a844_0_64"/>
          <p:cNvSpPr txBox="1"/>
          <p:nvPr/>
        </p:nvSpPr>
        <p:spPr>
          <a:xfrm>
            <a:off x="4639626" y="2160375"/>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d</a:t>
            </a:r>
            <a:endParaRPr b="0" i="0" sz="5500" u="none" cap="none" strike="noStrike">
              <a:solidFill>
                <a:srgbClr val="2356AF"/>
              </a:solidFill>
              <a:latin typeface="Jost"/>
              <a:ea typeface="Jost"/>
              <a:cs typeface="Jost"/>
              <a:sym typeface="Jost"/>
            </a:endParaRPr>
          </a:p>
        </p:txBody>
      </p:sp>
      <p:sp>
        <p:nvSpPr>
          <p:cNvPr id="1165" name="Google Shape;1165;g1f3daf8a844_0_64"/>
          <p:cNvSpPr txBox="1"/>
          <p:nvPr/>
        </p:nvSpPr>
        <p:spPr>
          <a:xfrm>
            <a:off x="5792477" y="2160375"/>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y</a:t>
            </a:r>
            <a:endParaRPr b="0" i="0" sz="5500" u="none" cap="none" strike="noStrike">
              <a:solidFill>
                <a:srgbClr val="2356AF"/>
              </a:solidFill>
              <a:latin typeface="Jost"/>
              <a:ea typeface="Jost"/>
              <a:cs typeface="Jost"/>
              <a:sym typeface="Jost"/>
            </a:endParaRPr>
          </a:p>
        </p:txBody>
      </p:sp>
      <p:sp>
        <p:nvSpPr>
          <p:cNvPr id="1166" name="Google Shape;1166;g1f3daf8a844_0_64"/>
          <p:cNvSpPr txBox="1"/>
          <p:nvPr/>
        </p:nvSpPr>
        <p:spPr>
          <a:xfrm>
            <a:off x="3486803" y="960050"/>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FFD400"/>
                </a:solidFill>
                <a:latin typeface="Jost"/>
                <a:ea typeface="Jost"/>
                <a:cs typeface="Jost"/>
                <a:sym typeface="Jost"/>
              </a:rPr>
              <a:t>ch</a:t>
            </a:r>
            <a:endParaRPr b="0" i="0" sz="5500" u="none" cap="none" strike="noStrike">
              <a:solidFill>
                <a:srgbClr val="FFD400"/>
              </a:solidFill>
              <a:latin typeface="Jost"/>
              <a:ea typeface="Jost"/>
              <a:cs typeface="Jost"/>
              <a:sym typeface="Jost"/>
            </a:endParaRPr>
          </a:p>
        </p:txBody>
      </p:sp>
      <p:sp>
        <p:nvSpPr>
          <p:cNvPr id="1167" name="Google Shape;1167;g1f3daf8a844_0_64"/>
          <p:cNvSpPr txBox="1"/>
          <p:nvPr>
            <p:ph idx="1" type="subTitle"/>
          </p:nvPr>
        </p:nvSpPr>
        <p:spPr>
          <a:xfrm>
            <a:off x="1360463" y="708030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LAYOUT A</a:t>
            </a:r>
            <a:endParaRPr/>
          </a:p>
        </p:txBody>
      </p:sp>
      <p:cxnSp>
        <p:nvCxnSpPr>
          <p:cNvPr id="1168" name="Google Shape;1168;g1f3daf8a844_0_64"/>
          <p:cNvCxnSpPr/>
          <p:nvPr/>
        </p:nvCxnSpPr>
        <p:spPr>
          <a:xfrm>
            <a:off x="1181100" y="3648525"/>
            <a:ext cx="6781800" cy="0"/>
          </a:xfrm>
          <a:prstGeom prst="straightConnector1">
            <a:avLst/>
          </a:prstGeom>
          <a:noFill/>
          <a:ln cap="flat" cmpd="sng" w="19050">
            <a:solidFill>
              <a:srgbClr val="CFD9EF"/>
            </a:solidFill>
            <a:prstDash val="solid"/>
            <a:miter lim="800000"/>
            <a:headEnd len="sm" w="sm" type="none"/>
            <a:tailEnd len="sm" w="sm" type="none"/>
          </a:ln>
        </p:spPr>
      </p:cxn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3" name="Shape 1173"/>
        <p:cNvGrpSpPr/>
        <p:nvPr/>
      </p:nvGrpSpPr>
      <p:grpSpPr>
        <a:xfrm>
          <a:off x="0" y="0"/>
          <a:ext cx="0" cy="0"/>
          <a:chOff x="0" y="0"/>
          <a:chExt cx="0" cy="0"/>
        </a:xfrm>
      </p:grpSpPr>
      <p:sp>
        <p:nvSpPr>
          <p:cNvPr id="1174" name="Google Shape;1174;g273d54cbfde_0_40"/>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75" name="Google Shape;1175;g273d54cbfde_0_40"/>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3600"/>
              <a:buNone/>
            </a:pPr>
            <a:r>
              <a:rPr lang="en-US"/>
              <a:t>Practise</a:t>
            </a:r>
            <a:r>
              <a:rPr lang="en-US"/>
              <a:t> Building Words</a:t>
            </a:r>
            <a:endParaRPr/>
          </a:p>
        </p:txBody>
      </p:sp>
      <p:grpSp>
        <p:nvGrpSpPr>
          <p:cNvPr id="1176" name="Google Shape;1176;g273d54cbfde_0_40"/>
          <p:cNvGrpSpPr/>
          <p:nvPr/>
        </p:nvGrpSpPr>
        <p:grpSpPr>
          <a:xfrm>
            <a:off x="3024000" y="209875"/>
            <a:ext cx="3096000" cy="454800"/>
            <a:chOff x="3024000" y="209875"/>
            <a:chExt cx="3096000" cy="454800"/>
          </a:xfrm>
        </p:grpSpPr>
        <p:sp>
          <p:nvSpPr>
            <p:cNvPr id="1177" name="Google Shape;1177;g273d54cbfde_0_40"/>
            <p:cNvSpPr/>
            <p:nvPr/>
          </p:nvSpPr>
          <p:spPr>
            <a:xfrm>
              <a:off x="3064325" y="209875"/>
              <a:ext cx="3015300" cy="4548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178" name="Google Shape;1178;g273d54cbfde_0_40"/>
            <p:cNvSpPr/>
            <p:nvPr/>
          </p:nvSpPr>
          <p:spPr>
            <a:xfrm>
              <a:off x="3024000"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b="0" i="0" lang="en-US" sz="1600" u="none" cap="none" strike="noStrike">
                  <a:solidFill>
                    <a:srgbClr val="D8D8D8"/>
                  </a:solidFill>
                  <a:latin typeface="Poppins Medium"/>
                  <a:ea typeface="Poppins Medium"/>
                  <a:cs typeface="Poppins Medium"/>
                  <a:sym typeface="Poppins Medium"/>
                </a:rPr>
                <a:t> – 10MINS</a:t>
              </a:r>
              <a:endParaRPr b="0" i="0" sz="1400" u="none" cap="none" strike="noStrike">
                <a:solidFill>
                  <a:srgbClr val="000000"/>
                </a:solidFill>
                <a:latin typeface="Arial"/>
                <a:ea typeface="Arial"/>
                <a:cs typeface="Arial"/>
                <a:sym typeface="Arial"/>
              </a:endParaRPr>
            </a:p>
          </p:txBody>
        </p:sp>
        <p:pic>
          <p:nvPicPr>
            <p:cNvPr id="1179" name="Google Shape;1179;g273d54cbfde_0_40"/>
            <p:cNvPicPr preferRelativeResize="0"/>
            <p:nvPr/>
          </p:nvPicPr>
          <p:blipFill rotWithShape="1">
            <a:blip r:embed="rId3">
              <a:alphaModFix/>
            </a:blip>
            <a:srcRect b="0" l="0" r="0" t="0"/>
            <a:stretch/>
          </p:blipFill>
          <p:spPr>
            <a:xfrm>
              <a:off x="3278989" y="302008"/>
              <a:ext cx="214317" cy="246300"/>
            </a:xfrm>
            <a:prstGeom prst="rect">
              <a:avLst/>
            </a:prstGeom>
            <a:noFill/>
            <a:ln>
              <a:noFill/>
            </a:ln>
          </p:spPr>
        </p:pic>
      </p:grpSp>
      <p:cxnSp>
        <p:nvCxnSpPr>
          <p:cNvPr id="1180" name="Google Shape;1180;g273d54cbfde_0_40"/>
          <p:cNvCxnSpPr/>
          <p:nvPr/>
        </p:nvCxnSpPr>
        <p:spPr>
          <a:xfrm>
            <a:off x="1181100" y="3919050"/>
            <a:ext cx="6781800" cy="0"/>
          </a:xfrm>
          <a:prstGeom prst="straightConnector1">
            <a:avLst/>
          </a:prstGeom>
          <a:noFill/>
          <a:ln cap="flat" cmpd="sng" w="19050">
            <a:solidFill>
              <a:srgbClr val="CFD9EF"/>
            </a:solidFill>
            <a:prstDash val="solid"/>
            <a:miter lim="800000"/>
            <a:headEnd len="sm" w="sm" type="none"/>
            <a:tailEnd len="sm" w="sm" type="none"/>
          </a:ln>
        </p:spPr>
      </p:cxnSp>
      <p:cxnSp>
        <p:nvCxnSpPr>
          <p:cNvPr id="1181" name="Google Shape;1181;g273d54cbfde_0_40"/>
          <p:cNvCxnSpPr/>
          <p:nvPr/>
        </p:nvCxnSpPr>
        <p:spPr>
          <a:xfrm>
            <a:off x="1181100" y="4473239"/>
            <a:ext cx="6781800" cy="0"/>
          </a:xfrm>
          <a:prstGeom prst="straightConnector1">
            <a:avLst/>
          </a:prstGeom>
          <a:noFill/>
          <a:ln cap="flat" cmpd="sng" w="28575">
            <a:solidFill>
              <a:srgbClr val="C2EDFF"/>
            </a:solidFill>
            <a:prstDash val="lgDash"/>
            <a:miter lim="800000"/>
            <a:headEnd len="sm" w="sm" type="none"/>
            <a:tailEnd len="sm" w="sm" type="none"/>
          </a:ln>
        </p:spPr>
      </p:cxnSp>
      <p:cxnSp>
        <p:nvCxnSpPr>
          <p:cNvPr id="1182" name="Google Shape;1182;g273d54cbfde_0_40"/>
          <p:cNvCxnSpPr/>
          <p:nvPr/>
        </p:nvCxnSpPr>
        <p:spPr>
          <a:xfrm>
            <a:off x="1181100" y="4225358"/>
            <a:ext cx="6781800" cy="0"/>
          </a:xfrm>
          <a:prstGeom prst="straightConnector1">
            <a:avLst/>
          </a:prstGeom>
          <a:noFill/>
          <a:ln cap="flat" cmpd="sng" w="28575">
            <a:solidFill>
              <a:srgbClr val="C2EDFF"/>
            </a:solidFill>
            <a:prstDash val="lgDash"/>
            <a:miter lim="800000"/>
            <a:headEnd len="sm" w="sm" type="none"/>
            <a:tailEnd len="sm" w="sm" type="none"/>
          </a:ln>
        </p:spPr>
      </p:cxnSp>
      <p:cxnSp>
        <p:nvCxnSpPr>
          <p:cNvPr id="1183" name="Google Shape;1183;g273d54cbfde_0_40"/>
          <p:cNvCxnSpPr/>
          <p:nvPr/>
        </p:nvCxnSpPr>
        <p:spPr>
          <a:xfrm>
            <a:off x="1181100" y="4848175"/>
            <a:ext cx="6781800" cy="0"/>
          </a:xfrm>
          <a:prstGeom prst="straightConnector1">
            <a:avLst/>
          </a:prstGeom>
          <a:noFill/>
          <a:ln cap="flat" cmpd="sng" w="28575">
            <a:solidFill>
              <a:srgbClr val="C2EDFF"/>
            </a:solidFill>
            <a:prstDash val="solid"/>
            <a:miter lim="800000"/>
            <a:headEnd len="sm" w="sm" type="none"/>
            <a:tailEnd len="sm" w="sm" type="none"/>
          </a:ln>
        </p:spPr>
      </p:cxnSp>
      <p:cxnSp>
        <p:nvCxnSpPr>
          <p:cNvPr id="1184" name="Google Shape;1184;g273d54cbfde_0_40"/>
          <p:cNvCxnSpPr/>
          <p:nvPr/>
        </p:nvCxnSpPr>
        <p:spPr>
          <a:xfrm>
            <a:off x="1181100" y="5000333"/>
            <a:ext cx="6781800" cy="0"/>
          </a:xfrm>
          <a:prstGeom prst="straightConnector1">
            <a:avLst/>
          </a:prstGeom>
          <a:noFill/>
          <a:ln cap="flat" cmpd="sng" w="28575">
            <a:solidFill>
              <a:srgbClr val="C2EDFF"/>
            </a:solidFill>
            <a:prstDash val="lgDash"/>
            <a:miter lim="800000"/>
            <a:headEnd len="sm" w="sm" type="none"/>
            <a:tailEnd len="sm" w="sm" type="none"/>
          </a:ln>
        </p:spPr>
      </p:cxnSp>
      <p:sp>
        <p:nvSpPr>
          <p:cNvPr id="1185" name="Google Shape;1185;g273d54cbfde_0_40"/>
          <p:cNvSpPr txBox="1"/>
          <p:nvPr/>
        </p:nvSpPr>
        <p:spPr>
          <a:xfrm>
            <a:off x="1193375" y="3501975"/>
            <a:ext cx="6781800" cy="2931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1000"/>
              </a:spcBef>
              <a:spcAft>
                <a:spcPts val="0"/>
              </a:spcAft>
              <a:buClr>
                <a:srgbClr val="000000"/>
              </a:buClr>
              <a:buSzPts val="1800"/>
              <a:buFont typeface="Arial"/>
              <a:buNone/>
            </a:pPr>
            <a:r>
              <a:rPr b="0" i="0" lang="en-US" sz="1600" u="none" cap="none" strike="noStrike">
                <a:solidFill>
                  <a:srgbClr val="B7B7B7"/>
                </a:solidFill>
                <a:latin typeface="Poppins"/>
                <a:ea typeface="Poppins"/>
                <a:cs typeface="Poppins"/>
                <a:sym typeface="Poppins"/>
              </a:rPr>
              <a:t>a</a:t>
            </a:r>
            <a:r>
              <a:rPr b="0" i="0" lang="en-US" sz="1800" u="none" cap="none" strike="noStrike">
                <a:solidFill>
                  <a:srgbClr val="B7B7B7"/>
                </a:solidFill>
                <a:latin typeface="Jost"/>
                <a:ea typeface="Jost"/>
                <a:cs typeface="Jost"/>
                <a:sym typeface="Jost"/>
              </a:rPr>
              <a:t>ir p</a:t>
            </a:r>
            <a:r>
              <a:rPr b="0" i="0" lang="en-US" sz="1600" u="none" cap="none" strike="noStrike">
                <a:solidFill>
                  <a:srgbClr val="B7B7B7"/>
                </a:solidFill>
                <a:latin typeface="Poppins"/>
                <a:ea typeface="Poppins"/>
                <a:cs typeface="Poppins"/>
                <a:sym typeface="Poppins"/>
              </a:rPr>
              <a:t>a</a:t>
            </a:r>
            <a:r>
              <a:rPr b="0" i="0" lang="en-US" sz="1800" u="none" cap="none" strike="noStrike">
                <a:solidFill>
                  <a:srgbClr val="B7B7B7"/>
                </a:solidFill>
                <a:latin typeface="Jost"/>
                <a:ea typeface="Jost"/>
                <a:cs typeface="Jost"/>
                <a:sym typeface="Jost"/>
              </a:rPr>
              <a:t>ir ch</a:t>
            </a:r>
            <a:r>
              <a:rPr b="0" i="0" lang="en-US" sz="1600" u="none" cap="none" strike="noStrike">
                <a:solidFill>
                  <a:srgbClr val="B7B7B7"/>
                </a:solidFill>
                <a:latin typeface="Poppins"/>
                <a:ea typeface="Poppins"/>
                <a:cs typeface="Poppins"/>
                <a:sym typeface="Poppins"/>
              </a:rPr>
              <a:t>a</a:t>
            </a:r>
            <a:r>
              <a:rPr b="0" i="0" lang="en-US" sz="1800" u="none" cap="none" strike="noStrike">
                <a:solidFill>
                  <a:srgbClr val="B7B7B7"/>
                </a:solidFill>
                <a:latin typeface="Jost"/>
                <a:ea typeface="Jost"/>
                <a:cs typeface="Jost"/>
                <a:sym typeface="Jost"/>
              </a:rPr>
              <a:t>ir rep</a:t>
            </a:r>
            <a:r>
              <a:rPr b="0" i="0" lang="en-US" sz="1600" u="none" cap="none" strike="noStrike">
                <a:solidFill>
                  <a:srgbClr val="B7B7B7"/>
                </a:solidFill>
                <a:latin typeface="Poppins"/>
                <a:ea typeface="Poppins"/>
                <a:cs typeface="Poppins"/>
                <a:sym typeface="Poppins"/>
              </a:rPr>
              <a:t>a</a:t>
            </a:r>
            <a:r>
              <a:rPr b="0" i="0" lang="en-US" sz="1800" u="none" cap="none" strike="noStrike">
                <a:solidFill>
                  <a:srgbClr val="B7B7B7"/>
                </a:solidFill>
                <a:latin typeface="Jost"/>
                <a:ea typeface="Jost"/>
                <a:cs typeface="Jost"/>
                <a:sym typeface="Jost"/>
              </a:rPr>
              <a:t>ir st</a:t>
            </a:r>
            <a:r>
              <a:rPr b="0" i="0" lang="en-US" sz="1600" u="none" cap="none" strike="noStrike">
                <a:solidFill>
                  <a:srgbClr val="B7B7B7"/>
                </a:solidFill>
                <a:latin typeface="Poppins"/>
                <a:ea typeface="Poppins"/>
                <a:cs typeface="Poppins"/>
                <a:sym typeface="Poppins"/>
              </a:rPr>
              <a:t>a</a:t>
            </a:r>
            <a:r>
              <a:rPr b="0" i="0" lang="en-US" sz="1800" u="none" cap="none" strike="noStrike">
                <a:solidFill>
                  <a:srgbClr val="B7B7B7"/>
                </a:solidFill>
                <a:latin typeface="Jost"/>
                <a:ea typeface="Jost"/>
                <a:cs typeface="Jost"/>
                <a:sym typeface="Jost"/>
              </a:rPr>
              <a:t>irs d</a:t>
            </a:r>
            <a:r>
              <a:rPr b="0" i="0" lang="en-US" sz="1600" u="none" cap="none" strike="noStrike">
                <a:solidFill>
                  <a:srgbClr val="B7B7B7"/>
                </a:solidFill>
                <a:latin typeface="Poppins"/>
                <a:ea typeface="Poppins"/>
                <a:cs typeface="Poppins"/>
                <a:sym typeface="Poppins"/>
              </a:rPr>
              <a:t>a</a:t>
            </a:r>
            <a:r>
              <a:rPr b="0" i="0" lang="en-US" sz="1800" u="none" cap="none" strike="noStrike">
                <a:solidFill>
                  <a:srgbClr val="B7B7B7"/>
                </a:solidFill>
                <a:latin typeface="Jost"/>
                <a:ea typeface="Jost"/>
                <a:cs typeface="Jost"/>
                <a:sym typeface="Jost"/>
              </a:rPr>
              <a:t>iry</a:t>
            </a:r>
            <a:endParaRPr b="0" i="0" sz="1800" u="none" cap="none" strike="noStrike">
              <a:solidFill>
                <a:srgbClr val="B7B7B7"/>
              </a:solidFill>
              <a:latin typeface="Jost"/>
              <a:ea typeface="Jost"/>
              <a:cs typeface="Jost"/>
              <a:sym typeface="Jost"/>
            </a:endParaRPr>
          </a:p>
        </p:txBody>
      </p:sp>
      <p:sp>
        <p:nvSpPr>
          <p:cNvPr id="1186" name="Google Shape;1186;g273d54cbfde_0_40"/>
          <p:cNvSpPr txBox="1"/>
          <p:nvPr/>
        </p:nvSpPr>
        <p:spPr>
          <a:xfrm>
            <a:off x="2333951" y="960050"/>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p</a:t>
            </a:r>
            <a:endParaRPr b="0" i="0" sz="5500" u="none" cap="none" strike="noStrike">
              <a:solidFill>
                <a:srgbClr val="2356AF"/>
              </a:solidFill>
              <a:latin typeface="Jost"/>
              <a:ea typeface="Jost"/>
              <a:cs typeface="Jost"/>
              <a:sym typeface="Jost"/>
            </a:endParaRPr>
          </a:p>
        </p:txBody>
      </p:sp>
      <p:sp>
        <p:nvSpPr>
          <p:cNvPr id="1187" name="Google Shape;1187;g273d54cbfde_0_40"/>
          <p:cNvSpPr txBox="1"/>
          <p:nvPr/>
        </p:nvSpPr>
        <p:spPr>
          <a:xfrm>
            <a:off x="5792506" y="960050"/>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ED1C24"/>
                </a:solidFill>
                <a:latin typeface="Jost"/>
                <a:ea typeface="Jost"/>
                <a:cs typeface="Jost"/>
                <a:sym typeface="Jost"/>
              </a:rPr>
              <a:t>e</a:t>
            </a:r>
            <a:endParaRPr b="0" i="0" sz="5500" u="none" cap="none" strike="noStrike">
              <a:solidFill>
                <a:srgbClr val="ED1C24"/>
              </a:solidFill>
              <a:latin typeface="Jost"/>
              <a:ea typeface="Jost"/>
              <a:cs typeface="Jost"/>
              <a:sym typeface="Jost"/>
            </a:endParaRPr>
          </a:p>
        </p:txBody>
      </p:sp>
      <p:sp>
        <p:nvSpPr>
          <p:cNvPr id="1188" name="Google Shape;1188;g273d54cbfde_0_40"/>
          <p:cNvSpPr txBox="1"/>
          <p:nvPr/>
        </p:nvSpPr>
        <p:spPr>
          <a:xfrm>
            <a:off x="4639654" y="960050"/>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r</a:t>
            </a:r>
            <a:endParaRPr b="0" i="0" sz="5500" u="none" cap="none" strike="noStrike">
              <a:solidFill>
                <a:srgbClr val="2356AF"/>
              </a:solidFill>
              <a:latin typeface="Jost"/>
              <a:ea typeface="Jost"/>
              <a:cs typeface="Jost"/>
              <a:sym typeface="Jost"/>
            </a:endParaRPr>
          </a:p>
        </p:txBody>
      </p:sp>
      <p:cxnSp>
        <p:nvCxnSpPr>
          <p:cNvPr id="1189" name="Google Shape;1189;g273d54cbfde_0_40"/>
          <p:cNvCxnSpPr/>
          <p:nvPr/>
        </p:nvCxnSpPr>
        <p:spPr>
          <a:xfrm>
            <a:off x="1181100" y="3378000"/>
            <a:ext cx="6781800" cy="0"/>
          </a:xfrm>
          <a:prstGeom prst="straightConnector1">
            <a:avLst/>
          </a:prstGeom>
          <a:noFill/>
          <a:ln cap="flat" cmpd="sng" w="19050">
            <a:solidFill>
              <a:srgbClr val="CFD9EF"/>
            </a:solidFill>
            <a:prstDash val="solid"/>
            <a:miter lim="800000"/>
            <a:headEnd len="sm" w="sm" type="none"/>
            <a:tailEnd len="sm" w="sm" type="none"/>
          </a:ln>
        </p:spPr>
      </p:cxnSp>
      <p:sp>
        <p:nvSpPr>
          <p:cNvPr id="1190" name="Google Shape;1190;g273d54cbfde_0_40"/>
          <p:cNvSpPr txBox="1"/>
          <p:nvPr/>
        </p:nvSpPr>
        <p:spPr>
          <a:xfrm>
            <a:off x="6945355" y="960050"/>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s</a:t>
            </a:r>
            <a:endParaRPr b="0" i="0" sz="5500" u="none" cap="none" strike="noStrike">
              <a:solidFill>
                <a:srgbClr val="2356AF"/>
              </a:solidFill>
              <a:latin typeface="Jost"/>
              <a:ea typeface="Jost"/>
              <a:cs typeface="Jost"/>
              <a:sym typeface="Jost"/>
            </a:endParaRPr>
          </a:p>
        </p:txBody>
      </p:sp>
      <p:sp>
        <p:nvSpPr>
          <p:cNvPr id="1191" name="Google Shape;1191;g273d54cbfde_0_40"/>
          <p:cNvSpPr txBox="1"/>
          <p:nvPr/>
        </p:nvSpPr>
        <p:spPr>
          <a:xfrm>
            <a:off x="3486774" y="2160375"/>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s</a:t>
            </a:r>
            <a:endParaRPr b="0" i="0" sz="5500" u="none" cap="none" strike="noStrike">
              <a:solidFill>
                <a:srgbClr val="2356AF"/>
              </a:solidFill>
              <a:latin typeface="Jost"/>
              <a:ea typeface="Jost"/>
              <a:cs typeface="Jost"/>
              <a:sym typeface="Jost"/>
            </a:endParaRPr>
          </a:p>
        </p:txBody>
      </p:sp>
      <p:sp>
        <p:nvSpPr>
          <p:cNvPr id="1192" name="Google Shape;1192;g273d54cbfde_0_40"/>
          <p:cNvSpPr txBox="1"/>
          <p:nvPr/>
        </p:nvSpPr>
        <p:spPr>
          <a:xfrm>
            <a:off x="2333923" y="2160375"/>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t</a:t>
            </a:r>
            <a:endParaRPr b="0" i="0" sz="5500" u="none" cap="none" strike="noStrike">
              <a:solidFill>
                <a:srgbClr val="2356AF"/>
              </a:solidFill>
              <a:latin typeface="Jost"/>
              <a:ea typeface="Jost"/>
              <a:cs typeface="Jost"/>
              <a:sym typeface="Jost"/>
            </a:endParaRPr>
          </a:p>
        </p:txBody>
      </p:sp>
      <p:sp>
        <p:nvSpPr>
          <p:cNvPr id="1193" name="Google Shape;1193;g273d54cbfde_0_40"/>
          <p:cNvSpPr txBox="1"/>
          <p:nvPr/>
        </p:nvSpPr>
        <p:spPr>
          <a:xfrm>
            <a:off x="4639626" y="2160375"/>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d</a:t>
            </a:r>
            <a:endParaRPr b="0" i="0" sz="5500" u="none" cap="none" strike="noStrike">
              <a:solidFill>
                <a:srgbClr val="2356AF"/>
              </a:solidFill>
              <a:latin typeface="Jost"/>
              <a:ea typeface="Jost"/>
              <a:cs typeface="Jost"/>
              <a:sym typeface="Jost"/>
            </a:endParaRPr>
          </a:p>
        </p:txBody>
      </p:sp>
      <p:sp>
        <p:nvSpPr>
          <p:cNvPr id="1194" name="Google Shape;1194;g273d54cbfde_0_40"/>
          <p:cNvSpPr txBox="1"/>
          <p:nvPr/>
        </p:nvSpPr>
        <p:spPr>
          <a:xfrm>
            <a:off x="5792477" y="2160375"/>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y</a:t>
            </a:r>
            <a:endParaRPr b="0" i="0" sz="5500" u="none" cap="none" strike="noStrike">
              <a:solidFill>
                <a:srgbClr val="2356AF"/>
              </a:solidFill>
              <a:latin typeface="Jost"/>
              <a:ea typeface="Jost"/>
              <a:cs typeface="Jost"/>
              <a:sym typeface="Jost"/>
            </a:endParaRPr>
          </a:p>
        </p:txBody>
      </p:sp>
      <p:sp>
        <p:nvSpPr>
          <p:cNvPr id="1195" name="Google Shape;1195;g273d54cbfde_0_40"/>
          <p:cNvSpPr txBox="1"/>
          <p:nvPr/>
        </p:nvSpPr>
        <p:spPr>
          <a:xfrm>
            <a:off x="3486803" y="960050"/>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FFD400"/>
                </a:solidFill>
                <a:latin typeface="Jost"/>
                <a:ea typeface="Jost"/>
                <a:cs typeface="Jost"/>
                <a:sym typeface="Jost"/>
              </a:rPr>
              <a:t>ch</a:t>
            </a:r>
            <a:endParaRPr b="0" i="0" sz="5500" u="none" cap="none" strike="noStrike">
              <a:solidFill>
                <a:srgbClr val="FFD400"/>
              </a:solidFill>
              <a:latin typeface="Jost"/>
              <a:ea typeface="Jost"/>
              <a:cs typeface="Jost"/>
              <a:sym typeface="Jost"/>
            </a:endParaRPr>
          </a:p>
        </p:txBody>
      </p:sp>
      <p:sp>
        <p:nvSpPr>
          <p:cNvPr id="1196" name="Google Shape;1196;g273d54cbfde_0_40"/>
          <p:cNvSpPr txBox="1"/>
          <p:nvPr>
            <p:ph idx="1" type="subTitle"/>
          </p:nvPr>
        </p:nvSpPr>
        <p:spPr>
          <a:xfrm>
            <a:off x="1360463" y="708030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LAYOUT A</a:t>
            </a:r>
            <a:endParaRPr/>
          </a:p>
        </p:txBody>
      </p:sp>
      <p:sp>
        <p:nvSpPr>
          <p:cNvPr id="1197" name="Google Shape;1197;g273d54cbfde_0_40"/>
          <p:cNvSpPr txBox="1"/>
          <p:nvPr/>
        </p:nvSpPr>
        <p:spPr>
          <a:xfrm>
            <a:off x="1181100" y="960050"/>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4600" u="none" cap="none" strike="noStrike">
                <a:solidFill>
                  <a:srgbClr val="993FA2"/>
                </a:solidFill>
                <a:latin typeface="Poppins"/>
                <a:ea typeface="Poppins"/>
                <a:cs typeface="Poppins"/>
                <a:sym typeface="Poppins"/>
              </a:rPr>
              <a:t>a</a:t>
            </a:r>
            <a:r>
              <a:rPr b="0" i="0" lang="en-US" sz="5500" u="none" cap="none" strike="noStrike">
                <a:solidFill>
                  <a:srgbClr val="993FA2"/>
                </a:solidFill>
                <a:latin typeface="Jost"/>
                <a:ea typeface="Jost"/>
                <a:cs typeface="Jost"/>
                <a:sym typeface="Jost"/>
              </a:rPr>
              <a:t>ir</a:t>
            </a:r>
            <a:endParaRPr b="0" i="0" sz="5500" u="none" cap="none" strike="noStrike">
              <a:solidFill>
                <a:srgbClr val="993FA2"/>
              </a:solidFill>
              <a:latin typeface="Jost"/>
              <a:ea typeface="Jost"/>
              <a:cs typeface="Jost"/>
              <a:sym typeface="Jost"/>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2" name="Shape 1202"/>
        <p:cNvGrpSpPr/>
        <p:nvPr/>
      </p:nvGrpSpPr>
      <p:grpSpPr>
        <a:xfrm>
          <a:off x="0" y="0"/>
          <a:ext cx="0" cy="0"/>
          <a:chOff x="0" y="0"/>
          <a:chExt cx="0" cy="0"/>
        </a:xfrm>
      </p:grpSpPr>
      <p:sp>
        <p:nvSpPr>
          <p:cNvPr id="1203" name="Google Shape;1203;g2c186218c5a_0_126"/>
          <p:cNvSpPr txBox="1"/>
          <p:nvPr>
            <p:ph idx="1" type="subTitle"/>
          </p:nvPr>
        </p:nvSpPr>
        <p:spPr>
          <a:xfrm>
            <a:off x="2521374" y="6081000"/>
            <a:ext cx="6472500" cy="7347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1000"/>
              </a:spcBef>
              <a:spcAft>
                <a:spcPts val="0"/>
              </a:spcAft>
              <a:buSzPts val="1800"/>
              <a:buNone/>
            </a:pPr>
            <a:r>
              <a:rPr lang="en-US"/>
              <a:t>Sound Family /air/; ear - Lesson 82</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208" name="Shape 1208"/>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2021-01-13T00:47:47Z</dcterms:created>
  <dc:creator>Junior Learning</dc:creator>
</cp:coreProperties>
</file>