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Jost" panose="020B0604020202020204" charset="0"/>
      <p:regular r:id="rId25"/>
      <p:bold r:id="rId26"/>
      <p:italic r:id="rId27"/>
      <p:boldItalic r:id="rId28"/>
    </p:embeddedFont>
    <p:embeddedFont>
      <p:font typeface="Mulish" panose="020B0604020202020204" charset="0"/>
      <p:regular r:id="rId29"/>
      <p:bold r:id="rId30"/>
      <p:italic r:id="rId31"/>
      <p:boldItalic r:id="rId32"/>
    </p:embeddedFont>
    <p:embeddedFont>
      <p:font typeface="Nunito Black" pitchFamily="2" charset="0"/>
      <p:bold r:id="rId33"/>
      <p:boldItalic r:id="rId34"/>
    </p:embeddedFont>
    <p:embeddedFont>
      <p:font typeface="Poppins" panose="000005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
      <p:font typeface="Poppins SemiBold" panose="000007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jNMxu58vkHFHGDqIWPE0zX8VyX4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FBA76E4-0ECD-48D8-AC9B-2E18D8D82C58}">
  <a:tblStyle styleId="{FFBA76E4-0ECD-48D8-AC9B-2E18D8D82C58}"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21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font" Target="fonts/font21.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font" Target="fonts/font22.fntdata"/><Relationship Id="rId20" Type="http://schemas.openxmlformats.org/officeDocument/2006/relationships/slide" Target="slides/slide19.xml"/><Relationship Id="rId41" Type="http://schemas.openxmlformats.org/officeDocument/2006/relationships/font" Target="fonts/font17.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1" name="Google Shape;691;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2" name="Google Shape;692;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9" name="Google Shape;719;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0" name="Google Shape;720;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9" name="Google Shape;749;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0" name="Google Shape;750;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5" name="Google Shape;775;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6" name="Google Shape;776;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2c610ea7438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6" name="Google Shape;796;g2c610ea7438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7" name="Google Shape;797;g2c610ea7438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3" name="Google Shape;813;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4" name="Google Shape;814;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2" name="Google Shape;822;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3" name="Google Shape;823;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1" name="Google Shape;831;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0" name="Google Shape;840;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1" name="Google Shape;841;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9" name="Google Shape;849;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0" name="Google Shape;850;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7" name="Google Shape;857;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8" name="Google Shape;858;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2ceba0b78dd_0_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6" name="Google Shape;886;g2ceba0b78dd_0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7" name="Google Shape;887;g2ceba0b78dd_0_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7" name="Google Shape;917;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8" name="Google Shape;918;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5" name="Google Shape;925;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6" name="Google Shape;926;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5" name="Google Shape;935;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3" name="Google Shape;943;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4" name="Google Shape;944;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3" name="Google Shape;953;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1" name="Google Shape;961;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2" name="Google Shape;962;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1" name="Google Shape;971;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2" name="Google Shape;972;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1" name="Google Shape;981;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2" name="Google Shape;982;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g2ceba0b78dd_0_5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2" name="Google Shape;1002;g2ceba0b78dd_0_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3" name="Google Shape;1003;g2ceba0b78dd_0_5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Digraph 'ow' (/ow/)</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9 - Monday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41</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190068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6" name="Google Shape;176;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image" Target="../media/image7.png"/><Relationship Id="rId7" Type="http://schemas.openxmlformats.org/officeDocument/2006/relationships/image" Target="../media/image6.png"/><Relationship Id="rId12" Type="http://schemas.openxmlformats.org/officeDocument/2006/relationships/slide" Target="slide1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slide" Target="slide18.xml"/><Relationship Id="rId5" Type="http://schemas.openxmlformats.org/officeDocument/2006/relationships/image" Target="../media/image5.png"/><Relationship Id="rId10" Type="http://schemas.openxmlformats.org/officeDocument/2006/relationships/slide" Target="slide16.xml"/><Relationship Id="rId4" Type="http://schemas.openxmlformats.org/officeDocument/2006/relationships/image" Target="../media/image8.png"/><Relationship Id="rId9" Type="http://schemas.openxmlformats.org/officeDocument/2006/relationships/slide" Target="slide9.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5" Type="http://schemas.openxmlformats.org/officeDocument/2006/relationships/image" Target="../media/image45.png"/><Relationship Id="rId10" Type="http://schemas.openxmlformats.org/officeDocument/2006/relationships/image" Target="../media/image40.png"/><Relationship Id="rId19" Type="http://schemas.openxmlformats.org/officeDocument/2006/relationships/image" Target="../media/image49.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s>
</file>

<file path=ppt/slides/_rels/slide5.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3.png"/><Relationship Id="rId3" Type="http://schemas.openxmlformats.org/officeDocument/2006/relationships/image" Target="../media/image53.png"/><Relationship Id="rId7" Type="http://schemas.openxmlformats.org/officeDocument/2006/relationships/image" Target="../media/image57.png"/><Relationship Id="rId12" Type="http://schemas.openxmlformats.org/officeDocument/2006/relationships/image" Target="../media/image62.png"/><Relationship Id="rId2" Type="http://schemas.openxmlformats.org/officeDocument/2006/relationships/notesSlide" Target="../notesSlides/notesSlide5.xml"/><Relationship Id="rId16" Type="http://schemas.openxmlformats.org/officeDocument/2006/relationships/image" Target="../media/image66.png"/><Relationship Id="rId1" Type="http://schemas.openxmlformats.org/officeDocument/2006/relationships/slideLayout" Target="../slideLayouts/slideLayout3.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55.png"/><Relationship Id="rId15" Type="http://schemas.openxmlformats.org/officeDocument/2006/relationships/image" Target="../media/image65.png"/><Relationship Id="rId10" Type="http://schemas.openxmlformats.org/officeDocument/2006/relationships/image" Target="../media/image60.png"/><Relationship Id="rId4" Type="http://schemas.openxmlformats.org/officeDocument/2006/relationships/image" Target="../media/image54.png"/><Relationship Id="rId9" Type="http://schemas.openxmlformats.org/officeDocument/2006/relationships/image" Target="../media/image59.png"/><Relationship Id="rId14" Type="http://schemas.openxmlformats.org/officeDocument/2006/relationships/image" Target="../media/image64.png"/></Relationships>
</file>

<file path=ppt/slides/_rels/slide6.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7.png"/><Relationship Id="rId3" Type="http://schemas.openxmlformats.org/officeDocument/2006/relationships/image" Target="../media/image67.png"/><Relationship Id="rId7" Type="http://schemas.openxmlformats.org/officeDocument/2006/relationships/image" Target="../media/image71.png"/><Relationship Id="rId12" Type="http://schemas.openxmlformats.org/officeDocument/2006/relationships/image" Target="../media/image76.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84.png"/></Relationships>
</file>

<file path=ppt/slides/_rels/slide2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86.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pic>
        <p:nvPicPr>
          <p:cNvPr id="682" name="Google Shape;682;p1"/>
          <p:cNvPicPr preferRelativeResize="0"/>
          <p:nvPr/>
        </p:nvPicPr>
        <p:blipFill rotWithShape="1">
          <a:blip r:embed="rId3">
            <a:alphaModFix/>
          </a:blip>
          <a:srcRect/>
          <a:stretch/>
        </p:blipFill>
        <p:spPr>
          <a:xfrm rot="186068">
            <a:off x="4009466" y="4465909"/>
            <a:ext cx="2493520" cy="997851"/>
          </a:xfrm>
          <a:prstGeom prst="rect">
            <a:avLst/>
          </a:prstGeom>
          <a:noFill/>
          <a:ln>
            <a:noFill/>
          </a:ln>
          <a:effectLst>
            <a:outerShdw blurRad="71438" dist="38100" dir="5220000" algn="bl" rotWithShape="0">
              <a:srgbClr val="000000">
                <a:alpha val="20784"/>
              </a:srgbClr>
            </a:outerShdw>
          </a:effectLst>
        </p:spPr>
      </p:pic>
      <p:sp>
        <p:nvSpPr>
          <p:cNvPr id="683" name="Google Shape;683;p1"/>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Digraph 'ow' (/ow/)</a:t>
            </a:r>
            <a:endParaRPr/>
          </a:p>
        </p:txBody>
      </p:sp>
      <p:sp>
        <p:nvSpPr>
          <p:cNvPr id="684" name="Google Shape;684;p1"/>
          <p:cNvSpPr txBox="1">
            <a:spLocks noGrp="1"/>
          </p:cNvSpPr>
          <p:nvPr>
            <p:ph type="subTitle" idx="2"/>
          </p:nvPr>
        </p:nvSpPr>
        <p:spPr>
          <a:xfrm>
            <a:off x="884092" y="3220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41</a:t>
            </a:r>
            <a:endParaRPr/>
          </a:p>
        </p:txBody>
      </p:sp>
      <p:graphicFrame>
        <p:nvGraphicFramePr>
          <p:cNvPr id="685" name="Google Shape;685;p1"/>
          <p:cNvGraphicFramePr/>
          <p:nvPr/>
        </p:nvGraphicFramePr>
        <p:xfrm>
          <a:off x="4844200" y="1891197"/>
          <a:ext cx="3784950" cy="1678950"/>
        </p:xfrm>
        <a:graphic>
          <a:graphicData uri="http://schemas.openxmlformats.org/drawingml/2006/table">
            <a:tbl>
              <a:tblPr firstRow="1" bandRow="1">
                <a:noFill/>
                <a:tableStyleId>{FFBA76E4-0ECD-48D8-AC9B-2E18D8D82C58}</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igh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r>
                        <a:rPr lang="en-US" sz="1500" u="none" strike="noStrike" cap="none">
                          <a:latin typeface="Poppins"/>
                          <a:ea typeface="Poppins"/>
                          <a:cs typeface="Poppins"/>
                          <a:sym typeface="Poppins"/>
                        </a:rPr>
                        <a:t>a</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ow</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686" name="Google Shape;686;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87" name="Google Shape;687;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cxnSp>
        <p:nvCxnSpPr>
          <p:cNvPr id="688" name="Google Shape;688;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digraph </a:t>
            </a:r>
            <a:r>
              <a:rPr lang="en-US">
                <a:solidFill>
                  <a:srgbClr val="8DC63F"/>
                </a:solidFill>
              </a:rPr>
              <a:t>ow</a:t>
            </a:r>
            <a:r>
              <a:rPr lang="en-US"/>
              <a:t> (</a:t>
            </a:r>
            <a:r>
              <a:rPr lang="en-US">
                <a:solidFill>
                  <a:srgbClr val="8DC63F"/>
                </a:solidFill>
              </a:rPr>
              <a:t>/ow/</a:t>
            </a:r>
            <a:r>
              <a:rPr lang="en-US"/>
              <a:t>).</a:t>
            </a:r>
            <a:endParaRPr/>
          </a:p>
        </p:txBody>
      </p:sp>
      <p:sp>
        <p:nvSpPr>
          <p:cNvPr id="695" name="Google Shape;695;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696" name="Google Shape;696;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697" name="Google Shape;697;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698" name="Google Shape;698;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99" name="Google Shape;699;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0" name="Google Shape;700;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p:cNvPicPr preferRelativeResize="0"/>
          <p:nvPr/>
        </p:nvPicPr>
        <p:blipFill rotWithShape="1">
          <a:blip r:embed="rId4">
            <a:alphaModFix/>
          </a:blip>
          <a:srcRect l="89" r="79"/>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60702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58629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6">
            <a:alphaModFix/>
          </a:blip>
          <a:srcRect/>
          <a:stretch/>
        </p:blipFill>
        <p:spPr>
          <a:xfrm>
            <a:off x="6083646" y="4363493"/>
            <a:ext cx="786850" cy="590422"/>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p:cNvPicPr preferRelativeResize="0"/>
          <p:nvPr/>
        </p:nvPicPr>
        <p:blipFill rotWithShape="1">
          <a:blip r:embed="rId7">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2" name="Google Shape;712;g2bee4f4af4b_0_204">
            <a:hlinkClick r:id="rId8" action="ppaction://hlinksldjump"/>
          </p:cNvPr>
          <p:cNvSpPr/>
          <p:nvPr/>
        </p:nvSpPr>
        <p:spPr>
          <a:xfrm>
            <a:off x="940451" y="3843172"/>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3" name="Google Shape;713;g2bee4f4af4b_0_204">
            <a:hlinkClick r:id="rId9" action="ppaction://hlinksldjump"/>
          </p:cNvPr>
          <p:cNvSpPr/>
          <p:nvPr/>
        </p:nvSpPr>
        <p:spPr>
          <a:xfrm>
            <a:off x="2414901" y="3783059"/>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4" name="Google Shape;714;g2bee4f4af4b_0_204">
            <a:hlinkClick r:id="rId10" action="ppaction://hlinksldjump"/>
          </p:cNvPr>
          <p:cNvSpPr/>
          <p:nvPr/>
        </p:nvSpPr>
        <p:spPr>
          <a:xfrm>
            <a:off x="3533987" y="378305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5" name="Google Shape;715;g2bee4f4af4b_0_204">
            <a:hlinkClick r:id="rId11" action="ppaction://hlinksldjump"/>
          </p:cNvPr>
          <p:cNvSpPr/>
          <p:nvPr/>
        </p:nvSpPr>
        <p:spPr>
          <a:xfrm>
            <a:off x="4814242" y="3734189"/>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6" name="Google Shape;716;g2bee4f4af4b_0_204">
            <a:hlinkClick r:id="rId12" action="ppaction://hlinksldjump"/>
          </p:cNvPr>
          <p:cNvSpPr/>
          <p:nvPr/>
        </p:nvSpPr>
        <p:spPr>
          <a:xfrm>
            <a:off x="5954316" y="3800721"/>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3" name="Google Shape;723;g26b641b03cd_0_165"/>
          <p:cNvGrpSpPr/>
          <p:nvPr/>
        </p:nvGrpSpPr>
        <p:grpSpPr>
          <a:xfrm>
            <a:off x="930400" y="2129444"/>
            <a:ext cx="7283200" cy="3724851"/>
            <a:chOff x="930400" y="2129444"/>
            <a:chExt cx="7283200" cy="3724851"/>
          </a:xfrm>
        </p:grpSpPr>
        <p:pic>
          <p:nvPicPr>
            <p:cNvPr id="724" name="Google Shape;724;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53" name="Google Shape;753;g26b7edf6e71_0_26"/>
          <p:cNvPicPr preferRelativeResize="0"/>
          <p:nvPr/>
        </p:nvPicPr>
        <p:blipFill rotWithShape="1">
          <a:blip r:embed="rId3">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54" name="Google Shape;754;g26b7edf6e71_0_26"/>
          <p:cNvPicPr preferRelativeResize="0"/>
          <p:nvPr/>
        </p:nvPicPr>
        <p:blipFill rotWithShape="1">
          <a:blip r:embed="rId4">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55" name="Google Shape;755;g26b7edf6e71_0_26"/>
          <p:cNvPicPr preferRelativeResize="0"/>
          <p:nvPr/>
        </p:nvPicPr>
        <p:blipFill rotWithShape="1">
          <a:blip r:embed="rId5">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6" name="Google Shape;756;g26b7edf6e71_0_26"/>
          <p:cNvPicPr preferRelativeResize="0"/>
          <p:nvPr/>
        </p:nvPicPr>
        <p:blipFill rotWithShape="1">
          <a:blip r:embed="rId6">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7" name="Google Shape;757;g26b7edf6e71_0_26"/>
          <p:cNvPicPr preferRelativeResize="0"/>
          <p:nvPr/>
        </p:nvPicPr>
        <p:blipFill rotWithShape="1">
          <a:blip r:embed="rId7">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58" name="Google Shape;758;g26b7edf6e71_0_26"/>
          <p:cNvPicPr preferRelativeResize="0"/>
          <p:nvPr/>
        </p:nvPicPr>
        <p:blipFill rotWithShape="1">
          <a:blip r:embed="rId8">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9" name="Google Shape;759;g26b7edf6e71_0_26"/>
          <p:cNvPicPr preferRelativeResize="0"/>
          <p:nvPr/>
        </p:nvPicPr>
        <p:blipFill rotWithShape="1">
          <a:blip r:embed="rId9">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0" name="Google Shape;760;g26b7edf6e71_0_26"/>
          <p:cNvPicPr preferRelativeResize="0"/>
          <p:nvPr/>
        </p:nvPicPr>
        <p:blipFill rotWithShape="1">
          <a:blip r:embed="rId10">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11">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12">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3" name="Google Shape;763;g26b7edf6e71_0_26"/>
          <p:cNvPicPr preferRelativeResize="0"/>
          <p:nvPr/>
        </p:nvPicPr>
        <p:blipFill rotWithShape="1">
          <a:blip r:embed="rId13">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64" name="Google Shape;764;g26b7edf6e71_0_26"/>
          <p:cNvPicPr preferRelativeResize="0"/>
          <p:nvPr/>
        </p:nvPicPr>
        <p:blipFill rotWithShape="1">
          <a:blip r:embed="rId14">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65" name="Google Shape;765;g26b7edf6e71_0_26"/>
          <p:cNvPicPr preferRelativeResize="0"/>
          <p:nvPr/>
        </p:nvPicPr>
        <p:blipFill rotWithShape="1">
          <a:blip r:embed="rId15">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6" name="Google Shape;766;g26b7edf6e71_0_26"/>
          <p:cNvPicPr preferRelativeResize="0"/>
          <p:nvPr/>
        </p:nvPicPr>
        <p:blipFill rotWithShape="1">
          <a:blip r:embed="rId16">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6b7edf6e71_0_26"/>
          <p:cNvPicPr preferRelativeResize="0"/>
          <p:nvPr/>
        </p:nvPicPr>
        <p:blipFill rotWithShape="1">
          <a:blip r:embed="rId17">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8" name="Google Shape;768;g26b7edf6e71_0_26"/>
          <p:cNvPicPr preferRelativeResize="0"/>
          <p:nvPr/>
        </p:nvPicPr>
        <p:blipFill rotWithShape="1">
          <a:blip r:embed="rId18">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26b7edf6e71_0_26"/>
          <p:cNvPicPr preferRelativeResize="0"/>
          <p:nvPr/>
        </p:nvPicPr>
        <p:blipFill rotWithShape="1">
          <a:blip r:embed="rId19">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70" name="Google Shape;770;g26b7edf6e71_0_26"/>
          <p:cNvPicPr preferRelativeResize="0"/>
          <p:nvPr/>
        </p:nvPicPr>
        <p:blipFill rotWithShape="1">
          <a:blip r:embed="rId20">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6b7edf6e71_0_26"/>
          <p:cNvPicPr preferRelativeResize="0"/>
          <p:nvPr/>
        </p:nvPicPr>
        <p:blipFill rotWithShape="1">
          <a:blip r:embed="rId21">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6b7edf6e71_0_26"/>
          <p:cNvPicPr preferRelativeResize="0"/>
          <p:nvPr/>
        </p:nvPicPr>
        <p:blipFill rotWithShape="1">
          <a:blip r:embed="rId22">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79" name="Google Shape;779;g26b7edf6e71_0_109"/>
          <p:cNvGrpSpPr/>
          <p:nvPr/>
        </p:nvGrpSpPr>
        <p:grpSpPr>
          <a:xfrm>
            <a:off x="867357" y="2129450"/>
            <a:ext cx="7282807" cy="2686611"/>
            <a:chOff x="867357" y="2129450"/>
            <a:chExt cx="7282807" cy="2686611"/>
          </a:xfrm>
        </p:grpSpPr>
        <p:pic>
          <p:nvPicPr>
            <p:cNvPr id="780" name="Google Shape;780;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1" name="Google Shape;781;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2" name="Google Shape;782;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3" name="Google Shape;783;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84" name="Google Shape;784;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85" name="Google Shape;785;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86" name="Google Shape;786;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87" name="Google Shape;787;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88" name="Google Shape;788;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89" name="Google Shape;789;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90" name="Google Shape;790;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1" name="Google Shape;791;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2" name="Google Shape;792;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93" name="Google Shape;793;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g2c610ea7438_0_1"/>
          <p:cNvSpPr txBox="1">
            <a:spLocks noGrp="1"/>
          </p:cNvSpPr>
          <p:nvPr>
            <p:ph type="title"/>
          </p:nvPr>
        </p:nvSpPr>
        <p:spPr>
          <a:xfrm>
            <a:off x="551200" y="582900"/>
            <a:ext cx="80418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990"/>
              <a:buNone/>
            </a:pPr>
            <a:r>
              <a:rPr lang="en-US"/>
              <a:t>Review Phase 3 Common Exception Words </a:t>
            </a:r>
            <a:br>
              <a:rPr lang="en-US"/>
            </a:br>
            <a:r>
              <a:rPr lang="en-US">
                <a:solidFill>
                  <a:srgbClr val="2356AF"/>
                </a:solidFill>
              </a:rPr>
              <a:t>push they me we be he she my by looked you</a:t>
            </a:r>
            <a:r>
              <a:rPr lang="en-US"/>
              <a:t>.</a:t>
            </a:r>
            <a:endParaRPr/>
          </a:p>
        </p:txBody>
      </p:sp>
      <p:pic>
        <p:nvPicPr>
          <p:cNvPr id="800" name="Google Shape;800;g2c610ea7438_0_1"/>
          <p:cNvPicPr preferRelativeResize="0"/>
          <p:nvPr/>
        </p:nvPicPr>
        <p:blipFill rotWithShape="1">
          <a:blip r:embed="rId3">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1"/>
              </a:srgbClr>
            </a:outerShdw>
          </a:effectLst>
        </p:spPr>
      </p:pic>
      <p:pic>
        <p:nvPicPr>
          <p:cNvPr id="801" name="Google Shape;801;g2c610ea7438_0_1"/>
          <p:cNvPicPr preferRelativeResize="0"/>
          <p:nvPr/>
        </p:nvPicPr>
        <p:blipFill rotWithShape="1">
          <a:blip r:embed="rId4">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1"/>
              </a:srgbClr>
            </a:outerShdw>
          </a:effectLst>
        </p:spPr>
      </p:pic>
      <p:pic>
        <p:nvPicPr>
          <p:cNvPr id="802" name="Google Shape;802;g2c610ea7438_0_1"/>
          <p:cNvPicPr preferRelativeResize="0"/>
          <p:nvPr/>
        </p:nvPicPr>
        <p:blipFill rotWithShape="1">
          <a:blip r:embed="rId5">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1"/>
              </a:srgbClr>
            </a:outerShdw>
          </a:effectLst>
        </p:spPr>
      </p:pic>
      <p:pic>
        <p:nvPicPr>
          <p:cNvPr id="803" name="Google Shape;803;g2c610ea7438_0_1"/>
          <p:cNvPicPr preferRelativeResize="0"/>
          <p:nvPr/>
        </p:nvPicPr>
        <p:blipFill rotWithShape="1">
          <a:blip r:embed="rId6">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1"/>
              </a:srgbClr>
            </a:outerShdw>
          </a:effectLst>
        </p:spPr>
      </p:pic>
      <p:pic>
        <p:nvPicPr>
          <p:cNvPr id="804" name="Google Shape;804;g2c610ea7438_0_1"/>
          <p:cNvPicPr preferRelativeResize="0"/>
          <p:nvPr/>
        </p:nvPicPr>
        <p:blipFill rotWithShape="1">
          <a:blip r:embed="rId7">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1"/>
              </a:srgbClr>
            </a:outerShdw>
          </a:effectLst>
        </p:spPr>
      </p:pic>
      <p:pic>
        <p:nvPicPr>
          <p:cNvPr id="805" name="Google Shape;805;g2c610ea7438_0_1"/>
          <p:cNvPicPr preferRelativeResize="0"/>
          <p:nvPr/>
        </p:nvPicPr>
        <p:blipFill rotWithShape="1">
          <a:blip r:embed="rId8">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1"/>
              </a:srgbClr>
            </a:outerShdw>
          </a:effectLst>
        </p:spPr>
      </p:pic>
      <p:pic>
        <p:nvPicPr>
          <p:cNvPr id="806" name="Google Shape;806;g2c610ea7438_0_1"/>
          <p:cNvPicPr preferRelativeResize="0"/>
          <p:nvPr/>
        </p:nvPicPr>
        <p:blipFill rotWithShape="1">
          <a:blip r:embed="rId9">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1"/>
              </a:srgbClr>
            </a:outerShdw>
          </a:effectLst>
        </p:spPr>
      </p:pic>
      <p:pic>
        <p:nvPicPr>
          <p:cNvPr id="807" name="Google Shape;807;g2c610ea7438_0_1"/>
          <p:cNvPicPr preferRelativeResize="0"/>
          <p:nvPr/>
        </p:nvPicPr>
        <p:blipFill rotWithShape="1">
          <a:blip r:embed="rId10">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1"/>
              </a:srgbClr>
            </a:outerShdw>
          </a:effectLst>
        </p:spPr>
      </p:pic>
      <p:pic>
        <p:nvPicPr>
          <p:cNvPr id="808" name="Google Shape;808;g2c610ea7438_0_1"/>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1"/>
              </a:srgbClr>
            </a:outerShdw>
          </a:effectLst>
        </p:spPr>
      </p:pic>
      <p:pic>
        <p:nvPicPr>
          <p:cNvPr id="809" name="Google Shape;809;g2c610ea7438_0_1"/>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1"/>
              </a:srgbClr>
            </a:outerShdw>
          </a:effectLst>
        </p:spPr>
      </p:pic>
      <p:pic>
        <p:nvPicPr>
          <p:cNvPr id="810" name="Google Shape;810;g2c610ea7438_0_1"/>
          <p:cNvPicPr preferRelativeResize="0"/>
          <p:nvPr/>
        </p:nvPicPr>
        <p:blipFill rotWithShape="1">
          <a:blip r:embed="rId13">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1"/>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17" name="Google Shape;817;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18" name="Google Shape;818;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19" name="Google Shape;819;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825" name="Google Shape;825;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26" name="Google Shape;826;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27" name="Google Shape;827;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28" name="Google Shape;828;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35" name="Google Shape;835;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36" name="Google Shape;836;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37" name="Google Shape;837;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44" name="Google Shape;844;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45" name="Google Shape;845;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46" name="Google Shape;846;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sp>
        <p:nvSpPr>
          <p:cNvPr id="852" name="Google Shape;852;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53" name="Google Shape;853;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54" name="Google Shape;854;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9"/>
        <p:cNvGrpSpPr/>
        <p:nvPr/>
      </p:nvGrpSpPr>
      <p:grpSpPr>
        <a:xfrm>
          <a:off x="0" y="0"/>
          <a:ext cx="0" cy="0"/>
          <a:chOff x="0" y="0"/>
          <a:chExt cx="0" cy="0"/>
        </a:xfrm>
      </p:grpSpPr>
      <p:sp>
        <p:nvSpPr>
          <p:cNvPr id="860" name="Google Shape;860;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61" name="Google Shape;861;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62" name="Google Shape;862;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3" name="Google Shape;863;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4" name="Google Shape;864;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5" name="Google Shape;865;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6" name="Google Shape;866;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7" name="Google Shape;867;g2c4fd7a3c22_2_0"/>
          <p:cNvGrpSpPr/>
          <p:nvPr/>
        </p:nvGrpSpPr>
        <p:grpSpPr>
          <a:xfrm>
            <a:off x="304250" y="6984600"/>
            <a:ext cx="8330829" cy="808600"/>
            <a:chOff x="-152950" y="7365600"/>
            <a:chExt cx="8330829" cy="808600"/>
          </a:xfrm>
        </p:grpSpPr>
        <p:sp>
          <p:nvSpPr>
            <p:cNvPr id="868" name="Google Shape;868;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9" name="Google Shape;869;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70" name="Google Shape;870;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71" name="Google Shape;871;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72" name="Google Shape;872;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73" name="Google Shape;873;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74" name="Google Shape;874;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75" name="Google Shape;875;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76" name="Google Shape;876;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7" name="Google Shape;877;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8" name="Google Shape;878;g2c4fd7a3c22_2_0"/>
          <p:cNvSpPr/>
          <p:nvPr/>
        </p:nvSpPr>
        <p:spPr>
          <a:xfrm>
            <a:off x="5515113"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79" name="Google Shape;879;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80" name="Google Shape;880;g2c4fd7a3c22_2_0"/>
          <p:cNvSpPr txBox="1">
            <a:spLocks noGrp="1"/>
          </p:cNvSpPr>
          <p:nvPr>
            <p:ph type="subTitle" idx="4294967295"/>
          </p:nvPr>
        </p:nvSpPr>
        <p:spPr>
          <a:xfrm>
            <a:off x="49454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881" name="Google Shape;881;g2c4fd7a3c22_2_0"/>
          <p:cNvSpPr txBox="1">
            <a:spLocks noGrp="1"/>
          </p:cNvSpPr>
          <p:nvPr>
            <p:ph type="subTitle" idx="4294967295"/>
          </p:nvPr>
        </p:nvSpPr>
        <p:spPr>
          <a:xfrm>
            <a:off x="2669138" y="1308025"/>
            <a:ext cx="286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6C4028"/>
                </a:solidFill>
                <a:latin typeface="Jost"/>
                <a:ea typeface="Jost"/>
                <a:cs typeface="Jost"/>
                <a:sym typeface="Jost"/>
              </a:rPr>
              <a:t>ow</a:t>
            </a:r>
            <a:endParaRPr sz="15000" b="0" i="0" u="none" strike="noStrike" cap="none">
              <a:solidFill>
                <a:srgbClr val="6C4028"/>
              </a:solidFill>
              <a:latin typeface="Jost"/>
              <a:ea typeface="Jost"/>
              <a:cs typeface="Jost"/>
              <a:sym typeface="Jost"/>
            </a:endParaRPr>
          </a:p>
        </p:txBody>
      </p:sp>
      <p:sp>
        <p:nvSpPr>
          <p:cNvPr id="882" name="Google Shape;882;g2c4fd7a3c22_2_0"/>
          <p:cNvSpPr/>
          <p:nvPr/>
        </p:nvSpPr>
        <p:spPr>
          <a:xfrm>
            <a:off x="3041847" y="4056363"/>
            <a:ext cx="213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3" name="Google Shape;883;g2c4fd7a3c22_2_0"/>
          <p:cNvSpPr/>
          <p:nvPr/>
        </p:nvSpPr>
        <p:spPr>
          <a:xfrm>
            <a:off x="62473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g2ceba0b78dd_0_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90" name="Google Shape;890;g2ceba0b78dd_0_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91" name="Google Shape;891;g2ceba0b78dd_0_5"/>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2" name="Google Shape;892;g2ceba0b78dd_0_5"/>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3" name="Google Shape;893;g2ceba0b78dd_0_5"/>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4" name="Google Shape;894;g2ceba0b78dd_0_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5" name="Google Shape;895;g2ceba0b78dd_0_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96" name="Google Shape;896;g2ceba0b78dd_0_5"/>
          <p:cNvGrpSpPr/>
          <p:nvPr/>
        </p:nvGrpSpPr>
        <p:grpSpPr>
          <a:xfrm>
            <a:off x="304250" y="6984600"/>
            <a:ext cx="8330829" cy="808600"/>
            <a:chOff x="-152950" y="7365600"/>
            <a:chExt cx="8330829" cy="808600"/>
          </a:xfrm>
        </p:grpSpPr>
        <p:sp>
          <p:nvSpPr>
            <p:cNvPr id="897" name="Google Shape;897;g2ceba0b78dd_0_5"/>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98" name="Google Shape;898;g2ceba0b78dd_0_5"/>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99" name="Google Shape;899;g2ceba0b78dd_0_5"/>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00" name="Google Shape;900;g2ceba0b78dd_0_5"/>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01" name="Google Shape;901;g2ceba0b78dd_0_5"/>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02" name="Google Shape;902;g2ceba0b78dd_0_5"/>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03" name="Google Shape;903;g2ceba0b78dd_0_5"/>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04" name="Google Shape;904;g2ceba0b78dd_0_5"/>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05" name="Google Shape;905;g2ceba0b78dd_0_5"/>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6" name="Google Shape;906;g2ceba0b78dd_0_5"/>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7" name="Google Shape;907;g2ceba0b78dd_0_5"/>
          <p:cNvSpPr/>
          <p:nvPr/>
        </p:nvSpPr>
        <p:spPr>
          <a:xfrm>
            <a:off x="5998691"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8" name="Google Shape;908;g2ceba0b78dd_0_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9" name="Google Shape;909;g2ceba0b78dd_0_5"/>
          <p:cNvSpPr txBox="1">
            <a:spLocks noGrp="1"/>
          </p:cNvSpPr>
          <p:nvPr>
            <p:ph type="subTitle" idx="4294967295"/>
          </p:nvPr>
        </p:nvSpPr>
        <p:spPr>
          <a:xfrm>
            <a:off x="542904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10" name="Google Shape;910;g2ceba0b78dd_0_5"/>
          <p:cNvSpPr txBox="1">
            <a:spLocks noGrp="1"/>
          </p:cNvSpPr>
          <p:nvPr>
            <p:ph type="subTitle" idx="4294967295"/>
          </p:nvPr>
        </p:nvSpPr>
        <p:spPr>
          <a:xfrm>
            <a:off x="3058294" y="1308025"/>
            <a:ext cx="286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6C4028"/>
                </a:solidFill>
                <a:latin typeface="Jost"/>
                <a:ea typeface="Jost"/>
                <a:cs typeface="Jost"/>
                <a:sym typeface="Jost"/>
              </a:rPr>
              <a:t>ow</a:t>
            </a:r>
            <a:endParaRPr sz="15000" b="0" i="0" u="none" strike="noStrike" cap="none">
              <a:solidFill>
                <a:srgbClr val="6C4028"/>
              </a:solidFill>
              <a:latin typeface="Jost"/>
              <a:ea typeface="Jost"/>
              <a:cs typeface="Jost"/>
              <a:sym typeface="Jost"/>
            </a:endParaRPr>
          </a:p>
        </p:txBody>
      </p:sp>
      <p:sp>
        <p:nvSpPr>
          <p:cNvPr id="911" name="Google Shape;911;g2ceba0b78dd_0_5"/>
          <p:cNvSpPr/>
          <p:nvPr/>
        </p:nvSpPr>
        <p:spPr>
          <a:xfrm>
            <a:off x="3465328" y="4056375"/>
            <a:ext cx="213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2" name="Google Shape;912;g2ceba0b78dd_0_5"/>
          <p:cNvSpPr/>
          <p:nvPr/>
        </p:nvSpPr>
        <p:spPr>
          <a:xfrm>
            <a:off x="62473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3" name="Google Shape;913;g2ceba0b78dd_0_5"/>
          <p:cNvSpPr/>
          <p:nvPr/>
        </p:nvSpPr>
        <p:spPr>
          <a:xfrm>
            <a:off x="2755209"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4" name="Google Shape;914;g2ceba0b78dd_0_5"/>
          <p:cNvSpPr txBox="1">
            <a:spLocks noGrp="1"/>
          </p:cNvSpPr>
          <p:nvPr>
            <p:ph type="subTitle" idx="4294967295"/>
          </p:nvPr>
        </p:nvSpPr>
        <p:spPr>
          <a:xfrm>
            <a:off x="218555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0" name="Google Shape;920;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21" name="Google Shape;921;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22" name="Google Shape;922;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Google Shape;928;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29" name="Google Shape;929;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30" name="Google Shape;930;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31" name="Google Shape;931;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38" name="Google Shape;938;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39" name="Google Shape;939;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40" name="Google Shape;940;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47" name="Google Shape;947;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48" name="Google Shape;948;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49" name="Google Shape;949;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56" name="Google Shape;956;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57" name="Google Shape;957;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58" name="Google Shape;958;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65" name="Google Shape;965;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66" name="Google Shape;966;g26b641b03cd_0_315"/>
          <p:cNvPicPr preferRelativeResize="0"/>
          <p:nvPr/>
        </p:nvPicPr>
        <p:blipFill rotWithShape="1">
          <a:blip r:embed="rId3">
            <a:alphaModFix/>
          </a:blip>
          <a:srcRect/>
          <a:stretch/>
        </p:blipFill>
        <p:spPr>
          <a:xfrm>
            <a:off x="1246525" y="1967325"/>
            <a:ext cx="3198430" cy="2400000"/>
          </a:xfrm>
          <a:prstGeom prst="rect">
            <a:avLst/>
          </a:prstGeom>
          <a:noFill/>
          <a:ln>
            <a:noFill/>
          </a:ln>
          <a:effectLst>
            <a:outerShdw blurRad="57150" dist="19050" dir="5400000" algn="bl" rotWithShape="0">
              <a:srgbClr val="000000">
                <a:alpha val="20000"/>
              </a:srgbClr>
            </a:outerShdw>
          </a:effectLst>
        </p:spPr>
      </p:pic>
      <p:sp>
        <p:nvSpPr>
          <p:cNvPr id="967" name="Google Shape;967;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68" name="Google Shape;968;g26b641b03cd_0_315"/>
          <p:cNvPicPr preferRelativeResize="0"/>
          <p:nvPr/>
        </p:nvPicPr>
        <p:blipFill rotWithShape="1">
          <a:blip r:embed="rId4">
            <a:alphaModFix/>
          </a:blip>
          <a:srcRect t="89" b="99"/>
          <a:stretch/>
        </p:blipFill>
        <p:spPr>
          <a:xfrm>
            <a:off x="4699045" y="1967325"/>
            <a:ext cx="3198430" cy="2399999"/>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Google Shape;974;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75" name="Google Shape;975;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976" name="Google Shape;976;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77" name="Google Shape;977;g26b641b03cd_1_0"/>
          <p:cNvPicPr preferRelativeResize="0"/>
          <p:nvPr/>
        </p:nvPicPr>
        <p:blipFill rotWithShape="1">
          <a:blip r:embed="rId3">
            <a:alphaModFix/>
          </a:blip>
          <a:srcRect l="69" r="69"/>
          <a:stretch/>
        </p:blipFill>
        <p:spPr>
          <a:xfrm>
            <a:off x="1246525" y="1967325"/>
            <a:ext cx="3198429" cy="2400000"/>
          </a:xfrm>
          <a:prstGeom prst="rect">
            <a:avLst/>
          </a:prstGeom>
          <a:noFill/>
          <a:ln>
            <a:noFill/>
          </a:ln>
          <a:effectLst>
            <a:outerShdw blurRad="57150" dist="19050" dir="5400000" algn="bl" rotWithShape="0">
              <a:srgbClr val="000000">
                <a:alpha val="20000"/>
              </a:srgbClr>
            </a:outerShdw>
          </a:effectLst>
        </p:spPr>
      </p:pic>
      <p:pic>
        <p:nvPicPr>
          <p:cNvPr id="978" name="Google Shape;978;g26b641b03cd_1_0"/>
          <p:cNvPicPr preferRelativeResize="0"/>
          <p:nvPr/>
        </p:nvPicPr>
        <p:blipFill rotWithShape="1">
          <a:blip r:embed="rId4">
            <a:alphaModFix/>
          </a:blip>
          <a:srcRect t="19" b="19"/>
          <a:stretch/>
        </p:blipFill>
        <p:spPr>
          <a:xfrm>
            <a:off x="4699045" y="1967325"/>
            <a:ext cx="3198429" cy="2399999"/>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sp>
        <p:nvSpPr>
          <p:cNvPr id="984" name="Google Shape;984;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85" name="Google Shape;985;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86" name="Google Shape;986;g1f3daf8a844_0_64"/>
          <p:cNvGrpSpPr/>
          <p:nvPr/>
        </p:nvGrpSpPr>
        <p:grpSpPr>
          <a:xfrm>
            <a:off x="3024000" y="209875"/>
            <a:ext cx="3096000" cy="454800"/>
            <a:chOff x="3024000" y="209875"/>
            <a:chExt cx="3096000" cy="454800"/>
          </a:xfrm>
        </p:grpSpPr>
        <p:sp>
          <p:nvSpPr>
            <p:cNvPr id="987" name="Google Shape;987;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8" name="Google Shape;988;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89" name="Google Shape;989;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90" name="Google Shape;990;g1f3daf8a844_0_64"/>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1" name="Google Shape;991;g1f3daf8a844_0_64"/>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2" name="Google Shape;992;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93" name="Google Shape;993;g1f3daf8a844_0_64"/>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94" name="Google Shape;994;g1f3daf8a844_0_64"/>
          <p:cNvSpPr txBox="1"/>
          <p:nvPr/>
        </p:nvSpPr>
        <p:spPr>
          <a:xfrm>
            <a:off x="2570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l</a:t>
            </a:r>
            <a:endParaRPr sz="8000" b="0" i="0" u="none" strike="noStrike" cap="none">
              <a:solidFill>
                <a:srgbClr val="2356AF"/>
              </a:solidFill>
              <a:latin typeface="Jost"/>
              <a:ea typeface="Jost"/>
              <a:cs typeface="Jost"/>
              <a:sym typeface="Jost"/>
            </a:endParaRPr>
          </a:p>
        </p:txBody>
      </p:sp>
      <p:sp>
        <p:nvSpPr>
          <p:cNvPr id="995" name="Google Shape;995;g1f3daf8a844_0_64"/>
          <p:cNvSpPr txBox="1"/>
          <p:nvPr/>
        </p:nvSpPr>
        <p:spPr>
          <a:xfrm>
            <a:off x="6616175" y="1341050"/>
            <a:ext cx="1467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6C4028"/>
                </a:solidFill>
                <a:latin typeface="Jost"/>
                <a:ea typeface="Jost"/>
                <a:cs typeface="Jost"/>
                <a:sym typeface="Jost"/>
              </a:rPr>
              <a:t>ow</a:t>
            </a:r>
            <a:endParaRPr sz="8000" b="0" i="0" u="none" strike="noStrike" cap="none">
              <a:solidFill>
                <a:srgbClr val="6C4028"/>
              </a:solidFill>
              <a:latin typeface="Jost"/>
              <a:ea typeface="Jost"/>
              <a:cs typeface="Jost"/>
              <a:sym typeface="Jost"/>
            </a:endParaRPr>
          </a:p>
        </p:txBody>
      </p:sp>
      <p:sp>
        <p:nvSpPr>
          <p:cNvPr id="996" name="Google Shape;996;g1f3daf8a844_0_64"/>
          <p:cNvSpPr txBox="1"/>
          <p:nvPr/>
        </p:nvSpPr>
        <p:spPr>
          <a:xfrm>
            <a:off x="1181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c</a:t>
            </a:r>
            <a:endParaRPr sz="8000" b="0" i="0" u="none" strike="noStrike" cap="none">
              <a:solidFill>
                <a:srgbClr val="2356AF"/>
              </a:solidFill>
              <a:latin typeface="Jost"/>
              <a:ea typeface="Jost"/>
              <a:cs typeface="Jost"/>
              <a:sym typeface="Jost"/>
            </a:endParaRPr>
          </a:p>
        </p:txBody>
      </p:sp>
      <p:sp>
        <p:nvSpPr>
          <p:cNvPr id="997" name="Google Shape;997;g1f3daf8a844_0_64"/>
          <p:cNvSpPr txBox="1"/>
          <p:nvPr/>
        </p:nvSpPr>
        <p:spPr>
          <a:xfrm>
            <a:off x="3959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h</a:t>
            </a:r>
            <a:endParaRPr sz="8000" b="0" i="0" u="none" strike="noStrike" cap="none">
              <a:solidFill>
                <a:srgbClr val="2356AF"/>
              </a:solidFill>
              <a:latin typeface="Jost"/>
              <a:ea typeface="Jost"/>
              <a:cs typeface="Jost"/>
              <a:sym typeface="Jost"/>
            </a:endParaRPr>
          </a:p>
        </p:txBody>
      </p:sp>
      <p:sp>
        <p:nvSpPr>
          <p:cNvPr id="998" name="Google Shape;998;g1f3daf8a844_0_64"/>
          <p:cNvSpPr txBox="1"/>
          <p:nvPr/>
        </p:nvSpPr>
        <p:spPr>
          <a:xfrm>
            <a:off x="5348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n</a:t>
            </a:r>
            <a:endParaRPr sz="8000" b="0" i="0" u="none" strike="noStrike" cap="none">
              <a:solidFill>
                <a:srgbClr val="2356AF"/>
              </a:solidFill>
              <a:latin typeface="Jost"/>
              <a:ea typeface="Jost"/>
              <a:cs typeface="Jost"/>
              <a:sym typeface="Jost"/>
            </a:endParaRPr>
          </a:p>
        </p:txBody>
      </p:sp>
      <p:cxnSp>
        <p:nvCxnSpPr>
          <p:cNvPr id="999" name="Google Shape;999;g1f3daf8a844_0_64"/>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g2ceba0b78dd_0_5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06" name="Google Shape;1006;g2ceba0b78dd_0_5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07" name="Google Shape;1007;g2ceba0b78dd_0_50"/>
          <p:cNvGrpSpPr/>
          <p:nvPr/>
        </p:nvGrpSpPr>
        <p:grpSpPr>
          <a:xfrm>
            <a:off x="3024000" y="209875"/>
            <a:ext cx="3096000" cy="454800"/>
            <a:chOff x="3024000" y="209875"/>
            <a:chExt cx="3096000" cy="454800"/>
          </a:xfrm>
        </p:grpSpPr>
        <p:sp>
          <p:nvSpPr>
            <p:cNvPr id="1008" name="Google Shape;1008;g2ceba0b78dd_0_50"/>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9" name="Google Shape;1009;g2ceba0b78dd_0_50"/>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10" name="Google Shape;1010;g2ceba0b78dd_0_50"/>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11" name="Google Shape;1011;g2ceba0b78dd_0_50"/>
          <p:cNvCxnSpPr/>
          <p:nvPr/>
        </p:nvCxnSpPr>
        <p:spPr>
          <a:xfrm>
            <a:off x="1181100" y="3461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12" name="Google Shape;1012;g2ceba0b78dd_0_50"/>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3" name="Google Shape;1013;g2ceba0b78dd_0_50"/>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4" name="Google Shape;1014;g2ceba0b78dd_0_50"/>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15" name="Google Shape;1015;g2ceba0b78dd_0_50"/>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16" name="Google Shape;1016;g2ceba0b78dd_0_50"/>
          <p:cNvSpPr txBox="1"/>
          <p:nvPr/>
        </p:nvSpPr>
        <p:spPr>
          <a:xfrm>
            <a:off x="2570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l</a:t>
            </a:r>
            <a:endParaRPr sz="8000" b="0" i="0" u="none" strike="noStrike" cap="none">
              <a:solidFill>
                <a:srgbClr val="2356AF"/>
              </a:solidFill>
              <a:latin typeface="Jost"/>
              <a:ea typeface="Jost"/>
              <a:cs typeface="Jost"/>
              <a:sym typeface="Jost"/>
            </a:endParaRPr>
          </a:p>
        </p:txBody>
      </p:sp>
      <p:sp>
        <p:nvSpPr>
          <p:cNvPr id="1017" name="Google Shape;1017;g2ceba0b78dd_0_50"/>
          <p:cNvSpPr txBox="1"/>
          <p:nvPr/>
        </p:nvSpPr>
        <p:spPr>
          <a:xfrm>
            <a:off x="6616175" y="1341050"/>
            <a:ext cx="1467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6C4028"/>
                </a:solidFill>
                <a:latin typeface="Jost"/>
                <a:ea typeface="Jost"/>
                <a:cs typeface="Jost"/>
                <a:sym typeface="Jost"/>
              </a:rPr>
              <a:t>ow</a:t>
            </a:r>
            <a:endParaRPr sz="8000" b="0" i="0" u="none" strike="noStrike" cap="none">
              <a:solidFill>
                <a:srgbClr val="6C4028"/>
              </a:solidFill>
              <a:latin typeface="Jost"/>
              <a:ea typeface="Jost"/>
              <a:cs typeface="Jost"/>
              <a:sym typeface="Jost"/>
            </a:endParaRPr>
          </a:p>
        </p:txBody>
      </p:sp>
      <p:sp>
        <p:nvSpPr>
          <p:cNvPr id="1018" name="Google Shape;1018;g2ceba0b78dd_0_50"/>
          <p:cNvSpPr txBox="1"/>
          <p:nvPr/>
        </p:nvSpPr>
        <p:spPr>
          <a:xfrm>
            <a:off x="1181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c</a:t>
            </a:r>
            <a:endParaRPr sz="8000" b="0" i="0" u="none" strike="noStrike" cap="none">
              <a:solidFill>
                <a:srgbClr val="2356AF"/>
              </a:solidFill>
              <a:latin typeface="Jost"/>
              <a:ea typeface="Jost"/>
              <a:cs typeface="Jost"/>
              <a:sym typeface="Jost"/>
            </a:endParaRPr>
          </a:p>
        </p:txBody>
      </p:sp>
      <p:sp>
        <p:nvSpPr>
          <p:cNvPr id="1019" name="Google Shape;1019;g2ceba0b78dd_0_50"/>
          <p:cNvSpPr txBox="1"/>
          <p:nvPr/>
        </p:nvSpPr>
        <p:spPr>
          <a:xfrm>
            <a:off x="3959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h</a:t>
            </a:r>
            <a:endParaRPr sz="8000" b="0" i="0" u="none" strike="noStrike" cap="none">
              <a:solidFill>
                <a:srgbClr val="2356AF"/>
              </a:solidFill>
              <a:latin typeface="Jost"/>
              <a:ea typeface="Jost"/>
              <a:cs typeface="Jost"/>
              <a:sym typeface="Jost"/>
            </a:endParaRPr>
          </a:p>
        </p:txBody>
      </p:sp>
      <p:sp>
        <p:nvSpPr>
          <p:cNvPr id="1020" name="Google Shape;1020;g2ceba0b78dd_0_50"/>
          <p:cNvSpPr txBox="1"/>
          <p:nvPr/>
        </p:nvSpPr>
        <p:spPr>
          <a:xfrm>
            <a:off x="5348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n</a:t>
            </a:r>
            <a:endParaRPr sz="8000" b="0" i="0" u="none" strike="noStrike" cap="none">
              <a:solidFill>
                <a:srgbClr val="2356AF"/>
              </a:solidFill>
              <a:latin typeface="Jost"/>
              <a:ea typeface="Jost"/>
              <a:cs typeface="Jost"/>
              <a:sym typeface="Jost"/>
            </a:endParaRPr>
          </a:p>
        </p:txBody>
      </p:sp>
      <p:cxnSp>
        <p:nvCxnSpPr>
          <p:cNvPr id="1021" name="Google Shape;1021;g2ceba0b78dd_0_50"/>
          <p:cNvCxnSpPr/>
          <p:nvPr/>
        </p:nvCxnSpPr>
        <p:spPr>
          <a:xfrm>
            <a:off x="1181100" y="2920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22" name="Google Shape;1022;g2ceba0b78dd_0_50"/>
          <p:cNvSpPr txBox="1"/>
          <p:nvPr/>
        </p:nvSpPr>
        <p:spPr>
          <a:xfrm>
            <a:off x="1193375" y="3044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cow owl how now</a:t>
            </a:r>
            <a:endParaRPr sz="1800" b="0" i="0" u="none" strike="noStrike" cap="none">
              <a:solidFill>
                <a:srgbClr val="B7B7B7"/>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316</Words>
  <Application>Microsoft Office PowerPoint</Application>
  <PresentationFormat>On-screen Show (4:3)</PresentationFormat>
  <Paragraphs>142</Paragraphs>
  <Slides>22</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Jost</vt:lpstr>
      <vt:lpstr>Poppins Medium</vt:lpstr>
      <vt:lpstr>Nunito Black</vt:lpstr>
      <vt:lpstr>Poppins</vt:lpstr>
      <vt:lpstr>Poppins SemiBold</vt:lpstr>
      <vt:lpstr>Calibri</vt:lpstr>
      <vt:lpstr>Mulish</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vt:lpstr>
      <vt:lpstr>Hear Phonemes</vt:lpstr>
      <vt:lpstr>Hear Phonemes</vt:lpstr>
      <vt:lpstr>Teach Grapheme Caption</vt:lpstr>
      <vt:lpstr>Review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High Frequency Words</vt:lpstr>
      <vt:lpstr>Practise High Frequency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2026-04-29T04:15:48Z</dcterms:modified>
</cp:coreProperties>
</file>