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Mulish"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hkDy1ZEC+uA32jjou+kcPKMe/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A7D5962-31B5-4F45-A93F-A43BE4988C6B}">
  <a:tblStyle styleId="{4A7D5962-31B5-4F45-A93F-A43BE4988C6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9" name="Google Shape;6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0" name="Google Shape;71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d0c6663820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d0c6663820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d0c6663820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d0c6663820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d0c666382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d0c6663820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d0c82680e6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d0c82680e6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d0c82680e6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d0c6663820_0_1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d0c6663820_0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d0c6663820_0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d0c6663820_0_1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2d0c6663820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d0c6663820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d0c6663820_0_2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d0c6663820_0_2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Use a phoneme frame to show the children how to build the word ‘farmyard’ with letters</a:t>
            </a:r>
            <a:endParaRPr/>
          </a:p>
        </p:txBody>
      </p:sp>
      <p:sp>
        <p:nvSpPr>
          <p:cNvPr id="1049" name="Google Shape;1049;g2d0c6663820_0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56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6" name="Google Shape;46;p15"/>
          <p:cNvSpPr txBox="1"/>
          <p:nvPr/>
        </p:nvSpPr>
        <p:spPr>
          <a:xfrm>
            <a:off x="856314" y="23149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7" name="Google Shape;47;p15"/>
          <p:cNvCxnSpPr/>
          <p:nvPr/>
        </p:nvCxnSpPr>
        <p:spPr>
          <a:xfrm>
            <a:off x="865586" y="35355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15"/>
          <p:cNvGrpSpPr/>
          <p:nvPr/>
        </p:nvGrpSpPr>
        <p:grpSpPr>
          <a:xfrm>
            <a:off x="357775" y="5983875"/>
            <a:ext cx="586800" cy="571500"/>
            <a:chOff x="662575" y="6212475"/>
            <a:chExt cx="586800" cy="571500"/>
          </a:xfrm>
        </p:grpSpPr>
        <p:sp>
          <p:nvSpPr>
            <p:cNvPr id="50" name="Google Shape;50;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 name="Google Shape;53;p15"/>
          <p:cNvGrpSpPr/>
          <p:nvPr/>
        </p:nvGrpSpPr>
        <p:grpSpPr>
          <a:xfrm>
            <a:off x="8199150" y="5983875"/>
            <a:ext cx="586800" cy="571500"/>
            <a:chOff x="7894350" y="6212475"/>
            <a:chExt cx="586800" cy="571500"/>
          </a:xfrm>
        </p:grpSpPr>
        <p:sp>
          <p:nvSpPr>
            <p:cNvPr id="54" name="Google Shape;54;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7" name="Google Shape;57;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190068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3" name="Google Shape;6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190068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1" name="Google Shape;9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Syllables</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13 - Thursday</a:t>
            </a:r>
            <a:endParaRPr sz="1800" b="0" i="0" u="none" strike="noStrike" cap="none">
              <a:solidFill>
                <a:srgbClr val="2F286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64</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5" name="Google Shape;165;g26b641b03cd_0_260"/>
          <p:cNvGrpSpPr/>
          <p:nvPr/>
        </p:nvGrpSpPr>
        <p:grpSpPr>
          <a:xfrm>
            <a:off x="8199150" y="5983875"/>
            <a:ext cx="586800" cy="571500"/>
            <a:chOff x="7894350" y="6212475"/>
            <a:chExt cx="586800" cy="571500"/>
          </a:xfrm>
        </p:grpSpPr>
        <p:sp>
          <p:nvSpPr>
            <p:cNvPr id="166" name="Google Shape;16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190068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5" name="Google Shape;17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2" name="Google Shape;192;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7" name="Google Shape;22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9" name="Google Shape;22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0" name="Google Shape;23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1" name="Google Shape;23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3" name="Google Shape;23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4" name="Google Shape;23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5" name="Google Shape;23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6" name="Google Shape;23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7" name="Google Shape;23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8" name="Google Shape;23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0" name="Google Shape;24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1" name="Google Shape;24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2" name="Google Shape;242;g1f3daf8a844_0_32"/>
          <p:cNvGrpSpPr/>
          <p:nvPr/>
        </p:nvGrpSpPr>
        <p:grpSpPr>
          <a:xfrm>
            <a:off x="662575" y="6212475"/>
            <a:ext cx="586800" cy="571500"/>
            <a:chOff x="662575" y="6212475"/>
            <a:chExt cx="586800" cy="571500"/>
          </a:xfrm>
        </p:grpSpPr>
        <p:sp>
          <p:nvSpPr>
            <p:cNvPr id="243" name="Google Shape;243;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6" name="Google Shape;246;g1f3daf8a844_0_32"/>
          <p:cNvGrpSpPr/>
          <p:nvPr/>
        </p:nvGrpSpPr>
        <p:grpSpPr>
          <a:xfrm>
            <a:off x="7894350" y="6212475"/>
            <a:ext cx="586800" cy="571500"/>
            <a:chOff x="7894350" y="6212475"/>
            <a:chExt cx="586800" cy="571500"/>
          </a:xfrm>
        </p:grpSpPr>
        <p:sp>
          <p:nvSpPr>
            <p:cNvPr id="247" name="Google Shape;247;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0"/>
        <p:cNvGrpSpPr/>
        <p:nvPr/>
      </p:nvGrpSpPr>
      <p:grpSpPr>
        <a:xfrm>
          <a:off x="0" y="0"/>
          <a:ext cx="0" cy="0"/>
          <a:chOff x="0" y="0"/>
          <a:chExt cx="0" cy="0"/>
        </a:xfrm>
      </p:grpSpPr>
      <p:sp>
        <p:nvSpPr>
          <p:cNvPr id="251" name="Google Shape;251;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3" name="Google Shape;26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4" name="Google Shape;26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5" name="Google Shape;26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8" name="Google Shape;26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9" name="Google Shape;26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3" name="Google Shape;273;g2c157a2fb06_0_53"/>
          <p:cNvGrpSpPr/>
          <p:nvPr/>
        </p:nvGrpSpPr>
        <p:grpSpPr>
          <a:xfrm>
            <a:off x="1403031" y="6958923"/>
            <a:ext cx="6774848" cy="1291477"/>
            <a:chOff x="717231" y="7263723"/>
            <a:chExt cx="6774848" cy="1291477"/>
          </a:xfrm>
        </p:grpSpPr>
        <p:sp>
          <p:nvSpPr>
            <p:cNvPr id="274" name="Google Shape;27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2" name="Google Shape;28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6" name="Google Shape;28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7" name="Google Shape;287;g2c157a2fb06_0_53"/>
          <p:cNvGrpSpPr/>
          <p:nvPr/>
        </p:nvGrpSpPr>
        <p:grpSpPr>
          <a:xfrm>
            <a:off x="662575" y="6212475"/>
            <a:ext cx="586800" cy="571500"/>
            <a:chOff x="662575" y="6212475"/>
            <a:chExt cx="586800" cy="571500"/>
          </a:xfrm>
        </p:grpSpPr>
        <p:sp>
          <p:nvSpPr>
            <p:cNvPr id="288" name="Google Shape;28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2c157a2fb06_0_53"/>
          <p:cNvGrpSpPr/>
          <p:nvPr/>
        </p:nvGrpSpPr>
        <p:grpSpPr>
          <a:xfrm>
            <a:off x="7894350" y="6212475"/>
            <a:ext cx="586800" cy="571500"/>
            <a:chOff x="7894350" y="6212475"/>
            <a:chExt cx="586800" cy="571500"/>
          </a:xfrm>
        </p:grpSpPr>
        <p:sp>
          <p:nvSpPr>
            <p:cNvPr id="292" name="Google Shape;29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5"/>
        <p:cNvGrpSpPr/>
        <p:nvPr/>
      </p:nvGrpSpPr>
      <p:grpSpPr>
        <a:xfrm>
          <a:off x="0" y="0"/>
          <a:ext cx="0" cy="0"/>
          <a:chOff x="0" y="0"/>
          <a:chExt cx="0" cy="0"/>
        </a:xfrm>
      </p:grpSpPr>
      <p:sp>
        <p:nvSpPr>
          <p:cNvPr id="296" name="Google Shape;296;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4" name="Google Shape;304;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5" name="Google Shape;30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6" name="Google Shape;30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9" name="Google Shape;30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0" name="Google Shape;31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6" name="Google Shape;316;g2c157a2fb06_0_158"/>
          <p:cNvGrpSpPr/>
          <p:nvPr/>
        </p:nvGrpSpPr>
        <p:grpSpPr>
          <a:xfrm>
            <a:off x="662575" y="6212475"/>
            <a:ext cx="586800" cy="571500"/>
            <a:chOff x="662575" y="6212475"/>
            <a:chExt cx="586800" cy="571500"/>
          </a:xfrm>
        </p:grpSpPr>
        <p:sp>
          <p:nvSpPr>
            <p:cNvPr id="317" name="Google Shape;31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158"/>
          <p:cNvGrpSpPr/>
          <p:nvPr/>
        </p:nvGrpSpPr>
        <p:grpSpPr>
          <a:xfrm>
            <a:off x="7894350" y="6212475"/>
            <a:ext cx="586800" cy="571500"/>
            <a:chOff x="7894350" y="6212475"/>
            <a:chExt cx="586800" cy="571500"/>
          </a:xfrm>
        </p:grpSpPr>
        <p:sp>
          <p:nvSpPr>
            <p:cNvPr id="321" name="Google Shape;32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4"/>
        <p:cNvGrpSpPr/>
        <p:nvPr/>
      </p:nvGrpSpPr>
      <p:grpSpPr>
        <a:xfrm>
          <a:off x="0" y="0"/>
          <a:ext cx="0" cy="0"/>
          <a:chOff x="0" y="0"/>
          <a:chExt cx="0" cy="0"/>
        </a:xfrm>
      </p:grpSpPr>
      <p:sp>
        <p:nvSpPr>
          <p:cNvPr id="325" name="Google Shape;325;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7" name="Google Shape;33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a:spLocks noGrp="1"/>
          </p:cNvSpPr>
          <p:nvPr>
            <p:ph type="pic" idx="8"/>
          </p:nvPr>
        </p:nvSpPr>
        <p:spPr>
          <a:xfrm>
            <a:off x="5086375" y="4412425"/>
            <a:ext cx="2668800" cy="1291500"/>
          </a:xfrm>
          <a:prstGeom prst="rect">
            <a:avLst/>
          </a:prstGeom>
          <a:noFill/>
          <a:ln>
            <a:noFill/>
          </a:ln>
        </p:spPr>
      </p:sp>
      <p:sp>
        <p:nvSpPr>
          <p:cNvPr id="343" name="Google Shape;343;g2c157a2fb06_0_263"/>
          <p:cNvSpPr>
            <a:spLocks noGrp="1"/>
          </p:cNvSpPr>
          <p:nvPr>
            <p:ph type="pic" idx="9"/>
          </p:nvPr>
        </p:nvSpPr>
        <p:spPr>
          <a:xfrm>
            <a:off x="5086375" y="797675"/>
            <a:ext cx="2668800" cy="1291500"/>
          </a:xfrm>
          <a:prstGeom prst="rect">
            <a:avLst/>
          </a:prstGeom>
          <a:noFill/>
          <a:ln>
            <a:noFill/>
          </a:ln>
        </p:spPr>
      </p:sp>
      <p:sp>
        <p:nvSpPr>
          <p:cNvPr id="344" name="Google Shape;344;g2c157a2fb06_0_263"/>
          <p:cNvSpPr>
            <a:spLocks noGrp="1"/>
          </p:cNvSpPr>
          <p:nvPr>
            <p:ph type="pic" idx="13"/>
          </p:nvPr>
        </p:nvSpPr>
        <p:spPr>
          <a:xfrm>
            <a:off x="5086375" y="2002592"/>
            <a:ext cx="2668800" cy="1291500"/>
          </a:xfrm>
          <a:prstGeom prst="rect">
            <a:avLst/>
          </a:prstGeom>
          <a:noFill/>
          <a:ln>
            <a:noFill/>
          </a:ln>
        </p:spPr>
      </p:sp>
      <p:sp>
        <p:nvSpPr>
          <p:cNvPr id="345" name="Google Shape;345;g2c157a2fb06_0_263"/>
          <p:cNvSpPr>
            <a:spLocks noGrp="1"/>
          </p:cNvSpPr>
          <p:nvPr>
            <p:ph type="pic" idx="14"/>
          </p:nvPr>
        </p:nvSpPr>
        <p:spPr>
          <a:xfrm>
            <a:off x="5086375" y="3207508"/>
            <a:ext cx="2668800" cy="1291500"/>
          </a:xfrm>
          <a:prstGeom prst="rect">
            <a:avLst/>
          </a:prstGeom>
          <a:noFill/>
          <a:ln>
            <a:noFill/>
          </a:ln>
        </p:spPr>
      </p:sp>
      <p:sp>
        <p:nvSpPr>
          <p:cNvPr id="346" name="Google Shape;34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7" name="Google Shape;34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8" name="Google Shape;348;g2c157a2fb06_0_263"/>
          <p:cNvGrpSpPr/>
          <p:nvPr/>
        </p:nvGrpSpPr>
        <p:grpSpPr>
          <a:xfrm>
            <a:off x="662575" y="6212475"/>
            <a:ext cx="586800" cy="571500"/>
            <a:chOff x="662575" y="6212475"/>
            <a:chExt cx="586800" cy="571500"/>
          </a:xfrm>
        </p:grpSpPr>
        <p:sp>
          <p:nvSpPr>
            <p:cNvPr id="349" name="Google Shape;34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2" name="Google Shape;352;g2c157a2fb06_0_263"/>
          <p:cNvGrpSpPr/>
          <p:nvPr/>
        </p:nvGrpSpPr>
        <p:grpSpPr>
          <a:xfrm>
            <a:off x="7894350" y="6212475"/>
            <a:ext cx="586800" cy="571500"/>
            <a:chOff x="7894350" y="6212475"/>
            <a:chExt cx="586800" cy="571500"/>
          </a:xfrm>
        </p:grpSpPr>
        <p:sp>
          <p:nvSpPr>
            <p:cNvPr id="353" name="Google Shape;35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6"/>
        <p:cNvGrpSpPr/>
        <p:nvPr/>
      </p:nvGrpSpPr>
      <p:grpSpPr>
        <a:xfrm>
          <a:off x="0" y="0"/>
          <a:ext cx="0" cy="0"/>
          <a:chOff x="0" y="0"/>
          <a:chExt cx="0" cy="0"/>
        </a:xfrm>
      </p:grpSpPr>
      <p:sp>
        <p:nvSpPr>
          <p:cNvPr id="357" name="Google Shape;357;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1" name="Google Shape;361;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5" name="Google Shape;36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6" name="Google Shape;36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8" name="Google Shape;36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9" name="Google Shape;36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2" name="Google Shape;37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3" name="Google Shape;37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4" name="Google Shape;37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5" name="Google Shape;375;g2c157a2fb06_0_467"/>
          <p:cNvGrpSpPr/>
          <p:nvPr/>
        </p:nvGrpSpPr>
        <p:grpSpPr>
          <a:xfrm>
            <a:off x="662575" y="6212475"/>
            <a:ext cx="586800" cy="571500"/>
            <a:chOff x="662575" y="6212475"/>
            <a:chExt cx="586800" cy="571500"/>
          </a:xfrm>
        </p:grpSpPr>
        <p:sp>
          <p:nvSpPr>
            <p:cNvPr id="376" name="Google Shape;376;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9" name="Google Shape;379;g2c157a2fb06_0_467"/>
          <p:cNvGrpSpPr/>
          <p:nvPr/>
        </p:nvGrpSpPr>
        <p:grpSpPr>
          <a:xfrm>
            <a:off x="7894350" y="6212475"/>
            <a:ext cx="586800" cy="571500"/>
            <a:chOff x="7894350" y="6212475"/>
            <a:chExt cx="586800" cy="571500"/>
          </a:xfrm>
        </p:grpSpPr>
        <p:sp>
          <p:nvSpPr>
            <p:cNvPr id="380" name="Google Shape;380;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3"/>
        <p:cNvGrpSpPr/>
        <p:nvPr/>
      </p:nvGrpSpPr>
      <p:grpSpPr>
        <a:xfrm>
          <a:off x="0" y="0"/>
          <a:ext cx="0" cy="0"/>
          <a:chOff x="0" y="0"/>
          <a:chExt cx="0" cy="0"/>
        </a:xfrm>
      </p:grpSpPr>
      <p:sp>
        <p:nvSpPr>
          <p:cNvPr id="384" name="Google Shape;384;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7" name="Google Shape;387;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8" name="Google Shape;388;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2" name="Google Shape;39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3" name="Google Shape;39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4" name="Google Shape;39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5" name="Google Shape;39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8" name="Google Shape;39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399" name="Google Shape;39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0" name="Google Shape;40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1" name="Google Shape;40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2" name="Google Shape;402;g2c157a2fb06_0_629"/>
          <p:cNvGrpSpPr/>
          <p:nvPr/>
        </p:nvGrpSpPr>
        <p:grpSpPr>
          <a:xfrm>
            <a:off x="662575" y="6212475"/>
            <a:ext cx="586800" cy="571500"/>
            <a:chOff x="662575" y="6212475"/>
            <a:chExt cx="586800" cy="571500"/>
          </a:xfrm>
        </p:grpSpPr>
        <p:sp>
          <p:nvSpPr>
            <p:cNvPr id="403" name="Google Shape;40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6" name="Google Shape;406;g2c157a2fb06_0_629"/>
          <p:cNvGrpSpPr/>
          <p:nvPr/>
        </p:nvGrpSpPr>
        <p:grpSpPr>
          <a:xfrm>
            <a:off x="7894350" y="6212475"/>
            <a:ext cx="586800" cy="571500"/>
            <a:chOff x="7894350" y="6212475"/>
            <a:chExt cx="586800" cy="571500"/>
          </a:xfrm>
        </p:grpSpPr>
        <p:sp>
          <p:nvSpPr>
            <p:cNvPr id="407" name="Google Shape;40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0"/>
        <p:cNvGrpSpPr/>
        <p:nvPr/>
      </p:nvGrpSpPr>
      <p:grpSpPr>
        <a:xfrm>
          <a:off x="0" y="0"/>
          <a:ext cx="0" cy="0"/>
          <a:chOff x="0" y="0"/>
          <a:chExt cx="0" cy="0"/>
        </a:xfrm>
      </p:grpSpPr>
      <p:sp>
        <p:nvSpPr>
          <p:cNvPr id="411" name="Google Shape;411;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5" name="Google Shape;415;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19" name="Google Shape;41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0" name="Google Shape;42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2" name="Google Shape;42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8"/>
        <p:cNvGrpSpPr/>
        <p:nvPr/>
      </p:nvGrpSpPr>
      <p:grpSpPr>
        <a:xfrm>
          <a:off x="0" y="0"/>
          <a:ext cx="0" cy="0"/>
          <a:chOff x="0" y="0"/>
          <a:chExt cx="0" cy="0"/>
        </a:xfrm>
      </p:grpSpPr>
      <p:sp>
        <p:nvSpPr>
          <p:cNvPr id="439" name="Google Shape;439;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3" name="Google Shape;45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825"/>
          <p:cNvGrpSpPr/>
          <p:nvPr/>
        </p:nvGrpSpPr>
        <p:grpSpPr>
          <a:xfrm>
            <a:off x="662575" y="6212475"/>
            <a:ext cx="586800" cy="571500"/>
            <a:chOff x="662575" y="6212475"/>
            <a:chExt cx="586800" cy="571500"/>
          </a:xfrm>
        </p:grpSpPr>
        <p:sp>
          <p:nvSpPr>
            <p:cNvPr id="459" name="Google Shape;45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825"/>
          <p:cNvGrpSpPr/>
          <p:nvPr/>
        </p:nvGrpSpPr>
        <p:grpSpPr>
          <a:xfrm>
            <a:off x="7894350" y="6212475"/>
            <a:ext cx="586800" cy="571500"/>
            <a:chOff x="7894350" y="6212475"/>
            <a:chExt cx="586800" cy="571500"/>
          </a:xfrm>
        </p:grpSpPr>
        <p:sp>
          <p:nvSpPr>
            <p:cNvPr id="463" name="Google Shape;46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6"/>
        <p:cNvGrpSpPr/>
        <p:nvPr/>
      </p:nvGrpSpPr>
      <p:grpSpPr>
        <a:xfrm>
          <a:off x="0" y="0"/>
          <a:ext cx="0" cy="0"/>
          <a:chOff x="0" y="0"/>
          <a:chExt cx="0" cy="0"/>
        </a:xfrm>
      </p:grpSpPr>
      <p:sp>
        <p:nvSpPr>
          <p:cNvPr id="467" name="Google Shape;467;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9" name="Google Shape;47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2" name="Google Shape;48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6" name="Google Shape;51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19" name="Google Shape;51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7" name="Google Shape;52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8" name="Google Shape;52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9" name="Google Shape;52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8" name="Google Shape;538;g2c157a2fb06_0_932"/>
          <p:cNvGrpSpPr/>
          <p:nvPr/>
        </p:nvGrpSpPr>
        <p:grpSpPr>
          <a:xfrm>
            <a:off x="662575" y="6212475"/>
            <a:ext cx="586800" cy="571500"/>
            <a:chOff x="662575" y="6212475"/>
            <a:chExt cx="586800" cy="571500"/>
          </a:xfrm>
        </p:grpSpPr>
        <p:sp>
          <p:nvSpPr>
            <p:cNvPr id="539" name="Google Shape;53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932"/>
          <p:cNvGrpSpPr/>
          <p:nvPr/>
        </p:nvGrpSpPr>
        <p:grpSpPr>
          <a:xfrm>
            <a:off x="7894350" y="6212475"/>
            <a:ext cx="586800" cy="571500"/>
            <a:chOff x="7894350" y="6212475"/>
            <a:chExt cx="586800" cy="571500"/>
          </a:xfrm>
        </p:grpSpPr>
        <p:sp>
          <p:nvSpPr>
            <p:cNvPr id="543" name="Google Shape;54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6"/>
        <p:cNvGrpSpPr/>
        <p:nvPr/>
      </p:nvGrpSpPr>
      <p:grpSpPr>
        <a:xfrm>
          <a:off x="0" y="0"/>
          <a:ext cx="0" cy="0"/>
          <a:chOff x="0" y="0"/>
          <a:chExt cx="0" cy="0"/>
        </a:xfrm>
      </p:grpSpPr>
      <p:sp>
        <p:nvSpPr>
          <p:cNvPr id="547" name="Google Shape;547;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5" name="Google Shape;555;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6" name="Google Shape;556;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7" name="Google Shape;557;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0" name="Google Shape;57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1" name="Google Shape;57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3" name="Google Shape;57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4" name="Google Shape;57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5" name="Google Shape;575;g2c157a2fb06_0_1045"/>
          <p:cNvGrpSpPr/>
          <p:nvPr/>
        </p:nvGrpSpPr>
        <p:grpSpPr>
          <a:xfrm>
            <a:off x="662575" y="6212475"/>
            <a:ext cx="586800" cy="571500"/>
            <a:chOff x="662575" y="6212475"/>
            <a:chExt cx="586800" cy="571500"/>
          </a:xfrm>
        </p:grpSpPr>
        <p:sp>
          <p:nvSpPr>
            <p:cNvPr id="576" name="Google Shape;57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045"/>
          <p:cNvGrpSpPr/>
          <p:nvPr/>
        </p:nvGrpSpPr>
        <p:grpSpPr>
          <a:xfrm>
            <a:off x="7894350" y="6212475"/>
            <a:ext cx="586800" cy="571500"/>
            <a:chOff x="7894350" y="6212475"/>
            <a:chExt cx="586800" cy="571500"/>
          </a:xfrm>
        </p:grpSpPr>
        <p:sp>
          <p:nvSpPr>
            <p:cNvPr id="580" name="Google Shape;58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3"/>
        <p:cNvGrpSpPr/>
        <p:nvPr/>
      </p:nvGrpSpPr>
      <p:grpSpPr>
        <a:xfrm>
          <a:off x="0" y="0"/>
          <a:ext cx="0" cy="0"/>
          <a:chOff x="0" y="0"/>
          <a:chExt cx="0" cy="0"/>
        </a:xfrm>
      </p:grpSpPr>
      <p:sp>
        <p:nvSpPr>
          <p:cNvPr id="584" name="Google Shape;584;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8" name="Google Shape;588;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6" name="Google Shape;59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7" name="Google Shape;59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8" name="Google Shape;59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1" name="Google Shape;601;g2c157a2fb06_0_1110"/>
          <p:cNvGrpSpPr/>
          <p:nvPr/>
        </p:nvGrpSpPr>
        <p:grpSpPr>
          <a:xfrm>
            <a:off x="5806200" y="1807463"/>
            <a:ext cx="756300" cy="146700"/>
            <a:chOff x="5806200" y="1807463"/>
            <a:chExt cx="756300" cy="146700"/>
          </a:xfrm>
        </p:grpSpPr>
        <p:sp>
          <p:nvSpPr>
            <p:cNvPr id="602" name="Google Shape;60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6" name="Google Shape;60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7" name="Google Shape;607;g2c157a2fb06_0_1110"/>
          <p:cNvGrpSpPr/>
          <p:nvPr/>
        </p:nvGrpSpPr>
        <p:grpSpPr>
          <a:xfrm>
            <a:off x="5806200" y="2842438"/>
            <a:ext cx="756300" cy="146700"/>
            <a:chOff x="5806200" y="1807463"/>
            <a:chExt cx="756300" cy="146700"/>
          </a:xfrm>
        </p:grpSpPr>
        <p:sp>
          <p:nvSpPr>
            <p:cNvPr id="608" name="Google Shape;60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1" name="Google Shape;611;g2c157a2fb06_0_1110"/>
          <p:cNvGrpSpPr/>
          <p:nvPr/>
        </p:nvGrpSpPr>
        <p:grpSpPr>
          <a:xfrm>
            <a:off x="5806200" y="387741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5" name="Google Shape;615;g2c157a2fb06_0_1110"/>
          <p:cNvGrpSpPr/>
          <p:nvPr/>
        </p:nvGrpSpPr>
        <p:grpSpPr>
          <a:xfrm>
            <a:off x="662575" y="6212475"/>
            <a:ext cx="586800" cy="571500"/>
            <a:chOff x="662575" y="6212475"/>
            <a:chExt cx="586800" cy="571500"/>
          </a:xfrm>
        </p:grpSpPr>
        <p:sp>
          <p:nvSpPr>
            <p:cNvPr id="616" name="Google Shape;61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9" name="Google Shape;619;g2c157a2fb06_0_1110"/>
          <p:cNvGrpSpPr/>
          <p:nvPr/>
        </p:nvGrpSpPr>
        <p:grpSpPr>
          <a:xfrm>
            <a:off x="7894350" y="6212475"/>
            <a:ext cx="586800" cy="571500"/>
            <a:chOff x="7894350" y="6212475"/>
            <a:chExt cx="586800" cy="571500"/>
          </a:xfrm>
        </p:grpSpPr>
        <p:sp>
          <p:nvSpPr>
            <p:cNvPr id="620" name="Google Shape;62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3"/>
        <p:cNvGrpSpPr/>
        <p:nvPr/>
      </p:nvGrpSpPr>
      <p:grpSpPr>
        <a:xfrm>
          <a:off x="0" y="0"/>
          <a:ext cx="0" cy="0"/>
          <a:chOff x="0" y="0"/>
          <a:chExt cx="0" cy="0"/>
        </a:xfrm>
      </p:grpSpPr>
      <p:sp>
        <p:nvSpPr>
          <p:cNvPr id="624" name="Google Shape;62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8" name="Google Shape;62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7" name="Google Shape;637;p30"/>
          <p:cNvGrpSpPr/>
          <p:nvPr/>
        </p:nvGrpSpPr>
        <p:grpSpPr>
          <a:xfrm>
            <a:off x="6022940" y="5341706"/>
            <a:ext cx="594501" cy="305904"/>
            <a:chOff x="5672081" y="1914352"/>
            <a:chExt cx="792668" cy="305904"/>
          </a:xfrm>
        </p:grpSpPr>
        <p:sp>
          <p:nvSpPr>
            <p:cNvPr id="638" name="Google Shape;63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0" name="Google Shape;64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1" name="Google Shape;64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0" name="Google Shape;65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4" name="Google Shape;66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7" name="Google Shape;66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8" name="Google Shape;66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9"/>
        <p:cNvGrpSpPr/>
        <p:nvPr/>
      </p:nvGrpSpPr>
      <p:grpSpPr>
        <a:xfrm>
          <a:off x="0" y="0"/>
          <a:ext cx="0" cy="0"/>
          <a:chOff x="0" y="0"/>
          <a:chExt cx="0" cy="0"/>
        </a:xfrm>
      </p:grpSpPr>
      <p:sp>
        <p:nvSpPr>
          <p:cNvPr id="670" name="Google Shape;67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1" name="Google Shape;67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2" name="Google Shape;67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3"/>
        <p:cNvGrpSpPr/>
        <p:nvPr/>
      </p:nvGrpSpPr>
      <p:grpSpPr>
        <a:xfrm>
          <a:off x="0" y="0"/>
          <a:ext cx="0" cy="0"/>
          <a:chOff x="0" y="0"/>
          <a:chExt cx="0" cy="0"/>
        </a:xfrm>
      </p:grpSpPr>
      <p:sp>
        <p:nvSpPr>
          <p:cNvPr id="674" name="Google Shape;67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6" name="Google Shape;67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7.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7.png"/><Relationship Id="rId3" Type="http://schemas.openxmlformats.org/officeDocument/2006/relationships/image" Target="../media/image75.png"/><Relationship Id="rId21" Type="http://schemas.openxmlformats.org/officeDocument/2006/relationships/image" Target="../media/image92.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5.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2.png"/><Relationship Id="rId19" Type="http://schemas.openxmlformats.org/officeDocument/2006/relationships/image" Target="../media/image8.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Syllables</a:t>
            </a:r>
            <a:endParaRPr/>
          </a:p>
        </p:txBody>
      </p:sp>
      <p:sp>
        <p:nvSpPr>
          <p:cNvPr id="682" name="Google Shape;682;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64</a:t>
            </a:r>
            <a:endParaRPr/>
          </a:p>
        </p:txBody>
      </p:sp>
      <p:graphicFrame>
        <p:nvGraphicFramePr>
          <p:cNvPr id="683" name="Google Shape;683;p1"/>
          <p:cNvGraphicFramePr/>
          <p:nvPr/>
        </p:nvGraphicFramePr>
        <p:xfrm>
          <a:off x="4844200" y="1891197"/>
          <a:ext cx="3784950" cy="1678950"/>
        </p:xfrm>
        <a:graphic>
          <a:graphicData uri="http://schemas.openxmlformats.org/drawingml/2006/table">
            <a:tbl>
              <a:tblPr firstRow="1" bandRow="1">
                <a:noFill/>
                <a:tableStyleId>{4A7D5962-31B5-4F45-A93F-A43BE4988C6B}</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84" name="Google Shape;68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grpSp>
        <p:nvGrpSpPr>
          <p:cNvPr id="685" name="Google Shape;685;p1"/>
          <p:cNvGrpSpPr/>
          <p:nvPr/>
        </p:nvGrpSpPr>
        <p:grpSpPr>
          <a:xfrm>
            <a:off x="5264758" y="3743927"/>
            <a:ext cx="2893576" cy="2150199"/>
            <a:chOff x="5264758" y="3743927"/>
            <a:chExt cx="2893576" cy="2150199"/>
          </a:xfrm>
        </p:grpSpPr>
        <p:pic>
          <p:nvPicPr>
            <p:cNvPr id="686" name="Google Shape;686;p1"/>
            <p:cNvPicPr preferRelativeResize="0"/>
            <p:nvPr/>
          </p:nvPicPr>
          <p:blipFill rotWithShape="1">
            <a:blip r:embed="rId3">
              <a:alphaModFix/>
            </a:blip>
            <a:srcRect/>
            <a:stretch/>
          </p:blipFill>
          <p:spPr>
            <a:xfrm rot="-1197475">
              <a:off x="6798189" y="4442874"/>
              <a:ext cx="1175390" cy="1289372"/>
            </a:xfrm>
            <a:prstGeom prst="rect">
              <a:avLst/>
            </a:prstGeom>
            <a:noFill/>
            <a:ln>
              <a:noFill/>
            </a:ln>
          </p:spPr>
        </p:pic>
        <p:pic>
          <p:nvPicPr>
            <p:cNvPr id="687" name="Google Shape;687;p1"/>
            <p:cNvPicPr preferRelativeResize="0"/>
            <p:nvPr/>
          </p:nvPicPr>
          <p:blipFill rotWithShape="1">
            <a:blip r:embed="rId4">
              <a:alphaModFix/>
            </a:blip>
            <a:srcRect/>
            <a:stretch/>
          </p:blipFill>
          <p:spPr>
            <a:xfrm rot="1136557">
              <a:off x="5423983" y="3907520"/>
              <a:ext cx="1205098" cy="118203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syllables.</a:t>
            </a:r>
            <a:endParaRPr/>
          </a:p>
        </p:txBody>
      </p:sp>
      <p:sp>
        <p:nvSpPr>
          <p:cNvPr id="694" name="Google Shape;694;g2bee4f4af4b_0_204"/>
          <p:cNvSpPr txBox="1">
            <a:spLocks noGrp="1"/>
          </p:cNvSpPr>
          <p:nvPr>
            <p:ph type="body" idx="2"/>
          </p:nvPr>
        </p:nvSpPr>
        <p:spPr>
          <a:xfrm>
            <a:off x="3298550" y="21256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3 Common Exception Words </a:t>
            </a:r>
            <a:r>
              <a:rPr lang="en-US">
                <a:solidFill>
                  <a:srgbClr val="2356AF"/>
                </a:solidFill>
              </a:rPr>
              <a:t>push they me we be he she my by looked you are there here were all sure</a:t>
            </a:r>
            <a:r>
              <a:rPr lang="en-US"/>
              <a:t>.</a:t>
            </a:r>
            <a:endParaRPr/>
          </a:p>
        </p:txBody>
      </p:sp>
      <p:sp>
        <p:nvSpPr>
          <p:cNvPr id="695" name="Google Shape;695;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795599" y="5117929"/>
            <a:ext cx="14796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2230052" y="5117929"/>
            <a:ext cx="1409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00" name="Google Shape;700;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5">
            <a:alphaModFix/>
          </a:blip>
          <a:srcRect t="89" b="99"/>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04" name="Google Shape;704;g2bee4f4af4b_0_204">
            <a:hlinkClick r:id="rId6" action="ppaction://hlinksldjump"/>
          </p:cNvPr>
          <p:cNvSpPr/>
          <p:nvPr/>
        </p:nvSpPr>
        <p:spPr>
          <a:xfrm>
            <a:off x="898726" y="369429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6" name="Google Shape;706;g2bee4f4af4b_0_204"/>
          <p:cNvSpPr/>
          <p:nvPr/>
        </p:nvSpPr>
        <p:spPr>
          <a:xfrm>
            <a:off x="3755650"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3" name="Google Shape;713;g26b641b03cd_0_165"/>
          <p:cNvGrpSpPr/>
          <p:nvPr/>
        </p:nvGrpSpPr>
        <p:grpSpPr>
          <a:xfrm>
            <a:off x="930400" y="2129444"/>
            <a:ext cx="7283200" cy="3724851"/>
            <a:chOff x="930400" y="2129444"/>
            <a:chExt cx="7283200" cy="3724851"/>
          </a:xfrm>
        </p:grpSpPr>
        <p:pic>
          <p:nvPicPr>
            <p:cNvPr id="714" name="Google Shape;71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3" name="Google Shape;74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3" name="Google Shape;75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8" name="Google Shape;778;g26b7edf6e71_0_109"/>
          <p:cNvGrpSpPr/>
          <p:nvPr/>
        </p:nvGrpSpPr>
        <p:grpSpPr>
          <a:xfrm>
            <a:off x="867357" y="2129450"/>
            <a:ext cx="7282807" cy="2686611"/>
            <a:chOff x="867357" y="2129450"/>
            <a:chExt cx="7282807" cy="2686611"/>
          </a:xfrm>
        </p:grpSpPr>
        <p:pic>
          <p:nvPicPr>
            <p:cNvPr id="779" name="Google Shape;77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 all sure</a:t>
            </a:r>
            <a:r>
              <a:rPr lang="en-US"/>
              <a:t>.</a:t>
            </a:r>
            <a:endParaRPr/>
          </a:p>
        </p:txBody>
      </p:sp>
      <p:pic>
        <p:nvPicPr>
          <p:cNvPr id="799" name="Google Shape;799;g2c610ea7438_0_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0" name="Google Shape;800;g2c610ea7438_0_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c610ea7438_0_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2" name="Google Shape;802;g2c610ea7438_0_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3" name="Google Shape;803;g2c610ea7438_0_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c610ea7438_0_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5" name="Google Shape;805;g2c610ea7438_0_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6" name="Google Shape;806;g2c610ea7438_0_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c610ea7438_0_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33" name="Google Shape;833;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34" name="Google Shape;834;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6" name="Google Shape;836;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7" name="Google Shape;837;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8" name="Google Shape;838;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9" name="Google Shape;839;g2c4fd7a3c22_2_0"/>
          <p:cNvGrpSpPr/>
          <p:nvPr/>
        </p:nvGrpSpPr>
        <p:grpSpPr>
          <a:xfrm>
            <a:off x="304250" y="6984600"/>
            <a:ext cx="8330829" cy="808600"/>
            <a:chOff x="-152950" y="7365600"/>
            <a:chExt cx="8330829" cy="808600"/>
          </a:xfrm>
        </p:grpSpPr>
        <p:sp>
          <p:nvSpPr>
            <p:cNvPr id="840" name="Google Shape;840;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5" name="Google Shape;845;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6" name="Google Shape;846;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7" name="Google Shape;847;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8" name="Google Shape;848;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0" name="Google Shape;850;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d7a3c22_2_0"/>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chicken summer f</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rmy</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rd</a:t>
            </a:r>
            <a:endParaRPr sz="9000" b="0" i="0" u="none" strike="noStrike" cap="none">
              <a:solidFill>
                <a:srgbClr val="262626"/>
              </a:solidFill>
              <a:latin typeface="Jost"/>
              <a:ea typeface="Jost"/>
              <a:cs typeface="Jost"/>
              <a:sym typeface="Jo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d0c6663820_0_45"/>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chick en sum mer f</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rm y</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rd</a:t>
            </a:r>
            <a:endParaRPr sz="9000" b="0" i="0" u="none" strike="noStrike" cap="none">
              <a:solidFill>
                <a:srgbClr val="262626"/>
              </a:solidFill>
              <a:latin typeface="Jost"/>
              <a:ea typeface="Jost"/>
              <a:cs typeface="Jost"/>
              <a:sym typeface="Jost"/>
            </a:endParaRPr>
          </a:p>
        </p:txBody>
      </p:sp>
      <p:sp>
        <p:nvSpPr>
          <p:cNvPr id="858" name="Google Shape;858;g2d0c6663820_0_45"/>
          <p:cNvSpPr/>
          <p:nvPr/>
        </p:nvSpPr>
        <p:spPr>
          <a:xfrm>
            <a:off x="5202699" y="9144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d0c6663820_0_45"/>
          <p:cNvSpPr/>
          <p:nvPr/>
        </p:nvSpPr>
        <p:spPr>
          <a:xfrm>
            <a:off x="4582503" y="24443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d0c6663820_0_45"/>
          <p:cNvSpPr/>
          <p:nvPr/>
        </p:nvSpPr>
        <p:spPr>
          <a:xfrm>
            <a:off x="4543025" y="400302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d0c6663820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62" name="Google Shape;862;g2d0c6663820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63" name="Google Shape;863;g2d0c6663820_0_4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d0c6663820_0_4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d0c6663820_0_4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d0c6663820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d0c6663820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8" name="Google Shape;868;g2d0c6663820_0_45"/>
          <p:cNvGrpSpPr/>
          <p:nvPr/>
        </p:nvGrpSpPr>
        <p:grpSpPr>
          <a:xfrm>
            <a:off x="304250" y="6984600"/>
            <a:ext cx="8330829" cy="808600"/>
            <a:chOff x="-152950" y="7365600"/>
            <a:chExt cx="8330829" cy="808600"/>
          </a:xfrm>
        </p:grpSpPr>
        <p:sp>
          <p:nvSpPr>
            <p:cNvPr id="869" name="Google Shape;869;g2d0c6663820_0_4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0" name="Google Shape;870;g2d0c6663820_0_4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1" name="Google Shape;871;g2d0c6663820_0_4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2" name="Google Shape;872;g2d0c6663820_0_4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3" name="Google Shape;873;g2d0c6663820_0_4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4" name="Google Shape;874;g2d0c6663820_0_4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5" name="Google Shape;875;g2d0c6663820_0_4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6" name="Google Shape;876;g2d0c6663820_0_4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7" name="Google Shape;877;g2d0c6663820_0_4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d0c6663820_0_4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2d0c6663820_0_45"/>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0" name="Google Shape;880;g2d0c6663820_0_45"/>
          <p:cNvGrpSpPr/>
          <p:nvPr/>
        </p:nvGrpSpPr>
        <p:grpSpPr>
          <a:xfrm>
            <a:off x="793420" y="2359753"/>
            <a:ext cx="1508899" cy="1508899"/>
            <a:chOff x="837045" y="2359753"/>
            <a:chExt cx="1508899" cy="1508899"/>
          </a:xfrm>
        </p:grpSpPr>
        <p:sp>
          <p:nvSpPr>
            <p:cNvPr id="881" name="Google Shape;881;g2d0c6663820_0_45"/>
            <p:cNvSpPr/>
            <p:nvPr/>
          </p:nvSpPr>
          <p:spPr>
            <a:xfrm>
              <a:off x="837045" y="2359753"/>
              <a:ext cx="1508899" cy="1508899"/>
            </a:xfrm>
            <a:prstGeom prst="ellipse">
              <a:avLst/>
            </a:prstGeom>
            <a:solidFill>
              <a:srgbClr val="FFFFFF"/>
            </a:solidFill>
            <a:ln>
              <a:noFill/>
            </a:ln>
            <a:effectLst>
              <a:outerShdw blurRad="100013" dist="9525" dir="5400000" algn="bl" rotWithShape="0">
                <a:srgbClr val="CFD9EF">
                  <a:alpha val="7803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2" name="Google Shape;882;g2d0c6663820_0_45"/>
            <p:cNvPicPr preferRelativeResize="0"/>
            <p:nvPr/>
          </p:nvPicPr>
          <p:blipFill rotWithShape="1">
            <a:blip r:embed="rId3">
              <a:alphaModFix/>
            </a:blip>
            <a:srcRect/>
            <a:stretch/>
          </p:blipFill>
          <p:spPr>
            <a:xfrm rot="1136551">
              <a:off x="1101268" y="2593955"/>
              <a:ext cx="1093399" cy="1072466"/>
            </a:xfrm>
            <a:prstGeom prst="rect">
              <a:avLst/>
            </a:prstGeom>
            <a:noFill/>
            <a:ln>
              <a:noFill/>
            </a:ln>
          </p:spPr>
        </p:pic>
      </p:grpSp>
      <p:grpSp>
        <p:nvGrpSpPr>
          <p:cNvPr id="883" name="Google Shape;883;g2d0c6663820_0_45"/>
          <p:cNvGrpSpPr/>
          <p:nvPr/>
        </p:nvGrpSpPr>
        <p:grpSpPr>
          <a:xfrm>
            <a:off x="6841681" y="2355519"/>
            <a:ext cx="1508899" cy="1517377"/>
            <a:chOff x="6634525" y="2319629"/>
            <a:chExt cx="1677300" cy="1686724"/>
          </a:xfrm>
        </p:grpSpPr>
        <p:sp>
          <p:nvSpPr>
            <p:cNvPr id="884" name="Google Shape;884;g2d0c6663820_0_45"/>
            <p:cNvSpPr/>
            <p:nvPr/>
          </p:nvSpPr>
          <p:spPr>
            <a:xfrm>
              <a:off x="6634525" y="2319629"/>
              <a:ext cx="1677300" cy="1677300"/>
            </a:xfrm>
            <a:prstGeom prst="ellipse">
              <a:avLst/>
            </a:prstGeom>
            <a:solidFill>
              <a:srgbClr val="FFFFFF"/>
            </a:solidFill>
            <a:ln>
              <a:noFill/>
            </a:ln>
            <a:effectLst>
              <a:outerShdw blurRad="100013" dist="9525" dir="5400000" algn="bl" rotWithShape="0">
                <a:srgbClr val="CFD9EF">
                  <a:alpha val="7803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5" name="Google Shape;885;g2d0c6663820_0_45"/>
            <p:cNvPicPr preferRelativeResize="0"/>
            <p:nvPr/>
          </p:nvPicPr>
          <p:blipFill rotWithShape="1">
            <a:blip r:embed="rId4">
              <a:alphaModFix/>
            </a:blip>
            <a:srcRect/>
            <a:stretch/>
          </p:blipFill>
          <p:spPr>
            <a:xfrm rot="-1197469">
              <a:off x="6880442" y="2542666"/>
              <a:ext cx="1185466" cy="1300419"/>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2" name="Google Shape;8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3" name="Google Shape;8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d0c6663820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0" name="Google Shape;900;g2d0c6663820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1" name="Google Shape;901;g2d0c6663820_0_1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0c6663820_0_1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c6663820_0_1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d0c6663820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d0c6663820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6" name="Google Shape;906;g2d0c6663820_0_13"/>
          <p:cNvGrpSpPr/>
          <p:nvPr/>
        </p:nvGrpSpPr>
        <p:grpSpPr>
          <a:xfrm>
            <a:off x="304250" y="6984600"/>
            <a:ext cx="8330829" cy="808600"/>
            <a:chOff x="-152950" y="7365600"/>
            <a:chExt cx="8330829" cy="808600"/>
          </a:xfrm>
        </p:grpSpPr>
        <p:sp>
          <p:nvSpPr>
            <p:cNvPr id="907" name="Google Shape;907;g2d0c6663820_0_1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8" name="Google Shape;908;g2d0c6663820_0_1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9" name="Google Shape;909;g2d0c6663820_0_1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0" name="Google Shape;910;g2d0c6663820_0_1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1" name="Google Shape;911;g2d0c6663820_0_1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2" name="Google Shape;912;g2d0c6663820_0_1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3" name="Google Shape;913;g2d0c6663820_0_1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4" name="Google Shape;914;g2d0c6663820_0_1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5" name="Google Shape;915;g2d0c6663820_0_1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d0c6663820_0_1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7" name="Google Shape;917;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d0c6663820_0_13"/>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19" name="Google Shape;919;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0" name="Google Shape;920;g2d0c6663820_0_13"/>
          <p:cNvSpPr/>
          <p:nvPr/>
        </p:nvSpPr>
        <p:spPr>
          <a:xfrm>
            <a:off x="3725997"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1" name="Google Shape;921;g2d0c6663820_0_13"/>
          <p:cNvSpPr txBox="1"/>
          <p:nvPr/>
        </p:nvSpPr>
        <p:spPr>
          <a:xfrm>
            <a:off x="340856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922" name="Google Shape;922;g2d0c6663820_0_13"/>
          <p:cNvSpPr txBox="1"/>
          <p:nvPr/>
        </p:nvSpPr>
        <p:spPr>
          <a:xfrm>
            <a:off x="2247950"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ch</a:t>
            </a:r>
            <a:endParaRPr sz="10000" b="0" i="0" u="none" strike="noStrike" cap="none">
              <a:solidFill>
                <a:srgbClr val="FFD400"/>
              </a:solidFill>
              <a:latin typeface="Jost"/>
              <a:ea typeface="Jost"/>
              <a:cs typeface="Jost"/>
              <a:sym typeface="Jost"/>
            </a:endParaRPr>
          </a:p>
        </p:txBody>
      </p:sp>
      <p:sp>
        <p:nvSpPr>
          <p:cNvPr id="923" name="Google Shape;923;g2d0c6663820_0_13"/>
          <p:cNvSpPr/>
          <p:nvPr/>
        </p:nvSpPr>
        <p:spPr>
          <a:xfrm>
            <a:off x="2502212" y="4056375"/>
            <a:ext cx="109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d0c6663820_0_13"/>
          <p:cNvSpPr txBox="1"/>
          <p:nvPr/>
        </p:nvSpPr>
        <p:spPr>
          <a:xfrm>
            <a:off x="3991120"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ck</a:t>
            </a:r>
            <a:endParaRPr sz="10000" b="0" i="0" u="none" strike="noStrike" cap="none">
              <a:solidFill>
                <a:srgbClr val="FFD400"/>
              </a:solidFill>
              <a:latin typeface="Jost"/>
              <a:ea typeface="Jost"/>
              <a:cs typeface="Jost"/>
              <a:sym typeface="Jost"/>
            </a:endParaRPr>
          </a:p>
        </p:txBody>
      </p:sp>
      <p:sp>
        <p:nvSpPr>
          <p:cNvPr id="925" name="Google Shape;925;g2d0c6663820_0_13"/>
          <p:cNvSpPr/>
          <p:nvPr/>
        </p:nvSpPr>
        <p:spPr>
          <a:xfrm>
            <a:off x="4245382" y="4056375"/>
            <a:ext cx="109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d0c6663820_0_13"/>
          <p:cNvSpPr txBox="1"/>
          <p:nvPr/>
        </p:nvSpPr>
        <p:spPr>
          <a:xfrm>
            <a:off x="5308450"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
        <p:nvSpPr>
          <p:cNvPr id="927" name="Google Shape;927;g2d0c6663820_0_13"/>
          <p:cNvSpPr/>
          <p:nvPr/>
        </p:nvSpPr>
        <p:spPr>
          <a:xfrm>
            <a:off x="5578722"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8" name="Google Shape;928;g2d0c6663820_0_13"/>
          <p:cNvSpPr/>
          <p:nvPr/>
        </p:nvSpPr>
        <p:spPr>
          <a:xfrm>
            <a:off x="620767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d0c82680e6_0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5" name="Google Shape;935;g2d0c82680e6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6" name="Google Shape;936;g2d0c82680e6_0_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d0c82680e6_0_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c82680e6_0_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c82680e6_0_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c82680e6_0_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1" name="Google Shape;941;g2d0c82680e6_0_7"/>
          <p:cNvGrpSpPr/>
          <p:nvPr/>
        </p:nvGrpSpPr>
        <p:grpSpPr>
          <a:xfrm>
            <a:off x="304250" y="6984600"/>
            <a:ext cx="8330829" cy="808600"/>
            <a:chOff x="-152950" y="7365600"/>
            <a:chExt cx="8330829" cy="808600"/>
          </a:xfrm>
        </p:grpSpPr>
        <p:sp>
          <p:nvSpPr>
            <p:cNvPr id="942" name="Google Shape;942;g2d0c82680e6_0_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d0c82680e6_0_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d0c82680e6_0_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d0c82680e6_0_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d0c82680e6_0_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d0c82680e6_0_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d0c82680e6_0_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d0c82680e6_0_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0" name="Google Shape;950;g2d0c82680e6_0_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c82680e6_0_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2" name="Google Shape;952;g2d0c82680e6_0_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d0c82680e6_0_7"/>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54" name="Google Shape;954;g2d0c82680e6_0_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5" name="Google Shape;955;g2d0c82680e6_0_7"/>
          <p:cNvSpPr/>
          <p:nvPr/>
        </p:nvSpPr>
        <p:spPr>
          <a:xfrm>
            <a:off x="3649797"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56" name="Google Shape;956;g2d0c82680e6_0_7"/>
          <p:cNvSpPr txBox="1"/>
          <p:nvPr/>
        </p:nvSpPr>
        <p:spPr>
          <a:xfrm>
            <a:off x="333236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957" name="Google Shape;957;g2d0c82680e6_0_7"/>
          <p:cNvSpPr txBox="1"/>
          <p:nvPr/>
        </p:nvSpPr>
        <p:spPr>
          <a:xfrm>
            <a:off x="2171750"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ch</a:t>
            </a:r>
            <a:endParaRPr sz="10000" b="0" i="0" u="none" strike="noStrike" cap="none">
              <a:solidFill>
                <a:srgbClr val="FFD400"/>
              </a:solidFill>
              <a:latin typeface="Jost"/>
              <a:ea typeface="Jost"/>
              <a:cs typeface="Jost"/>
              <a:sym typeface="Jost"/>
            </a:endParaRPr>
          </a:p>
        </p:txBody>
      </p:sp>
      <p:sp>
        <p:nvSpPr>
          <p:cNvPr id="958" name="Google Shape;958;g2d0c82680e6_0_7"/>
          <p:cNvSpPr/>
          <p:nvPr/>
        </p:nvSpPr>
        <p:spPr>
          <a:xfrm>
            <a:off x="2426012" y="4056375"/>
            <a:ext cx="109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d0c82680e6_0_7"/>
          <p:cNvSpPr txBox="1"/>
          <p:nvPr/>
        </p:nvSpPr>
        <p:spPr>
          <a:xfrm>
            <a:off x="3914920"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ck</a:t>
            </a:r>
            <a:endParaRPr sz="10000" b="0" i="0" u="none" strike="noStrike" cap="none">
              <a:solidFill>
                <a:srgbClr val="FFD400"/>
              </a:solidFill>
              <a:latin typeface="Jost"/>
              <a:ea typeface="Jost"/>
              <a:cs typeface="Jost"/>
              <a:sym typeface="Jost"/>
            </a:endParaRPr>
          </a:p>
        </p:txBody>
      </p:sp>
      <p:sp>
        <p:nvSpPr>
          <p:cNvPr id="960" name="Google Shape;960;g2d0c82680e6_0_7"/>
          <p:cNvSpPr/>
          <p:nvPr/>
        </p:nvSpPr>
        <p:spPr>
          <a:xfrm>
            <a:off x="4169182" y="4056375"/>
            <a:ext cx="109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c82680e6_0_7"/>
          <p:cNvSpPr/>
          <p:nvPr/>
        </p:nvSpPr>
        <p:spPr>
          <a:xfrm>
            <a:off x="5388826"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d0c82680e6_0_7"/>
          <p:cNvSpPr txBox="1"/>
          <p:nvPr/>
        </p:nvSpPr>
        <p:spPr>
          <a:xfrm>
            <a:off x="5382098"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
        <p:nvSpPr>
          <p:cNvPr id="963" name="Google Shape;963;g2d0c82680e6_0_7"/>
          <p:cNvSpPr/>
          <p:nvPr/>
        </p:nvSpPr>
        <p:spPr>
          <a:xfrm>
            <a:off x="565237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64" name="Google Shape;964;g2d0c82680e6_0_7"/>
          <p:cNvSpPr/>
          <p:nvPr/>
        </p:nvSpPr>
        <p:spPr>
          <a:xfrm>
            <a:off x="628132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d0c6663820_0_1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1" name="Google Shape;971;g2d0c6663820_0_1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2" name="Google Shape;972;g2d0c6663820_0_1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0c6663820_0_1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c6663820_0_1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c6663820_0_1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d0c6663820_0_1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7" name="Google Shape;977;g2d0c6663820_0_142"/>
          <p:cNvGrpSpPr/>
          <p:nvPr/>
        </p:nvGrpSpPr>
        <p:grpSpPr>
          <a:xfrm>
            <a:off x="304250" y="6984600"/>
            <a:ext cx="8330829" cy="808600"/>
            <a:chOff x="-152950" y="7365600"/>
            <a:chExt cx="8330829" cy="808600"/>
          </a:xfrm>
        </p:grpSpPr>
        <p:sp>
          <p:nvSpPr>
            <p:cNvPr id="978" name="Google Shape;978;g2d0c6663820_0_1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9" name="Google Shape;979;g2d0c6663820_0_1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0" name="Google Shape;980;g2d0c6663820_0_1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1" name="Google Shape;981;g2d0c6663820_0_1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2" name="Google Shape;982;g2d0c6663820_0_1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3" name="Google Shape;983;g2d0c6663820_0_1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4" name="Google Shape;984;g2d0c6663820_0_1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5" name="Google Shape;985;g2d0c6663820_0_1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86" name="Google Shape;986;g2d0c6663820_0_1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c6663820_0_1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8" name="Google Shape;988;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9" name="Google Shape;989;g2d0c6663820_0_14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90" name="Google Shape;990;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1" name="Google Shape;991;g2d0c6663820_0_142"/>
          <p:cNvSpPr/>
          <p:nvPr/>
        </p:nvSpPr>
        <p:spPr>
          <a:xfrm>
            <a:off x="248504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d0c6663820_0_142"/>
          <p:cNvSpPr txBox="1"/>
          <p:nvPr/>
        </p:nvSpPr>
        <p:spPr>
          <a:xfrm>
            <a:off x="217019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s</a:t>
            </a:r>
            <a:endParaRPr sz="10000" b="0" i="0" u="none" strike="noStrike" cap="none">
              <a:solidFill>
                <a:srgbClr val="2356AF"/>
              </a:solidFill>
              <a:latin typeface="Jost"/>
              <a:ea typeface="Jost"/>
              <a:cs typeface="Jost"/>
              <a:sym typeface="Jost"/>
            </a:endParaRPr>
          </a:p>
        </p:txBody>
      </p:sp>
      <p:sp>
        <p:nvSpPr>
          <p:cNvPr id="993" name="Google Shape;993;g2d0c6663820_0_142"/>
          <p:cNvSpPr/>
          <p:nvPr/>
        </p:nvSpPr>
        <p:spPr>
          <a:xfrm>
            <a:off x="3170934"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94" name="Google Shape;994;g2d0c6663820_0_142"/>
          <p:cNvSpPr txBox="1"/>
          <p:nvPr/>
        </p:nvSpPr>
        <p:spPr>
          <a:xfrm>
            <a:off x="282735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u</a:t>
            </a:r>
            <a:endParaRPr sz="10000" b="0" i="0" u="none" strike="noStrike" cap="none">
              <a:solidFill>
                <a:srgbClr val="ED1C24"/>
              </a:solidFill>
              <a:latin typeface="Jost"/>
              <a:ea typeface="Jost"/>
              <a:cs typeface="Jost"/>
              <a:sym typeface="Jost"/>
            </a:endParaRPr>
          </a:p>
        </p:txBody>
      </p:sp>
      <p:sp>
        <p:nvSpPr>
          <p:cNvPr id="995" name="Google Shape;995;g2d0c6663820_0_142"/>
          <p:cNvSpPr txBox="1"/>
          <p:nvPr/>
        </p:nvSpPr>
        <p:spPr>
          <a:xfrm>
            <a:off x="3372583" y="1308025"/>
            <a:ext cx="162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m</a:t>
            </a:r>
            <a:endParaRPr sz="10000" b="0" i="0" u="none" strike="noStrike" cap="none">
              <a:solidFill>
                <a:srgbClr val="2356AF"/>
              </a:solidFill>
              <a:latin typeface="Jost"/>
              <a:ea typeface="Jost"/>
              <a:cs typeface="Jost"/>
              <a:sym typeface="Jost"/>
            </a:endParaRPr>
          </a:p>
        </p:txBody>
      </p:sp>
      <p:sp>
        <p:nvSpPr>
          <p:cNvPr id="996" name="Google Shape;996;g2d0c6663820_0_142"/>
          <p:cNvSpPr txBox="1"/>
          <p:nvPr/>
        </p:nvSpPr>
        <p:spPr>
          <a:xfrm>
            <a:off x="5514908" y="1308025"/>
            <a:ext cx="145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993FA2"/>
                </a:solidFill>
                <a:latin typeface="Jost"/>
                <a:ea typeface="Jost"/>
                <a:cs typeface="Jost"/>
                <a:sym typeface="Jost"/>
              </a:rPr>
              <a:t>er</a:t>
            </a:r>
            <a:endParaRPr sz="10000" b="0" i="0" u="none" strike="noStrike" cap="none">
              <a:solidFill>
                <a:srgbClr val="993FA2"/>
              </a:solidFill>
              <a:latin typeface="Jost"/>
              <a:ea typeface="Jost"/>
              <a:cs typeface="Jost"/>
              <a:sym typeface="Jost"/>
            </a:endParaRPr>
          </a:p>
        </p:txBody>
      </p:sp>
      <p:sp>
        <p:nvSpPr>
          <p:cNvPr id="997" name="Google Shape;997;g2d0c6663820_0_142"/>
          <p:cNvSpPr/>
          <p:nvPr/>
        </p:nvSpPr>
        <p:spPr>
          <a:xfrm>
            <a:off x="5725583" y="4056375"/>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d0c6663820_0_142"/>
          <p:cNvSpPr/>
          <p:nvPr/>
        </p:nvSpPr>
        <p:spPr>
          <a:xfrm>
            <a:off x="402593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d0c6663820_0_142"/>
          <p:cNvSpPr txBox="1"/>
          <p:nvPr/>
        </p:nvSpPr>
        <p:spPr>
          <a:xfrm>
            <a:off x="4378208" y="1308025"/>
            <a:ext cx="162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m</a:t>
            </a:r>
            <a:endParaRPr sz="10000" b="0" i="0" u="none" strike="noStrike" cap="none">
              <a:solidFill>
                <a:srgbClr val="2356AF"/>
              </a:solidFill>
              <a:latin typeface="Jost"/>
              <a:ea typeface="Jost"/>
              <a:cs typeface="Jost"/>
              <a:sym typeface="Jost"/>
            </a:endParaRPr>
          </a:p>
        </p:txBody>
      </p:sp>
      <p:sp>
        <p:nvSpPr>
          <p:cNvPr id="1000" name="Google Shape;1000;g2d0c6663820_0_142"/>
          <p:cNvSpPr/>
          <p:nvPr/>
        </p:nvSpPr>
        <p:spPr>
          <a:xfrm>
            <a:off x="503156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d0c6663820_0_1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7" name="Google Shape;1007;g2d0c6663820_0_1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8" name="Google Shape;1008;g2d0c6663820_0_18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d0c6663820_0_18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d0c6663820_0_18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d0c6663820_0_1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d0c6663820_0_1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3" name="Google Shape;1013;g2d0c6663820_0_181"/>
          <p:cNvGrpSpPr/>
          <p:nvPr/>
        </p:nvGrpSpPr>
        <p:grpSpPr>
          <a:xfrm>
            <a:off x="304250" y="6984600"/>
            <a:ext cx="8330829" cy="808600"/>
            <a:chOff x="-152950" y="7365600"/>
            <a:chExt cx="8330829" cy="808600"/>
          </a:xfrm>
        </p:grpSpPr>
        <p:sp>
          <p:nvSpPr>
            <p:cNvPr id="1014" name="Google Shape;1014;g2d0c6663820_0_18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5" name="Google Shape;1015;g2d0c6663820_0_18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6" name="Google Shape;1016;g2d0c6663820_0_18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7" name="Google Shape;1017;g2d0c6663820_0_18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8" name="Google Shape;1018;g2d0c6663820_0_18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9" name="Google Shape;1019;g2d0c6663820_0_18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0" name="Google Shape;1020;g2d0c6663820_0_18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1" name="Google Shape;1021;g2d0c6663820_0_18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22" name="Google Shape;1022;g2d0c6663820_0_18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2d0c6663820_0_18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4" name="Google Shape;1024;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5" name="Google Shape;1025;g2d0c6663820_0_181"/>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1026" name="Google Shape;1026;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7" name="Google Shape;1027;g2d0c6663820_0_181"/>
          <p:cNvSpPr/>
          <p:nvPr/>
        </p:nvSpPr>
        <p:spPr>
          <a:xfrm>
            <a:off x="240884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2d0c6663820_0_181"/>
          <p:cNvSpPr txBox="1"/>
          <p:nvPr/>
        </p:nvSpPr>
        <p:spPr>
          <a:xfrm>
            <a:off x="209399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s</a:t>
            </a:r>
            <a:endParaRPr sz="10000" b="0" i="0" u="none" strike="noStrike" cap="none">
              <a:solidFill>
                <a:srgbClr val="2356AF"/>
              </a:solidFill>
              <a:latin typeface="Jost"/>
              <a:ea typeface="Jost"/>
              <a:cs typeface="Jost"/>
              <a:sym typeface="Jost"/>
            </a:endParaRPr>
          </a:p>
        </p:txBody>
      </p:sp>
      <p:sp>
        <p:nvSpPr>
          <p:cNvPr id="1029" name="Google Shape;1029;g2d0c6663820_0_181"/>
          <p:cNvSpPr/>
          <p:nvPr/>
        </p:nvSpPr>
        <p:spPr>
          <a:xfrm>
            <a:off x="3094734"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30" name="Google Shape;1030;g2d0c6663820_0_181"/>
          <p:cNvSpPr txBox="1"/>
          <p:nvPr/>
        </p:nvSpPr>
        <p:spPr>
          <a:xfrm>
            <a:off x="275115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u</a:t>
            </a:r>
            <a:endParaRPr sz="10000" b="0" i="0" u="none" strike="noStrike" cap="none">
              <a:solidFill>
                <a:srgbClr val="ED1C24"/>
              </a:solidFill>
              <a:latin typeface="Jost"/>
              <a:ea typeface="Jost"/>
              <a:cs typeface="Jost"/>
              <a:sym typeface="Jost"/>
            </a:endParaRPr>
          </a:p>
        </p:txBody>
      </p:sp>
      <p:sp>
        <p:nvSpPr>
          <p:cNvPr id="1031" name="Google Shape;1031;g2d0c6663820_0_181"/>
          <p:cNvSpPr txBox="1"/>
          <p:nvPr/>
        </p:nvSpPr>
        <p:spPr>
          <a:xfrm>
            <a:off x="3296383" y="1308025"/>
            <a:ext cx="162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m</a:t>
            </a:r>
            <a:endParaRPr sz="10000" b="0" i="0" u="none" strike="noStrike" cap="none">
              <a:solidFill>
                <a:srgbClr val="2356AF"/>
              </a:solidFill>
              <a:latin typeface="Jost"/>
              <a:ea typeface="Jost"/>
              <a:cs typeface="Jost"/>
              <a:sym typeface="Jost"/>
            </a:endParaRPr>
          </a:p>
        </p:txBody>
      </p:sp>
      <p:sp>
        <p:nvSpPr>
          <p:cNvPr id="1032" name="Google Shape;1032;g2d0c6663820_0_181"/>
          <p:cNvSpPr txBox="1"/>
          <p:nvPr/>
        </p:nvSpPr>
        <p:spPr>
          <a:xfrm>
            <a:off x="5591108" y="1308025"/>
            <a:ext cx="145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993FA2"/>
                </a:solidFill>
                <a:latin typeface="Jost"/>
                <a:ea typeface="Jost"/>
                <a:cs typeface="Jost"/>
                <a:sym typeface="Jost"/>
              </a:rPr>
              <a:t>er</a:t>
            </a:r>
            <a:endParaRPr sz="10000" b="0" i="0" u="none" strike="noStrike" cap="none">
              <a:solidFill>
                <a:srgbClr val="993FA2"/>
              </a:solidFill>
              <a:latin typeface="Jost"/>
              <a:ea typeface="Jost"/>
              <a:cs typeface="Jost"/>
              <a:sym typeface="Jost"/>
            </a:endParaRPr>
          </a:p>
        </p:txBody>
      </p:sp>
      <p:sp>
        <p:nvSpPr>
          <p:cNvPr id="1033" name="Google Shape;1033;g2d0c6663820_0_181"/>
          <p:cNvSpPr/>
          <p:nvPr/>
        </p:nvSpPr>
        <p:spPr>
          <a:xfrm>
            <a:off x="5801783" y="4056375"/>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d0c6663820_0_181"/>
          <p:cNvSpPr/>
          <p:nvPr/>
        </p:nvSpPr>
        <p:spPr>
          <a:xfrm>
            <a:off x="394973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d0c6663820_0_181"/>
          <p:cNvSpPr txBox="1"/>
          <p:nvPr/>
        </p:nvSpPr>
        <p:spPr>
          <a:xfrm>
            <a:off x="4454408" y="1308025"/>
            <a:ext cx="162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m</a:t>
            </a:r>
            <a:endParaRPr sz="10000" b="0" i="0" u="none" strike="noStrike" cap="none">
              <a:solidFill>
                <a:srgbClr val="2356AF"/>
              </a:solidFill>
              <a:latin typeface="Jost"/>
              <a:ea typeface="Jost"/>
              <a:cs typeface="Jost"/>
              <a:sym typeface="Jost"/>
            </a:endParaRPr>
          </a:p>
        </p:txBody>
      </p:sp>
      <p:sp>
        <p:nvSpPr>
          <p:cNvPr id="1036" name="Google Shape;1036;g2d0c6663820_0_181"/>
          <p:cNvSpPr/>
          <p:nvPr/>
        </p:nvSpPr>
        <p:spPr>
          <a:xfrm>
            <a:off x="510776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2d0c6663820_0_181"/>
          <p:cNvSpPr/>
          <p:nvPr/>
        </p:nvSpPr>
        <p:spPr>
          <a:xfrm>
            <a:off x="4661338"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44" name="Google Shape;104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5" name="Google Shape;104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d0c6663820_0_2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2" name="Google Shape;1052;g2d0c6663820_0_231"/>
          <p:cNvSpPr txBox="1">
            <a:spLocks noGrp="1"/>
          </p:cNvSpPr>
          <p:nvPr>
            <p:ph type="title"/>
          </p:nvPr>
        </p:nvSpPr>
        <p:spPr>
          <a:xfrm>
            <a:off x="926525" y="5686700"/>
            <a:ext cx="7290900" cy="454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Building Multi-Syllabic Words</a:t>
            </a:r>
            <a:endParaRPr/>
          </a:p>
        </p:txBody>
      </p:sp>
      <p:cxnSp>
        <p:nvCxnSpPr>
          <p:cNvPr id="1053" name="Google Shape;1053;g2d0c6663820_0_231"/>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4" name="Google Shape;1054;g2d0c6663820_0_231"/>
          <p:cNvSpPr/>
          <p:nvPr/>
        </p:nvSpPr>
        <p:spPr>
          <a:xfrm>
            <a:off x="1181100" y="3632792"/>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55" name="Google Shape;1055;g2d0c6663820_0_231"/>
          <p:cNvCxnSpPr/>
          <p:nvPr/>
        </p:nvCxnSpPr>
        <p:spPr>
          <a:xfrm>
            <a:off x="1181250" y="437121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6" name="Google Shape;1056;g2d0c6663820_0_231"/>
          <p:cNvCxnSpPr/>
          <p:nvPr/>
        </p:nvCxnSpPr>
        <p:spPr>
          <a:xfrm>
            <a:off x="1181250" y="406736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7" name="Google Shape;1057;g2d0c6663820_0_231"/>
          <p:cNvCxnSpPr/>
          <p:nvPr/>
        </p:nvCxnSpPr>
        <p:spPr>
          <a:xfrm>
            <a:off x="1181250" y="4974753"/>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8" name="Google Shape;1058;g2d0c6663820_0_231"/>
          <p:cNvCxnSpPr/>
          <p:nvPr/>
        </p:nvCxnSpPr>
        <p:spPr>
          <a:xfrm>
            <a:off x="1181250" y="5238092"/>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9" name="Google Shape;1059;g2d0c6663820_0_231"/>
          <p:cNvCxnSpPr/>
          <p:nvPr/>
        </p:nvCxnSpPr>
        <p:spPr>
          <a:xfrm rot="10800000">
            <a:off x="3524294"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60" name="Google Shape;1060;g2d0c6663820_0_231"/>
          <p:cNvCxnSpPr/>
          <p:nvPr/>
        </p:nvCxnSpPr>
        <p:spPr>
          <a:xfrm rot="10800000">
            <a:off x="4576829" y="3617567"/>
            <a:ext cx="0" cy="1851900"/>
          </a:xfrm>
          <a:prstGeom prst="straightConnector1">
            <a:avLst/>
          </a:prstGeom>
          <a:noFill/>
          <a:ln w="76200" cap="flat" cmpd="sng">
            <a:solidFill>
              <a:srgbClr val="C2EDFF"/>
            </a:solidFill>
            <a:prstDash val="solid"/>
            <a:miter lim="800000"/>
            <a:headEnd type="none" w="sm" len="sm"/>
            <a:tailEnd type="none" w="sm" len="sm"/>
          </a:ln>
        </p:spPr>
      </p:cxnSp>
      <p:cxnSp>
        <p:nvCxnSpPr>
          <p:cNvPr id="1061" name="Google Shape;1061;g2d0c6663820_0_231"/>
          <p:cNvCxnSpPr/>
          <p:nvPr/>
        </p:nvCxnSpPr>
        <p:spPr>
          <a:xfrm rot="10800000">
            <a:off x="5629319" y="3617567"/>
            <a:ext cx="0" cy="1851900"/>
          </a:xfrm>
          <a:prstGeom prst="straightConnector1">
            <a:avLst/>
          </a:prstGeom>
          <a:noFill/>
          <a:ln w="28575" cap="flat" cmpd="sng">
            <a:solidFill>
              <a:srgbClr val="C2EDFF"/>
            </a:solidFill>
            <a:prstDash val="lgDash"/>
            <a:miter lim="800000"/>
            <a:headEnd type="none" w="sm" len="sm"/>
            <a:tailEnd type="none" w="sm" len="sm"/>
          </a:ln>
        </p:spPr>
      </p:cxnSp>
      <p:sp>
        <p:nvSpPr>
          <p:cNvPr id="1062" name="Google Shape;1062;g2d0c6663820_0_23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3" name="Google Shape;1063;g2d0c6663820_0_23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4" name="Google Shape;1064;g2d0c6663820_0_23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5" name="Google Shape;1065;g2d0c6663820_0_2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6" name="Google Shape;1066;g2d0c6663820_0_2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7" name="Google Shape;1067;g2d0c6663820_0_23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68" name="Google Shape;1068;g2d0c6663820_0_23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69" name="Google Shape;1069;g2d0c6663820_0_23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70" name="Google Shape;1070;g2d0c6663820_0_23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71" name="Google Shape;1071;g2d0c6663820_0_23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72" name="Google Shape;1072;g2d0c6663820_0_23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73" name="Google Shape;1073;g2d0c6663820_0_23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74" name="Google Shape;1074;g2d0c6663820_0_23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75" name="Google Shape;1075;g2d0c6663820_0_23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6" name="Google Shape;1076;g2d0c6663820_0_23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7" name="Google Shape;1077;g2d0c6663820_0_23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8" name="Google Shape;1078;g2d0c6663820_0_23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79" name="Google Shape;1079;g2d0c6663820_0_231"/>
          <p:cNvSpPr txBox="1"/>
          <p:nvPr/>
        </p:nvSpPr>
        <p:spPr>
          <a:xfrm>
            <a:off x="148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f</a:t>
            </a:r>
            <a:endParaRPr sz="8000" b="0" i="0" u="none" strike="noStrike" cap="none">
              <a:solidFill>
                <a:srgbClr val="2356AF"/>
              </a:solidFill>
              <a:latin typeface="Jost"/>
              <a:ea typeface="Jost"/>
              <a:cs typeface="Jost"/>
              <a:sym typeface="Jost"/>
            </a:endParaRPr>
          </a:p>
        </p:txBody>
      </p:sp>
      <p:sp>
        <p:nvSpPr>
          <p:cNvPr id="1080" name="Google Shape;1080;g2d0c6663820_0_231"/>
          <p:cNvSpPr txBox="1"/>
          <p:nvPr/>
        </p:nvSpPr>
        <p:spPr>
          <a:xfrm>
            <a:off x="247518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6800" b="0" i="0" u="none" strike="noStrike" cap="none">
                <a:solidFill>
                  <a:srgbClr val="993FA2"/>
                </a:solidFill>
                <a:latin typeface="Poppins"/>
                <a:ea typeface="Poppins"/>
                <a:cs typeface="Poppins"/>
                <a:sym typeface="Poppins"/>
              </a:rPr>
              <a:t>a</a:t>
            </a:r>
            <a:r>
              <a:rPr lang="en-US" sz="8000" b="0" i="0" u="none" strike="noStrike" cap="none">
                <a:solidFill>
                  <a:srgbClr val="993FA2"/>
                </a:solidFill>
                <a:latin typeface="Jost"/>
                <a:ea typeface="Jost"/>
                <a:cs typeface="Jost"/>
                <a:sym typeface="Jost"/>
              </a:rPr>
              <a:t>r</a:t>
            </a:r>
            <a:endParaRPr sz="8000" b="0" i="0" u="none" strike="noStrike" cap="none">
              <a:solidFill>
                <a:srgbClr val="2356AF"/>
              </a:solidFill>
              <a:latin typeface="Jost"/>
              <a:ea typeface="Jost"/>
              <a:cs typeface="Jost"/>
              <a:sym typeface="Jost"/>
            </a:endParaRPr>
          </a:p>
        </p:txBody>
      </p:sp>
      <p:sp>
        <p:nvSpPr>
          <p:cNvPr id="1081" name="Google Shape;1081;g2d0c6663820_0_231"/>
          <p:cNvSpPr txBox="1"/>
          <p:nvPr/>
        </p:nvSpPr>
        <p:spPr>
          <a:xfrm>
            <a:off x="346446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1082" name="Google Shape;1082;g2d0c6663820_0_231"/>
          <p:cNvSpPr txBox="1"/>
          <p:nvPr/>
        </p:nvSpPr>
        <p:spPr>
          <a:xfrm>
            <a:off x="643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6800" b="0" i="0" u="none" strike="noStrike" cap="none">
                <a:solidFill>
                  <a:srgbClr val="993FA2"/>
                </a:solidFill>
                <a:latin typeface="Poppins"/>
                <a:ea typeface="Poppins"/>
                <a:cs typeface="Poppins"/>
                <a:sym typeface="Poppins"/>
              </a:rPr>
              <a:t>a</a:t>
            </a:r>
            <a:r>
              <a:rPr lang="en-US" sz="8000" b="0" i="0" u="none" strike="noStrike" cap="none">
                <a:solidFill>
                  <a:srgbClr val="993FA2"/>
                </a:solidFill>
                <a:latin typeface="Jost"/>
                <a:ea typeface="Jost"/>
                <a:cs typeface="Jost"/>
                <a:sym typeface="Jost"/>
              </a:rPr>
              <a:t>r</a:t>
            </a:r>
            <a:endParaRPr sz="8000" b="0" i="0" u="none" strike="noStrike" cap="none">
              <a:solidFill>
                <a:srgbClr val="2356AF"/>
              </a:solidFill>
              <a:latin typeface="Jost"/>
              <a:ea typeface="Jost"/>
              <a:cs typeface="Jost"/>
              <a:sym typeface="Jost"/>
            </a:endParaRPr>
          </a:p>
        </p:txBody>
      </p:sp>
      <p:sp>
        <p:nvSpPr>
          <p:cNvPr id="1083" name="Google Shape;1083;g2d0c6663820_0_231"/>
          <p:cNvSpPr txBox="1"/>
          <p:nvPr/>
        </p:nvSpPr>
        <p:spPr>
          <a:xfrm>
            <a:off x="544302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y</a:t>
            </a:r>
            <a:endParaRPr sz="8000" b="0" i="0" u="none" strike="noStrike" cap="none">
              <a:solidFill>
                <a:srgbClr val="2356AF"/>
              </a:solidFill>
              <a:latin typeface="Jost"/>
              <a:ea typeface="Jost"/>
              <a:cs typeface="Jost"/>
              <a:sym typeface="Jost"/>
            </a:endParaRPr>
          </a:p>
        </p:txBody>
      </p:sp>
      <p:sp>
        <p:nvSpPr>
          <p:cNvPr id="1084" name="Google Shape;1084;g2d0c6663820_0_231"/>
          <p:cNvSpPr txBox="1"/>
          <p:nvPr/>
        </p:nvSpPr>
        <p:spPr>
          <a:xfrm>
            <a:off x="445374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cxnSp>
        <p:nvCxnSpPr>
          <p:cNvPr id="1085" name="Google Shape;1085;g2d0c6663820_0_231"/>
          <p:cNvCxnSpPr/>
          <p:nvPr/>
        </p:nvCxnSpPr>
        <p:spPr>
          <a:xfrm rot="10800000">
            <a:off x="2243158"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2d0c6663820_0_231"/>
          <p:cNvCxnSpPr/>
          <p:nvPr/>
        </p:nvCxnSpPr>
        <p:spPr>
          <a:xfrm rot="10800000">
            <a:off x="6910408" y="3617567"/>
            <a:ext cx="0" cy="1851900"/>
          </a:xfrm>
          <a:prstGeom prst="straightConnector1">
            <a:avLst/>
          </a:prstGeom>
          <a:noFill/>
          <a:ln w="28575" cap="flat" cmpd="sng">
            <a:solidFill>
              <a:srgbClr val="C2EDFF"/>
            </a:solidFill>
            <a:prstDash val="lgDash"/>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386</Words>
  <Application>Microsoft Office PowerPoint</Application>
  <PresentationFormat>On-screen Show (4:3)</PresentationFormat>
  <Paragraphs>157</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Mulish</vt:lpstr>
      <vt:lpstr>Jost</vt:lpstr>
      <vt:lpstr>Nunito Black</vt:lpstr>
      <vt:lpstr>Arial</vt:lpstr>
      <vt:lpstr>Poppins Medium</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Hear Syllables</vt:lpstr>
      <vt:lpstr>Hear Syllables</vt:lpstr>
      <vt:lpstr>Explain Decoding</vt:lpstr>
      <vt:lpstr>Model Blending Phonemes</vt:lpstr>
      <vt:lpstr>Model Blending Phonemes</vt:lpstr>
      <vt:lpstr>Model Blending Phonemes</vt:lpstr>
      <vt:lpstr>Model Blending Phonemes</vt:lpstr>
      <vt:lpstr>Explain Encoding</vt:lpstr>
      <vt:lpstr>Practise Building Multi-Syllabic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2026-05-13T04:22:35Z</dcterms:modified>
</cp:coreProperties>
</file>