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Finger Paint" panose="020B0604020202020204" charset="0"/>
      <p:regular r:id="rId23"/>
    </p:embeddedFont>
    <p:embeddedFont>
      <p:font typeface="Jost" panose="020B0604020202020204" charset="0"/>
      <p:regular r:id="rId24"/>
      <p:bold r:id="rId25"/>
      <p:italic r:id="rId26"/>
      <p:boldItalic r:id="rId27"/>
    </p:embeddedFont>
    <p:embeddedFont>
      <p:font typeface="Mulish"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jOawo5NJ/ERJ37G5xrpeSy7D6Q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88A77F9-070C-441D-8A80-1BF684073758}">
  <a:tblStyle styleId="{C88A77F9-070C-441D-8A80-1BF68407375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9" name="Google Shape;75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0" name="Google Shape;76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c61c1ae3db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c61c1ae3db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c61c1ae3db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2c61c1ae3db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2c61c1ae3db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2c61c1ae3db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c61c1ae3db_0_7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c61c1ae3db_0_7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c61c1ae3db_0_7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'z'</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2 -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7</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5.xml"/><Relationship Id="rId16"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'z'</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7</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{C88A77F9-070C-441D-8A80-1BF684073758}</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z</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t="59" b="59"/>
          <a:stretch/>
        </p:blipFill>
        <p:spPr>
          <a:xfrm rot="145685">
            <a:off x="3871565" y="4457685"/>
            <a:ext cx="2493521"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z</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t="59" b="69"/>
          <a:stretch/>
        </p:blipFill>
        <p:spPr>
          <a:xfrm>
            <a:off x="946800" y="4384154"/>
            <a:ext cx="1372150" cy="549101"/>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966639" y="3904487"/>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443239" y="380532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3565833" y="375159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4859461" y="375159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2" name="Google Shape;722;g26b641b03cd_0_165"/>
          <p:cNvGrpSpPr/>
          <p:nvPr/>
        </p:nvGrpSpPr>
        <p:grpSpPr>
          <a:xfrm>
            <a:off x="930400" y="2129444"/>
            <a:ext cx="7283200" cy="3724851"/>
            <a:chOff x="930400" y="2129444"/>
            <a:chExt cx="7283200" cy="3724851"/>
          </a:xfrm>
        </p:grpSpPr>
        <p:pic>
          <p:nvPicPr>
            <p:cNvPr id="723" name="Google Shape;72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2" name="Google Shape;752;g26b7edf6e71_0_26"/>
          <p:cNvPicPr preferRelativeResize="0"/>
          <p:nvPr/>
        </p:nvPicPr>
        <p:blipFill rotWithShape="1">
          <a:blip r:embed="rId3">
            <a:alphaModFix/>
          </a:blip>
          <a:srcRect l="79" r="79"/>
          <a:stretch/>
        </p:blipFill>
        <p:spPr>
          <a:xfrm>
            <a:off x="930400" y="2129450"/>
            <a:ext cx="1315208" cy="1861595"/>
          </a:xfrm>
          <a:prstGeom prst="rect">
            <a:avLst/>
          </a:prstGeom>
          <a:noFill/>
          <a:ln>
            <a:noFill/>
          </a:ln>
          <a:effectLst>
            <a:outerShdw blurRad="71438" dist="28575" dir="5400000" algn="bl" rotWithShape="0">
              <a:srgbClr val="000000">
                <a:alpha val="15686"/>
              </a:srgbClr>
            </a:outerShdw>
          </a:effectLst>
        </p:spPr>
      </p:pic>
      <p:pic>
        <p:nvPicPr>
          <p:cNvPr id="753" name="Google Shape;753;g26b7edf6e71_0_26"/>
          <p:cNvPicPr preferRelativeResize="0"/>
          <p:nvPr/>
        </p:nvPicPr>
        <p:blipFill rotWithShape="1">
          <a:blip r:embed="rId4">
            <a:alphaModFix/>
          </a:blip>
          <a:srcRect l="79" r="79"/>
          <a:stretch/>
        </p:blipFill>
        <p:spPr>
          <a:xfrm>
            <a:off x="5357775" y="2129450"/>
            <a:ext cx="1315208" cy="1861595"/>
          </a:xfrm>
          <a:prstGeom prst="rect">
            <a:avLst/>
          </a:prstGeom>
          <a:noFill/>
          <a:ln>
            <a:noFill/>
          </a:ln>
          <a:effectLst>
            <a:outerShdw blurRad="71438" dist="28575" dir="5400000" algn="bl" rotWithShape="0">
              <a:srgbClr val="000000">
                <a:alpha val="15686"/>
              </a:srgbClr>
            </a:outerShdw>
          </a:effectLst>
        </p:spPr>
      </p:pic>
      <p:pic>
        <p:nvPicPr>
          <p:cNvPr id="754" name="Google Shape;754;g26b7edf6e71_0_26"/>
          <p:cNvPicPr preferRelativeResize="0"/>
          <p:nvPr/>
        </p:nvPicPr>
        <p:blipFill rotWithShape="1">
          <a:blip r:embed="rId5">
            <a:alphaModFix/>
          </a:blip>
          <a:srcRect l="79" r="79"/>
          <a:stretch/>
        </p:blipFill>
        <p:spPr>
          <a:xfrm>
            <a:off x="2406191" y="2129450"/>
            <a:ext cx="1315208" cy="1861595"/>
          </a:xfrm>
          <a:prstGeom prst="rect">
            <a:avLst/>
          </a:prstGeom>
          <a:noFill/>
          <a:ln>
            <a:noFill/>
          </a:ln>
          <a:effectLst>
            <a:outerShdw blurRad="71438" dist="28575" dir="5400000" algn="bl" rotWithShape="0">
              <a:srgbClr val="000000">
                <a:alpha val="15686"/>
              </a:srgbClr>
            </a:outerShdw>
          </a:effectLst>
        </p:spPr>
      </p:pic>
      <p:pic>
        <p:nvPicPr>
          <p:cNvPr id="755" name="Google Shape;755;g26b7edf6e71_0_26"/>
          <p:cNvPicPr preferRelativeResize="0"/>
          <p:nvPr/>
        </p:nvPicPr>
        <p:blipFill rotWithShape="1">
          <a:blip r:embed="rId6">
            <a:alphaModFix/>
          </a:blip>
          <a:srcRect l="19" r="29"/>
          <a:stretch/>
        </p:blipFill>
        <p:spPr>
          <a:xfrm>
            <a:off x="3881984" y="2129450"/>
            <a:ext cx="1315208" cy="1861594"/>
          </a:xfrm>
          <a:prstGeom prst="rect">
            <a:avLst/>
          </a:prstGeom>
          <a:noFill/>
          <a:ln>
            <a:noFill/>
          </a:ln>
          <a:effectLst>
            <a:outerShdw blurRad="71438" dist="28575" dir="5400000" algn="bl" rotWithShape="0">
              <a:srgbClr val="000000">
                <a:alpha val="15686"/>
              </a:srgbClr>
            </a:outerShdw>
          </a:effectLst>
        </p:spPr>
      </p:pic>
      <p:pic>
        <p:nvPicPr>
          <p:cNvPr id="756" name="Google Shape;756;g26b7edf6e71_0_26"/>
          <p:cNvPicPr preferRelativeResize="0"/>
          <p:nvPr/>
        </p:nvPicPr>
        <p:blipFill rotWithShape="1">
          <a:blip r:embed="rId7">
            <a:alphaModFix/>
          </a:blip>
          <a:srcRect l="19" r="29"/>
          <a:stretch/>
        </p:blipFill>
        <p:spPr>
          <a:xfrm>
            <a:off x="6833566" y="2129450"/>
            <a:ext cx="1315208" cy="1861594"/>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63" name="Google Shape;763;g26b7edf6e71_0_109"/>
          <p:cNvGrpSpPr/>
          <p:nvPr/>
        </p:nvGrpSpPr>
        <p:grpSpPr>
          <a:xfrm>
            <a:off x="867357" y="2129450"/>
            <a:ext cx="7282807" cy="2686611"/>
            <a:chOff x="867357" y="2129450"/>
            <a:chExt cx="7282807" cy="2686611"/>
          </a:xfrm>
        </p:grpSpPr>
        <p:pic>
          <p:nvPicPr>
            <p:cNvPr id="764" name="Google Shape;76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65" name="Google Shape;76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66" name="Google Shape;76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67" name="Google Shape;76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68" name="Google Shape;76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69" name="Google Shape;76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70" name="Google Shape;77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71" name="Google Shape;77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72" name="Google Shape;77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73" name="Google Shape;77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74" name="Google Shape;77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75" name="Google Shape;77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76" name="Google Shape;77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77" name="Google Shape;77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4" name="Google Shape;78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5" name="Google Shape;785;g2c186218c5a_0_17"/>
          <p:cNvPicPr preferRelativeResize="0"/>
          <p:nvPr/>
        </p:nvPicPr>
        <p:blipFill rotWithShape="1">
          <a:blip r:embed="rId3">
            <a:alphaModFix/>
          </a:blip>
          <a:srcRect t="109" b="99"/>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86" name="Google Shape;78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3" name="Google Shape;79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4" name="Google Shape;794;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5" name="Google Shape;79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JL686</a:t>
            </a:r>
            <a:endParaRPr/>
          </a:p>
        </p:txBody>
      </p:sp>
      <p:sp>
        <p:nvSpPr>
          <p:cNvPr id="802" name="Google Shape;80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3" name="Google Shape;80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4" name="Google Shape;80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1" name="Google Shape;81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12" name="Google Shape;812;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13" name="Google Shape;81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20" name="Google Shape;82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21" name="Google Shape;82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8" name="Google Shape;828;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9" name="Google Shape;829;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4" name="Google Shape;834;g2c4fd7a3c22_2_0"/>
          <p:cNvGrpSpPr/>
          <p:nvPr/>
        </p:nvGrpSpPr>
        <p:grpSpPr>
          <a:xfrm>
            <a:off x="304250" y="6984600"/>
            <a:ext cx="8330829" cy="808600"/>
            <a:chOff x="-152950" y="7365600"/>
            <a:chExt cx="8330829" cy="808600"/>
          </a:xfrm>
        </p:grpSpPr>
        <p:sp>
          <p:nvSpPr>
            <p:cNvPr id="835" name="Google Shape;835;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6" name="Google Shape;836;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9" name="Google Shape;839;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0" name="Google Shape;840;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3" name="Google Shape;843;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c4fd7a3c22_2_0"/>
          <p:cNvSpPr/>
          <p:nvPr/>
        </p:nvSpPr>
        <p:spPr>
          <a:xfrm>
            <a:off x="3211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c4fd7a3c22_2_0"/>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7" name="Google Shape;847;g2c4fd7a3c22_2_0"/>
          <p:cNvSpPr/>
          <p:nvPr/>
        </p:nvSpPr>
        <p:spPr>
          <a:xfrm>
            <a:off x="5542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8" name="Google Shape;848;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9" name="Google Shape;849;g2c4fd7a3c22_2_0"/>
          <p:cNvSpPr txBox="1">
            <a:spLocks noGrp="1"/>
          </p:cNvSpPr>
          <p:nvPr>
            <p:ph type="subTitle" idx="4294967295"/>
          </p:nvPr>
        </p:nvSpPr>
        <p:spPr>
          <a:xfrm>
            <a:off x="49731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50" name="Google Shape;850;g2c4fd7a3c22_2_0"/>
          <p:cNvSpPr txBox="1">
            <a:spLocks noGrp="1"/>
          </p:cNvSpPr>
          <p:nvPr>
            <p:ph type="subTitle" idx="4294967295"/>
          </p:nvPr>
        </p:nvSpPr>
        <p:spPr>
          <a:xfrm>
            <a:off x="2641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z</a:t>
            </a:r>
            <a:endParaRPr sz="15000" b="0" i="0" u="none" strike="noStrike" cap="none">
              <a:solidFill>
                <a:srgbClr val="2356AF"/>
              </a:solidFill>
              <a:latin typeface="Jost"/>
              <a:ea typeface="Jost"/>
              <a:cs typeface="Jost"/>
              <a:sym typeface="Jost"/>
            </a:endParaRPr>
          </a:p>
        </p:txBody>
      </p:sp>
      <p:sp>
        <p:nvSpPr>
          <p:cNvPr id="851" name="Google Shape;851;g2c4fd7a3c22_2_0"/>
          <p:cNvSpPr txBox="1"/>
          <p:nvPr/>
        </p:nvSpPr>
        <p:spPr>
          <a:xfrm>
            <a:off x="36843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c61c1ae3db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8" name="Google Shape;858;g2c61c1ae3db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9" name="Google Shape;859;g2c61c1ae3db_0_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c61c1ae3db_0_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c61c1ae3db_0_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c61c1ae3db_0_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c61c1ae3db_0_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4" name="Google Shape;864;g2c61c1ae3db_0_1"/>
          <p:cNvGrpSpPr/>
          <p:nvPr/>
        </p:nvGrpSpPr>
        <p:grpSpPr>
          <a:xfrm>
            <a:off x="304250" y="6984600"/>
            <a:ext cx="8330829" cy="808600"/>
            <a:chOff x="-152950" y="7365600"/>
            <a:chExt cx="8330829" cy="808600"/>
          </a:xfrm>
        </p:grpSpPr>
        <p:sp>
          <p:nvSpPr>
            <p:cNvPr id="865" name="Google Shape;865;g2c61c1ae3db_0_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6" name="Google Shape;866;g2c61c1ae3db_0_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7" name="Google Shape;867;g2c61c1ae3db_0_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8" name="Google Shape;868;g2c61c1ae3db_0_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9" name="Google Shape;869;g2c61c1ae3db_0_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0" name="Google Shape;870;g2c61c1ae3db_0_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1" name="Google Shape;871;g2c61c1ae3db_0_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2" name="Google Shape;872;g2c61c1ae3db_0_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3" name="Google Shape;873;g2c61c1ae3db_0_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c61c1ae3db_0_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c61c1ae3db_0_1"/>
          <p:cNvSpPr/>
          <p:nvPr/>
        </p:nvSpPr>
        <p:spPr>
          <a:xfrm>
            <a:off x="3287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c61c1ae3db_0_1"/>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7" name="Google Shape;877;g2c61c1ae3db_0_1"/>
          <p:cNvSpPr/>
          <p:nvPr/>
        </p:nvSpPr>
        <p:spPr>
          <a:xfrm>
            <a:off x="5466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8" name="Google Shape;878;g2c61c1ae3db_0_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9" name="Google Shape;879;g2c61c1ae3db_0_1"/>
          <p:cNvSpPr txBox="1">
            <a:spLocks noGrp="1"/>
          </p:cNvSpPr>
          <p:nvPr>
            <p:ph type="subTitle" idx="4294967295"/>
          </p:nvPr>
        </p:nvSpPr>
        <p:spPr>
          <a:xfrm>
            <a:off x="48969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80" name="Google Shape;880;g2c61c1ae3db_0_1"/>
          <p:cNvSpPr txBox="1">
            <a:spLocks noGrp="1"/>
          </p:cNvSpPr>
          <p:nvPr>
            <p:ph type="subTitle" idx="4294967295"/>
          </p:nvPr>
        </p:nvSpPr>
        <p:spPr>
          <a:xfrm>
            <a:off x="2717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z</a:t>
            </a:r>
            <a:endParaRPr sz="15000" b="0" i="0" u="none" strike="noStrike" cap="none">
              <a:solidFill>
                <a:srgbClr val="2356AF"/>
              </a:solidFill>
              <a:latin typeface="Jost"/>
              <a:ea typeface="Jost"/>
              <a:cs typeface="Jost"/>
              <a:sym typeface="Jost"/>
            </a:endParaRPr>
          </a:p>
        </p:txBody>
      </p:sp>
      <p:sp>
        <p:nvSpPr>
          <p:cNvPr id="881" name="Google Shape;881;g2c61c1ae3db_0_1"/>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8" name="Google Shape;88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9" name="Google Shape;88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6" name="Google Shape;89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7" name="Google Shape;89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8" name="Google Shape;89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5" name="Google Shape;90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6" name="Google Shape;90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7" name="Google Shape;90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4" name="Google Shape;91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5" name="Google Shape;91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6" name="Google Shape;91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3" name="Google Shape;92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4" name="Google Shape;92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5" name="Google Shape;92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2c61c1ae3db_0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32" name="Google Shape;932;g2c61c1ae3db_0_3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33" name="Google Shape;933;g2c61c1ae3db_0_31"/>
          <p:cNvGrpSpPr/>
          <p:nvPr/>
        </p:nvGrpSpPr>
        <p:grpSpPr>
          <a:xfrm>
            <a:off x="3024000" y="209875"/>
            <a:ext cx="3096000" cy="454800"/>
            <a:chOff x="3024000" y="209875"/>
            <a:chExt cx="3096000" cy="454800"/>
          </a:xfrm>
        </p:grpSpPr>
        <p:sp>
          <p:nvSpPr>
            <p:cNvPr id="934" name="Google Shape;934;g2c61c1ae3db_0_3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c61c1ae3db_0_3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36" name="Google Shape;936;g2c61c1ae3db_0_3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37" name="Google Shape;937;g2c61c1ae3db_0_31"/>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8" name="Google Shape;938;g2c61c1ae3db_0_31"/>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9" name="Google Shape;939;g2c61c1ae3db_0_3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40" name="Google Shape;940;g2c61c1ae3db_0_31"/>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41" name="Google Shape;941;g2c61c1ae3db_0_31"/>
          <p:cNvSpPr txBox="1"/>
          <p:nvPr/>
        </p:nvSpPr>
        <p:spPr>
          <a:xfrm>
            <a:off x="2107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000" b="0" i="0" u="none" strike="noStrike" cap="none">
                <a:solidFill>
                  <a:srgbClr val="ED1C24"/>
                </a:solidFill>
                <a:latin typeface="Poppins"/>
                <a:ea typeface="Poppins"/>
                <a:cs typeface="Poppins"/>
                <a:sym typeface="Poppins"/>
              </a:rPr>
              <a:t>a</a:t>
            </a:r>
            <a:endParaRPr sz="7500" b="0" i="0" u="none" strike="noStrike" cap="none">
              <a:solidFill>
                <a:srgbClr val="2356AF"/>
              </a:solidFill>
              <a:latin typeface="Jost"/>
              <a:ea typeface="Jost"/>
              <a:cs typeface="Jost"/>
              <a:sym typeface="Jost"/>
            </a:endParaRPr>
          </a:p>
        </p:txBody>
      </p:sp>
      <p:sp>
        <p:nvSpPr>
          <p:cNvPr id="942" name="Google Shape;942;g2c61c1ae3db_0_31"/>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943" name="Google Shape;943;g2c61c1ae3db_0_31"/>
          <p:cNvSpPr txBox="1"/>
          <p:nvPr/>
        </p:nvSpPr>
        <p:spPr>
          <a:xfrm>
            <a:off x="3033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944" name="Google Shape;944;g2c61c1ae3db_0_31"/>
          <p:cNvSpPr txBox="1"/>
          <p:nvPr/>
        </p:nvSpPr>
        <p:spPr>
          <a:xfrm>
            <a:off x="581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2356AF"/>
              </a:solidFill>
              <a:latin typeface="Jost"/>
              <a:ea typeface="Jost"/>
              <a:cs typeface="Jost"/>
              <a:sym typeface="Jost"/>
            </a:endParaRPr>
          </a:p>
        </p:txBody>
      </p:sp>
      <p:sp>
        <p:nvSpPr>
          <p:cNvPr id="945" name="Google Shape;945;g2c61c1ae3db_0_31"/>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z</a:t>
            </a:r>
            <a:endParaRPr sz="8000" b="0" i="0" u="none" strike="noStrike" cap="none">
              <a:solidFill>
                <a:srgbClr val="ED1C24"/>
              </a:solidFill>
              <a:latin typeface="Jost"/>
              <a:ea typeface="Jost"/>
              <a:cs typeface="Jost"/>
              <a:sym typeface="Jost"/>
            </a:endParaRPr>
          </a:p>
        </p:txBody>
      </p:sp>
      <p:sp>
        <p:nvSpPr>
          <p:cNvPr id="946" name="Google Shape;946;g2c61c1ae3db_0_31"/>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z</a:t>
            </a:r>
            <a:endParaRPr sz="8000" b="0" i="0" u="none" strike="noStrike" cap="none">
              <a:solidFill>
                <a:srgbClr val="ED1C24"/>
              </a:solidFill>
              <a:latin typeface="Jost"/>
              <a:ea typeface="Jost"/>
              <a:cs typeface="Jost"/>
              <a:sym typeface="Jost"/>
            </a:endParaRPr>
          </a:p>
        </p:txBody>
      </p:sp>
      <p:sp>
        <p:nvSpPr>
          <p:cNvPr id="947" name="Google Shape;947;g2c61c1ae3db_0_31"/>
          <p:cNvSpPr txBox="1"/>
          <p:nvPr/>
        </p:nvSpPr>
        <p:spPr>
          <a:xfrm>
            <a:off x="4885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ED1C24"/>
              </a:solidFill>
              <a:latin typeface="Jost"/>
              <a:ea typeface="Jost"/>
              <a:cs typeface="Jost"/>
              <a:sym typeface="Jost"/>
            </a:endParaRPr>
          </a:p>
        </p:txBody>
      </p:sp>
      <p:cxnSp>
        <p:nvCxnSpPr>
          <p:cNvPr id="948" name="Google Shape;948;g2c61c1ae3db_0_31"/>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c61c1ae3db_0_77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5" name="Google Shape;955;g2c61c1ae3db_0_77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56" name="Google Shape;956;g2c61c1ae3db_0_774"/>
          <p:cNvGrpSpPr/>
          <p:nvPr/>
        </p:nvGrpSpPr>
        <p:grpSpPr>
          <a:xfrm>
            <a:off x="3024000" y="209875"/>
            <a:ext cx="3096000" cy="454800"/>
            <a:chOff x="3024000" y="209875"/>
            <a:chExt cx="3096000" cy="454800"/>
          </a:xfrm>
        </p:grpSpPr>
        <p:sp>
          <p:nvSpPr>
            <p:cNvPr id="957" name="Google Shape;957;g2c61c1ae3db_0_77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c61c1ae3db_0_77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9" name="Google Shape;959;g2c61c1ae3db_0_77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60" name="Google Shape;960;g2c61c1ae3db_0_774"/>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61" name="Google Shape;961;g2c61c1ae3db_0_77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2" name="Google Shape;962;g2c61c1ae3db_0_77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3" name="Google Shape;963;g2c61c1ae3db_0_77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4" name="Google Shape;964;g2c61c1ae3db_0_77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5" name="Google Shape;965;g2c61c1ae3db_0_774"/>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zip zigz</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a:t>
            </a:r>
            <a:endParaRPr sz="1800" b="0" i="0" u="none" strike="noStrike" cap="none">
              <a:solidFill>
                <a:srgbClr val="B7B7B7"/>
              </a:solidFill>
              <a:latin typeface="Jost"/>
              <a:ea typeface="Jost"/>
              <a:cs typeface="Jost"/>
              <a:sym typeface="Jost"/>
            </a:endParaRPr>
          </a:p>
        </p:txBody>
      </p:sp>
      <p:sp>
        <p:nvSpPr>
          <p:cNvPr id="966" name="Google Shape;966;g2c61c1ae3db_0_774"/>
          <p:cNvSpPr txBox="1"/>
          <p:nvPr/>
        </p:nvSpPr>
        <p:spPr>
          <a:xfrm>
            <a:off x="2107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000" b="0" i="0" u="none" strike="noStrike" cap="none">
                <a:solidFill>
                  <a:srgbClr val="ED1C24"/>
                </a:solidFill>
                <a:latin typeface="Poppins"/>
                <a:ea typeface="Poppins"/>
                <a:cs typeface="Poppins"/>
                <a:sym typeface="Poppins"/>
              </a:rPr>
              <a:t>a</a:t>
            </a:r>
            <a:endParaRPr sz="7000" b="0" i="0" u="none" strike="noStrike" cap="none">
              <a:solidFill>
                <a:srgbClr val="2356AF"/>
              </a:solidFill>
              <a:latin typeface="Jost"/>
              <a:ea typeface="Jost"/>
              <a:cs typeface="Jost"/>
              <a:sym typeface="Jost"/>
            </a:endParaRPr>
          </a:p>
        </p:txBody>
      </p:sp>
      <p:sp>
        <p:nvSpPr>
          <p:cNvPr id="967" name="Google Shape;967;g2c61c1ae3db_0_774"/>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968" name="Google Shape;968;g2c61c1ae3db_0_774"/>
          <p:cNvSpPr txBox="1"/>
          <p:nvPr/>
        </p:nvSpPr>
        <p:spPr>
          <a:xfrm>
            <a:off x="3033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969" name="Google Shape;969;g2c61c1ae3db_0_774"/>
          <p:cNvSpPr txBox="1"/>
          <p:nvPr/>
        </p:nvSpPr>
        <p:spPr>
          <a:xfrm>
            <a:off x="581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2356AF"/>
              </a:solidFill>
              <a:latin typeface="Jost"/>
              <a:ea typeface="Jost"/>
              <a:cs typeface="Jost"/>
              <a:sym typeface="Jost"/>
            </a:endParaRPr>
          </a:p>
        </p:txBody>
      </p:sp>
      <p:cxnSp>
        <p:nvCxnSpPr>
          <p:cNvPr id="970" name="Google Shape;970;g2c61c1ae3db_0_774"/>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71" name="Google Shape;971;g2c61c1ae3db_0_774"/>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z</a:t>
            </a:r>
            <a:endParaRPr sz="8000" b="0" i="0" u="none" strike="noStrike" cap="none">
              <a:solidFill>
                <a:srgbClr val="ED1C24"/>
              </a:solidFill>
              <a:latin typeface="Jost"/>
              <a:ea typeface="Jost"/>
              <a:cs typeface="Jost"/>
              <a:sym typeface="Jost"/>
            </a:endParaRPr>
          </a:p>
        </p:txBody>
      </p:sp>
      <p:sp>
        <p:nvSpPr>
          <p:cNvPr id="972" name="Google Shape;972;g2c61c1ae3db_0_774"/>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z</a:t>
            </a:r>
            <a:endParaRPr sz="8000" b="0" i="0" u="none" strike="noStrike" cap="none">
              <a:solidFill>
                <a:srgbClr val="ED1C24"/>
              </a:solidFill>
              <a:latin typeface="Jost"/>
              <a:ea typeface="Jost"/>
              <a:cs typeface="Jost"/>
              <a:sym typeface="Jost"/>
            </a:endParaRPr>
          </a:p>
        </p:txBody>
      </p:sp>
      <p:sp>
        <p:nvSpPr>
          <p:cNvPr id="973" name="Google Shape;973;g2c61c1ae3db_0_774"/>
          <p:cNvSpPr txBox="1"/>
          <p:nvPr/>
        </p:nvSpPr>
        <p:spPr>
          <a:xfrm>
            <a:off x="4885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ED1C24"/>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Draw ‘</a:t>
            </a:r>
            <a:r>
              <a:rPr lang="en-US">
                <a:solidFill>
                  <a:srgbClr val="8DC63F"/>
                </a:solidFill>
              </a:rPr>
              <a:t>z</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p:txBody>
      </p:sp>
      <p:sp>
        <p:nvSpPr>
          <p:cNvPr id="980" name="Google Shape;980;g2c186218c5a_0_118"/>
          <p:cNvSpPr txBox="1"/>
          <p:nvPr/>
        </p:nvSpPr>
        <p:spPr>
          <a:xfrm rot="348226">
            <a:off x="2400037" y="2085912"/>
            <a:ext cx="293706" cy="71344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z</a:t>
            </a:r>
            <a:endParaRPr sz="10000" b="0" i="0" u="none" strike="noStrike" cap="none">
              <a:solidFill>
                <a:srgbClr val="2356AF"/>
              </a:solidFill>
              <a:latin typeface="Finger Paint"/>
              <a:ea typeface="Finger Paint"/>
              <a:cs typeface="Finger Paint"/>
              <a:sym typeface="Finger Paint"/>
            </a:endParaRPr>
          </a:p>
        </p:txBody>
      </p:sp>
      <p:pic>
        <p:nvPicPr>
          <p:cNvPr id="981" name="Google Shape;981;g2c186218c5a_0_118"/>
          <p:cNvPicPr preferRelativeResize="0"/>
          <p:nvPr/>
        </p:nvPicPr>
        <p:blipFill rotWithShape="1">
          <a:blip r:embed="rId3">
            <a:alphaModFix/>
          </a:blip>
          <a:srcRect/>
          <a:stretch/>
        </p:blipFill>
        <p:spPr>
          <a:xfrm rot="-799354">
            <a:off x="997500" y="2758806"/>
            <a:ext cx="1190526" cy="130338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327</Words>
  <Application>Microsoft Office PowerPoint</Application>
  <PresentationFormat>On-screen Show (4:3)</PresentationFormat>
  <Paragraphs>138</Paragraphs>
  <Slides>20</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Finger Paint</vt:lpstr>
      <vt:lpstr>Nunito Black</vt:lpstr>
      <vt:lpstr>Poppins SemiBold</vt:lpstr>
      <vt:lpstr>Calibri</vt:lpstr>
      <vt:lpstr>Poppins</vt:lpstr>
      <vt:lpstr>Mulish</vt:lpstr>
      <vt:lpstr>Jost</vt:lpstr>
      <vt:lpstr>Poppins Medium</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2026-04-29T00:58:20Z</dcterms:modified>
</cp:coreProperties>
</file>