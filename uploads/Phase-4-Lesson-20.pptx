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PMX9UBEQ7jFiss71xA6CyHr0l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2CEDE9-4453-43D6-B255-060BF8E785FE}">
  <a:tblStyle styleId="{BB2CEDE9-4453-43D6-B255-060BF8E785F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7001302b09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7001302b09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7001302b09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3085285"/>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t>
            </a: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6639459"/>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4 - Friday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20</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323576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04" name="Google Shape;20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4" name="Google Shape;284;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5" name="Google Shape;285;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6" name="Google Shape;286;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7" name="Google Shape;287;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88" name="Google Shape;28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9" name="Google Shape;28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0" name="Google Shape;29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1" name="Google Shape;29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2" name="Google Shape;29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6" name="Google Shape;29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7" name="Google Shape;297;g2c157a2fb06_0_53"/>
          <p:cNvGrpSpPr/>
          <p:nvPr/>
        </p:nvGrpSpPr>
        <p:grpSpPr>
          <a:xfrm>
            <a:off x="1403031" y="6958923"/>
            <a:ext cx="6774848" cy="1291477"/>
            <a:chOff x="717231" y="7263723"/>
            <a:chExt cx="6774848" cy="1291477"/>
          </a:xfrm>
        </p:grpSpPr>
        <p:sp>
          <p:nvSpPr>
            <p:cNvPr id="298" name="Google Shape;29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6" name="Google Shape;30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8" name="Google Shape;30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0" name="Google Shape;31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1" name="Google Shape;311;g2c157a2fb06_0_53"/>
          <p:cNvGrpSpPr/>
          <p:nvPr/>
        </p:nvGrpSpPr>
        <p:grpSpPr>
          <a:xfrm>
            <a:off x="662575" y="6212475"/>
            <a:ext cx="586800" cy="571500"/>
            <a:chOff x="662575" y="6212475"/>
            <a:chExt cx="586800" cy="571500"/>
          </a:xfrm>
        </p:grpSpPr>
        <p:sp>
          <p:nvSpPr>
            <p:cNvPr id="312" name="Google Shape;31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53"/>
          <p:cNvGrpSpPr/>
          <p:nvPr/>
        </p:nvGrpSpPr>
        <p:grpSpPr>
          <a:xfrm>
            <a:off x="7894350" y="6212475"/>
            <a:ext cx="586800" cy="571500"/>
            <a:chOff x="7894350" y="6212475"/>
            <a:chExt cx="586800" cy="571500"/>
          </a:xfrm>
        </p:grpSpPr>
        <p:sp>
          <p:nvSpPr>
            <p:cNvPr id="316" name="Google Shape;31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6" name="Google Shape;35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1" name="Google Shape;361;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a:spLocks noGrp="1"/>
          </p:cNvSpPr>
          <p:nvPr>
            <p:ph type="pic" idx="7"/>
          </p:nvPr>
        </p:nvSpPr>
        <p:spPr>
          <a:xfrm>
            <a:off x="5086375" y="4412425"/>
            <a:ext cx="2668800" cy="1291500"/>
          </a:xfrm>
          <a:prstGeom prst="rect">
            <a:avLst/>
          </a:prstGeom>
          <a:noFill/>
          <a:ln>
            <a:noFill/>
          </a:ln>
        </p:spPr>
      </p:sp>
      <p:sp>
        <p:nvSpPr>
          <p:cNvPr id="364" name="Google Shape;364;g2c157a2fb06_0_263"/>
          <p:cNvSpPr>
            <a:spLocks noGrp="1"/>
          </p:cNvSpPr>
          <p:nvPr>
            <p:ph type="pic" idx="8"/>
          </p:nvPr>
        </p:nvSpPr>
        <p:spPr>
          <a:xfrm>
            <a:off x="5086375" y="797675"/>
            <a:ext cx="2668800" cy="1291500"/>
          </a:xfrm>
          <a:prstGeom prst="rect">
            <a:avLst/>
          </a:prstGeom>
          <a:noFill/>
          <a:ln>
            <a:noFill/>
          </a:ln>
        </p:spPr>
      </p:sp>
      <p:sp>
        <p:nvSpPr>
          <p:cNvPr id="365" name="Google Shape;365;g2c157a2fb06_0_263"/>
          <p:cNvSpPr>
            <a:spLocks noGrp="1"/>
          </p:cNvSpPr>
          <p:nvPr>
            <p:ph type="pic" idx="9"/>
          </p:nvPr>
        </p:nvSpPr>
        <p:spPr>
          <a:xfrm>
            <a:off x="5086375" y="2002592"/>
            <a:ext cx="2668800" cy="1291500"/>
          </a:xfrm>
          <a:prstGeom prst="rect">
            <a:avLst/>
          </a:prstGeom>
          <a:noFill/>
          <a:ln>
            <a:noFill/>
          </a:ln>
        </p:spPr>
      </p:sp>
      <p:sp>
        <p:nvSpPr>
          <p:cNvPr id="366" name="Google Shape;366;g2c157a2fb06_0_263"/>
          <p:cNvSpPr>
            <a:spLocks noGrp="1"/>
          </p:cNvSpPr>
          <p:nvPr>
            <p:ph type="pic" idx="13"/>
          </p:nvPr>
        </p:nvSpPr>
        <p:spPr>
          <a:xfrm>
            <a:off x="5086375" y="3207508"/>
            <a:ext cx="2668800" cy="1291500"/>
          </a:xfrm>
          <a:prstGeom prst="rect">
            <a:avLst/>
          </a:prstGeom>
          <a:noFill/>
          <a:ln>
            <a:noFill/>
          </a:ln>
        </p:spPr>
      </p:sp>
      <p:sp>
        <p:nvSpPr>
          <p:cNvPr id="367" name="Google Shape;367;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5" name="Google Shape;46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6" name="Google Shape;46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7" name="Google Shape;46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8" name="Google Shape;46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9" name="Google Shape;46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0" name="Google Shape;47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1" name="Google Shape;47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2" name="Google Shape;47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74" name="Google Shape;47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5" name="Google Shape;47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6" name="Google Shape;476;g2c157a2fb06_0_825"/>
          <p:cNvGrpSpPr/>
          <p:nvPr/>
        </p:nvGrpSpPr>
        <p:grpSpPr>
          <a:xfrm>
            <a:off x="662575" y="6212475"/>
            <a:ext cx="586800" cy="571500"/>
            <a:chOff x="662575" y="6212475"/>
            <a:chExt cx="586800" cy="571500"/>
          </a:xfrm>
        </p:grpSpPr>
        <p:sp>
          <p:nvSpPr>
            <p:cNvPr id="477" name="Google Shape;47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825"/>
          <p:cNvGrpSpPr/>
          <p:nvPr/>
        </p:nvGrpSpPr>
        <p:grpSpPr>
          <a:xfrm>
            <a:off x="7894350" y="6212475"/>
            <a:ext cx="586800" cy="571500"/>
            <a:chOff x="7894350" y="6212475"/>
            <a:chExt cx="586800" cy="571500"/>
          </a:xfrm>
        </p:grpSpPr>
        <p:sp>
          <p:nvSpPr>
            <p:cNvPr id="481" name="Google Shape;48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4"/>
        <p:cNvGrpSpPr/>
        <p:nvPr/>
      </p:nvGrpSpPr>
      <p:grpSpPr>
        <a:xfrm>
          <a:off x="0" y="0"/>
          <a:ext cx="0" cy="0"/>
          <a:chOff x="0" y="0"/>
          <a:chExt cx="0" cy="0"/>
        </a:xfrm>
      </p:grpSpPr>
      <p:sp>
        <p:nvSpPr>
          <p:cNvPr id="485" name="Google Shape;485;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7" name="Google Shape;48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99" name="Google Shape;499;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0" name="Google Shape;500;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5" name="Google Shape;505;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7" name="Google Shape;507;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9" name="Google Shape;509;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1" name="Google Shape;511;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4" name="Google Shape;514;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5" name="Google Shape;515;g2c157a2fb06_0_700"/>
          <p:cNvGrpSpPr/>
          <p:nvPr/>
        </p:nvGrpSpPr>
        <p:grpSpPr>
          <a:xfrm>
            <a:off x="662575" y="6212475"/>
            <a:ext cx="586800" cy="571500"/>
            <a:chOff x="662575" y="6212475"/>
            <a:chExt cx="586800" cy="571500"/>
          </a:xfrm>
        </p:grpSpPr>
        <p:sp>
          <p:nvSpPr>
            <p:cNvPr id="516" name="Google Shape;516;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9" name="Google Shape;519;g2c157a2fb06_0_700"/>
          <p:cNvGrpSpPr/>
          <p:nvPr/>
        </p:nvGrpSpPr>
        <p:grpSpPr>
          <a:xfrm>
            <a:off x="7894350" y="6212475"/>
            <a:ext cx="586800" cy="571500"/>
            <a:chOff x="7894350" y="6212475"/>
            <a:chExt cx="586800" cy="571500"/>
          </a:xfrm>
        </p:grpSpPr>
        <p:sp>
          <p:nvSpPr>
            <p:cNvPr id="520" name="Google Shape;520;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3"/>
        <p:cNvGrpSpPr/>
        <p:nvPr/>
      </p:nvGrpSpPr>
      <p:grpSpPr>
        <a:xfrm>
          <a:off x="0" y="0"/>
          <a:ext cx="0" cy="0"/>
          <a:chOff x="0" y="0"/>
          <a:chExt cx="0" cy="0"/>
        </a:xfrm>
      </p:grpSpPr>
      <p:sp>
        <p:nvSpPr>
          <p:cNvPr id="524" name="Google Shape;524;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6" name="Google Shape;526;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7" name="Google Shape;527;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31" name="Google Shape;531;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3" name="Google Shape;543;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4" name="Google Shape;544;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5" name="Google Shape;545;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4" name="Google Shape;554;g2c157a2fb06_0_932"/>
          <p:cNvGrpSpPr/>
          <p:nvPr/>
        </p:nvGrpSpPr>
        <p:grpSpPr>
          <a:xfrm>
            <a:off x="662575" y="6212475"/>
            <a:ext cx="586800" cy="571500"/>
            <a:chOff x="662575" y="6212475"/>
            <a:chExt cx="586800" cy="571500"/>
          </a:xfrm>
        </p:grpSpPr>
        <p:sp>
          <p:nvSpPr>
            <p:cNvPr id="555" name="Google Shape;555;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8" name="Google Shape;558;g2c157a2fb06_0_932"/>
          <p:cNvGrpSpPr/>
          <p:nvPr/>
        </p:nvGrpSpPr>
        <p:grpSpPr>
          <a:xfrm>
            <a:off x="7894350" y="6212475"/>
            <a:ext cx="586800" cy="571500"/>
            <a:chOff x="7894350" y="6212475"/>
            <a:chExt cx="586800" cy="571500"/>
          </a:xfrm>
        </p:grpSpPr>
        <p:sp>
          <p:nvSpPr>
            <p:cNvPr id="559" name="Google Shape;559;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2"/>
        <p:cNvGrpSpPr/>
        <p:nvPr/>
      </p:nvGrpSpPr>
      <p:grpSpPr>
        <a:xfrm>
          <a:off x="0" y="0"/>
          <a:ext cx="0" cy="0"/>
          <a:chOff x="0" y="0"/>
          <a:chExt cx="0" cy="0"/>
        </a:xfrm>
      </p:grpSpPr>
      <p:sp>
        <p:nvSpPr>
          <p:cNvPr id="563" name="Google Shape;563;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0" name="Google Shape;57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1" name="Google Shape;57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2" name="Google Shape;57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5" name="Google Shape;585;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86" name="Google Shape;586;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8" name="Google Shape;588;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9" name="Google Shape;589;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0" name="Google Shape;590;g2c157a2fb06_0_1045"/>
          <p:cNvGrpSpPr/>
          <p:nvPr/>
        </p:nvGrpSpPr>
        <p:grpSpPr>
          <a:xfrm>
            <a:off x="662575" y="6212475"/>
            <a:ext cx="586800" cy="571500"/>
            <a:chOff x="662575" y="6212475"/>
            <a:chExt cx="586800" cy="571500"/>
          </a:xfrm>
        </p:grpSpPr>
        <p:sp>
          <p:nvSpPr>
            <p:cNvPr id="591" name="Google Shape;591;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4" name="Google Shape;594;g2c157a2fb06_0_1045"/>
          <p:cNvGrpSpPr/>
          <p:nvPr/>
        </p:nvGrpSpPr>
        <p:grpSpPr>
          <a:xfrm>
            <a:off x="7894350" y="6212475"/>
            <a:ext cx="586800" cy="571500"/>
            <a:chOff x="7894350" y="6212475"/>
            <a:chExt cx="586800" cy="571500"/>
          </a:xfrm>
        </p:grpSpPr>
        <p:sp>
          <p:nvSpPr>
            <p:cNvPr id="595" name="Google Shape;595;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8"/>
        <p:cNvGrpSpPr/>
        <p:nvPr/>
      </p:nvGrpSpPr>
      <p:grpSpPr>
        <a:xfrm>
          <a:off x="0" y="0"/>
          <a:ext cx="0" cy="0"/>
          <a:chOff x="0" y="0"/>
          <a:chExt cx="0" cy="0"/>
        </a:xfrm>
      </p:grpSpPr>
      <p:sp>
        <p:nvSpPr>
          <p:cNvPr id="599" name="Google Shape;599;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1" name="Google Shape;601;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2" name="Google Shape;602;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2" name="Google Shape;61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5" name="Google Shape;615;g2c157a2fb06_0_1110"/>
          <p:cNvGrpSpPr/>
          <p:nvPr/>
        </p:nvGrpSpPr>
        <p:grpSpPr>
          <a:xfrm>
            <a:off x="5806200" y="1807463"/>
            <a:ext cx="756300" cy="146700"/>
            <a:chOff x="5806200" y="1807463"/>
            <a:chExt cx="756300" cy="146700"/>
          </a:xfrm>
        </p:grpSpPr>
        <p:sp>
          <p:nvSpPr>
            <p:cNvPr id="616" name="Google Shape;61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9" name="Google Shape;619;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157a2fb06_0_1110"/>
          <p:cNvGrpSpPr/>
          <p:nvPr/>
        </p:nvGrpSpPr>
        <p:grpSpPr>
          <a:xfrm>
            <a:off x="5806200" y="2842438"/>
            <a:ext cx="756300" cy="146700"/>
            <a:chOff x="5806200" y="1807463"/>
            <a:chExt cx="756300" cy="146700"/>
          </a:xfrm>
        </p:grpSpPr>
        <p:sp>
          <p:nvSpPr>
            <p:cNvPr id="622" name="Google Shape;622;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1110"/>
          <p:cNvGrpSpPr/>
          <p:nvPr/>
        </p:nvGrpSpPr>
        <p:grpSpPr>
          <a:xfrm>
            <a:off x="5806200" y="3877413"/>
            <a:ext cx="756300" cy="146700"/>
            <a:chOff x="5806200" y="1807463"/>
            <a:chExt cx="756300" cy="146700"/>
          </a:xfrm>
        </p:grpSpPr>
        <p:sp>
          <p:nvSpPr>
            <p:cNvPr id="626" name="Google Shape;62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9" name="Google Shape;629;g2c157a2fb06_0_1110"/>
          <p:cNvGrpSpPr/>
          <p:nvPr/>
        </p:nvGrpSpPr>
        <p:grpSpPr>
          <a:xfrm>
            <a:off x="662575" y="6212475"/>
            <a:ext cx="586800" cy="571500"/>
            <a:chOff x="662575" y="6212475"/>
            <a:chExt cx="586800" cy="571500"/>
          </a:xfrm>
        </p:grpSpPr>
        <p:sp>
          <p:nvSpPr>
            <p:cNvPr id="630" name="Google Shape;630;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3" name="Google Shape;633;g2c157a2fb06_0_1110"/>
          <p:cNvGrpSpPr/>
          <p:nvPr/>
        </p:nvGrpSpPr>
        <p:grpSpPr>
          <a:xfrm>
            <a:off x="7894350" y="6212475"/>
            <a:ext cx="586800" cy="571500"/>
            <a:chOff x="7894350" y="6212475"/>
            <a:chExt cx="586800" cy="571500"/>
          </a:xfrm>
        </p:grpSpPr>
        <p:sp>
          <p:nvSpPr>
            <p:cNvPr id="634" name="Google Shape;634;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37"/>
        <p:cNvGrpSpPr/>
        <p:nvPr/>
      </p:nvGrpSpPr>
      <p:grpSpPr>
        <a:xfrm>
          <a:off x="0" y="0"/>
          <a:ext cx="0" cy="0"/>
          <a:chOff x="0" y="0"/>
          <a:chExt cx="0" cy="0"/>
        </a:xfrm>
      </p:grpSpPr>
      <p:sp>
        <p:nvSpPr>
          <p:cNvPr id="638" name="Google Shape;638;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40" name="Google Shape;640;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1" name="Google Shape;641;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4" name="Google Shape;644;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45" name="Google Shape;645;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6" name="Google Shape;646;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7" name="Google Shape;647;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48" name="Google Shape;648;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9" name="Google Shape;649;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50" name="Google Shape;650;g2cf1f75ecdd_0_56"/>
          <p:cNvGrpSpPr/>
          <p:nvPr/>
        </p:nvGrpSpPr>
        <p:grpSpPr>
          <a:xfrm>
            <a:off x="662575" y="6212475"/>
            <a:ext cx="586800" cy="571500"/>
            <a:chOff x="662575" y="6212475"/>
            <a:chExt cx="586800" cy="571500"/>
          </a:xfrm>
        </p:grpSpPr>
        <p:sp>
          <p:nvSpPr>
            <p:cNvPr id="651" name="Google Shape;651;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4" name="Google Shape;654;g2cf1f75ecdd_0_56"/>
          <p:cNvGrpSpPr/>
          <p:nvPr/>
        </p:nvGrpSpPr>
        <p:grpSpPr>
          <a:xfrm>
            <a:off x="7894350" y="6212475"/>
            <a:ext cx="586800" cy="571500"/>
            <a:chOff x="7894350" y="6212475"/>
            <a:chExt cx="586800" cy="571500"/>
          </a:xfrm>
        </p:grpSpPr>
        <p:sp>
          <p:nvSpPr>
            <p:cNvPr id="655" name="Google Shape;655;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8" name="Google Shape;658;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59" name="Google Shape;659;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60" name="Google Shape;660;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61" name="Google Shape;661;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62" name="Google Shape;662;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3" name="Google Shape;663;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64" name="Google Shape;664;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65" name="Google Shape;665;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66" name="Google Shape;666;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7" name="Google Shape;667;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8" name="Google Shape;668;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69" name="Google Shape;669;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0" name="Google Shape;670;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71" name="Google Shape;671;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72" name="Google Shape;672;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3" name="Google Shape;673;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4" name="Google Shape;674;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75" name="Google Shape;675;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6" name="Google Shape;676;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7" name="Google Shape;677;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78" name="Google Shape;678;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79" name="Google Shape;679;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1" name="Google Shape;681;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4" name="Google Shape;684;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8.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slide" Target="slide6.xml"/><Relationship Id="rId4" Type="http://schemas.openxmlformats.org/officeDocument/2006/relationships/image" Target="../media/image9.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11.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notesSlide" Target="../notesSlides/notesSlide5.xml"/><Relationship Id="rId16" Type="http://schemas.openxmlformats.org/officeDocument/2006/relationships/image" Target="../media/image76.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6.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26" Type="http://schemas.openxmlformats.org/officeDocument/2006/relationships/image" Target="../media/image99.png"/><Relationship Id="rId3" Type="http://schemas.openxmlformats.org/officeDocument/2006/relationships/image" Target="../media/image77.png"/><Relationship Id="rId21" Type="http://schemas.openxmlformats.org/officeDocument/2006/relationships/image" Target="../media/image94.png"/><Relationship Id="rId7" Type="http://schemas.openxmlformats.org/officeDocument/2006/relationships/image" Target="../media/image81.png"/><Relationship Id="rId12" Type="http://schemas.openxmlformats.org/officeDocument/2006/relationships/image" Target="../media/image86.png"/><Relationship Id="rId17" Type="http://schemas.openxmlformats.org/officeDocument/2006/relationships/image" Target="../media/image91.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90.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80.png"/><Relationship Id="rId11" Type="http://schemas.openxmlformats.org/officeDocument/2006/relationships/image" Target="../media/image85.png"/><Relationship Id="rId24" Type="http://schemas.openxmlformats.org/officeDocument/2006/relationships/image" Target="../media/image97.png"/><Relationship Id="rId5" Type="http://schemas.openxmlformats.org/officeDocument/2006/relationships/image" Target="../media/image79.png"/><Relationship Id="rId15" Type="http://schemas.openxmlformats.org/officeDocument/2006/relationships/image" Target="../media/image89.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4.png"/><Relationship Id="rId19" Type="http://schemas.openxmlformats.org/officeDocument/2006/relationships/image" Target="../media/image10.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4.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8.png"/><Relationship Id="rId10" Type="http://schemas.openxmlformats.org/officeDocument/2006/relationships/image" Target="../media/image107.png"/><Relationship Id="rId4" Type="http://schemas.openxmlformats.org/officeDocument/2006/relationships/image" Target="../media/image105.png"/><Relationship Id="rId9" Type="http://schemas.openxmlformats.org/officeDocument/2006/relationships/image" Target="../media/image106.png"/></Relationships>
</file>

<file path=ppt/slides/_rels/slide8.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07.png"/><Relationship Id="rId5" Type="http://schemas.openxmlformats.org/officeDocument/2006/relationships/image" Target="../media/image106.png"/><Relationship Id="rId10" Type="http://schemas.openxmlformats.org/officeDocument/2006/relationships/image" Target="../media/image105.png"/><Relationship Id="rId4" Type="http://schemas.openxmlformats.org/officeDocument/2006/relationships/image" Target="../media/image7.png"/><Relationship Id="rId9" Type="http://schemas.openxmlformats.org/officeDocument/2006/relationships/image" Target="../media/image104.png"/></Relationships>
</file>

<file path=ppt/slides/_rels/slide10.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2.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s>
</file>

<file path=ppt/slides/_rels/slide1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13.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26.png"/><Relationship Id="rId4"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44" name="Google Shape;744;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20</a:t>
            </a:r>
            <a:endParaRPr/>
          </a:p>
        </p:txBody>
      </p:sp>
      <p:sp>
        <p:nvSpPr>
          <p:cNvPr id="745" name="Google Shape;74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46" name="Google Shape;746;p1"/>
          <p:cNvGraphicFramePr/>
          <p:nvPr/>
        </p:nvGraphicFramePr>
        <p:xfrm>
          <a:off x="4844200" y="1891197"/>
          <a:ext cx="3785000" cy="1678950"/>
        </p:xfrm>
        <a:graphic>
          <a:graphicData uri="http://schemas.openxmlformats.org/drawingml/2006/table">
            <a:tbl>
              <a:tblPr firstRow="1" bandRow="1">
                <a:noFill/>
                <a:tableStyleId>{BB2CEDE9-4453-43D6-B255-060BF8E785FE}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grpSp>
        <p:nvGrpSpPr>
          <p:cNvPr id="747" name="Google Shape;747;p1"/>
          <p:cNvGrpSpPr/>
          <p:nvPr/>
        </p:nvGrpSpPr>
        <p:grpSpPr>
          <a:xfrm>
            <a:off x="4190473" y="4149529"/>
            <a:ext cx="4588402" cy="1407735"/>
            <a:chOff x="4190473" y="4149529"/>
            <a:chExt cx="4588402" cy="1407735"/>
          </a:xfrm>
        </p:grpSpPr>
        <p:pic>
          <p:nvPicPr>
            <p:cNvPr id="748" name="Google Shape;748;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49" name="Google Shape;749;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50" name="Google Shape;750;p1"/>
            <p:cNvPicPr preferRelativeResize="0"/>
            <p:nvPr/>
          </p:nvPicPr>
          <p:blipFill rotWithShape="1">
            <a:blip r:embed="rId5">
              <a:alphaModFix/>
            </a:blip>
            <a:srcRect l="19" r="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51" name="Google Shape;751;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58" name="Google Shape;758;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59" name="Google Shape;759;g2bee4f4af4b_0_204"/>
          <p:cNvSpPr txBox="1"/>
          <p:nvPr/>
        </p:nvSpPr>
        <p:spPr>
          <a:xfrm>
            <a:off x="34946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0" name="Google Shape;760;g2bee4f4af4b_0_204"/>
          <p:cNvSpPr txBox="1"/>
          <p:nvPr/>
        </p:nvSpPr>
        <p:spPr>
          <a:xfrm>
            <a:off x="3183662"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61" name="Google Shape;761;g2bee4f4af4b_0_204"/>
          <p:cNvPicPr preferRelativeResize="0"/>
          <p:nvPr/>
        </p:nvPicPr>
        <p:blipFill rotWithShape="1">
          <a:blip r:embed="rId3">
            <a:alphaModFix/>
          </a:blip>
          <a:srcRect/>
          <a:stretch/>
        </p:blipFill>
        <p:spPr>
          <a:xfrm>
            <a:off x="3435429" y="4097504"/>
            <a:ext cx="931974" cy="665200"/>
          </a:xfrm>
          <a:prstGeom prst="rect">
            <a:avLst/>
          </a:prstGeom>
          <a:noFill/>
          <a:ln>
            <a:noFill/>
          </a:ln>
          <a:effectLst>
            <a:outerShdw blurRad="71438" dist="19050" dir="5220000" algn="bl" rotWithShape="0">
              <a:srgbClr val="D8D8D8"/>
            </a:outerShdw>
          </a:effectLst>
        </p:spPr>
      </p:pic>
      <p:sp>
        <p:nvSpPr>
          <p:cNvPr id="762" name="Google Shape;762;g2bee4f4af4b_0_204"/>
          <p:cNvSpPr txBox="1"/>
          <p:nvPr/>
        </p:nvSpPr>
        <p:spPr>
          <a:xfrm>
            <a:off x="4622471"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63" name="Google Shape;763;g2bee4f4af4b_0_204"/>
          <p:cNvSpPr txBox="1"/>
          <p:nvPr/>
        </p:nvSpPr>
        <p:spPr>
          <a:xfrm>
            <a:off x="4415171" y="50279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64" name="Google Shape;764;g2bee4f4af4b_0_204"/>
          <p:cNvPicPr preferRelativeResize="0"/>
          <p:nvPr/>
        </p:nvPicPr>
        <p:blipFill rotWithShape="1">
          <a:blip r:embed="rId4">
            <a:alphaModFix/>
          </a:blip>
          <a:srcRect t="19" b="29"/>
          <a:stretch/>
        </p:blipFill>
        <p:spPr>
          <a:xfrm>
            <a:off x="4635846" y="4134893"/>
            <a:ext cx="786850" cy="590421"/>
          </a:xfrm>
          <a:prstGeom prst="rect">
            <a:avLst/>
          </a:prstGeom>
          <a:noFill/>
          <a:ln>
            <a:noFill/>
          </a:ln>
          <a:effectLst>
            <a:outerShdw blurRad="71438" dist="19050" dir="5220000" algn="bl" rotWithShape="0">
              <a:srgbClr val="D8D8D8"/>
            </a:outerShdw>
          </a:effectLst>
        </p:spPr>
      </p:pic>
      <p:sp>
        <p:nvSpPr>
          <p:cNvPr id="765" name="Google Shape;765;g2bee4f4af4b_0_204"/>
          <p:cNvSpPr txBox="1"/>
          <p:nvPr/>
        </p:nvSpPr>
        <p:spPr>
          <a:xfrm>
            <a:off x="22754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6" name="Google Shape;766;g2bee4f4af4b_0_204"/>
          <p:cNvSpPr txBox="1"/>
          <p:nvPr/>
        </p:nvSpPr>
        <p:spPr>
          <a:xfrm>
            <a:off x="1964514" y="4889329"/>
            <a:ext cx="14355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67" name="Google Shape;767;g2bee4f4af4b_0_204"/>
          <p:cNvPicPr preferRelativeResize="0"/>
          <p:nvPr/>
        </p:nvPicPr>
        <p:blipFill rotWithShape="1">
          <a:blip r:embed="rId5">
            <a:alphaModFix/>
          </a:blip>
          <a:srcRect t="89" b="79"/>
          <a:stretch/>
        </p:blipFill>
        <p:spPr>
          <a:xfrm>
            <a:off x="2216229" y="4097504"/>
            <a:ext cx="931974" cy="665199"/>
          </a:xfrm>
          <a:prstGeom prst="rect">
            <a:avLst/>
          </a:prstGeom>
          <a:noFill/>
          <a:ln>
            <a:noFill/>
          </a:ln>
          <a:effectLst>
            <a:outerShdw blurRad="71438" dist="19050" dir="5220000" algn="bl" rotWithShape="0">
              <a:srgbClr val="D8D8D8"/>
            </a:outerShdw>
          </a:effectLst>
        </p:spPr>
      </p:pic>
      <p:sp>
        <p:nvSpPr>
          <p:cNvPr id="768" name="Google Shape;768;g2bee4f4af4b_0_204"/>
          <p:cNvSpPr txBox="1"/>
          <p:nvPr/>
        </p:nvSpPr>
        <p:spPr>
          <a:xfrm>
            <a:off x="1056216" y="53374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9" name="Google Shape;769;g2bee4f4af4b_0_204"/>
          <p:cNvSpPr txBox="1"/>
          <p:nvPr/>
        </p:nvSpPr>
        <p:spPr>
          <a:xfrm>
            <a:off x="767150" y="4889329"/>
            <a:ext cx="1391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70" name="Google Shape;770;g2bee4f4af4b_0_204"/>
          <p:cNvPicPr preferRelativeResize="0"/>
          <p:nvPr/>
        </p:nvPicPr>
        <p:blipFill rotWithShape="1">
          <a:blip r:embed="rId6">
            <a:alphaModFix/>
          </a:blip>
          <a:srcRect t="59" b="59"/>
          <a:stretch/>
        </p:blipFill>
        <p:spPr>
          <a:xfrm>
            <a:off x="997029" y="4097504"/>
            <a:ext cx="931973" cy="665200"/>
          </a:xfrm>
          <a:prstGeom prst="rect">
            <a:avLst/>
          </a:prstGeom>
          <a:noFill/>
          <a:ln>
            <a:noFill/>
          </a:ln>
          <a:effectLst>
            <a:outerShdw blurRad="71438" dist="19050" dir="5220000" algn="bl" rotWithShape="0">
              <a:srgbClr val="D8D8D8"/>
            </a:outerShdw>
          </a:effectLst>
        </p:spPr>
      </p:pic>
      <p:sp>
        <p:nvSpPr>
          <p:cNvPr id="771" name="Google Shape;771;g2bee4f4af4b_0_204">
            <a:hlinkClick r:id="rId7" action="ppaction://hlinksldjump"/>
          </p:cNvPr>
          <p:cNvSpPr/>
          <p:nvPr/>
        </p:nvSpPr>
        <p:spPr>
          <a:xfrm>
            <a:off x="884371" y="35290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2" name="Google Shape;772;g2bee4f4af4b_0_204">
            <a:hlinkClick r:id="rId8" action="ppaction://hlinksldjump"/>
          </p:cNvPr>
          <p:cNvSpPr/>
          <p:nvPr/>
        </p:nvSpPr>
        <p:spPr>
          <a:xfrm>
            <a:off x="3315945" y="357302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3" name="Google Shape;773;g2bee4f4af4b_0_204">
            <a:hlinkClick r:id="rId9" action="ppaction://hlinksldjump"/>
          </p:cNvPr>
          <p:cNvSpPr/>
          <p:nvPr/>
        </p:nvSpPr>
        <p:spPr>
          <a:xfrm>
            <a:off x="4599857" y="3573027"/>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4" name="Google Shape;774;g2bee4f4af4b_0_204">
            <a:hlinkClick r:id="rId10" action="ppaction://hlinksldjump"/>
          </p:cNvPr>
          <p:cNvSpPr/>
          <p:nvPr/>
        </p:nvSpPr>
        <p:spPr>
          <a:xfrm>
            <a:off x="2187439" y="354401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81" name="Google Shape;781;g26b641b03cd_0_165"/>
          <p:cNvGrpSpPr/>
          <p:nvPr/>
        </p:nvGrpSpPr>
        <p:grpSpPr>
          <a:xfrm>
            <a:off x="930400" y="2129444"/>
            <a:ext cx="7283200" cy="3724851"/>
            <a:chOff x="930400" y="2129444"/>
            <a:chExt cx="7283200" cy="3724851"/>
          </a:xfrm>
        </p:grpSpPr>
        <p:pic>
          <p:nvPicPr>
            <p:cNvPr id="782" name="Google Shape;7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83" name="Google Shape;7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84" name="Google Shape;7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5" name="Google Shape;7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86" name="Google Shape;7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87" name="Google Shape;7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88" name="Google Shape;7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89" name="Google Shape;7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0" name="Google Shape;7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91" name="Google Shape;7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1" name="Google Shape;81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3" name="Google Shape;81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14" name="Google Shape;81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5" name="Google Shape;81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6" name="Google Shape;81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17" name="Google Shape;81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18" name="Google Shape;81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19" name="Google Shape;81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0" name="Google Shape;82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21" name="Google Shape;82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46" name="Google Shape;846;g26b7edf6e71_0_109"/>
          <p:cNvGrpSpPr/>
          <p:nvPr/>
        </p:nvGrpSpPr>
        <p:grpSpPr>
          <a:xfrm>
            <a:off x="865957" y="2135925"/>
            <a:ext cx="7282807" cy="2686611"/>
            <a:chOff x="867357" y="2129450"/>
            <a:chExt cx="7282807" cy="2686611"/>
          </a:xfrm>
        </p:grpSpPr>
        <p:pic>
          <p:nvPicPr>
            <p:cNvPr id="847" name="Google Shape;84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67" name="Google Shape;867;g2c298d33e0c_0_6"/>
          <p:cNvGrpSpPr/>
          <p:nvPr/>
        </p:nvGrpSpPr>
        <p:grpSpPr>
          <a:xfrm>
            <a:off x="868300" y="2129450"/>
            <a:ext cx="7281864" cy="2684601"/>
            <a:chOff x="868300" y="2129450"/>
            <a:chExt cx="7281864" cy="2684601"/>
          </a:xfrm>
        </p:grpSpPr>
        <p:pic>
          <p:nvPicPr>
            <p:cNvPr id="868" name="Google Shape;86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2" name="Google Shape;87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a:t>
            </a:r>
            <a:r>
              <a:rPr lang="en-US">
                <a:solidFill>
                  <a:schemeClr val="dk1"/>
                </a:solidFill>
              </a:rPr>
              <a:t>.</a:t>
            </a:r>
            <a:endParaRPr/>
          </a:p>
        </p:txBody>
      </p:sp>
      <p:pic>
        <p:nvPicPr>
          <p:cNvPr id="902" name="Google Shape;902;g26b94af6077_0_0"/>
          <p:cNvPicPr preferRelativeResize="0"/>
          <p:nvPr/>
        </p:nvPicPr>
        <p:blipFill rotWithShape="1">
          <a:blip r:embed="rId3">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3" name="Google Shape;903;g26b94af6077_0_0"/>
          <p:cNvPicPr preferRelativeResize="0"/>
          <p:nvPr/>
        </p:nvPicPr>
        <p:blipFill rotWithShape="1">
          <a:blip r:embed="rId4">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904" name="Google Shape;904;g26b94af6077_0_0"/>
          <p:cNvPicPr preferRelativeResize="0"/>
          <p:nvPr/>
        </p:nvPicPr>
        <p:blipFill rotWithShape="1">
          <a:blip r:embed="rId5">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5" name="Google Shape;905;g26b94af6077_0_0"/>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906" name="Google Shape;906;g26b94af6077_0_0"/>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907" name="Google Shape;907;g26b94af6077_0_0"/>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8" name="Google Shape;908;g26b94af6077_0_0"/>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9" name="Google Shape;909;g26b94af6077_0_0"/>
          <p:cNvPicPr preferRelativeResize="0"/>
          <p:nvPr/>
        </p:nvPicPr>
        <p:blipFill rotWithShape="1">
          <a:blip r:embed="rId10">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16" name="Google Shape;916;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17" name="Google Shape;917;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6b641b03cd_0_301"/>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4" name="Google Shape;92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5" name="Google Shape;92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6" name="Google Shape;926;g26b641b03cd_0_301"/>
          <p:cNvPicPr preferRelativeResize="0"/>
          <p:nvPr/>
        </p:nvPicPr>
        <p:blipFill rotWithShape="1">
          <a:blip r:embed="rId3">
            <a:alphaModFix/>
          </a:blip>
          <a:srcRect l="59" r="59"/>
          <a:stretch/>
        </p:blipFill>
        <p:spPr>
          <a:xfrm>
            <a:off x="993563" y="1985950"/>
            <a:ext cx="1655503" cy="1183058"/>
          </a:xfrm>
          <a:prstGeom prst="rect">
            <a:avLst/>
          </a:prstGeom>
          <a:noFill/>
          <a:ln>
            <a:noFill/>
          </a:ln>
          <a:effectLst>
            <a:outerShdw blurRad="71438" dist="19050" dir="5400000" algn="bl" rotWithShape="0">
              <a:srgbClr val="000000">
                <a:alpha val="17647"/>
              </a:srgbClr>
            </a:outerShdw>
          </a:effectLst>
        </p:spPr>
      </p:pic>
      <p:pic>
        <p:nvPicPr>
          <p:cNvPr id="927" name="Google Shape;927;g26b641b03cd_0_301"/>
          <p:cNvPicPr preferRelativeResize="0"/>
          <p:nvPr/>
        </p:nvPicPr>
        <p:blipFill rotWithShape="1">
          <a:blip r:embed="rId4">
            <a:alphaModFix/>
          </a:blip>
          <a:srcRect l="159" r="159"/>
          <a:stretch/>
        </p:blipFill>
        <p:spPr>
          <a:xfrm>
            <a:off x="2837334" y="1985950"/>
            <a:ext cx="1655503" cy="1187457"/>
          </a:xfrm>
          <a:prstGeom prst="rect">
            <a:avLst/>
          </a:prstGeom>
          <a:noFill/>
          <a:ln>
            <a:noFill/>
          </a:ln>
          <a:effectLst>
            <a:outerShdw blurRad="71438" dist="19050" dir="5400000" algn="bl" rotWithShape="0">
              <a:srgbClr val="000000">
                <a:alpha val="17647"/>
              </a:srgbClr>
            </a:outerShdw>
          </a:effectLst>
        </p:spPr>
      </p:pic>
      <p:pic>
        <p:nvPicPr>
          <p:cNvPr id="928" name="Google Shape;928;g26b641b03cd_0_301"/>
          <p:cNvPicPr preferRelativeResize="0"/>
          <p:nvPr/>
        </p:nvPicPr>
        <p:blipFill rotWithShape="1">
          <a:blip r:embed="rId5">
            <a:alphaModFix/>
          </a:blip>
          <a:srcRect t="19" b="29"/>
          <a:stretch/>
        </p:blipFill>
        <p:spPr>
          <a:xfrm>
            <a:off x="993563" y="3379793"/>
            <a:ext cx="1655503" cy="1183057"/>
          </a:xfrm>
          <a:prstGeom prst="rect">
            <a:avLst/>
          </a:prstGeom>
          <a:noFill/>
          <a:ln>
            <a:noFill/>
          </a:ln>
          <a:effectLst>
            <a:outerShdw blurRad="71438" dist="19050" dir="5400000" algn="bl" rotWithShape="0">
              <a:srgbClr val="000000">
                <a:alpha val="17647"/>
              </a:srgbClr>
            </a:outerShdw>
          </a:effectLst>
        </p:spPr>
      </p:pic>
      <p:pic>
        <p:nvPicPr>
          <p:cNvPr id="929" name="Google Shape;929;g26b641b03cd_0_301"/>
          <p:cNvPicPr preferRelativeResize="0"/>
          <p:nvPr/>
        </p:nvPicPr>
        <p:blipFill rotWithShape="1">
          <a:blip r:embed="rId6">
            <a:alphaModFix/>
          </a:blip>
          <a:srcRect l="159" r="159"/>
          <a:stretch/>
        </p:blipFill>
        <p:spPr>
          <a:xfrm>
            <a:off x="2837334" y="3379793"/>
            <a:ext cx="1655503" cy="1187457"/>
          </a:xfrm>
          <a:prstGeom prst="rect">
            <a:avLst/>
          </a:prstGeom>
          <a:noFill/>
          <a:ln>
            <a:noFill/>
          </a:ln>
          <a:effectLst>
            <a:outerShdw blurRad="71438" dist="19050" dir="5400000" algn="bl" rotWithShape="0">
              <a:srgbClr val="000000">
                <a:alpha val="17647"/>
              </a:srgbClr>
            </a:outerShdw>
          </a:effectLst>
        </p:spPr>
      </p:pic>
      <p:pic>
        <p:nvPicPr>
          <p:cNvPr id="930" name="Google Shape;930;g26b641b03cd_0_301"/>
          <p:cNvPicPr preferRelativeResize="0"/>
          <p:nvPr/>
        </p:nvPicPr>
        <p:blipFill rotWithShape="1">
          <a:blip r:embed="rId7">
            <a:alphaModFix/>
          </a:blip>
          <a:srcRect l="59" r="59"/>
          <a:stretch/>
        </p:blipFill>
        <p:spPr>
          <a:xfrm>
            <a:off x="4651163" y="1985950"/>
            <a:ext cx="1655503" cy="1183058"/>
          </a:xfrm>
          <a:prstGeom prst="rect">
            <a:avLst/>
          </a:prstGeom>
          <a:noFill/>
          <a:ln>
            <a:noFill/>
          </a:ln>
          <a:effectLst>
            <a:outerShdw blurRad="71438" dist="19050" dir="5400000" algn="bl" rotWithShape="0">
              <a:srgbClr val="000000">
                <a:alpha val="17647"/>
              </a:srgbClr>
            </a:outerShdw>
          </a:effectLst>
        </p:spPr>
      </p:pic>
      <p:pic>
        <p:nvPicPr>
          <p:cNvPr id="931" name="Google Shape;931;g26b641b03cd_0_301"/>
          <p:cNvPicPr preferRelativeResize="0"/>
          <p:nvPr/>
        </p:nvPicPr>
        <p:blipFill rotWithShape="1">
          <a:blip r:embed="rId8">
            <a:alphaModFix/>
          </a:blip>
          <a:srcRect l="159" r="159"/>
          <a:stretch/>
        </p:blipFill>
        <p:spPr>
          <a:xfrm>
            <a:off x="6494934" y="1985950"/>
            <a:ext cx="1655503" cy="1187457"/>
          </a:xfrm>
          <a:prstGeom prst="rect">
            <a:avLst/>
          </a:prstGeom>
          <a:noFill/>
          <a:ln>
            <a:noFill/>
          </a:ln>
          <a:effectLst>
            <a:outerShdw blurRad="71438" dist="19050" dir="5400000" algn="bl" rotWithShape="0">
              <a:srgbClr val="000000">
                <a:alpha val="17647"/>
              </a:srgbClr>
            </a:outerShdw>
          </a:effectLst>
        </p:spPr>
      </p:pic>
      <p:pic>
        <p:nvPicPr>
          <p:cNvPr id="932" name="Google Shape;932;g26b641b03cd_0_301"/>
          <p:cNvPicPr preferRelativeResize="0"/>
          <p:nvPr/>
        </p:nvPicPr>
        <p:blipFill rotWithShape="1">
          <a:blip r:embed="rId9">
            <a:alphaModFix/>
          </a:blip>
          <a:srcRect/>
          <a:stretch/>
        </p:blipFill>
        <p:spPr>
          <a:xfrm>
            <a:off x="4651163" y="3379793"/>
            <a:ext cx="1655503" cy="1183058"/>
          </a:xfrm>
          <a:prstGeom prst="rect">
            <a:avLst/>
          </a:prstGeom>
          <a:noFill/>
          <a:ln>
            <a:noFill/>
          </a:ln>
          <a:effectLst>
            <a:outerShdw blurRad="71438" dist="19050" dir="5400000" algn="bl" rotWithShape="0">
              <a:srgbClr val="000000">
                <a:alpha val="17647"/>
              </a:srgbClr>
            </a:outerShdw>
          </a:effectLst>
        </p:spPr>
      </p:pic>
      <p:pic>
        <p:nvPicPr>
          <p:cNvPr id="933" name="Google Shape;933;g26b641b03cd_0_301"/>
          <p:cNvPicPr preferRelativeResize="0"/>
          <p:nvPr/>
        </p:nvPicPr>
        <p:blipFill rotWithShape="1">
          <a:blip r:embed="rId10">
            <a:alphaModFix/>
          </a:blip>
          <a:srcRect l="99" r="99"/>
          <a:stretch/>
        </p:blipFill>
        <p:spPr>
          <a:xfrm>
            <a:off x="6494934" y="3379793"/>
            <a:ext cx="1655503" cy="118745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6b641b03cd_0_308"/>
          <p:cNvSpPr txBox="1">
            <a:spLocks noGrp="1"/>
          </p:cNvSpPr>
          <p:nvPr>
            <p:ph type="title"/>
          </p:nvPr>
        </p:nvSpPr>
        <p:spPr>
          <a:xfrm>
            <a:off x="993526" y="5568500"/>
            <a:ext cx="7156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40" name="Google Shape;94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41" name="Google Shape;94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2" name="Google Shape;942;g26b641b03cd_0_308"/>
          <p:cNvPicPr preferRelativeResize="0"/>
          <p:nvPr/>
        </p:nvPicPr>
        <p:blipFill rotWithShape="1">
          <a:blip r:embed="rId3">
            <a:alphaModFix/>
          </a:blip>
          <a:srcRect l="59" r="59"/>
          <a:stretch/>
        </p:blipFill>
        <p:spPr>
          <a:xfrm>
            <a:off x="993563" y="1985950"/>
            <a:ext cx="1655503" cy="1183058"/>
          </a:xfrm>
          <a:prstGeom prst="rect">
            <a:avLst/>
          </a:prstGeom>
          <a:noFill/>
          <a:ln>
            <a:noFill/>
          </a:ln>
          <a:effectLst>
            <a:outerShdw blurRad="71438" dist="19050" dir="5400000" algn="bl" rotWithShape="0">
              <a:srgbClr val="000000">
                <a:alpha val="17647"/>
              </a:srgbClr>
            </a:outerShdw>
          </a:effectLst>
        </p:spPr>
      </p:pic>
      <p:pic>
        <p:nvPicPr>
          <p:cNvPr id="943" name="Google Shape;943;g26b641b03cd_0_308"/>
          <p:cNvPicPr preferRelativeResize="0"/>
          <p:nvPr/>
        </p:nvPicPr>
        <p:blipFill rotWithShape="1">
          <a:blip r:embed="rId4">
            <a:alphaModFix/>
          </a:blip>
          <a:srcRect l="159" r="159"/>
          <a:stretch/>
        </p:blipFill>
        <p:spPr>
          <a:xfrm>
            <a:off x="2837334" y="1985950"/>
            <a:ext cx="1655503" cy="1187457"/>
          </a:xfrm>
          <a:prstGeom prst="rect">
            <a:avLst/>
          </a:prstGeom>
          <a:noFill/>
          <a:ln>
            <a:noFill/>
          </a:ln>
          <a:effectLst>
            <a:outerShdw blurRad="71438" dist="19050" dir="5400000" algn="bl" rotWithShape="0">
              <a:srgbClr val="000000">
                <a:alpha val="17647"/>
              </a:srgbClr>
            </a:outerShdw>
          </a:effectLst>
        </p:spPr>
      </p:pic>
      <p:pic>
        <p:nvPicPr>
          <p:cNvPr id="944" name="Google Shape;944;g26b641b03cd_0_308"/>
          <p:cNvPicPr preferRelativeResize="0"/>
          <p:nvPr/>
        </p:nvPicPr>
        <p:blipFill rotWithShape="1">
          <a:blip r:embed="rId5">
            <a:alphaModFix/>
          </a:blip>
          <a:srcRect t="19" b="29"/>
          <a:stretch/>
        </p:blipFill>
        <p:spPr>
          <a:xfrm>
            <a:off x="993563" y="3379793"/>
            <a:ext cx="1655503" cy="1183057"/>
          </a:xfrm>
          <a:prstGeom prst="rect">
            <a:avLst/>
          </a:prstGeom>
          <a:noFill/>
          <a:ln>
            <a:noFill/>
          </a:ln>
          <a:effectLst>
            <a:outerShdw blurRad="71438" dist="19050" dir="5400000" algn="bl" rotWithShape="0">
              <a:srgbClr val="000000">
                <a:alpha val="17647"/>
              </a:srgbClr>
            </a:outerShdw>
          </a:effectLst>
        </p:spPr>
      </p:pic>
      <p:pic>
        <p:nvPicPr>
          <p:cNvPr id="945" name="Google Shape;945;g26b641b03cd_0_308"/>
          <p:cNvPicPr preferRelativeResize="0"/>
          <p:nvPr/>
        </p:nvPicPr>
        <p:blipFill rotWithShape="1">
          <a:blip r:embed="rId6">
            <a:alphaModFix/>
          </a:blip>
          <a:srcRect l="159" r="159"/>
          <a:stretch/>
        </p:blipFill>
        <p:spPr>
          <a:xfrm>
            <a:off x="2837334" y="3379793"/>
            <a:ext cx="1655503" cy="1187457"/>
          </a:xfrm>
          <a:prstGeom prst="rect">
            <a:avLst/>
          </a:prstGeom>
          <a:noFill/>
          <a:ln>
            <a:noFill/>
          </a:ln>
          <a:effectLst>
            <a:outerShdw blurRad="71438" dist="19050" dir="5400000" algn="bl" rotWithShape="0">
              <a:srgbClr val="000000">
                <a:alpha val="17647"/>
              </a:srgbClr>
            </a:outerShdw>
          </a:effectLst>
        </p:spPr>
      </p:pic>
      <p:pic>
        <p:nvPicPr>
          <p:cNvPr id="946" name="Google Shape;946;g26b641b03cd_0_308"/>
          <p:cNvPicPr preferRelativeResize="0"/>
          <p:nvPr/>
        </p:nvPicPr>
        <p:blipFill rotWithShape="1">
          <a:blip r:embed="rId7">
            <a:alphaModFix/>
          </a:blip>
          <a:srcRect l="59" r="59"/>
          <a:stretch/>
        </p:blipFill>
        <p:spPr>
          <a:xfrm>
            <a:off x="4651163" y="1985950"/>
            <a:ext cx="1655503" cy="1183058"/>
          </a:xfrm>
          <a:prstGeom prst="rect">
            <a:avLst/>
          </a:prstGeom>
          <a:noFill/>
          <a:ln>
            <a:noFill/>
          </a:ln>
          <a:effectLst>
            <a:outerShdw blurRad="71438" dist="19050" dir="5400000" algn="bl" rotWithShape="0">
              <a:srgbClr val="000000">
                <a:alpha val="17647"/>
              </a:srgbClr>
            </a:outerShdw>
          </a:effectLst>
        </p:spPr>
      </p:pic>
      <p:pic>
        <p:nvPicPr>
          <p:cNvPr id="947" name="Google Shape;947;g26b641b03cd_0_308"/>
          <p:cNvPicPr preferRelativeResize="0"/>
          <p:nvPr/>
        </p:nvPicPr>
        <p:blipFill rotWithShape="1">
          <a:blip r:embed="rId8">
            <a:alphaModFix/>
          </a:blip>
          <a:srcRect l="159" r="159"/>
          <a:stretch/>
        </p:blipFill>
        <p:spPr>
          <a:xfrm>
            <a:off x="6494934" y="1985950"/>
            <a:ext cx="1655503" cy="1187457"/>
          </a:xfrm>
          <a:prstGeom prst="rect">
            <a:avLst/>
          </a:prstGeom>
          <a:noFill/>
          <a:ln>
            <a:noFill/>
          </a:ln>
          <a:effectLst>
            <a:outerShdw blurRad="71438" dist="19050" dir="5400000" algn="bl" rotWithShape="0">
              <a:srgbClr val="000000">
                <a:alpha val="17647"/>
              </a:srgbClr>
            </a:outerShdw>
          </a:effectLst>
        </p:spPr>
      </p:pic>
      <p:pic>
        <p:nvPicPr>
          <p:cNvPr id="948" name="Google Shape;948;g26b641b03cd_0_308"/>
          <p:cNvPicPr preferRelativeResize="0"/>
          <p:nvPr/>
        </p:nvPicPr>
        <p:blipFill rotWithShape="1">
          <a:blip r:embed="rId9">
            <a:alphaModFix/>
          </a:blip>
          <a:srcRect l="59" r="59"/>
          <a:stretch/>
        </p:blipFill>
        <p:spPr>
          <a:xfrm>
            <a:off x="4651163" y="3379793"/>
            <a:ext cx="1655503" cy="1183058"/>
          </a:xfrm>
          <a:prstGeom prst="rect">
            <a:avLst/>
          </a:prstGeom>
          <a:noFill/>
          <a:ln>
            <a:noFill/>
          </a:ln>
          <a:effectLst>
            <a:outerShdw blurRad="71438" dist="19050" dir="5400000" algn="bl" rotWithShape="0">
              <a:srgbClr val="000000">
                <a:alpha val="17647"/>
              </a:srgbClr>
            </a:outerShdw>
          </a:effectLst>
        </p:spPr>
      </p:pic>
      <p:pic>
        <p:nvPicPr>
          <p:cNvPr id="949" name="Google Shape;949;g26b641b03cd_0_308"/>
          <p:cNvPicPr preferRelativeResize="0"/>
          <p:nvPr/>
        </p:nvPicPr>
        <p:blipFill rotWithShape="1">
          <a:blip r:embed="rId10">
            <a:alphaModFix/>
          </a:blip>
          <a:srcRect l="159" r="159"/>
          <a:stretch/>
        </p:blipFill>
        <p:spPr>
          <a:xfrm>
            <a:off x="6494934" y="3379793"/>
            <a:ext cx="1655503" cy="118745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6" name="Google Shape;956;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57" name="Google Shape;957;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58" name="Google Shape;958;g26b641b03cd_0_315"/>
          <p:cNvPicPr preferRelativeResize="0"/>
          <p:nvPr/>
        </p:nvPicPr>
        <p:blipFill rotWithShape="1">
          <a:blip r:embed="rId3">
            <a:alphaModFix/>
          </a:blip>
          <a:srcRect t="19" b="2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59" name="Google Shape;959;g26b641b03cd_0_315"/>
          <p:cNvPicPr preferRelativeResize="0"/>
          <p:nvPr/>
        </p:nvPicPr>
        <p:blipFill rotWithShape="1">
          <a:blip r:embed="rId4">
            <a:alphaModFix/>
          </a:blip>
          <a:srcRect t="19" b="2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60" name="Google Shape;960;g26b641b03cd_0_315"/>
          <p:cNvPicPr preferRelativeResize="0"/>
          <p:nvPr/>
        </p:nvPicPr>
        <p:blipFill rotWithShape="1">
          <a:blip r:embed="rId5">
            <a:alphaModFix/>
          </a:blip>
          <a:srcRect l="69" r="69"/>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61" name="Google Shape;961;g26b641b03cd_0_315"/>
          <p:cNvPicPr preferRelativeResize="0"/>
          <p:nvPr/>
        </p:nvPicPr>
        <p:blipFill rotWithShape="1">
          <a:blip r:embed="rId6">
            <a:alphaModFix/>
          </a:blip>
          <a:srcRect l="69" r="69"/>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8" name="Google Shape;96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69" name="Google Shape;96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970" name="Google Shape;970;g26b641b03cd_1_0"/>
          <p:cNvGrpSpPr/>
          <p:nvPr/>
        </p:nvGrpSpPr>
        <p:grpSpPr>
          <a:xfrm>
            <a:off x="2016825" y="1256450"/>
            <a:ext cx="5110350" cy="3856800"/>
            <a:chOff x="2016825" y="1256450"/>
            <a:chExt cx="5110350" cy="3856800"/>
          </a:xfrm>
        </p:grpSpPr>
        <p:pic>
          <p:nvPicPr>
            <p:cNvPr id="971" name="Google Shape;971;g26b641b03cd_1_0"/>
            <p:cNvPicPr preferRelativeResize="0"/>
            <p:nvPr/>
          </p:nvPicPr>
          <p:blipFill rotWithShape="1">
            <a:blip r:embed="rId3">
              <a:alphaModFix/>
            </a:blip>
            <a:srcRect t="89" b="99"/>
            <a:stretch/>
          </p:blipFill>
          <p:spPr>
            <a:xfrm>
              <a:off x="2016825" y="3277468"/>
              <a:ext cx="2446536" cy="1835781"/>
            </a:xfrm>
            <a:prstGeom prst="rect">
              <a:avLst/>
            </a:prstGeom>
            <a:noFill/>
            <a:ln>
              <a:noFill/>
            </a:ln>
            <a:effectLst>
              <a:outerShdw blurRad="57150" dist="19050" dir="5400000" algn="bl" rotWithShape="0">
                <a:srgbClr val="000000">
                  <a:alpha val="20000"/>
                </a:srgbClr>
              </a:outerShdw>
            </a:effectLst>
          </p:spPr>
        </p:pic>
        <p:pic>
          <p:nvPicPr>
            <p:cNvPr id="972" name="Google Shape;972;g26b641b03cd_1_0"/>
            <p:cNvPicPr preferRelativeResize="0"/>
            <p:nvPr/>
          </p:nvPicPr>
          <p:blipFill rotWithShape="1">
            <a:blip r:embed="rId4">
              <a:alphaModFix/>
            </a:blip>
            <a:srcRect t="89" b="99"/>
            <a:stretch/>
          </p:blipFill>
          <p:spPr>
            <a:xfrm>
              <a:off x="2016825" y="1256450"/>
              <a:ext cx="2446536" cy="1835781"/>
            </a:xfrm>
            <a:prstGeom prst="rect">
              <a:avLst/>
            </a:prstGeom>
            <a:noFill/>
            <a:ln>
              <a:noFill/>
            </a:ln>
            <a:effectLst>
              <a:outerShdw blurRad="57150" dist="19050" dir="5400000" algn="bl" rotWithShape="0">
                <a:srgbClr val="000000">
                  <a:alpha val="20000"/>
                </a:srgbClr>
              </a:outerShdw>
            </a:effectLst>
          </p:spPr>
        </p:pic>
        <p:pic>
          <p:nvPicPr>
            <p:cNvPr id="973" name="Google Shape;973;g26b641b03cd_1_0"/>
            <p:cNvPicPr preferRelativeResize="0"/>
            <p:nvPr/>
          </p:nvPicPr>
          <p:blipFill rotWithShape="1">
            <a:blip r:embed="rId5">
              <a:alphaModFix/>
            </a:blip>
            <a:srcRect/>
            <a:stretch/>
          </p:blipFill>
          <p:spPr>
            <a:xfrm>
              <a:off x="4680639" y="1256450"/>
              <a:ext cx="2446536" cy="1835782"/>
            </a:xfrm>
            <a:prstGeom prst="rect">
              <a:avLst/>
            </a:prstGeom>
            <a:noFill/>
            <a:ln>
              <a:noFill/>
            </a:ln>
            <a:effectLst>
              <a:outerShdw blurRad="57150" dist="19050" dir="5400000" algn="bl" rotWithShape="0">
                <a:srgbClr val="000000">
                  <a:alpha val="20000"/>
                </a:srgbClr>
              </a:outerShdw>
            </a:effectLst>
          </p:spPr>
        </p:pic>
        <p:pic>
          <p:nvPicPr>
            <p:cNvPr id="974" name="Google Shape;974;g26b641b03cd_1_0"/>
            <p:cNvPicPr preferRelativeResize="0"/>
            <p:nvPr/>
          </p:nvPicPr>
          <p:blipFill rotWithShape="1">
            <a:blip r:embed="rId6">
              <a:alphaModFix/>
            </a:blip>
            <a:srcRect/>
            <a:stretch/>
          </p:blipFill>
          <p:spPr>
            <a:xfrm>
              <a:off x="4680639" y="3277468"/>
              <a:ext cx="2446536" cy="183578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pic>
        <p:nvPicPr>
          <p:cNvPr id="980" name="Google Shape;980;g27001302b09_0_8"/>
          <p:cNvPicPr preferRelativeResize="0"/>
          <p:nvPr/>
        </p:nvPicPr>
        <p:blipFill rotWithShape="1">
          <a:blip r:embed="rId3">
            <a:alphaModFix/>
          </a:blip>
          <a:srcRect l="79" r="79"/>
          <a:stretch/>
        </p:blipFill>
        <p:spPr>
          <a:xfrm>
            <a:off x="4392597" y="2697413"/>
            <a:ext cx="3906212" cy="2453950"/>
          </a:xfrm>
          <a:prstGeom prst="rect">
            <a:avLst/>
          </a:prstGeom>
          <a:noFill/>
          <a:ln>
            <a:noFill/>
          </a:ln>
        </p:spPr>
      </p:pic>
      <p:pic>
        <p:nvPicPr>
          <p:cNvPr id="981" name="Google Shape;981;g27001302b09_0_8"/>
          <p:cNvPicPr preferRelativeResize="0"/>
          <p:nvPr/>
        </p:nvPicPr>
        <p:blipFill rotWithShape="1">
          <a:blip r:embed="rId4">
            <a:alphaModFix/>
          </a:blip>
          <a:srcRect/>
          <a:stretch/>
        </p:blipFill>
        <p:spPr>
          <a:xfrm>
            <a:off x="768650" y="2720981"/>
            <a:ext cx="3441325" cy="1089800"/>
          </a:xfrm>
          <a:prstGeom prst="rect">
            <a:avLst/>
          </a:prstGeom>
          <a:noFill/>
          <a:ln>
            <a:noFill/>
          </a:ln>
        </p:spPr>
      </p:pic>
      <p:pic>
        <p:nvPicPr>
          <p:cNvPr id="982" name="Google Shape;982;g27001302b09_0_8"/>
          <p:cNvPicPr preferRelativeResize="0"/>
          <p:nvPr/>
        </p:nvPicPr>
        <p:blipFill rotWithShape="1">
          <a:blip r:embed="rId5">
            <a:alphaModFix/>
          </a:blip>
          <a:srcRect/>
          <a:stretch/>
        </p:blipFill>
        <p:spPr>
          <a:xfrm>
            <a:off x="725489" y="3844925"/>
            <a:ext cx="3620576" cy="12549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306</Words>
  <Application>Microsoft Office PowerPoint</Application>
  <PresentationFormat>On-screen Show (4:3)</PresentationFormat>
  <Paragraphs>56</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Nunito Black</vt:lpstr>
      <vt:lpstr>Poppins</vt:lpstr>
      <vt:lpstr>Jost</vt:lpstr>
      <vt:lpstr>Arial</vt:lpstr>
      <vt:lpstr>Poppins SemiBold</vt:lpstr>
      <vt:lpstr>Poppins Medium</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vt:lpstr>
      <vt:lpstr>Review Alphabet Song</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2026-05-20T01:17:02Z</dcterms:modified>
</cp:coreProperties>
</file>