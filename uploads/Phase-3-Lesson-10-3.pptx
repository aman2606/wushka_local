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embeddedFontLst>
    <p:embeddedFont>
      <p:font typeface="Jost" panose="020B0604020202020204" charset="0"/>
      <p:regular r:id="rId19"/>
      <p:bold r:id="rId20"/>
      <p:italic r:id="rId21"/>
      <p:boldItalic r:id="rId22"/>
    </p:embeddedFont>
    <p:embeddedFont>
      <p:font typeface="Mulish"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x2z0gh5/niBZCV4nqsAwlUNHsr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5D4B43-4201-4A7C-BD52-7EDECA9B6908}">
  <a:tblStyle styleId="{085D4B43-4201-4A7C-BD52-7EDECA9B690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6" name="Google Shape;70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3" name="Google Shape;79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4" name="Google Shape;79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4" name="Google Shape;84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5" name="Google Shape;84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Phase 3</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2 - Friday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10</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3"/>
        <p:cNvGrpSpPr/>
        <p:nvPr/>
      </p:nvGrpSpPr>
      <p:grpSpPr>
        <a:xfrm>
          <a:off x="0" y="0"/>
          <a:ext cx="0" cy="0"/>
          <a:chOff x="0" y="0"/>
          <a:chExt cx="0" cy="0"/>
        </a:xfrm>
      </p:grpSpPr>
      <p:sp>
        <p:nvSpPr>
          <p:cNvPr id="214" name="Google Shape;214;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7" name="Google Shape;217;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8" name="Google Shape;218;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19" name="Google Shape;219;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5" name="Google Shape;225;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7" name="Google Shape;22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28" name="Google Shape;228;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9" name="Google Shape;22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0" name="Google Shape;23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1" name="Google Shape;23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2" name="Google Shape;23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3" name="Google Shape;23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5" name="Google Shape;23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6" name="Google Shape;236;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9" name="Google Shape;249;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0" name="Google Shape;250;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6" name="Google Shape;256;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7" name="Google Shape;25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0" name="Google Shape;26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1" name="Google Shape;26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2" name="Google Shape;26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3" name="Google Shape;26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4" name="Google Shape;26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5" name="Google Shape;26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6" name="Google Shape;26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7" name="Google Shape;26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8" name="Google Shape;26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9" name="Google Shape;269;g1f3daf8a844_0_32"/>
          <p:cNvGrpSpPr/>
          <p:nvPr/>
        </p:nvGrpSpPr>
        <p:grpSpPr>
          <a:xfrm>
            <a:off x="662575" y="6212475"/>
            <a:ext cx="586800" cy="571500"/>
            <a:chOff x="662575" y="6212475"/>
            <a:chExt cx="586800" cy="571500"/>
          </a:xfrm>
        </p:grpSpPr>
        <p:sp>
          <p:nvSpPr>
            <p:cNvPr id="270" name="Google Shape;27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3" name="Google Shape;273;g1f3daf8a844_0_32"/>
          <p:cNvGrpSpPr/>
          <p:nvPr/>
        </p:nvGrpSpPr>
        <p:grpSpPr>
          <a:xfrm>
            <a:off x="7894350" y="6212475"/>
            <a:ext cx="586800" cy="571500"/>
            <a:chOff x="7894350" y="6212475"/>
            <a:chExt cx="586800" cy="571500"/>
          </a:xfrm>
        </p:grpSpPr>
        <p:sp>
          <p:nvSpPr>
            <p:cNvPr id="274" name="Google Shape;27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7"/>
        <p:cNvGrpSpPr/>
        <p:nvPr/>
      </p:nvGrpSpPr>
      <p:grpSpPr>
        <a:xfrm>
          <a:off x="0" y="0"/>
          <a:ext cx="0" cy="0"/>
          <a:chOff x="0" y="0"/>
          <a:chExt cx="0" cy="0"/>
        </a:xfrm>
      </p:grpSpPr>
      <p:sp>
        <p:nvSpPr>
          <p:cNvPr id="278" name="Google Shape;278;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1" name="Google Shape;281;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2" name="Google Shape;282;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5" name="Google Shape;28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6" name="Google Shape;286;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7" name="Google Shape;287;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9" name="Google Shape;28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0" name="Google Shape;29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1" name="Google Shape;291;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2" name="Google Shape;292;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3" name="Google Shape;293;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5" name="Google Shape;295;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 name="Google Shape;296;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 name="Google Shape;297;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0" name="Google Shape;300;g2c157a2fb06_0_53"/>
          <p:cNvGrpSpPr/>
          <p:nvPr/>
        </p:nvGrpSpPr>
        <p:grpSpPr>
          <a:xfrm>
            <a:off x="1403031" y="6958923"/>
            <a:ext cx="6774848" cy="1291477"/>
            <a:chOff x="717231" y="7263723"/>
            <a:chExt cx="6774848" cy="1291477"/>
          </a:xfrm>
        </p:grpSpPr>
        <p:sp>
          <p:nvSpPr>
            <p:cNvPr id="301" name="Google Shape;301;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9" name="Google Shape;309;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2" name="Google Shape;31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3" name="Google Shape;31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4" name="Google Shape;314;g2c157a2fb06_0_53"/>
          <p:cNvGrpSpPr/>
          <p:nvPr/>
        </p:nvGrpSpPr>
        <p:grpSpPr>
          <a:xfrm>
            <a:off x="662575" y="6212475"/>
            <a:ext cx="586800" cy="571500"/>
            <a:chOff x="662575" y="6212475"/>
            <a:chExt cx="586800" cy="571500"/>
          </a:xfrm>
        </p:grpSpPr>
        <p:sp>
          <p:nvSpPr>
            <p:cNvPr id="315" name="Google Shape;31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8" name="Google Shape;318;g2c157a2fb06_0_53"/>
          <p:cNvGrpSpPr/>
          <p:nvPr/>
        </p:nvGrpSpPr>
        <p:grpSpPr>
          <a:xfrm>
            <a:off x="7894350" y="6212475"/>
            <a:ext cx="586800" cy="571500"/>
            <a:chOff x="7894350" y="6212475"/>
            <a:chExt cx="586800" cy="571500"/>
          </a:xfrm>
        </p:grpSpPr>
        <p:sp>
          <p:nvSpPr>
            <p:cNvPr id="319" name="Google Shape;31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2"/>
        <p:cNvGrpSpPr/>
        <p:nvPr/>
      </p:nvGrpSpPr>
      <p:grpSpPr>
        <a:xfrm>
          <a:off x="0" y="0"/>
          <a:ext cx="0" cy="0"/>
          <a:chOff x="0" y="0"/>
          <a:chExt cx="0" cy="0"/>
        </a:xfrm>
      </p:grpSpPr>
      <p:sp>
        <p:nvSpPr>
          <p:cNvPr id="323" name="Google Shape;323;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1" name="Google Shape;331;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2" name="Google Shape;332;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3" name="Google Shape;333;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6" name="Google Shape;336;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7" name="Google Shape;337;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8" name="Google Shape;338;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3" name="Google Shape;343;g2c157a2fb06_0_158"/>
          <p:cNvGrpSpPr/>
          <p:nvPr/>
        </p:nvGrpSpPr>
        <p:grpSpPr>
          <a:xfrm>
            <a:off x="662575" y="6212475"/>
            <a:ext cx="586800" cy="571500"/>
            <a:chOff x="662575" y="6212475"/>
            <a:chExt cx="586800" cy="571500"/>
          </a:xfrm>
        </p:grpSpPr>
        <p:sp>
          <p:nvSpPr>
            <p:cNvPr id="344" name="Google Shape;344;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158"/>
          <p:cNvGrpSpPr/>
          <p:nvPr/>
        </p:nvGrpSpPr>
        <p:grpSpPr>
          <a:xfrm>
            <a:off x="7894350" y="6212475"/>
            <a:ext cx="586800" cy="571500"/>
            <a:chOff x="7894350" y="6212475"/>
            <a:chExt cx="586800" cy="571500"/>
          </a:xfrm>
        </p:grpSpPr>
        <p:sp>
          <p:nvSpPr>
            <p:cNvPr id="348" name="Google Shape;348;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1"/>
        <p:cNvGrpSpPr/>
        <p:nvPr/>
      </p:nvGrpSpPr>
      <p:grpSpPr>
        <a:xfrm>
          <a:off x="0" y="0"/>
          <a:ext cx="0" cy="0"/>
          <a:chOff x="0" y="0"/>
          <a:chExt cx="0" cy="0"/>
        </a:xfrm>
      </p:grpSpPr>
      <p:sp>
        <p:nvSpPr>
          <p:cNvPr id="352" name="Google Shape;352;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5" name="Google Shape;35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6" name="Google Shape;356;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9" name="Google Shape;35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4" name="Google Shape;364;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5" name="Google Shape;365;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6" name="Google Shape;366;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7" name="Google Shape;367;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a:spLocks noGrp="1"/>
          </p:cNvSpPr>
          <p:nvPr>
            <p:ph type="pic" idx="8"/>
          </p:nvPr>
        </p:nvSpPr>
        <p:spPr>
          <a:xfrm>
            <a:off x="5086375" y="4412425"/>
            <a:ext cx="2668800" cy="1291500"/>
          </a:xfrm>
          <a:prstGeom prst="rect">
            <a:avLst/>
          </a:prstGeom>
          <a:noFill/>
          <a:ln>
            <a:noFill/>
          </a:ln>
        </p:spPr>
      </p:sp>
      <p:sp>
        <p:nvSpPr>
          <p:cNvPr id="370" name="Google Shape;370;g2c157a2fb06_0_263"/>
          <p:cNvSpPr>
            <a:spLocks noGrp="1"/>
          </p:cNvSpPr>
          <p:nvPr>
            <p:ph type="pic" idx="9"/>
          </p:nvPr>
        </p:nvSpPr>
        <p:spPr>
          <a:xfrm>
            <a:off x="5086375" y="797675"/>
            <a:ext cx="2668800" cy="1291500"/>
          </a:xfrm>
          <a:prstGeom prst="rect">
            <a:avLst/>
          </a:prstGeom>
          <a:noFill/>
          <a:ln>
            <a:noFill/>
          </a:ln>
        </p:spPr>
      </p:sp>
      <p:sp>
        <p:nvSpPr>
          <p:cNvPr id="371" name="Google Shape;371;g2c157a2fb06_0_263"/>
          <p:cNvSpPr>
            <a:spLocks noGrp="1"/>
          </p:cNvSpPr>
          <p:nvPr>
            <p:ph type="pic" idx="13"/>
          </p:nvPr>
        </p:nvSpPr>
        <p:spPr>
          <a:xfrm>
            <a:off x="5086375" y="2002592"/>
            <a:ext cx="2668800" cy="1291500"/>
          </a:xfrm>
          <a:prstGeom prst="rect">
            <a:avLst/>
          </a:prstGeom>
          <a:noFill/>
          <a:ln>
            <a:noFill/>
          </a:ln>
        </p:spPr>
      </p:sp>
      <p:sp>
        <p:nvSpPr>
          <p:cNvPr id="372" name="Google Shape;372;g2c157a2fb06_0_263"/>
          <p:cNvSpPr>
            <a:spLocks noGrp="1"/>
          </p:cNvSpPr>
          <p:nvPr>
            <p:ph type="pic" idx="14"/>
          </p:nvPr>
        </p:nvSpPr>
        <p:spPr>
          <a:xfrm>
            <a:off x="5086375" y="3207508"/>
            <a:ext cx="2668800" cy="1291500"/>
          </a:xfrm>
          <a:prstGeom prst="rect">
            <a:avLst/>
          </a:prstGeom>
          <a:noFill/>
          <a:ln>
            <a:noFill/>
          </a:ln>
        </p:spPr>
      </p:sp>
      <p:sp>
        <p:nvSpPr>
          <p:cNvPr id="373" name="Google Shape;373;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4" name="Google Shape;374;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5" name="Google Shape;375;g2c157a2fb06_0_263"/>
          <p:cNvGrpSpPr/>
          <p:nvPr/>
        </p:nvGrpSpPr>
        <p:grpSpPr>
          <a:xfrm>
            <a:off x="662575" y="6212475"/>
            <a:ext cx="586800" cy="571500"/>
            <a:chOff x="662575" y="6212475"/>
            <a:chExt cx="586800" cy="571500"/>
          </a:xfrm>
        </p:grpSpPr>
        <p:sp>
          <p:nvSpPr>
            <p:cNvPr id="376" name="Google Shape;37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9" name="Google Shape;379;g2c157a2fb06_0_263"/>
          <p:cNvGrpSpPr/>
          <p:nvPr/>
        </p:nvGrpSpPr>
        <p:grpSpPr>
          <a:xfrm>
            <a:off x="7894350" y="6212475"/>
            <a:ext cx="586800" cy="571500"/>
            <a:chOff x="7894350" y="6212475"/>
            <a:chExt cx="586800" cy="571500"/>
          </a:xfrm>
        </p:grpSpPr>
        <p:sp>
          <p:nvSpPr>
            <p:cNvPr id="380" name="Google Shape;38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3"/>
        <p:cNvGrpSpPr/>
        <p:nvPr/>
      </p:nvGrpSpPr>
      <p:grpSpPr>
        <a:xfrm>
          <a:off x="0" y="0"/>
          <a:ext cx="0" cy="0"/>
          <a:chOff x="0" y="0"/>
          <a:chExt cx="0" cy="0"/>
        </a:xfrm>
      </p:grpSpPr>
      <p:sp>
        <p:nvSpPr>
          <p:cNvPr id="384" name="Google Shape;384;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7" name="Google Shape;38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8" name="Google Shape;388;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2" name="Google Shape;39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3" name="Google Shape;39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4" name="Google Shape;39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1" name="Google Shape;40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2" name="Google Shape;402;g2c157a2fb06_0_467"/>
          <p:cNvGrpSpPr/>
          <p:nvPr/>
        </p:nvGrpSpPr>
        <p:grpSpPr>
          <a:xfrm>
            <a:off x="662575" y="6212475"/>
            <a:ext cx="586800" cy="571500"/>
            <a:chOff x="662575" y="6212475"/>
            <a:chExt cx="586800" cy="571500"/>
          </a:xfrm>
        </p:grpSpPr>
        <p:sp>
          <p:nvSpPr>
            <p:cNvPr id="403" name="Google Shape;40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6" name="Google Shape;406;g2c157a2fb06_0_467"/>
          <p:cNvGrpSpPr/>
          <p:nvPr/>
        </p:nvGrpSpPr>
        <p:grpSpPr>
          <a:xfrm>
            <a:off x="7894350" y="6212475"/>
            <a:ext cx="586800" cy="571500"/>
            <a:chOff x="7894350" y="6212475"/>
            <a:chExt cx="586800" cy="571500"/>
          </a:xfrm>
        </p:grpSpPr>
        <p:sp>
          <p:nvSpPr>
            <p:cNvPr id="407" name="Google Shape;40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0"/>
        <p:cNvGrpSpPr/>
        <p:nvPr/>
      </p:nvGrpSpPr>
      <p:grpSpPr>
        <a:xfrm>
          <a:off x="0" y="0"/>
          <a:ext cx="0" cy="0"/>
          <a:chOff x="0" y="0"/>
          <a:chExt cx="0" cy="0"/>
        </a:xfrm>
      </p:grpSpPr>
      <p:sp>
        <p:nvSpPr>
          <p:cNvPr id="411" name="Google Shape;411;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5" name="Google Shape;415;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8" name="Google Shape;41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19" name="Google Shape;419;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0" name="Google Shape;420;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1" name="Google Shape;421;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2" name="Google Shape;422;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3" name="Google Shape;423;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4" name="Google Shape;42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5" name="Google Shape;42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6" name="Google Shape;426;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7" name="Google Shape;42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8" name="Google Shape;42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9" name="Google Shape;429;g2c157a2fb06_0_629"/>
          <p:cNvGrpSpPr/>
          <p:nvPr/>
        </p:nvGrpSpPr>
        <p:grpSpPr>
          <a:xfrm>
            <a:off x="662575" y="6212475"/>
            <a:ext cx="586800" cy="571500"/>
            <a:chOff x="662575" y="6212475"/>
            <a:chExt cx="586800" cy="571500"/>
          </a:xfrm>
        </p:grpSpPr>
        <p:sp>
          <p:nvSpPr>
            <p:cNvPr id="430" name="Google Shape;43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3" name="Google Shape;433;g2c157a2fb06_0_629"/>
          <p:cNvGrpSpPr/>
          <p:nvPr/>
        </p:nvGrpSpPr>
        <p:grpSpPr>
          <a:xfrm>
            <a:off x="7894350" y="6212475"/>
            <a:ext cx="586800" cy="571500"/>
            <a:chOff x="7894350" y="6212475"/>
            <a:chExt cx="586800" cy="571500"/>
          </a:xfrm>
        </p:grpSpPr>
        <p:sp>
          <p:nvSpPr>
            <p:cNvPr id="434" name="Google Shape;43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7"/>
        <p:cNvGrpSpPr/>
        <p:nvPr/>
      </p:nvGrpSpPr>
      <p:grpSpPr>
        <a:xfrm>
          <a:off x="0" y="0"/>
          <a:ext cx="0" cy="0"/>
          <a:chOff x="0" y="0"/>
          <a:chExt cx="0" cy="0"/>
        </a:xfrm>
      </p:grpSpPr>
      <p:sp>
        <p:nvSpPr>
          <p:cNvPr id="438" name="Google Shape;438;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1" name="Google Shape;441;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2" name="Google Shape;442;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5" name="Google Shape;445;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6" name="Google Shape;44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7" name="Google Shape;44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8" name="Google Shape;44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9" name="Google Shape;44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0" name="Google Shape;450;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1" name="Google Shape;451;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2" name="Google Shape;452;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3" name="Google Shape;453;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4" name="Google Shape;454;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5" name="Google Shape;455;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6" name="Google Shape;456;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7" name="Google Shape;457;g2c157a2fb06_0_798"/>
          <p:cNvGrpSpPr/>
          <p:nvPr/>
        </p:nvGrpSpPr>
        <p:grpSpPr>
          <a:xfrm>
            <a:off x="662575" y="6212475"/>
            <a:ext cx="586800" cy="571500"/>
            <a:chOff x="662575" y="6212475"/>
            <a:chExt cx="586800" cy="571500"/>
          </a:xfrm>
        </p:grpSpPr>
        <p:sp>
          <p:nvSpPr>
            <p:cNvPr id="458" name="Google Shape;458;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1" name="Google Shape;461;g2c157a2fb06_0_798"/>
          <p:cNvGrpSpPr/>
          <p:nvPr/>
        </p:nvGrpSpPr>
        <p:grpSpPr>
          <a:xfrm>
            <a:off x="7894350" y="6212475"/>
            <a:ext cx="586800" cy="571500"/>
            <a:chOff x="7894350" y="6212475"/>
            <a:chExt cx="586800" cy="571500"/>
          </a:xfrm>
        </p:grpSpPr>
        <p:sp>
          <p:nvSpPr>
            <p:cNvPr id="462" name="Google Shape;462;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5"/>
        <p:cNvGrpSpPr/>
        <p:nvPr/>
      </p:nvGrpSpPr>
      <p:grpSpPr>
        <a:xfrm>
          <a:off x="0" y="0"/>
          <a:ext cx="0" cy="0"/>
          <a:chOff x="0" y="0"/>
          <a:chExt cx="0" cy="0"/>
        </a:xfrm>
      </p:grpSpPr>
      <p:sp>
        <p:nvSpPr>
          <p:cNvPr id="466" name="Google Shape;466;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9" name="Google Shape;469;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0" name="Google Shape;470;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3" name="Google Shape;47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4" name="Google Shape;47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5" name="Google Shape;47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6" name="Google Shape;47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7" name="Google Shape;47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8" name="Google Shape;478;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9" name="Google Shape;479;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0" name="Google Shape;480;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2" name="Google Shape;482;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4" name="Google Shape;484;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5" name="Google Shape;485;g2c157a2fb06_0_825"/>
          <p:cNvGrpSpPr/>
          <p:nvPr/>
        </p:nvGrpSpPr>
        <p:grpSpPr>
          <a:xfrm>
            <a:off x="662575" y="6212475"/>
            <a:ext cx="586800" cy="571500"/>
            <a:chOff x="662575" y="6212475"/>
            <a:chExt cx="586800" cy="571500"/>
          </a:xfrm>
        </p:grpSpPr>
        <p:sp>
          <p:nvSpPr>
            <p:cNvPr id="486" name="Google Shape;486;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9" name="Google Shape;489;g2c157a2fb06_0_825"/>
          <p:cNvGrpSpPr/>
          <p:nvPr/>
        </p:nvGrpSpPr>
        <p:grpSpPr>
          <a:xfrm>
            <a:off x="7894350" y="6212475"/>
            <a:ext cx="586800" cy="571500"/>
            <a:chOff x="7894350" y="6212475"/>
            <a:chExt cx="586800" cy="571500"/>
          </a:xfrm>
        </p:grpSpPr>
        <p:sp>
          <p:nvSpPr>
            <p:cNvPr id="490" name="Google Shape;490;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3"/>
        <p:cNvGrpSpPr/>
        <p:nvPr/>
      </p:nvGrpSpPr>
      <p:grpSpPr>
        <a:xfrm>
          <a:off x="0" y="0"/>
          <a:ext cx="0" cy="0"/>
          <a:chOff x="0" y="0"/>
          <a:chExt cx="0" cy="0"/>
        </a:xfrm>
      </p:grpSpPr>
      <p:sp>
        <p:nvSpPr>
          <p:cNvPr id="494" name="Google Shape;494;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7" name="Google Shape;497;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98" name="Google Shape;498;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1" name="Google Shape;50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6" name="Google Shape;506;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7" name="Google Shape;507;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8" name="Google Shape;508;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09" name="Google Shape;509;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0" name="Google Shape;510;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4" name="Google Shape;524;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5" name="Google Shape;525;g2c157a2fb06_0_700"/>
          <p:cNvGrpSpPr/>
          <p:nvPr/>
        </p:nvGrpSpPr>
        <p:grpSpPr>
          <a:xfrm>
            <a:off x="662575" y="6212475"/>
            <a:ext cx="586800" cy="571500"/>
            <a:chOff x="662575" y="6212475"/>
            <a:chExt cx="586800" cy="571500"/>
          </a:xfrm>
        </p:grpSpPr>
        <p:sp>
          <p:nvSpPr>
            <p:cNvPr id="526" name="Google Shape;526;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9" name="Google Shape;529;g2c157a2fb06_0_700"/>
          <p:cNvGrpSpPr/>
          <p:nvPr/>
        </p:nvGrpSpPr>
        <p:grpSpPr>
          <a:xfrm>
            <a:off x="7894350" y="6212475"/>
            <a:ext cx="586800" cy="571500"/>
            <a:chOff x="7894350" y="6212475"/>
            <a:chExt cx="586800" cy="571500"/>
          </a:xfrm>
        </p:grpSpPr>
        <p:sp>
          <p:nvSpPr>
            <p:cNvPr id="530" name="Google Shape;530;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3"/>
        <p:cNvGrpSpPr/>
        <p:nvPr/>
      </p:nvGrpSpPr>
      <p:grpSpPr>
        <a:xfrm>
          <a:off x="0" y="0"/>
          <a:ext cx="0" cy="0"/>
          <a:chOff x="0" y="0"/>
          <a:chExt cx="0" cy="0"/>
        </a:xfrm>
      </p:grpSpPr>
      <p:sp>
        <p:nvSpPr>
          <p:cNvPr id="534" name="Google Shape;534;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7" name="Google Shape;537;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38" name="Google Shape;538;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3" name="Google Shape;543;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4" name="Google Shape;544;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5" name="Google Shape;54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6" name="Google Shape;54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7" name="Google Shape;54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8" name="Google Shape;54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4" name="Google Shape;55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5" name="Google Shape;55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6" name="Google Shape;556;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7" name="Google Shape;557;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8" name="Google Shape;558;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5" name="Google Shape;565;g2c157a2fb06_0_932"/>
          <p:cNvGrpSpPr/>
          <p:nvPr/>
        </p:nvGrpSpPr>
        <p:grpSpPr>
          <a:xfrm>
            <a:off x="662575" y="6212475"/>
            <a:ext cx="586800" cy="571500"/>
            <a:chOff x="662575" y="6212475"/>
            <a:chExt cx="586800" cy="571500"/>
          </a:xfrm>
        </p:grpSpPr>
        <p:sp>
          <p:nvSpPr>
            <p:cNvPr id="566" name="Google Shape;56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9" name="Google Shape;569;g2c157a2fb06_0_932"/>
          <p:cNvGrpSpPr/>
          <p:nvPr/>
        </p:nvGrpSpPr>
        <p:grpSpPr>
          <a:xfrm>
            <a:off x="7894350" y="6212475"/>
            <a:ext cx="586800" cy="571500"/>
            <a:chOff x="7894350" y="6212475"/>
            <a:chExt cx="586800" cy="571500"/>
          </a:xfrm>
        </p:grpSpPr>
        <p:sp>
          <p:nvSpPr>
            <p:cNvPr id="570" name="Google Shape;57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3"/>
        <p:cNvGrpSpPr/>
        <p:nvPr/>
      </p:nvGrpSpPr>
      <p:grpSpPr>
        <a:xfrm>
          <a:off x="0" y="0"/>
          <a:ext cx="0" cy="0"/>
          <a:chOff x="0" y="0"/>
          <a:chExt cx="0" cy="0"/>
        </a:xfrm>
      </p:grpSpPr>
      <p:sp>
        <p:nvSpPr>
          <p:cNvPr id="574" name="Google Shape;574;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2" name="Google Shape;58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3" name="Google Shape;58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4" name="Google Shape;58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7" name="Google Shape;59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9" name="Google Shape;59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0" name="Google Shape;60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1" name="Google Shape;60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2" name="Google Shape;602;g2c157a2fb06_0_1045"/>
          <p:cNvGrpSpPr/>
          <p:nvPr/>
        </p:nvGrpSpPr>
        <p:grpSpPr>
          <a:xfrm>
            <a:off x="662575" y="6212475"/>
            <a:ext cx="586800" cy="571500"/>
            <a:chOff x="662575" y="6212475"/>
            <a:chExt cx="586800" cy="571500"/>
          </a:xfrm>
        </p:grpSpPr>
        <p:sp>
          <p:nvSpPr>
            <p:cNvPr id="603" name="Google Shape;60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6" name="Google Shape;606;g2c157a2fb06_0_1045"/>
          <p:cNvGrpSpPr/>
          <p:nvPr/>
        </p:nvGrpSpPr>
        <p:grpSpPr>
          <a:xfrm>
            <a:off x="7894350" y="6212475"/>
            <a:ext cx="586800" cy="571500"/>
            <a:chOff x="7894350" y="6212475"/>
            <a:chExt cx="586800" cy="571500"/>
          </a:xfrm>
        </p:grpSpPr>
        <p:sp>
          <p:nvSpPr>
            <p:cNvPr id="607" name="Google Shape;60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0"/>
        <p:cNvGrpSpPr/>
        <p:nvPr/>
      </p:nvGrpSpPr>
      <p:grpSpPr>
        <a:xfrm>
          <a:off x="0" y="0"/>
          <a:ext cx="0" cy="0"/>
          <a:chOff x="0" y="0"/>
          <a:chExt cx="0" cy="0"/>
        </a:xfrm>
      </p:grpSpPr>
      <p:sp>
        <p:nvSpPr>
          <p:cNvPr id="611" name="Google Shape;611;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2" name="Google Shape;612;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4" name="Google Shape;614;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5" name="Google Shape;615;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8" name="Google Shape;61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9" name="Google Shape;619;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0" name="Google Shape;620;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1" name="Google Shape;621;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2" name="Google Shape;62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3" name="Google Shape;62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4" name="Google Shape;624;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5" name="Google Shape;625;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6" name="Google Shape;626;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28" name="Google Shape;628;g2c157a2fb06_0_1110"/>
          <p:cNvGrpSpPr/>
          <p:nvPr/>
        </p:nvGrpSpPr>
        <p:grpSpPr>
          <a:xfrm>
            <a:off x="5806200" y="1807463"/>
            <a:ext cx="756300" cy="146700"/>
            <a:chOff x="5806200" y="1807463"/>
            <a:chExt cx="756300" cy="146700"/>
          </a:xfrm>
        </p:grpSpPr>
        <p:sp>
          <p:nvSpPr>
            <p:cNvPr id="629" name="Google Shape;62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2" name="Google Shape;63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3" name="Google Shape;63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4" name="Google Shape;634;g2c157a2fb06_0_1110"/>
          <p:cNvGrpSpPr/>
          <p:nvPr/>
        </p:nvGrpSpPr>
        <p:grpSpPr>
          <a:xfrm>
            <a:off x="5806200" y="2842438"/>
            <a:ext cx="756300" cy="146700"/>
            <a:chOff x="5806200" y="1807463"/>
            <a:chExt cx="756300" cy="146700"/>
          </a:xfrm>
        </p:grpSpPr>
        <p:sp>
          <p:nvSpPr>
            <p:cNvPr id="635" name="Google Shape;635;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8" name="Google Shape;638;g2c157a2fb06_0_1110"/>
          <p:cNvGrpSpPr/>
          <p:nvPr/>
        </p:nvGrpSpPr>
        <p:grpSpPr>
          <a:xfrm>
            <a:off x="5806200" y="3877413"/>
            <a:ext cx="756300" cy="146700"/>
            <a:chOff x="5806200" y="1807463"/>
            <a:chExt cx="756300" cy="146700"/>
          </a:xfrm>
        </p:grpSpPr>
        <p:sp>
          <p:nvSpPr>
            <p:cNvPr id="639" name="Google Shape;63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0" name="Google Shape;64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2" name="Google Shape;642;g2c157a2fb06_0_1110"/>
          <p:cNvGrpSpPr/>
          <p:nvPr/>
        </p:nvGrpSpPr>
        <p:grpSpPr>
          <a:xfrm>
            <a:off x="662575" y="6212475"/>
            <a:ext cx="586800" cy="571500"/>
            <a:chOff x="662575" y="6212475"/>
            <a:chExt cx="586800" cy="571500"/>
          </a:xfrm>
        </p:grpSpPr>
        <p:sp>
          <p:nvSpPr>
            <p:cNvPr id="643" name="Google Shape;64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6" name="Google Shape;646;g2c157a2fb06_0_1110"/>
          <p:cNvGrpSpPr/>
          <p:nvPr/>
        </p:nvGrpSpPr>
        <p:grpSpPr>
          <a:xfrm>
            <a:off x="7894350" y="6212475"/>
            <a:ext cx="586800" cy="571500"/>
            <a:chOff x="7894350" y="6212475"/>
            <a:chExt cx="586800" cy="571500"/>
          </a:xfrm>
        </p:grpSpPr>
        <p:sp>
          <p:nvSpPr>
            <p:cNvPr id="647" name="Google Shape;64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0"/>
        <p:cNvGrpSpPr/>
        <p:nvPr/>
      </p:nvGrpSpPr>
      <p:grpSpPr>
        <a:xfrm>
          <a:off x="0" y="0"/>
          <a:ext cx="0" cy="0"/>
          <a:chOff x="0" y="0"/>
          <a:chExt cx="0" cy="0"/>
        </a:xfrm>
      </p:grpSpPr>
      <p:sp>
        <p:nvSpPr>
          <p:cNvPr id="651" name="Google Shape;65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5" name="Google Shape;65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58" name="Google Shape;65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59" name="Google Shape;65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4" name="Google Shape;664;p30"/>
          <p:cNvGrpSpPr/>
          <p:nvPr/>
        </p:nvGrpSpPr>
        <p:grpSpPr>
          <a:xfrm>
            <a:off x="6022940" y="5341706"/>
            <a:ext cx="594501" cy="305904"/>
            <a:chOff x="5672081" y="1914352"/>
            <a:chExt cx="792668" cy="305904"/>
          </a:xfrm>
        </p:grpSpPr>
        <p:sp>
          <p:nvSpPr>
            <p:cNvPr id="665" name="Google Shape;66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6" name="Google Shape;66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7" name="Google Shape;66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68" name="Google Shape;66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6" name="Google Shape;67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7" name="Google Shape;67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5" name="Google Shape;68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6" name="Google Shape;68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1" name="Google Shape;69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2" name="Google Shape;69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4" name="Google Shape;69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5" name="Google Shape;69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6"/>
        <p:cNvGrpSpPr/>
        <p:nvPr/>
      </p:nvGrpSpPr>
      <p:grpSpPr>
        <a:xfrm>
          <a:off x="0" y="0"/>
          <a:ext cx="0" cy="0"/>
          <a:chOff x="0" y="0"/>
          <a:chExt cx="0" cy="0"/>
        </a:xfrm>
      </p:grpSpPr>
      <p:sp>
        <p:nvSpPr>
          <p:cNvPr id="697" name="Google Shape;69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98" name="Google Shape;69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99" name="Google Shape;69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0"/>
        <p:cNvGrpSpPr/>
        <p:nvPr/>
      </p:nvGrpSpPr>
      <p:grpSpPr>
        <a:xfrm>
          <a:off x="0" y="0"/>
          <a:ext cx="0" cy="0"/>
          <a:chOff x="0" y="0"/>
          <a:chExt cx="0" cy="0"/>
        </a:xfrm>
      </p:grpSpPr>
      <p:sp>
        <p:nvSpPr>
          <p:cNvPr id="701" name="Google Shape;70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2" name="Google Shape;70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3" name="Google Shape;70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slide" Target="slide1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slide" Target="slide13.xml"/><Relationship Id="rId5" Type="http://schemas.openxmlformats.org/officeDocument/2006/relationships/image" Target="../media/image13.png"/><Relationship Id="rId10" Type="http://schemas.openxmlformats.org/officeDocument/2006/relationships/slide" Target="slide11.xml"/><Relationship Id="rId4" Type="http://schemas.openxmlformats.org/officeDocument/2006/relationships/image" Target="../media/image12.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png"/><Relationship Id="rId2" Type="http://schemas.openxmlformats.org/officeDocument/2006/relationships/notesSlide" Target="../notesSlides/notesSlide3.xml"/><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37.pn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36.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5.xml"/><Relationship Id="rId16" Type="http://schemas.openxmlformats.org/officeDocument/2006/relationships/image" Target="../media/image52.png"/><Relationship Id="rId1" Type="http://schemas.openxmlformats.org/officeDocument/2006/relationships/slideLayout" Target="../slideLayouts/slideLayout3.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6.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3.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58.png"/></Relationships>
</file>

<file path=ppt/slides/_rels/slide7.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65.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2.png"/></Relationships>
</file>

<file path=ppt/slides/_rels/slide10.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9" Type="http://schemas.openxmlformats.org/officeDocument/2006/relationships/image" Target="../media/image79.png"/></Relationships>
</file>

<file path=ppt/slides/_rels/slide11.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 Id="rId9" Type="http://schemas.openxmlformats.org/officeDocument/2006/relationships/image" Target="../media/image92.png"/></Relationships>
</file>

<file path=ppt/slides/_rels/slide13.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3.png"/><Relationship Id="rId7" Type="http://schemas.openxmlformats.org/officeDocument/2006/relationships/image" Target="../media/image96.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15.png"/><Relationship Id="rId9" Type="http://schemas.openxmlformats.org/officeDocument/2006/relationships/image" Target="../media/image98.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101.png"/><Relationship Id="rId5" Type="http://schemas.openxmlformats.org/officeDocument/2006/relationships/image" Target="../media/image5.png"/><Relationship Id="rId4" Type="http://schemas.openxmlformats.org/officeDocument/2006/relationships/image" Target="../media/image1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pic>
        <p:nvPicPr>
          <p:cNvPr id="708" name="Google Shape;708;p1"/>
          <p:cNvPicPr preferRelativeResize="0"/>
          <p:nvPr/>
        </p:nvPicPr>
        <p:blipFill rotWithShape="1">
          <a:blip r:embed="rId3">
            <a:alphaModFix/>
          </a:blip>
          <a:srcRect l="79" r="79"/>
          <a:stretch/>
        </p:blipFill>
        <p:spPr>
          <a:xfrm>
            <a:off x="4141023" y="4096575"/>
            <a:ext cx="757797" cy="1072624"/>
          </a:xfrm>
          <a:prstGeom prst="rect">
            <a:avLst/>
          </a:prstGeom>
          <a:noFill/>
          <a:ln>
            <a:noFill/>
          </a:ln>
          <a:effectLst>
            <a:outerShdw blurRad="71438" dist="28575" dir="5400000" algn="bl" rotWithShape="0">
              <a:srgbClr val="000000">
                <a:alpha val="15686"/>
              </a:srgbClr>
            </a:outerShdw>
          </a:effectLst>
        </p:spPr>
      </p:pic>
      <p:pic>
        <p:nvPicPr>
          <p:cNvPr id="709" name="Google Shape;709;p1"/>
          <p:cNvPicPr preferRelativeResize="0"/>
          <p:nvPr/>
        </p:nvPicPr>
        <p:blipFill rotWithShape="1">
          <a:blip r:embed="rId4">
            <a:alphaModFix/>
          </a:blip>
          <a:srcRect l="79" r="79"/>
          <a:stretch/>
        </p:blipFill>
        <p:spPr>
          <a:xfrm>
            <a:off x="4762744" y="4096575"/>
            <a:ext cx="757797" cy="1072624"/>
          </a:xfrm>
          <a:prstGeom prst="rect">
            <a:avLst/>
          </a:prstGeom>
          <a:noFill/>
          <a:ln>
            <a:noFill/>
          </a:ln>
          <a:effectLst>
            <a:outerShdw blurRad="71438" dist="28575" dir="5400000" algn="bl" rotWithShape="0">
              <a:srgbClr val="000000">
                <a:alpha val="15686"/>
              </a:srgbClr>
            </a:outerShdw>
          </a:effectLst>
        </p:spPr>
      </p:pic>
      <p:pic>
        <p:nvPicPr>
          <p:cNvPr id="710" name="Google Shape;710;p1"/>
          <p:cNvPicPr preferRelativeResize="0"/>
          <p:nvPr/>
        </p:nvPicPr>
        <p:blipFill rotWithShape="1">
          <a:blip r:embed="rId5">
            <a:alphaModFix/>
          </a:blip>
          <a:srcRect l="19" r="29"/>
          <a:stretch/>
        </p:blipFill>
        <p:spPr>
          <a:xfrm>
            <a:off x="5384466" y="4096575"/>
            <a:ext cx="757797" cy="1072625"/>
          </a:xfrm>
          <a:prstGeom prst="rect">
            <a:avLst/>
          </a:prstGeom>
          <a:noFill/>
          <a:ln>
            <a:noFill/>
          </a:ln>
          <a:effectLst>
            <a:outerShdw blurRad="71438" dist="28575" dir="5400000" algn="bl" rotWithShape="0">
              <a:srgbClr val="000000">
                <a:alpha val="15686"/>
              </a:srgbClr>
            </a:outerShdw>
          </a:effectLst>
        </p:spPr>
      </p:pic>
      <p:sp>
        <p:nvSpPr>
          <p:cNvPr id="711" name="Google Shape;711;p1"/>
          <p:cNvSpPr txBox="1">
            <a:spLocks noGrp="1"/>
          </p:cNvSpPr>
          <p:nvPr>
            <p:ph type="subTitle" idx="1"/>
          </p:nvPr>
        </p:nvSpPr>
        <p:spPr>
          <a:xfrm>
            <a:off x="884100" y="2716650"/>
            <a:ext cx="39600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2400"/>
              <a:t>Review Common Exception Words and Phase 3 Letter Sounds</a:t>
            </a:r>
            <a:endParaRPr sz="2400"/>
          </a:p>
        </p:txBody>
      </p:sp>
      <p:sp>
        <p:nvSpPr>
          <p:cNvPr id="712" name="Google Shape;712;p1"/>
          <p:cNvSpPr txBox="1">
            <a:spLocks noGrp="1"/>
          </p:cNvSpPr>
          <p:nvPr>
            <p:ph type="subTitle" idx="2"/>
          </p:nvPr>
        </p:nvSpPr>
        <p:spPr>
          <a:xfrm>
            <a:off x="884092" y="37541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10</a:t>
            </a:r>
            <a:endParaRPr/>
          </a:p>
        </p:txBody>
      </p:sp>
      <p:graphicFrame>
        <p:nvGraphicFramePr>
          <p:cNvPr id="713" name="Google Shape;713;p1"/>
          <p:cNvGraphicFramePr/>
          <p:nvPr/>
        </p:nvGraphicFramePr>
        <p:xfrm>
          <a:off x="4844200" y="1891197"/>
          <a:ext cx="3784950" cy="1678950"/>
        </p:xfrm>
        <a:graphic>
          <a:graphicData uri="http://schemas.openxmlformats.org/drawingml/2006/table">
            <a:tbl>
              <a:tblPr firstRow="1" bandRow="1">
                <a:noFill/>
                <a:tableStyleId>{085D4B43-4201-4A7C-BD52-7EDECA9B6908}</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j</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Mulish"/>
                          <a:ea typeface="Mulish"/>
                          <a:cs typeface="Mulish"/>
                          <a:sym typeface="Mulish"/>
                        </a:rPr>
                        <a:t>v</a:t>
                      </a:r>
                      <a:endParaRPr sz="1800" u="none" strike="noStrike" cap="none">
                        <a:solidFill>
                          <a:srgbClr val="FFFFFF"/>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w</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x</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y</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z</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zz</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14" name="Google Shape;714;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15" name="Google Shape;715;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pic>
        <p:nvPicPr>
          <p:cNvPr id="716" name="Google Shape;716;p1"/>
          <p:cNvPicPr preferRelativeResize="0"/>
          <p:nvPr/>
        </p:nvPicPr>
        <p:blipFill rotWithShape="1">
          <a:blip r:embed="rId6">
            <a:alphaModFix/>
          </a:blip>
          <a:srcRect l="79" r="79"/>
          <a:stretch/>
        </p:blipFill>
        <p:spPr>
          <a:xfrm>
            <a:off x="6006188" y="4096575"/>
            <a:ext cx="757797" cy="1072624"/>
          </a:xfrm>
          <a:prstGeom prst="rect">
            <a:avLst/>
          </a:prstGeom>
          <a:noFill/>
          <a:ln>
            <a:noFill/>
          </a:ln>
          <a:effectLst>
            <a:outerShdw blurRad="71438" dist="28575" dir="5400000" algn="bl" rotWithShape="0">
              <a:srgbClr val="000000">
                <a:alpha val="15686"/>
              </a:srgbClr>
            </a:outerShdw>
          </a:effectLst>
        </p:spPr>
      </p:pic>
      <p:pic>
        <p:nvPicPr>
          <p:cNvPr id="717" name="Google Shape;717;p1"/>
          <p:cNvPicPr preferRelativeResize="0"/>
          <p:nvPr/>
        </p:nvPicPr>
        <p:blipFill rotWithShape="1">
          <a:blip r:embed="rId7">
            <a:alphaModFix/>
          </a:blip>
          <a:srcRect l="19" r="29"/>
          <a:stretch/>
        </p:blipFill>
        <p:spPr>
          <a:xfrm>
            <a:off x="6627909" y="4096575"/>
            <a:ext cx="757797" cy="1072625"/>
          </a:xfrm>
          <a:prstGeom prst="rect">
            <a:avLst/>
          </a:prstGeom>
          <a:noFill/>
          <a:ln>
            <a:noFill/>
          </a:ln>
          <a:effectLst>
            <a:outerShdw blurRad="71438" dist="28575" dir="5400000" algn="bl" rotWithShape="0">
              <a:srgbClr val="000000">
                <a:alpha val="15686"/>
              </a:srgbClr>
            </a:outerShdw>
          </a:effectLst>
        </p:spPr>
      </p:pic>
      <p:pic>
        <p:nvPicPr>
          <p:cNvPr id="718" name="Google Shape;718;p1"/>
          <p:cNvPicPr preferRelativeResize="0"/>
          <p:nvPr/>
        </p:nvPicPr>
        <p:blipFill rotWithShape="1">
          <a:blip r:embed="rId8">
            <a:alphaModFix/>
          </a:blip>
          <a:srcRect l="79" r="79"/>
          <a:stretch/>
        </p:blipFill>
        <p:spPr>
          <a:xfrm>
            <a:off x="7249631" y="4096575"/>
            <a:ext cx="757797" cy="1072624"/>
          </a:xfrm>
          <a:prstGeom prst="rect">
            <a:avLst/>
          </a:prstGeom>
          <a:noFill/>
          <a:ln>
            <a:noFill/>
          </a:ln>
          <a:effectLst>
            <a:outerShdw blurRad="71438" dist="28575" dir="5400000" algn="bl" rotWithShape="0">
              <a:srgbClr val="000000">
                <a:alpha val="15686"/>
              </a:srgbClr>
            </a:outerShdw>
          </a:effectLst>
        </p:spPr>
      </p:pic>
      <p:pic>
        <p:nvPicPr>
          <p:cNvPr id="719" name="Google Shape;719;p1"/>
          <p:cNvPicPr preferRelativeResize="0"/>
          <p:nvPr/>
        </p:nvPicPr>
        <p:blipFill rotWithShape="1">
          <a:blip r:embed="rId9">
            <a:alphaModFix/>
          </a:blip>
          <a:srcRect l="79" r="79"/>
          <a:stretch/>
        </p:blipFill>
        <p:spPr>
          <a:xfrm>
            <a:off x="7871352" y="4096575"/>
            <a:ext cx="757797" cy="1072624"/>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Phase 3 Letter Sounds and Common Exception Words.</a:t>
            </a:r>
            <a:endParaRPr/>
          </a:p>
        </p:txBody>
      </p:sp>
      <p:sp>
        <p:nvSpPr>
          <p:cNvPr id="726" name="Google Shape;726;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p:txBody>
      </p:sp>
      <p:sp>
        <p:nvSpPr>
          <p:cNvPr id="727" name="Google Shape;727;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28" name="Google Shape;728;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900">
                <a:solidFill>
                  <a:srgbClr val="757070"/>
                </a:solidFill>
                <a:latin typeface="Poppins Medium"/>
                <a:ea typeface="Poppins Medium"/>
                <a:cs typeface="Poppins Medium"/>
                <a:sym typeface="Poppins Medium"/>
              </a:rPr>
              <a:t>Grapheme to Phoneme Cards</a:t>
            </a:r>
            <a:endParaRPr sz="900">
              <a:solidFill>
                <a:srgbClr val="757070"/>
              </a:solidFill>
              <a:latin typeface="Poppins Medium"/>
              <a:ea typeface="Poppins Medium"/>
              <a:cs typeface="Poppins Medium"/>
              <a:sym typeface="Poppins Medium"/>
            </a:endParaRPr>
          </a:p>
        </p:txBody>
      </p:sp>
      <p:pic>
        <p:nvPicPr>
          <p:cNvPr id="730" name="Google Shape;730;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31" name="Google Shape;731;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5" name="Google Shape;735;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7" name="Google Shape;737;g2bee4f4af4b_0_204"/>
          <p:cNvSpPr txBox="1"/>
          <p:nvPr/>
        </p:nvSpPr>
        <p:spPr>
          <a:xfrm>
            <a:off x="60702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38" name="Google Shape;738;g2bee4f4af4b_0_204"/>
          <p:cNvSpPr txBox="1"/>
          <p:nvPr/>
        </p:nvSpPr>
        <p:spPr>
          <a:xfrm>
            <a:off x="58629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39" name="Google Shape;739;g2bee4f4af4b_0_204"/>
          <p:cNvPicPr preferRelativeResize="0"/>
          <p:nvPr/>
        </p:nvPicPr>
        <p:blipFill rotWithShape="1">
          <a:blip r:embed="rId6">
            <a:alphaModFix/>
          </a:blip>
          <a:srcRect t="89" b="99"/>
          <a:stretch/>
        </p:blipFill>
        <p:spPr>
          <a:xfrm>
            <a:off x="6083646" y="4363493"/>
            <a:ext cx="786850" cy="590421"/>
          </a:xfrm>
          <a:prstGeom prst="rect">
            <a:avLst/>
          </a:prstGeom>
          <a:noFill/>
          <a:ln>
            <a:noFill/>
          </a:ln>
          <a:effectLst>
            <a:outerShdw blurRad="71438" dist="19050" dir="5220000" algn="bl" rotWithShape="0">
              <a:srgbClr val="D8D8D8"/>
            </a:outerShdw>
          </a:effectLst>
        </p:spPr>
      </p:pic>
      <p:sp>
        <p:nvSpPr>
          <p:cNvPr id="740" name="Google Shape;74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1" name="Google Shape;74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2" name="Google Shape;742;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3" name="Google Shape;743;g2bee4f4af4b_0_204">
            <a:hlinkClick r:id="rId8" action="ppaction://hlinksldjump"/>
          </p:cNvPr>
          <p:cNvSpPr/>
          <p:nvPr/>
        </p:nvSpPr>
        <p:spPr>
          <a:xfrm>
            <a:off x="978781" y="3843172"/>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9" action="ppaction://hlinksldjump"/>
          </p:cNvPr>
          <p:cNvSpPr/>
          <p:nvPr/>
        </p:nvSpPr>
        <p:spPr>
          <a:xfrm>
            <a:off x="2462002"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10" action="ppaction://hlinksldjump"/>
          </p:cNvPr>
          <p:cNvSpPr/>
          <p:nvPr/>
        </p:nvSpPr>
        <p:spPr>
          <a:xfrm>
            <a:off x="3579204" y="37741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11" action="ppaction://hlinksldjump"/>
          </p:cNvPr>
          <p:cNvSpPr/>
          <p:nvPr/>
        </p:nvSpPr>
        <p:spPr>
          <a:xfrm>
            <a:off x="4840493" y="380387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2" action="ppaction://hlinksldjump"/>
          </p:cNvPr>
          <p:cNvSpPr/>
          <p:nvPr/>
        </p:nvSpPr>
        <p:spPr>
          <a:xfrm>
            <a:off x="5989082" y="380387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4" name="Google Shape;754;g26b641b03cd_0_165"/>
          <p:cNvGrpSpPr/>
          <p:nvPr/>
        </p:nvGrpSpPr>
        <p:grpSpPr>
          <a:xfrm>
            <a:off x="930400" y="2129444"/>
            <a:ext cx="7283200" cy="3724851"/>
            <a:chOff x="930400" y="2129444"/>
            <a:chExt cx="7283200" cy="3724851"/>
          </a:xfrm>
        </p:grpSpPr>
        <p:pic>
          <p:nvPicPr>
            <p:cNvPr id="755" name="Google Shape;75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4" name="Google Shape;784;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686"/>
              </a:srgbClr>
            </a:outerShdw>
          </a:effectLst>
        </p:spPr>
      </p:pic>
      <p:pic>
        <p:nvPicPr>
          <p:cNvPr id="785" name="Google Shape;785;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686"/>
              </a:srgbClr>
            </a:outerShdw>
          </a:effectLst>
        </p:spPr>
      </p:pic>
      <p:pic>
        <p:nvPicPr>
          <p:cNvPr id="786" name="Google Shape;786;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686"/>
              </a:srgbClr>
            </a:outerShdw>
          </a:effectLst>
        </p:spPr>
      </p:pic>
      <p:pic>
        <p:nvPicPr>
          <p:cNvPr id="787" name="Google Shape;787;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686"/>
              </a:srgbClr>
            </a:outerShdw>
          </a:effectLst>
        </p:spPr>
      </p:pic>
      <p:pic>
        <p:nvPicPr>
          <p:cNvPr id="788" name="Google Shape;788;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686"/>
              </a:srgbClr>
            </a:outerShdw>
          </a:effectLst>
        </p:spPr>
      </p:pic>
      <p:pic>
        <p:nvPicPr>
          <p:cNvPr id="789" name="Google Shape;789;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686"/>
              </a:srgbClr>
            </a:outerShdw>
          </a:effectLst>
        </p:spPr>
      </p:pic>
      <p:pic>
        <p:nvPicPr>
          <p:cNvPr id="790" name="Google Shape;790;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97" name="Google Shape;797;g26b7edf6e71_0_109"/>
          <p:cNvGrpSpPr/>
          <p:nvPr/>
        </p:nvGrpSpPr>
        <p:grpSpPr>
          <a:xfrm>
            <a:off x="867357" y="2129450"/>
            <a:ext cx="7282807" cy="2686611"/>
            <a:chOff x="867357" y="2129450"/>
            <a:chExt cx="7282807" cy="2686611"/>
          </a:xfrm>
        </p:grpSpPr>
        <p:pic>
          <p:nvPicPr>
            <p:cNvPr id="798" name="Google Shape;79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8" name="Google Shape;81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19" name="Google Shape;81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20" name="Google Shape;820;g2c186218c5a_0_17"/>
          <p:cNvPicPr preferRelativeResize="0"/>
          <p:nvPr/>
        </p:nvPicPr>
        <p:blipFill rotWithShape="1">
          <a:blip r:embed="rId3">
            <a:alphaModFix/>
          </a:blip>
          <a:srcRect t="99" b="109"/>
          <a:stretch/>
        </p:blipFill>
        <p:spPr>
          <a:xfrm>
            <a:off x="1678325" y="1971330"/>
            <a:ext cx="2819411" cy="1127308"/>
          </a:xfrm>
          <a:prstGeom prst="rect">
            <a:avLst/>
          </a:prstGeom>
          <a:noFill/>
          <a:ln>
            <a:noFill/>
          </a:ln>
          <a:effectLst>
            <a:outerShdw blurRad="71438" dist="19050" dir="5400000" algn="bl" rotWithShape="0">
              <a:srgbClr val="000000">
                <a:alpha val="20000"/>
              </a:srgbClr>
            </a:outerShdw>
          </a:effectLst>
        </p:spPr>
      </p:pic>
      <p:pic>
        <p:nvPicPr>
          <p:cNvPr id="821" name="Google Shape;821;g2c186218c5a_0_17"/>
          <p:cNvPicPr preferRelativeResize="0"/>
          <p:nvPr/>
        </p:nvPicPr>
        <p:blipFill rotWithShape="1">
          <a:blip r:embed="rId4">
            <a:alphaModFix/>
          </a:blip>
          <a:srcRect/>
          <a:stretch/>
        </p:blipFill>
        <p:spPr>
          <a:xfrm>
            <a:off x="1678325" y="3213752"/>
            <a:ext cx="2819411" cy="1127308"/>
          </a:xfrm>
          <a:prstGeom prst="rect">
            <a:avLst/>
          </a:prstGeom>
          <a:noFill/>
          <a:ln>
            <a:noFill/>
          </a:ln>
          <a:effectLst>
            <a:outerShdw blurRad="71438" dist="19050" dir="5400000" algn="bl" rotWithShape="0">
              <a:srgbClr val="000000">
                <a:alpha val="20000"/>
              </a:srgbClr>
            </a:outerShdw>
          </a:effectLst>
        </p:spPr>
      </p:pic>
      <p:pic>
        <p:nvPicPr>
          <p:cNvPr id="822" name="Google Shape;822;g2c186218c5a_0_17"/>
          <p:cNvPicPr preferRelativeResize="0"/>
          <p:nvPr/>
        </p:nvPicPr>
        <p:blipFill rotWithShape="1">
          <a:blip r:embed="rId5">
            <a:alphaModFix/>
          </a:blip>
          <a:srcRect/>
          <a:stretch/>
        </p:blipFill>
        <p:spPr>
          <a:xfrm>
            <a:off x="4646264" y="1971330"/>
            <a:ext cx="2819411" cy="1127308"/>
          </a:xfrm>
          <a:prstGeom prst="rect">
            <a:avLst/>
          </a:prstGeom>
          <a:noFill/>
          <a:ln>
            <a:noFill/>
          </a:ln>
          <a:effectLst>
            <a:outerShdw blurRad="71438" dist="19050" dir="5400000" algn="bl" rotWithShape="0">
              <a:srgbClr val="000000">
                <a:alpha val="20000"/>
              </a:srgbClr>
            </a:outerShdw>
          </a:effectLst>
        </p:spPr>
      </p:pic>
      <p:pic>
        <p:nvPicPr>
          <p:cNvPr id="823" name="Google Shape;823;g2c186218c5a_0_17"/>
          <p:cNvPicPr preferRelativeResize="0"/>
          <p:nvPr/>
        </p:nvPicPr>
        <p:blipFill rotWithShape="1">
          <a:blip r:embed="rId6">
            <a:alphaModFix/>
          </a:blip>
          <a:srcRect t="99" b="109"/>
          <a:stretch/>
        </p:blipFill>
        <p:spPr>
          <a:xfrm>
            <a:off x="4646264" y="3213752"/>
            <a:ext cx="2819411" cy="1127308"/>
          </a:xfrm>
          <a:prstGeom prst="rect">
            <a:avLst/>
          </a:prstGeom>
          <a:noFill/>
          <a:ln>
            <a:noFill/>
          </a:ln>
          <a:effectLst>
            <a:outerShdw blurRad="71438" dist="19050" dir="5400000" algn="bl" rotWithShape="0">
              <a:srgbClr val="000000">
                <a:alpha val="20000"/>
              </a:srgbClr>
            </a:outerShdw>
          </a:effectLst>
        </p:spPr>
      </p:pic>
      <p:pic>
        <p:nvPicPr>
          <p:cNvPr id="824" name="Google Shape;824;g2c186218c5a_0_17"/>
          <p:cNvPicPr preferRelativeResize="0"/>
          <p:nvPr/>
        </p:nvPicPr>
        <p:blipFill rotWithShape="1">
          <a:blip r:embed="rId7">
            <a:alphaModFix/>
          </a:blip>
          <a:srcRect/>
          <a:stretch/>
        </p:blipFill>
        <p:spPr>
          <a:xfrm>
            <a:off x="1678325" y="728907"/>
            <a:ext cx="2819411" cy="1127308"/>
          </a:xfrm>
          <a:prstGeom prst="rect">
            <a:avLst/>
          </a:prstGeom>
          <a:noFill/>
          <a:ln>
            <a:noFill/>
          </a:ln>
          <a:effectLst>
            <a:outerShdw blurRad="71438" dist="19050" dir="5400000" algn="bl" rotWithShape="0">
              <a:srgbClr val="000000">
                <a:alpha val="20000"/>
              </a:srgbClr>
            </a:outerShdw>
          </a:effectLst>
        </p:spPr>
      </p:pic>
      <p:pic>
        <p:nvPicPr>
          <p:cNvPr id="825" name="Google Shape;825;g2c186218c5a_0_17"/>
          <p:cNvPicPr preferRelativeResize="0"/>
          <p:nvPr/>
        </p:nvPicPr>
        <p:blipFill rotWithShape="1">
          <a:blip r:embed="rId8">
            <a:alphaModFix/>
          </a:blip>
          <a:srcRect/>
          <a:stretch/>
        </p:blipFill>
        <p:spPr>
          <a:xfrm>
            <a:off x="4646264" y="728907"/>
            <a:ext cx="2819411" cy="1127308"/>
          </a:xfrm>
          <a:prstGeom prst="rect">
            <a:avLst/>
          </a:prstGeom>
          <a:noFill/>
          <a:ln>
            <a:noFill/>
          </a:ln>
          <a:effectLst>
            <a:outerShdw blurRad="71438" dist="19050" dir="5400000" algn="bl" rotWithShape="0">
              <a:srgbClr val="000000">
                <a:alpha val="20000"/>
              </a:srgbClr>
            </a:outerShdw>
          </a:effectLst>
        </p:spPr>
      </p:pic>
      <p:pic>
        <p:nvPicPr>
          <p:cNvPr id="826" name="Google Shape;826;g2c186218c5a_0_17"/>
          <p:cNvPicPr preferRelativeResize="0"/>
          <p:nvPr/>
        </p:nvPicPr>
        <p:blipFill rotWithShape="1">
          <a:blip r:embed="rId9">
            <a:alphaModFix/>
          </a:blip>
          <a:srcRect/>
          <a:stretch/>
        </p:blipFill>
        <p:spPr>
          <a:xfrm>
            <a:off x="3162294" y="4456175"/>
            <a:ext cx="2819411" cy="1127308"/>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3" name="Google Shape;83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34" name="Google Shape;83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35" name="Google Shape;835;g26b641b03cd_0_185"/>
          <p:cNvPicPr preferRelativeResize="0"/>
          <p:nvPr/>
        </p:nvPicPr>
        <p:blipFill rotWithShape="1">
          <a:blip r:embed="rId3">
            <a:alphaModFix/>
          </a:blip>
          <a:srcRect t="149" b="139"/>
          <a:stretch/>
        </p:blipFill>
        <p:spPr>
          <a:xfrm>
            <a:off x="1678325" y="1971330"/>
            <a:ext cx="2819413" cy="1127308"/>
          </a:xfrm>
          <a:prstGeom prst="rect">
            <a:avLst/>
          </a:prstGeom>
          <a:noFill/>
          <a:ln>
            <a:noFill/>
          </a:ln>
          <a:effectLst>
            <a:outerShdw blurRad="71438" dist="19050" dir="5400000" algn="bl" rotWithShape="0">
              <a:srgbClr val="000000">
                <a:alpha val="20000"/>
              </a:srgbClr>
            </a:outerShdw>
          </a:effectLst>
        </p:spPr>
      </p:pic>
      <p:pic>
        <p:nvPicPr>
          <p:cNvPr id="836" name="Google Shape;836;g26b641b03cd_0_185"/>
          <p:cNvPicPr preferRelativeResize="0"/>
          <p:nvPr/>
        </p:nvPicPr>
        <p:blipFill rotWithShape="1">
          <a:blip r:embed="rId4">
            <a:alphaModFix/>
          </a:blip>
          <a:srcRect t="39" b="39"/>
          <a:stretch/>
        </p:blipFill>
        <p:spPr>
          <a:xfrm>
            <a:off x="1678325" y="3213752"/>
            <a:ext cx="2819413" cy="1127308"/>
          </a:xfrm>
          <a:prstGeom prst="rect">
            <a:avLst/>
          </a:prstGeom>
          <a:noFill/>
          <a:ln>
            <a:noFill/>
          </a:ln>
          <a:effectLst>
            <a:outerShdw blurRad="71438" dist="19050" dir="5400000" algn="bl" rotWithShape="0">
              <a:srgbClr val="000000">
                <a:alpha val="20000"/>
              </a:srgbClr>
            </a:outerShdw>
          </a:effectLst>
        </p:spPr>
      </p:pic>
      <p:pic>
        <p:nvPicPr>
          <p:cNvPr id="837" name="Google Shape;837;g26b641b03cd_0_185"/>
          <p:cNvPicPr preferRelativeResize="0"/>
          <p:nvPr/>
        </p:nvPicPr>
        <p:blipFill rotWithShape="1">
          <a:blip r:embed="rId5">
            <a:alphaModFix/>
          </a:blip>
          <a:srcRect t="39" b="39"/>
          <a:stretch/>
        </p:blipFill>
        <p:spPr>
          <a:xfrm>
            <a:off x="4646264" y="1971330"/>
            <a:ext cx="2819413" cy="1127308"/>
          </a:xfrm>
          <a:prstGeom prst="rect">
            <a:avLst/>
          </a:prstGeom>
          <a:noFill/>
          <a:ln>
            <a:noFill/>
          </a:ln>
          <a:effectLst>
            <a:outerShdw blurRad="71438" dist="19050" dir="5400000" algn="bl" rotWithShape="0">
              <a:srgbClr val="000000">
                <a:alpha val="20000"/>
              </a:srgbClr>
            </a:outerShdw>
          </a:effectLst>
        </p:spPr>
      </p:pic>
      <p:pic>
        <p:nvPicPr>
          <p:cNvPr id="838" name="Google Shape;838;g26b641b03cd_0_185"/>
          <p:cNvPicPr preferRelativeResize="0"/>
          <p:nvPr/>
        </p:nvPicPr>
        <p:blipFill rotWithShape="1">
          <a:blip r:embed="rId6">
            <a:alphaModFix/>
          </a:blip>
          <a:srcRect t="149" b="139"/>
          <a:stretch/>
        </p:blipFill>
        <p:spPr>
          <a:xfrm>
            <a:off x="4646264" y="3213752"/>
            <a:ext cx="2819413" cy="1127308"/>
          </a:xfrm>
          <a:prstGeom prst="rect">
            <a:avLst/>
          </a:prstGeom>
          <a:noFill/>
          <a:ln>
            <a:noFill/>
          </a:ln>
          <a:effectLst>
            <a:outerShdw blurRad="71438" dist="19050" dir="5400000" algn="bl" rotWithShape="0">
              <a:srgbClr val="000000">
                <a:alpha val="20000"/>
              </a:srgbClr>
            </a:outerShdw>
          </a:effectLst>
        </p:spPr>
      </p:pic>
      <p:pic>
        <p:nvPicPr>
          <p:cNvPr id="839" name="Google Shape;839;g26b641b03cd_0_185"/>
          <p:cNvPicPr preferRelativeResize="0"/>
          <p:nvPr/>
        </p:nvPicPr>
        <p:blipFill rotWithShape="1">
          <a:blip r:embed="rId7">
            <a:alphaModFix/>
          </a:blip>
          <a:srcRect t="39" b="39"/>
          <a:stretch/>
        </p:blipFill>
        <p:spPr>
          <a:xfrm>
            <a:off x="1678325" y="728907"/>
            <a:ext cx="2819413" cy="1127308"/>
          </a:xfrm>
          <a:prstGeom prst="rect">
            <a:avLst/>
          </a:prstGeom>
          <a:noFill/>
          <a:ln>
            <a:noFill/>
          </a:ln>
          <a:effectLst>
            <a:outerShdw blurRad="71438" dist="19050" dir="5400000" algn="bl" rotWithShape="0">
              <a:srgbClr val="000000">
                <a:alpha val="20000"/>
              </a:srgbClr>
            </a:outerShdw>
          </a:effectLst>
        </p:spPr>
      </p:pic>
      <p:pic>
        <p:nvPicPr>
          <p:cNvPr id="840" name="Google Shape;840;g26b641b03cd_0_185"/>
          <p:cNvPicPr preferRelativeResize="0"/>
          <p:nvPr/>
        </p:nvPicPr>
        <p:blipFill rotWithShape="1">
          <a:blip r:embed="rId8">
            <a:alphaModFix/>
          </a:blip>
          <a:srcRect t="39" b="39"/>
          <a:stretch/>
        </p:blipFill>
        <p:spPr>
          <a:xfrm>
            <a:off x="4646264" y="728907"/>
            <a:ext cx="2819413" cy="1127308"/>
          </a:xfrm>
          <a:prstGeom prst="rect">
            <a:avLst/>
          </a:prstGeom>
          <a:noFill/>
          <a:ln>
            <a:noFill/>
          </a:ln>
          <a:effectLst>
            <a:outerShdw blurRad="71438" dist="19050" dir="5400000" algn="bl" rotWithShape="0">
              <a:srgbClr val="000000">
                <a:alpha val="20000"/>
              </a:srgbClr>
            </a:outerShdw>
          </a:effectLst>
        </p:spPr>
      </p:pic>
      <p:pic>
        <p:nvPicPr>
          <p:cNvPr id="841" name="Google Shape;841;g26b641b03cd_0_185"/>
          <p:cNvPicPr preferRelativeResize="0"/>
          <p:nvPr/>
        </p:nvPicPr>
        <p:blipFill rotWithShape="1">
          <a:blip r:embed="rId9">
            <a:alphaModFix/>
          </a:blip>
          <a:srcRect t="39" b="39"/>
          <a:stretch/>
        </p:blipFill>
        <p:spPr>
          <a:xfrm>
            <a:off x="3162294" y="4456175"/>
            <a:ext cx="2819413" cy="1127308"/>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8" name="Google Shape;84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49" name="Google Shape;84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50" name="Google Shape;850;g2c186218c5a_0_25"/>
          <p:cNvPicPr preferRelativeResize="0"/>
          <p:nvPr/>
        </p:nvPicPr>
        <p:blipFill rotWithShape="1">
          <a:blip r:embed="rId3">
            <a:alphaModFix/>
          </a:blip>
          <a:srcRect l="79" r="79"/>
          <a:stretch/>
        </p:blipFill>
        <p:spPr>
          <a:xfrm>
            <a:off x="1446825" y="1013024"/>
            <a:ext cx="1499314" cy="2122192"/>
          </a:xfrm>
          <a:prstGeom prst="rect">
            <a:avLst/>
          </a:prstGeom>
          <a:noFill/>
          <a:ln>
            <a:noFill/>
          </a:ln>
          <a:effectLst>
            <a:outerShdw blurRad="71438" dist="28575" dir="5400000" algn="bl" rotWithShape="0">
              <a:srgbClr val="000000">
                <a:alpha val="15686"/>
              </a:srgbClr>
            </a:outerShdw>
          </a:effectLst>
        </p:spPr>
      </p:pic>
      <p:pic>
        <p:nvPicPr>
          <p:cNvPr id="851" name="Google Shape;851;g2c186218c5a_0_25"/>
          <p:cNvPicPr preferRelativeResize="0"/>
          <p:nvPr/>
        </p:nvPicPr>
        <p:blipFill rotWithShape="1">
          <a:blip r:embed="rId4">
            <a:alphaModFix/>
          </a:blip>
          <a:srcRect l="79" r="79"/>
          <a:stretch/>
        </p:blipFill>
        <p:spPr>
          <a:xfrm>
            <a:off x="6197861" y="1013024"/>
            <a:ext cx="1499314" cy="2122192"/>
          </a:xfrm>
          <a:prstGeom prst="rect">
            <a:avLst/>
          </a:prstGeom>
          <a:noFill/>
          <a:ln>
            <a:noFill/>
          </a:ln>
          <a:effectLst>
            <a:outerShdw blurRad="71438" dist="28575" dir="5400000" algn="bl" rotWithShape="0">
              <a:srgbClr val="000000">
                <a:alpha val="15686"/>
              </a:srgbClr>
            </a:outerShdw>
          </a:effectLst>
        </p:spPr>
      </p:pic>
      <p:pic>
        <p:nvPicPr>
          <p:cNvPr id="852" name="Google Shape;852;g2c186218c5a_0_25"/>
          <p:cNvPicPr preferRelativeResize="0"/>
          <p:nvPr/>
        </p:nvPicPr>
        <p:blipFill rotWithShape="1">
          <a:blip r:embed="rId5">
            <a:alphaModFix/>
          </a:blip>
          <a:srcRect l="79" r="79"/>
          <a:stretch/>
        </p:blipFill>
        <p:spPr>
          <a:xfrm>
            <a:off x="3030504" y="1013024"/>
            <a:ext cx="1499314" cy="2122192"/>
          </a:xfrm>
          <a:prstGeom prst="rect">
            <a:avLst/>
          </a:prstGeom>
          <a:noFill/>
          <a:ln>
            <a:noFill/>
          </a:ln>
          <a:effectLst>
            <a:outerShdw blurRad="71438" dist="28575" dir="5400000" algn="bl" rotWithShape="0">
              <a:srgbClr val="000000">
                <a:alpha val="15686"/>
              </a:srgbClr>
            </a:outerShdw>
          </a:effectLst>
        </p:spPr>
      </p:pic>
      <p:pic>
        <p:nvPicPr>
          <p:cNvPr id="853" name="Google Shape;853;g2c186218c5a_0_25"/>
          <p:cNvPicPr preferRelativeResize="0"/>
          <p:nvPr/>
        </p:nvPicPr>
        <p:blipFill rotWithShape="1">
          <a:blip r:embed="rId6">
            <a:alphaModFix/>
          </a:blip>
          <a:srcRect l="19" r="29"/>
          <a:stretch/>
        </p:blipFill>
        <p:spPr>
          <a:xfrm>
            <a:off x="4614183" y="1013024"/>
            <a:ext cx="1499314" cy="2122193"/>
          </a:xfrm>
          <a:prstGeom prst="rect">
            <a:avLst/>
          </a:prstGeom>
          <a:noFill/>
          <a:ln>
            <a:noFill/>
          </a:ln>
          <a:effectLst>
            <a:outerShdw blurRad="71438" dist="28575" dir="5400000" algn="bl" rotWithShape="0">
              <a:srgbClr val="000000">
                <a:alpha val="15686"/>
              </a:srgbClr>
            </a:outerShdw>
          </a:effectLst>
        </p:spPr>
      </p:pic>
      <p:pic>
        <p:nvPicPr>
          <p:cNvPr id="854" name="Google Shape;854;g2c186218c5a_0_25"/>
          <p:cNvPicPr preferRelativeResize="0"/>
          <p:nvPr/>
        </p:nvPicPr>
        <p:blipFill rotWithShape="1">
          <a:blip r:embed="rId7">
            <a:alphaModFix/>
          </a:blip>
          <a:srcRect l="79" r="79"/>
          <a:stretch/>
        </p:blipFill>
        <p:spPr>
          <a:xfrm>
            <a:off x="5406021" y="3268506"/>
            <a:ext cx="1499314" cy="2122192"/>
          </a:xfrm>
          <a:prstGeom prst="rect">
            <a:avLst/>
          </a:prstGeom>
          <a:noFill/>
          <a:ln>
            <a:noFill/>
          </a:ln>
          <a:effectLst>
            <a:outerShdw blurRad="71438" dist="28575" dir="5400000" algn="bl" rotWithShape="0">
              <a:srgbClr val="000000">
                <a:alpha val="16078"/>
              </a:srgbClr>
            </a:outerShdw>
          </a:effectLst>
        </p:spPr>
      </p:pic>
      <p:pic>
        <p:nvPicPr>
          <p:cNvPr id="855" name="Google Shape;855;g2c186218c5a_0_25"/>
          <p:cNvPicPr preferRelativeResize="0"/>
          <p:nvPr/>
        </p:nvPicPr>
        <p:blipFill rotWithShape="1">
          <a:blip r:embed="rId8">
            <a:alphaModFix/>
          </a:blip>
          <a:srcRect l="19" r="29"/>
          <a:stretch/>
        </p:blipFill>
        <p:spPr>
          <a:xfrm>
            <a:off x="2238664" y="3268506"/>
            <a:ext cx="1499314" cy="2122193"/>
          </a:xfrm>
          <a:prstGeom prst="rect">
            <a:avLst/>
          </a:prstGeom>
          <a:noFill/>
          <a:ln>
            <a:noFill/>
          </a:ln>
          <a:effectLst>
            <a:outerShdw blurRad="71438" dist="28575" dir="5400000" algn="bl" rotWithShape="0">
              <a:srgbClr val="000000">
                <a:alpha val="16078"/>
              </a:srgbClr>
            </a:outerShdw>
          </a:effectLst>
        </p:spPr>
      </p:pic>
      <p:pic>
        <p:nvPicPr>
          <p:cNvPr id="856" name="Google Shape;856;g2c186218c5a_0_25"/>
          <p:cNvPicPr preferRelativeResize="0"/>
          <p:nvPr/>
        </p:nvPicPr>
        <p:blipFill rotWithShape="1">
          <a:blip r:embed="rId9">
            <a:alphaModFix/>
          </a:blip>
          <a:srcRect l="79" r="79"/>
          <a:stretch/>
        </p:blipFill>
        <p:spPr>
          <a:xfrm>
            <a:off x="3822343" y="3268506"/>
            <a:ext cx="1499314" cy="2122192"/>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3" name="Google Shape;863;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64" name="Google Shape;86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65" name="Google Shape;865;g26b641b03cd_0_192"/>
          <p:cNvPicPr preferRelativeResize="0"/>
          <p:nvPr/>
        </p:nvPicPr>
        <p:blipFill rotWithShape="1">
          <a:blip r:embed="rId3">
            <a:alphaModFix/>
          </a:blip>
          <a:srcRect/>
          <a:stretch/>
        </p:blipFill>
        <p:spPr>
          <a:xfrm>
            <a:off x="1446825" y="1013024"/>
            <a:ext cx="1499314" cy="2122192"/>
          </a:xfrm>
          <a:prstGeom prst="rect">
            <a:avLst/>
          </a:prstGeom>
          <a:noFill/>
          <a:ln>
            <a:noFill/>
          </a:ln>
          <a:effectLst>
            <a:outerShdw blurRad="71438" dist="28575" dir="5400000" algn="bl" rotWithShape="0">
              <a:srgbClr val="000000">
                <a:alpha val="16078"/>
              </a:srgbClr>
            </a:outerShdw>
          </a:effectLst>
        </p:spPr>
      </p:pic>
      <p:pic>
        <p:nvPicPr>
          <p:cNvPr id="866" name="Google Shape;866;g26b641b03cd_0_192"/>
          <p:cNvPicPr preferRelativeResize="0"/>
          <p:nvPr/>
        </p:nvPicPr>
        <p:blipFill rotWithShape="1">
          <a:blip r:embed="rId4">
            <a:alphaModFix/>
          </a:blip>
          <a:srcRect/>
          <a:stretch/>
        </p:blipFill>
        <p:spPr>
          <a:xfrm>
            <a:off x="6197861" y="1013024"/>
            <a:ext cx="1499314" cy="2122192"/>
          </a:xfrm>
          <a:prstGeom prst="rect">
            <a:avLst/>
          </a:prstGeom>
          <a:noFill/>
          <a:ln>
            <a:noFill/>
          </a:ln>
          <a:effectLst>
            <a:outerShdw blurRad="71438" dist="28575" dir="5400000" algn="bl" rotWithShape="0">
              <a:srgbClr val="000000">
                <a:alpha val="16078"/>
              </a:srgbClr>
            </a:outerShdw>
          </a:effectLst>
        </p:spPr>
      </p:pic>
      <p:pic>
        <p:nvPicPr>
          <p:cNvPr id="867" name="Google Shape;867;g26b641b03cd_0_192"/>
          <p:cNvPicPr preferRelativeResize="0"/>
          <p:nvPr/>
        </p:nvPicPr>
        <p:blipFill rotWithShape="1">
          <a:blip r:embed="rId5">
            <a:alphaModFix/>
          </a:blip>
          <a:srcRect/>
          <a:stretch/>
        </p:blipFill>
        <p:spPr>
          <a:xfrm>
            <a:off x="3030504" y="1013024"/>
            <a:ext cx="1499314" cy="2122192"/>
          </a:xfrm>
          <a:prstGeom prst="rect">
            <a:avLst/>
          </a:prstGeom>
          <a:noFill/>
          <a:ln>
            <a:noFill/>
          </a:ln>
          <a:effectLst>
            <a:outerShdw blurRad="71438" dist="28575" dir="5400000" algn="bl" rotWithShape="0">
              <a:srgbClr val="000000">
                <a:alpha val="16078"/>
              </a:srgbClr>
            </a:outerShdw>
          </a:effectLst>
        </p:spPr>
      </p:pic>
      <p:pic>
        <p:nvPicPr>
          <p:cNvPr id="868" name="Google Shape;868;g26b641b03cd_0_192"/>
          <p:cNvPicPr preferRelativeResize="0"/>
          <p:nvPr/>
        </p:nvPicPr>
        <p:blipFill rotWithShape="1">
          <a:blip r:embed="rId6">
            <a:alphaModFix/>
          </a:blip>
          <a:srcRect t="59" b="49"/>
          <a:stretch/>
        </p:blipFill>
        <p:spPr>
          <a:xfrm>
            <a:off x="4614183" y="1013024"/>
            <a:ext cx="1499314" cy="2122193"/>
          </a:xfrm>
          <a:prstGeom prst="rect">
            <a:avLst/>
          </a:prstGeom>
          <a:noFill/>
          <a:ln>
            <a:noFill/>
          </a:ln>
          <a:effectLst>
            <a:outerShdw blurRad="71438" dist="28575" dir="5400000" algn="bl" rotWithShape="0">
              <a:srgbClr val="000000">
                <a:alpha val="16078"/>
              </a:srgbClr>
            </a:outerShdw>
          </a:effectLst>
        </p:spPr>
      </p:pic>
      <p:pic>
        <p:nvPicPr>
          <p:cNvPr id="869" name="Google Shape;869;g26b641b03cd_0_192"/>
          <p:cNvPicPr preferRelativeResize="0"/>
          <p:nvPr/>
        </p:nvPicPr>
        <p:blipFill rotWithShape="1">
          <a:blip r:embed="rId7">
            <a:alphaModFix/>
          </a:blip>
          <a:srcRect/>
          <a:stretch/>
        </p:blipFill>
        <p:spPr>
          <a:xfrm>
            <a:off x="5406021" y="3268506"/>
            <a:ext cx="1499314" cy="2122192"/>
          </a:xfrm>
          <a:prstGeom prst="rect">
            <a:avLst/>
          </a:prstGeom>
          <a:noFill/>
          <a:ln>
            <a:noFill/>
          </a:ln>
          <a:effectLst>
            <a:outerShdw blurRad="71438" dist="28575" dir="5400000" algn="bl" rotWithShape="0">
              <a:srgbClr val="000000">
                <a:alpha val="16078"/>
              </a:srgbClr>
            </a:outerShdw>
          </a:effectLst>
        </p:spPr>
      </p:pic>
      <p:pic>
        <p:nvPicPr>
          <p:cNvPr id="870" name="Google Shape;870;g26b641b03cd_0_192"/>
          <p:cNvPicPr preferRelativeResize="0"/>
          <p:nvPr/>
        </p:nvPicPr>
        <p:blipFill rotWithShape="1">
          <a:blip r:embed="rId8">
            <a:alphaModFix/>
          </a:blip>
          <a:srcRect t="59" b="49"/>
          <a:stretch/>
        </p:blipFill>
        <p:spPr>
          <a:xfrm>
            <a:off x="2238664" y="3268506"/>
            <a:ext cx="1499314" cy="2122193"/>
          </a:xfrm>
          <a:prstGeom prst="rect">
            <a:avLst/>
          </a:prstGeom>
          <a:noFill/>
          <a:ln>
            <a:noFill/>
          </a:ln>
          <a:effectLst>
            <a:outerShdw blurRad="71438" dist="28575" dir="5400000" algn="bl" rotWithShape="0">
              <a:srgbClr val="000000">
                <a:alpha val="16078"/>
              </a:srgbClr>
            </a:outerShdw>
          </a:effectLst>
        </p:spPr>
      </p:pic>
      <p:pic>
        <p:nvPicPr>
          <p:cNvPr id="871" name="Google Shape;871;g26b641b03cd_0_192"/>
          <p:cNvPicPr preferRelativeResize="0"/>
          <p:nvPr/>
        </p:nvPicPr>
        <p:blipFill rotWithShape="1">
          <a:blip r:embed="rId9">
            <a:alphaModFix/>
          </a:blip>
          <a:srcRect/>
          <a:stretch/>
        </p:blipFill>
        <p:spPr>
          <a:xfrm>
            <a:off x="3822343" y="3268506"/>
            <a:ext cx="1499314" cy="2122192"/>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pic>
        <p:nvPicPr>
          <p:cNvPr id="877" name="Google Shape;877;g26b641b03cd_0_204"/>
          <p:cNvPicPr preferRelativeResize="0"/>
          <p:nvPr/>
        </p:nvPicPr>
        <p:blipFill rotWithShape="1">
          <a:blip r:embed="rId3">
            <a:alphaModFix/>
          </a:blip>
          <a:srcRect/>
          <a:stretch/>
        </p:blipFill>
        <p:spPr>
          <a:xfrm>
            <a:off x="3698475" y="3296612"/>
            <a:ext cx="1747051" cy="2098801"/>
          </a:xfrm>
          <a:prstGeom prst="rect">
            <a:avLst/>
          </a:prstGeom>
          <a:noFill/>
          <a:ln>
            <a:noFill/>
          </a:ln>
          <a:effectLst>
            <a:outerShdw blurRad="114300" dist="19050" dir="5400000" algn="bl" rotWithShape="0">
              <a:srgbClr val="000000">
                <a:alpha val="20000"/>
              </a:srgbClr>
            </a:outerShdw>
          </a:effectLst>
        </p:spPr>
      </p:pic>
      <p:pic>
        <p:nvPicPr>
          <p:cNvPr id="878" name="Google Shape;878;g26b641b03cd_0_204"/>
          <p:cNvPicPr preferRelativeResize="0"/>
          <p:nvPr/>
        </p:nvPicPr>
        <p:blipFill rotWithShape="1">
          <a:blip r:embed="rId4">
            <a:alphaModFix/>
          </a:blip>
          <a:srcRect/>
          <a:stretch/>
        </p:blipFill>
        <p:spPr>
          <a:xfrm>
            <a:off x="5543825" y="3296612"/>
            <a:ext cx="1747051" cy="2098801"/>
          </a:xfrm>
          <a:prstGeom prst="rect">
            <a:avLst/>
          </a:prstGeom>
          <a:noFill/>
          <a:ln>
            <a:noFill/>
          </a:ln>
          <a:effectLst>
            <a:outerShdw blurRad="114300" dist="19050" dir="5400000" algn="bl" rotWithShape="0">
              <a:srgbClr val="000000">
                <a:alpha val="20000"/>
              </a:srgbClr>
            </a:outerShdw>
          </a:effectLst>
        </p:spPr>
      </p:pic>
      <p:pic>
        <p:nvPicPr>
          <p:cNvPr id="879" name="Google Shape;879;g26b641b03cd_0_204"/>
          <p:cNvPicPr preferRelativeResize="0"/>
          <p:nvPr/>
        </p:nvPicPr>
        <p:blipFill rotWithShape="1">
          <a:blip r:embed="rId5">
            <a:alphaModFix/>
          </a:blip>
          <a:srcRect/>
          <a:stretch/>
        </p:blipFill>
        <p:spPr>
          <a:xfrm>
            <a:off x="1853125" y="3296612"/>
            <a:ext cx="1747051" cy="2098801"/>
          </a:xfrm>
          <a:prstGeom prst="rect">
            <a:avLst/>
          </a:prstGeom>
          <a:noFill/>
          <a:ln>
            <a:noFill/>
          </a:ln>
          <a:effectLst>
            <a:outerShdw blurRad="114300" dist="19050" dir="5400000" algn="bl" rotWithShape="0">
              <a:srgbClr val="000000">
                <a:alpha val="20000"/>
              </a:srgbClr>
            </a:outerShdw>
          </a:effectLst>
        </p:spPr>
      </p:pic>
      <p:sp>
        <p:nvSpPr>
          <p:cNvPr id="880" name="Google Shape;88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81" name="Google Shape;88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82" name="Google Shape;88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83" name="Google Shape;883;g26b641b03cd_0_204"/>
          <p:cNvPicPr preferRelativeResize="0"/>
          <p:nvPr/>
        </p:nvPicPr>
        <p:blipFill rotWithShape="1">
          <a:blip r:embed="rId6">
            <a:alphaModFix/>
          </a:blip>
          <a:srcRect l="69" r="69"/>
          <a:stretch/>
        </p:blipFill>
        <p:spPr>
          <a:xfrm>
            <a:off x="2775800" y="1024724"/>
            <a:ext cx="1747051" cy="2098801"/>
          </a:xfrm>
          <a:prstGeom prst="rect">
            <a:avLst/>
          </a:prstGeom>
          <a:noFill/>
          <a:ln>
            <a:noFill/>
          </a:ln>
          <a:effectLst>
            <a:outerShdw blurRad="114300" dist="19050" dir="5400000" algn="bl" rotWithShape="0">
              <a:srgbClr val="000000">
                <a:alpha val="20000"/>
              </a:srgbClr>
            </a:outerShdw>
          </a:effectLst>
        </p:spPr>
      </p:pic>
      <p:pic>
        <p:nvPicPr>
          <p:cNvPr id="884" name="Google Shape;884;g26b641b03cd_0_204"/>
          <p:cNvPicPr preferRelativeResize="0"/>
          <p:nvPr/>
        </p:nvPicPr>
        <p:blipFill rotWithShape="1">
          <a:blip r:embed="rId7">
            <a:alphaModFix/>
          </a:blip>
          <a:srcRect l="69" r="69"/>
          <a:stretch/>
        </p:blipFill>
        <p:spPr>
          <a:xfrm>
            <a:off x="4621150" y="1024724"/>
            <a:ext cx="1747051" cy="2098801"/>
          </a:xfrm>
          <a:prstGeom prst="rect">
            <a:avLst/>
          </a:prstGeom>
          <a:noFill/>
          <a:ln>
            <a:noFill/>
          </a:ln>
          <a:effectLst>
            <a:outerShdw blurRad="114300" dist="19050" dir="5400000" algn="bl" rotWithShape="0">
              <a:srgbClr val="000000">
                <a:alpha val="20000"/>
              </a:srgbClr>
            </a:outerShdw>
          </a:effectLst>
        </p:spPr>
      </p:pic>
      <p:pic>
        <p:nvPicPr>
          <p:cNvPr id="885" name="Google Shape;885;g26b641b03cd_0_204"/>
          <p:cNvPicPr preferRelativeResize="0"/>
          <p:nvPr/>
        </p:nvPicPr>
        <p:blipFill rotWithShape="1">
          <a:blip r:embed="rId8">
            <a:alphaModFix/>
          </a:blip>
          <a:srcRect/>
          <a:stretch/>
        </p:blipFill>
        <p:spPr>
          <a:xfrm>
            <a:off x="6466500" y="1024724"/>
            <a:ext cx="1747051" cy="2098801"/>
          </a:xfrm>
          <a:prstGeom prst="rect">
            <a:avLst/>
          </a:prstGeom>
          <a:noFill/>
          <a:ln>
            <a:noFill/>
          </a:ln>
          <a:effectLst>
            <a:outerShdw blurRad="114300" dist="19050" dir="5400000" algn="bl" rotWithShape="0">
              <a:srgbClr val="000000">
                <a:alpha val="20000"/>
              </a:srgbClr>
            </a:outerShdw>
          </a:effectLst>
        </p:spPr>
      </p:pic>
      <p:pic>
        <p:nvPicPr>
          <p:cNvPr id="886" name="Google Shape;886;g26b641b03cd_0_204"/>
          <p:cNvPicPr preferRelativeResize="0"/>
          <p:nvPr/>
        </p:nvPicPr>
        <p:blipFill rotWithShape="1">
          <a:blip r:embed="rId9">
            <a:alphaModFix/>
          </a:blip>
          <a:srcRect l="69" r="69"/>
          <a:stretch/>
        </p:blipFill>
        <p:spPr>
          <a:xfrm>
            <a:off x="930450" y="1024724"/>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3" name="Google Shape;89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94" name="Google Shape;89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95" name="Google Shape;895;g2c186218c5a_0_48"/>
          <p:cNvPicPr preferRelativeResize="0"/>
          <p:nvPr/>
        </p:nvPicPr>
        <p:blipFill rotWithShape="1">
          <a:blip r:embed="rId3">
            <a:alphaModFix/>
          </a:blip>
          <a:srcRect/>
          <a:stretch/>
        </p:blipFill>
        <p:spPr>
          <a:xfrm>
            <a:off x="3698475" y="3296612"/>
            <a:ext cx="1747051" cy="2098801"/>
          </a:xfrm>
          <a:prstGeom prst="rect">
            <a:avLst/>
          </a:prstGeom>
          <a:noFill/>
          <a:ln>
            <a:noFill/>
          </a:ln>
          <a:effectLst>
            <a:outerShdw blurRad="114300" dist="19050" dir="5400000" algn="bl" rotWithShape="0">
              <a:srgbClr val="000000">
                <a:alpha val="20000"/>
              </a:srgbClr>
            </a:outerShdw>
          </a:effectLst>
        </p:spPr>
      </p:pic>
      <p:pic>
        <p:nvPicPr>
          <p:cNvPr id="896" name="Google Shape;896;g2c186218c5a_0_48"/>
          <p:cNvPicPr preferRelativeResize="0"/>
          <p:nvPr/>
        </p:nvPicPr>
        <p:blipFill rotWithShape="1">
          <a:blip r:embed="rId4">
            <a:alphaModFix/>
          </a:blip>
          <a:srcRect/>
          <a:stretch/>
        </p:blipFill>
        <p:spPr>
          <a:xfrm>
            <a:off x="5543825" y="3296612"/>
            <a:ext cx="1747051" cy="2098801"/>
          </a:xfrm>
          <a:prstGeom prst="rect">
            <a:avLst/>
          </a:prstGeom>
          <a:noFill/>
          <a:ln>
            <a:noFill/>
          </a:ln>
          <a:effectLst>
            <a:outerShdw blurRad="114300" dist="19050" dir="5400000" algn="bl" rotWithShape="0">
              <a:srgbClr val="000000">
                <a:alpha val="20000"/>
              </a:srgbClr>
            </a:outerShdw>
          </a:effectLst>
        </p:spPr>
      </p:pic>
      <p:pic>
        <p:nvPicPr>
          <p:cNvPr id="897" name="Google Shape;897;g2c186218c5a_0_48"/>
          <p:cNvPicPr preferRelativeResize="0"/>
          <p:nvPr/>
        </p:nvPicPr>
        <p:blipFill rotWithShape="1">
          <a:blip r:embed="rId5">
            <a:alphaModFix/>
          </a:blip>
          <a:srcRect l="79" r="89"/>
          <a:stretch/>
        </p:blipFill>
        <p:spPr>
          <a:xfrm>
            <a:off x="1853125" y="3296612"/>
            <a:ext cx="1747051" cy="2098801"/>
          </a:xfrm>
          <a:prstGeom prst="rect">
            <a:avLst/>
          </a:prstGeom>
          <a:noFill/>
          <a:ln>
            <a:noFill/>
          </a:ln>
          <a:effectLst>
            <a:outerShdw blurRad="114300" dist="19050" dir="5400000" algn="bl" rotWithShape="0">
              <a:srgbClr val="000000">
                <a:alpha val="20000"/>
              </a:srgbClr>
            </a:outerShdw>
          </a:effectLst>
        </p:spPr>
      </p:pic>
      <p:pic>
        <p:nvPicPr>
          <p:cNvPr id="898" name="Google Shape;898;g2c186218c5a_0_48"/>
          <p:cNvPicPr preferRelativeResize="0"/>
          <p:nvPr/>
        </p:nvPicPr>
        <p:blipFill rotWithShape="1">
          <a:blip r:embed="rId6">
            <a:alphaModFix/>
          </a:blip>
          <a:srcRect l="149" r="159"/>
          <a:stretch/>
        </p:blipFill>
        <p:spPr>
          <a:xfrm>
            <a:off x="2775800" y="1024724"/>
            <a:ext cx="1747051" cy="2098801"/>
          </a:xfrm>
          <a:prstGeom prst="rect">
            <a:avLst/>
          </a:prstGeom>
          <a:noFill/>
          <a:ln>
            <a:noFill/>
          </a:ln>
          <a:effectLst>
            <a:outerShdw blurRad="114300" dist="19050" dir="5400000" algn="bl" rotWithShape="0">
              <a:srgbClr val="000000">
                <a:alpha val="20000"/>
              </a:srgbClr>
            </a:outerShdw>
          </a:effectLst>
        </p:spPr>
      </p:pic>
      <p:pic>
        <p:nvPicPr>
          <p:cNvPr id="899" name="Google Shape;899;g2c186218c5a_0_48"/>
          <p:cNvPicPr preferRelativeResize="0"/>
          <p:nvPr/>
        </p:nvPicPr>
        <p:blipFill rotWithShape="1">
          <a:blip r:embed="rId7">
            <a:alphaModFix/>
          </a:blip>
          <a:srcRect l="149" r="159"/>
          <a:stretch/>
        </p:blipFill>
        <p:spPr>
          <a:xfrm>
            <a:off x="4621150" y="1024724"/>
            <a:ext cx="1747051" cy="2098801"/>
          </a:xfrm>
          <a:prstGeom prst="rect">
            <a:avLst/>
          </a:prstGeom>
          <a:noFill/>
          <a:ln>
            <a:noFill/>
          </a:ln>
          <a:effectLst>
            <a:outerShdw blurRad="114300" dist="19050" dir="5400000" algn="bl" rotWithShape="0">
              <a:srgbClr val="000000">
                <a:alpha val="20000"/>
              </a:srgbClr>
            </a:outerShdw>
          </a:effectLst>
        </p:spPr>
      </p:pic>
      <p:pic>
        <p:nvPicPr>
          <p:cNvPr id="900" name="Google Shape;900;g2c186218c5a_0_48"/>
          <p:cNvPicPr preferRelativeResize="0"/>
          <p:nvPr/>
        </p:nvPicPr>
        <p:blipFill rotWithShape="1">
          <a:blip r:embed="rId8">
            <a:alphaModFix/>
          </a:blip>
          <a:srcRect l="79" r="89"/>
          <a:stretch/>
        </p:blipFill>
        <p:spPr>
          <a:xfrm>
            <a:off x="6466500" y="1024724"/>
            <a:ext cx="1747051" cy="2098801"/>
          </a:xfrm>
          <a:prstGeom prst="rect">
            <a:avLst/>
          </a:prstGeom>
          <a:noFill/>
          <a:ln>
            <a:noFill/>
          </a:ln>
          <a:effectLst>
            <a:outerShdw blurRad="114300" dist="19050" dir="5400000" algn="bl" rotWithShape="0">
              <a:srgbClr val="000000">
                <a:alpha val="20000"/>
              </a:srgbClr>
            </a:outerShdw>
          </a:effectLst>
        </p:spPr>
      </p:pic>
      <p:pic>
        <p:nvPicPr>
          <p:cNvPr id="901" name="Google Shape;901;g2c186218c5a_0_48"/>
          <p:cNvPicPr preferRelativeResize="0"/>
          <p:nvPr/>
        </p:nvPicPr>
        <p:blipFill rotWithShape="1">
          <a:blip r:embed="rId9">
            <a:alphaModFix/>
          </a:blip>
          <a:srcRect l="149" r="159"/>
          <a:stretch/>
        </p:blipFill>
        <p:spPr>
          <a:xfrm>
            <a:off x="930450" y="1024724"/>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08" name="Google Shape;90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09" name="Google Shape;90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10" name="Google Shape;910;g26b641b03cd_0_213"/>
          <p:cNvPicPr preferRelativeResize="0"/>
          <p:nvPr/>
        </p:nvPicPr>
        <p:blipFill rotWithShape="1">
          <a:blip r:embed="rId3">
            <a:alphaModFix/>
          </a:blip>
          <a:srcRect l="129" r="139"/>
          <a:stretch/>
        </p:blipFill>
        <p:spPr>
          <a:xfrm>
            <a:off x="2896695" y="860996"/>
            <a:ext cx="1603117" cy="2235074"/>
          </a:xfrm>
          <a:prstGeom prst="rect">
            <a:avLst/>
          </a:prstGeom>
          <a:noFill/>
          <a:ln>
            <a:noFill/>
          </a:ln>
          <a:effectLst>
            <a:outerShdw blurRad="85725" dist="19050" dir="5400000" algn="bl" rotWithShape="0">
              <a:srgbClr val="000000">
                <a:alpha val="20000"/>
              </a:srgbClr>
            </a:outerShdw>
          </a:effectLst>
        </p:spPr>
      </p:pic>
      <p:pic>
        <p:nvPicPr>
          <p:cNvPr id="911" name="Google Shape;911;g26b641b03cd_0_213"/>
          <p:cNvPicPr preferRelativeResize="0"/>
          <p:nvPr/>
        </p:nvPicPr>
        <p:blipFill rotWithShape="1">
          <a:blip r:embed="rId4">
            <a:alphaModFix/>
          </a:blip>
          <a:srcRect l="228" r="228"/>
          <a:stretch/>
        </p:blipFill>
        <p:spPr>
          <a:xfrm>
            <a:off x="1149200" y="860996"/>
            <a:ext cx="1603117" cy="2235074"/>
          </a:xfrm>
          <a:prstGeom prst="rect">
            <a:avLst/>
          </a:prstGeom>
          <a:noFill/>
          <a:ln>
            <a:noFill/>
          </a:ln>
          <a:effectLst>
            <a:outerShdw blurRad="85725" dist="19050" dir="5400000" algn="bl" rotWithShape="0">
              <a:srgbClr val="000000">
                <a:alpha val="20000"/>
              </a:srgbClr>
            </a:outerShdw>
          </a:effectLst>
        </p:spPr>
      </p:pic>
      <p:pic>
        <p:nvPicPr>
          <p:cNvPr id="912" name="Google Shape;912;g26b641b03cd_0_213"/>
          <p:cNvPicPr preferRelativeResize="0"/>
          <p:nvPr/>
        </p:nvPicPr>
        <p:blipFill rotWithShape="1">
          <a:blip r:embed="rId5">
            <a:alphaModFix/>
          </a:blip>
          <a:srcRect l="129" r="139"/>
          <a:stretch/>
        </p:blipFill>
        <p:spPr>
          <a:xfrm>
            <a:off x="4644189" y="860996"/>
            <a:ext cx="1603117" cy="2235074"/>
          </a:xfrm>
          <a:prstGeom prst="rect">
            <a:avLst/>
          </a:prstGeom>
          <a:noFill/>
          <a:ln>
            <a:noFill/>
          </a:ln>
          <a:effectLst>
            <a:outerShdw blurRad="85725" dist="19050" dir="5400000" algn="bl" rotWithShape="0">
              <a:srgbClr val="000000">
                <a:alpha val="20000"/>
              </a:srgbClr>
            </a:outerShdw>
          </a:effectLst>
        </p:spPr>
      </p:pic>
      <p:pic>
        <p:nvPicPr>
          <p:cNvPr id="913" name="Google Shape;913;g26b641b03cd_0_213"/>
          <p:cNvPicPr preferRelativeResize="0"/>
          <p:nvPr/>
        </p:nvPicPr>
        <p:blipFill rotWithShape="1">
          <a:blip r:embed="rId6">
            <a:alphaModFix/>
          </a:blip>
          <a:srcRect l="228" r="228"/>
          <a:stretch/>
        </p:blipFill>
        <p:spPr>
          <a:xfrm>
            <a:off x="6391683" y="860996"/>
            <a:ext cx="1603117" cy="2235074"/>
          </a:xfrm>
          <a:prstGeom prst="rect">
            <a:avLst/>
          </a:prstGeom>
          <a:noFill/>
          <a:ln>
            <a:noFill/>
          </a:ln>
          <a:effectLst>
            <a:outerShdw blurRad="85725" dist="19050" dir="5400000" algn="bl" rotWithShape="0">
              <a:srgbClr val="000000">
                <a:alpha val="20000"/>
              </a:srgbClr>
            </a:outerShdw>
          </a:effectLst>
        </p:spPr>
      </p:pic>
      <p:pic>
        <p:nvPicPr>
          <p:cNvPr id="914" name="Google Shape;914;g26b641b03cd_0_213"/>
          <p:cNvPicPr preferRelativeResize="0"/>
          <p:nvPr/>
        </p:nvPicPr>
        <p:blipFill rotWithShape="1">
          <a:blip r:embed="rId7">
            <a:alphaModFix/>
          </a:blip>
          <a:srcRect l="228" r="228"/>
          <a:stretch/>
        </p:blipFill>
        <p:spPr>
          <a:xfrm>
            <a:off x="2022947" y="3225446"/>
            <a:ext cx="1603117" cy="2235074"/>
          </a:xfrm>
          <a:prstGeom prst="rect">
            <a:avLst/>
          </a:prstGeom>
          <a:noFill/>
          <a:ln>
            <a:noFill/>
          </a:ln>
          <a:effectLst>
            <a:outerShdw blurRad="85725" dist="19050" dir="5400000" algn="bl" rotWithShape="0">
              <a:srgbClr val="000000">
                <a:alpha val="20000"/>
              </a:srgbClr>
            </a:outerShdw>
          </a:effectLst>
        </p:spPr>
      </p:pic>
      <p:pic>
        <p:nvPicPr>
          <p:cNvPr id="915" name="Google Shape;915;g26b641b03cd_0_213"/>
          <p:cNvPicPr preferRelativeResize="0"/>
          <p:nvPr/>
        </p:nvPicPr>
        <p:blipFill rotWithShape="1">
          <a:blip r:embed="rId8">
            <a:alphaModFix/>
          </a:blip>
          <a:srcRect l="228" r="228"/>
          <a:stretch/>
        </p:blipFill>
        <p:spPr>
          <a:xfrm>
            <a:off x="3770442" y="3225446"/>
            <a:ext cx="1603117" cy="2235074"/>
          </a:xfrm>
          <a:prstGeom prst="rect">
            <a:avLst/>
          </a:prstGeom>
          <a:noFill/>
          <a:ln>
            <a:noFill/>
          </a:ln>
          <a:effectLst>
            <a:outerShdw blurRad="85725" dist="19050" dir="5400000" algn="bl" rotWithShape="0">
              <a:srgbClr val="000000">
                <a:alpha val="20000"/>
              </a:srgbClr>
            </a:outerShdw>
          </a:effectLst>
        </p:spPr>
      </p:pic>
      <p:pic>
        <p:nvPicPr>
          <p:cNvPr id="916" name="Google Shape;916;g26b641b03cd_0_213"/>
          <p:cNvPicPr preferRelativeResize="0"/>
          <p:nvPr/>
        </p:nvPicPr>
        <p:blipFill rotWithShape="1">
          <a:blip r:embed="rId9">
            <a:alphaModFix/>
          </a:blip>
          <a:srcRect l="228" r="228"/>
          <a:stretch/>
        </p:blipFill>
        <p:spPr>
          <a:xfrm>
            <a:off x="5517936" y="3225446"/>
            <a:ext cx="1603117" cy="2235074"/>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3" name="Google Shape;92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24" name="Google Shape;92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5" name="Google Shape;925;g2c186218c5a_0_149"/>
          <p:cNvPicPr preferRelativeResize="0"/>
          <p:nvPr/>
        </p:nvPicPr>
        <p:blipFill rotWithShape="1">
          <a:blip r:embed="rId3">
            <a:alphaModFix/>
          </a:blip>
          <a:srcRect l="129" r="139"/>
          <a:stretch/>
        </p:blipFill>
        <p:spPr>
          <a:xfrm>
            <a:off x="2896695" y="860996"/>
            <a:ext cx="1603117" cy="2235074"/>
          </a:xfrm>
          <a:prstGeom prst="rect">
            <a:avLst/>
          </a:prstGeom>
          <a:noFill/>
          <a:ln>
            <a:noFill/>
          </a:ln>
          <a:effectLst>
            <a:outerShdw blurRad="85725" dist="19050" dir="5400000" algn="bl" rotWithShape="0">
              <a:srgbClr val="000000">
                <a:alpha val="20000"/>
              </a:srgbClr>
            </a:outerShdw>
          </a:effectLst>
        </p:spPr>
      </p:pic>
      <p:pic>
        <p:nvPicPr>
          <p:cNvPr id="926" name="Google Shape;926;g2c186218c5a_0_149"/>
          <p:cNvPicPr preferRelativeResize="0"/>
          <p:nvPr/>
        </p:nvPicPr>
        <p:blipFill rotWithShape="1">
          <a:blip r:embed="rId4">
            <a:alphaModFix/>
          </a:blip>
          <a:srcRect l="228" r="228"/>
          <a:stretch/>
        </p:blipFill>
        <p:spPr>
          <a:xfrm>
            <a:off x="1149200" y="860996"/>
            <a:ext cx="1603117" cy="2235074"/>
          </a:xfrm>
          <a:prstGeom prst="rect">
            <a:avLst/>
          </a:prstGeom>
          <a:noFill/>
          <a:ln>
            <a:noFill/>
          </a:ln>
          <a:effectLst>
            <a:outerShdw blurRad="85725" dist="19050" dir="5400000" algn="bl" rotWithShape="0">
              <a:srgbClr val="000000">
                <a:alpha val="20000"/>
              </a:srgbClr>
            </a:outerShdw>
          </a:effectLst>
        </p:spPr>
      </p:pic>
      <p:pic>
        <p:nvPicPr>
          <p:cNvPr id="927" name="Google Shape;927;g2c186218c5a_0_149"/>
          <p:cNvPicPr preferRelativeResize="0"/>
          <p:nvPr/>
        </p:nvPicPr>
        <p:blipFill rotWithShape="1">
          <a:blip r:embed="rId5">
            <a:alphaModFix/>
          </a:blip>
          <a:srcRect l="129" r="139"/>
          <a:stretch/>
        </p:blipFill>
        <p:spPr>
          <a:xfrm>
            <a:off x="4644189" y="860996"/>
            <a:ext cx="1603117" cy="2235074"/>
          </a:xfrm>
          <a:prstGeom prst="rect">
            <a:avLst/>
          </a:prstGeom>
          <a:noFill/>
          <a:ln>
            <a:noFill/>
          </a:ln>
          <a:effectLst>
            <a:outerShdw blurRad="85725" dist="19050" dir="5400000" algn="bl" rotWithShape="0">
              <a:srgbClr val="000000">
                <a:alpha val="20000"/>
              </a:srgbClr>
            </a:outerShdw>
          </a:effectLst>
        </p:spPr>
      </p:pic>
      <p:pic>
        <p:nvPicPr>
          <p:cNvPr id="928" name="Google Shape;928;g2c186218c5a_0_149"/>
          <p:cNvPicPr preferRelativeResize="0"/>
          <p:nvPr/>
        </p:nvPicPr>
        <p:blipFill rotWithShape="1">
          <a:blip r:embed="rId6">
            <a:alphaModFix/>
          </a:blip>
          <a:srcRect l="228" r="228"/>
          <a:stretch/>
        </p:blipFill>
        <p:spPr>
          <a:xfrm>
            <a:off x="6391683" y="860996"/>
            <a:ext cx="1603117" cy="2235074"/>
          </a:xfrm>
          <a:prstGeom prst="rect">
            <a:avLst/>
          </a:prstGeom>
          <a:noFill/>
          <a:ln>
            <a:noFill/>
          </a:ln>
          <a:effectLst>
            <a:outerShdw blurRad="85725" dist="19050" dir="5400000" algn="bl" rotWithShape="0">
              <a:srgbClr val="000000">
                <a:alpha val="20000"/>
              </a:srgbClr>
            </a:outerShdw>
          </a:effectLst>
        </p:spPr>
      </p:pic>
      <p:pic>
        <p:nvPicPr>
          <p:cNvPr id="929" name="Google Shape;929;g2c186218c5a_0_149"/>
          <p:cNvPicPr preferRelativeResize="0"/>
          <p:nvPr/>
        </p:nvPicPr>
        <p:blipFill rotWithShape="1">
          <a:blip r:embed="rId7">
            <a:alphaModFix/>
          </a:blip>
          <a:srcRect l="228" r="228"/>
          <a:stretch/>
        </p:blipFill>
        <p:spPr>
          <a:xfrm>
            <a:off x="2022947" y="3225446"/>
            <a:ext cx="1603117" cy="2235074"/>
          </a:xfrm>
          <a:prstGeom prst="rect">
            <a:avLst/>
          </a:prstGeom>
          <a:noFill/>
          <a:ln>
            <a:noFill/>
          </a:ln>
          <a:effectLst>
            <a:outerShdw blurRad="85725" dist="19050" dir="5400000" algn="bl" rotWithShape="0">
              <a:srgbClr val="000000">
                <a:alpha val="20000"/>
              </a:srgbClr>
            </a:outerShdw>
          </a:effectLst>
        </p:spPr>
      </p:pic>
      <p:pic>
        <p:nvPicPr>
          <p:cNvPr id="930" name="Google Shape;930;g2c186218c5a_0_149"/>
          <p:cNvPicPr preferRelativeResize="0"/>
          <p:nvPr/>
        </p:nvPicPr>
        <p:blipFill rotWithShape="1">
          <a:blip r:embed="rId8">
            <a:alphaModFix/>
          </a:blip>
          <a:srcRect l="228" r="228"/>
          <a:stretch/>
        </p:blipFill>
        <p:spPr>
          <a:xfrm>
            <a:off x="3770442" y="3225446"/>
            <a:ext cx="1603117" cy="2235074"/>
          </a:xfrm>
          <a:prstGeom prst="rect">
            <a:avLst/>
          </a:prstGeom>
          <a:noFill/>
          <a:ln>
            <a:noFill/>
          </a:ln>
          <a:effectLst>
            <a:outerShdw blurRad="85725" dist="19050" dir="5400000" algn="bl" rotWithShape="0">
              <a:srgbClr val="000000">
                <a:alpha val="20000"/>
              </a:srgbClr>
            </a:outerShdw>
          </a:effectLst>
        </p:spPr>
      </p:pic>
      <p:pic>
        <p:nvPicPr>
          <p:cNvPr id="931" name="Google Shape;931;g2c186218c5a_0_149"/>
          <p:cNvPicPr preferRelativeResize="0"/>
          <p:nvPr/>
        </p:nvPicPr>
        <p:blipFill rotWithShape="1">
          <a:blip r:embed="rId9">
            <a:alphaModFix/>
          </a:blip>
          <a:srcRect l="228" r="228"/>
          <a:stretch/>
        </p:blipFill>
        <p:spPr>
          <a:xfrm>
            <a:off x="5517936" y="3225446"/>
            <a:ext cx="1603117" cy="2235074"/>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38" name="Google Shape;938;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39" name="Google Shape;939;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0" name="Google Shape;940;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7" name="Google Shape;947;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48" name="Google Shape;948;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9" name="Google Shape;94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pic>
        <p:nvPicPr>
          <p:cNvPr id="955" name="Google Shape;955;g2c186218c5a_0_118"/>
          <p:cNvPicPr preferRelativeResize="0"/>
          <p:nvPr/>
        </p:nvPicPr>
        <p:blipFill rotWithShape="1">
          <a:blip r:embed="rId3">
            <a:alphaModFix/>
          </a:blip>
          <a:srcRect l="19" r="29"/>
          <a:stretch/>
        </p:blipFill>
        <p:spPr>
          <a:xfrm rot="-467347">
            <a:off x="969125" y="2876537"/>
            <a:ext cx="880698" cy="1246575"/>
          </a:xfrm>
          <a:prstGeom prst="rect">
            <a:avLst/>
          </a:prstGeom>
          <a:noFill/>
          <a:ln>
            <a:noFill/>
          </a:ln>
        </p:spPr>
      </p:pic>
      <p:sp>
        <p:nvSpPr>
          <p:cNvPr id="956" name="Google Shape;956;g2c186218c5a_0_118"/>
          <p:cNvSpPr txBo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marR="0" lvl="0" indent="-330200" algn="l" rtl="0">
              <a:lnSpc>
                <a:spcPct val="115000"/>
              </a:lnSpc>
              <a:spcBef>
                <a:spcPts val="1000"/>
              </a:spcBef>
              <a:spcAft>
                <a:spcPts val="0"/>
              </a:spcAft>
              <a:buClr>
                <a:srgbClr val="262626"/>
              </a:buClr>
              <a:buSzPts val="1600"/>
              <a:buFont typeface="Poppins"/>
              <a:buChar char="•"/>
            </a:pPr>
            <a:r>
              <a:rPr lang="en-US" sz="1600" b="0" i="0" u="none" strike="noStrike" cap="none">
                <a:solidFill>
                  <a:srgbClr val="262626"/>
                </a:solidFill>
                <a:latin typeface="Poppins"/>
                <a:ea typeface="Poppins"/>
                <a:cs typeface="Poppins"/>
                <a:sym typeface="Poppins"/>
              </a:rPr>
              <a:t>Sorting with Feely bags - </a:t>
            </a:r>
            <a:r>
              <a:rPr lang="en-US" sz="1600" b="0" i="0" u="none" strike="noStrike" cap="none">
                <a:solidFill>
                  <a:srgbClr val="8DC63F"/>
                </a:solidFill>
                <a:latin typeface="Poppins"/>
                <a:ea typeface="Poppins"/>
                <a:cs typeface="Poppins"/>
                <a:sym typeface="Poppins"/>
              </a:rPr>
              <a:t>j v w x </a:t>
            </a:r>
            <a:br>
              <a:rPr lang="en-US" sz="1600" b="0" i="0" u="none" strike="noStrike" cap="none">
                <a:solidFill>
                  <a:srgbClr val="8DC63F"/>
                </a:solidFill>
                <a:latin typeface="Poppins"/>
                <a:ea typeface="Poppins"/>
                <a:cs typeface="Poppins"/>
                <a:sym typeface="Poppins"/>
              </a:rPr>
            </a:br>
            <a:r>
              <a:rPr lang="en-US" sz="1600" b="0" i="0" u="none" strike="noStrike" cap="none">
                <a:solidFill>
                  <a:srgbClr val="8DC63F"/>
                </a:solidFill>
                <a:latin typeface="Poppins"/>
                <a:ea typeface="Poppins"/>
                <a:cs typeface="Poppins"/>
                <a:sym typeface="Poppins"/>
              </a:rPr>
              <a:t>y z</a:t>
            </a:r>
            <a:r>
              <a:rPr lang="en-US" sz="1600" b="0" i="0" u="none" strike="noStrike" cap="none">
                <a:solidFill>
                  <a:srgbClr val="262626"/>
                </a:solidFill>
                <a:latin typeface="Poppins"/>
                <a:ea typeface="Poppins"/>
                <a:cs typeface="Poppins"/>
                <a:sym typeface="Poppins"/>
              </a:rPr>
              <a:t>; Have children sort objects beginning with the letter sounds into the correct bags.</a:t>
            </a:r>
            <a:endParaRPr sz="1600" b="0" i="0" u="none" strike="noStrike" cap="none">
              <a:solidFill>
                <a:srgbClr val="262626"/>
              </a:solidFill>
              <a:latin typeface="Poppins"/>
              <a:ea typeface="Poppins"/>
              <a:cs typeface="Poppins"/>
              <a:sym typeface="Poppins"/>
            </a:endParaRPr>
          </a:p>
          <a:p>
            <a:pPr marL="457200" marR="0" lvl="0" indent="-330200" algn="l" rtl="0">
              <a:lnSpc>
                <a:spcPct val="115000"/>
              </a:lnSpc>
              <a:spcBef>
                <a:spcPts val="1000"/>
              </a:spcBef>
              <a:spcAft>
                <a:spcPts val="0"/>
              </a:spcAft>
              <a:buClr>
                <a:srgbClr val="262626"/>
              </a:buClr>
              <a:buSzPts val="1600"/>
              <a:buFont typeface="Poppins"/>
              <a:buChar char="•"/>
            </a:pPr>
            <a:r>
              <a:rPr lang="en-US" sz="1600" b="0" i="0" u="none" strike="noStrike" cap="none">
                <a:solidFill>
                  <a:srgbClr val="262626"/>
                </a:solidFill>
                <a:latin typeface="Poppins"/>
                <a:ea typeface="Poppins"/>
                <a:cs typeface="Poppins"/>
                <a:sym typeface="Poppins"/>
              </a:rPr>
              <a:t>Review lowercase letter forms before beginning uppercase letter forms in the next lessons.</a:t>
            </a:r>
            <a:endParaRPr sz="1600" b="0" i="0" u="none" strike="noStrike" cap="none">
              <a:solidFill>
                <a:srgbClr val="262626"/>
              </a:solidFill>
              <a:latin typeface="Poppins"/>
              <a:ea typeface="Poppins"/>
              <a:cs typeface="Poppins"/>
              <a:sym typeface="Poppins"/>
            </a:endParaRPr>
          </a:p>
        </p:txBody>
      </p:sp>
      <p:pic>
        <p:nvPicPr>
          <p:cNvPr id="957" name="Google Shape;957;g2c186218c5a_0_118"/>
          <p:cNvPicPr preferRelativeResize="0"/>
          <p:nvPr/>
        </p:nvPicPr>
        <p:blipFill rotWithShape="1">
          <a:blip r:embed="rId4">
            <a:alphaModFix/>
          </a:blip>
          <a:srcRect/>
          <a:stretch/>
        </p:blipFill>
        <p:spPr>
          <a:xfrm rot="730917">
            <a:off x="669554" y="3312100"/>
            <a:ext cx="1567898" cy="1577917"/>
          </a:xfrm>
          <a:prstGeom prst="rect">
            <a:avLst/>
          </a:prstGeom>
          <a:noFill/>
          <a:ln>
            <a:noFill/>
          </a:ln>
        </p:spPr>
      </p:pic>
      <p:pic>
        <p:nvPicPr>
          <p:cNvPr id="958" name="Google Shape;958;g2c186218c5a_0_118"/>
          <p:cNvPicPr preferRelativeResize="0"/>
          <p:nvPr/>
        </p:nvPicPr>
        <p:blipFill rotWithShape="1">
          <a:blip r:embed="rId4">
            <a:alphaModFix/>
          </a:blip>
          <a:srcRect/>
          <a:stretch/>
        </p:blipFill>
        <p:spPr>
          <a:xfrm rot="-713338" flipH="1">
            <a:off x="2508350" y="3025999"/>
            <a:ext cx="1567904" cy="1577924"/>
          </a:xfrm>
          <a:prstGeom prst="rect">
            <a:avLst/>
          </a:prstGeom>
          <a:noFill/>
          <a:ln>
            <a:noFill/>
          </a:ln>
        </p:spPr>
      </p:pic>
      <p:pic>
        <p:nvPicPr>
          <p:cNvPr id="959" name="Google Shape;959;g2c186218c5a_0_118"/>
          <p:cNvPicPr preferRelativeResize="0"/>
          <p:nvPr/>
        </p:nvPicPr>
        <p:blipFill rotWithShape="1">
          <a:blip r:embed="rId5">
            <a:alphaModFix/>
          </a:blip>
          <a:srcRect l="79" r="79"/>
          <a:stretch/>
        </p:blipFill>
        <p:spPr>
          <a:xfrm rot="917645">
            <a:off x="2182103" y="1956424"/>
            <a:ext cx="880698" cy="1246576"/>
          </a:xfrm>
          <a:prstGeom prst="rect">
            <a:avLst/>
          </a:prstGeom>
          <a:noFill/>
          <a:ln>
            <a:noFill/>
          </a:ln>
        </p:spPr>
      </p:pic>
      <p:pic>
        <p:nvPicPr>
          <p:cNvPr id="960" name="Google Shape;960;g2c186218c5a_0_118"/>
          <p:cNvPicPr preferRelativeResize="0"/>
          <p:nvPr/>
        </p:nvPicPr>
        <p:blipFill rotWithShape="1">
          <a:blip r:embed="rId6">
            <a:alphaModFix/>
          </a:blip>
          <a:srcRect/>
          <a:stretch/>
        </p:blipFill>
        <p:spPr>
          <a:xfrm rot="1652504" flipH="1">
            <a:off x="3017031" y="2624851"/>
            <a:ext cx="629575" cy="558300"/>
          </a:xfrm>
          <a:prstGeom prst="rect">
            <a:avLst/>
          </a:prstGeom>
          <a:noFill/>
          <a:ln>
            <a:noFill/>
          </a:ln>
        </p:spPr>
      </p:pic>
      <p:sp>
        <p:nvSpPr>
          <p:cNvPr id="961" name="Google Shape;961;g2c186218c5a_0_118"/>
          <p:cNvSpPr txBox="1"/>
          <p:nvPr/>
        </p:nvSpPr>
        <p:spPr>
          <a:xfrm rot="667673">
            <a:off x="1081586" y="4044989"/>
            <a:ext cx="425908" cy="48338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5000"/>
              <a:buFont typeface="Arial"/>
              <a:buNone/>
            </a:pPr>
            <a:r>
              <a:rPr lang="en-US" sz="5000" b="0" i="0" u="none" strike="noStrike" cap="none">
                <a:solidFill>
                  <a:srgbClr val="FFFFFF"/>
                </a:solidFill>
                <a:latin typeface="Jost"/>
                <a:ea typeface="Jost"/>
                <a:cs typeface="Jost"/>
                <a:sym typeface="Jost"/>
              </a:rPr>
              <a:t>y</a:t>
            </a:r>
            <a:endParaRPr sz="5000" b="0" i="0" u="none" strike="noStrike" cap="none">
              <a:solidFill>
                <a:srgbClr val="FFFFFF"/>
              </a:solidFill>
              <a:latin typeface="Jost"/>
              <a:ea typeface="Jost"/>
              <a:cs typeface="Jost"/>
              <a:sym typeface="Jost"/>
            </a:endParaRPr>
          </a:p>
        </p:txBody>
      </p:sp>
      <p:sp>
        <p:nvSpPr>
          <p:cNvPr id="962" name="Google Shape;962;g2c186218c5a_0_118"/>
          <p:cNvSpPr txBox="1"/>
          <p:nvPr/>
        </p:nvSpPr>
        <p:spPr>
          <a:xfrm rot="-749364">
            <a:off x="3249984" y="3791890"/>
            <a:ext cx="425878" cy="48331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4000"/>
              <a:buFont typeface="Arial"/>
              <a:buNone/>
            </a:pPr>
            <a:r>
              <a:rPr lang="en-US" sz="5000" b="0" i="0" u="none" strike="noStrike" cap="none">
                <a:solidFill>
                  <a:srgbClr val="FFFFFF"/>
                </a:solidFill>
                <a:latin typeface="Jost"/>
                <a:ea typeface="Jost"/>
                <a:cs typeface="Jost"/>
                <a:sym typeface="Jost"/>
              </a:rPr>
              <a:t>j</a:t>
            </a:r>
            <a:endParaRPr sz="4000" b="0" i="0" u="none" strike="noStrike" cap="none">
              <a:solidFill>
                <a:srgbClr val="FFFFF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263</Words>
  <Application>Microsoft Office PowerPoint</Application>
  <PresentationFormat>On-screen Show (4:3)</PresentationFormat>
  <Paragraphs>93</Paragraphs>
  <Slides>16</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Jost</vt:lpstr>
      <vt:lpstr>Calibri</vt:lpstr>
      <vt:lpstr>Mulish</vt:lpstr>
      <vt:lpstr>Poppins Medium</vt:lpstr>
      <vt:lpstr>Arial</vt:lpstr>
      <vt:lpstr>Nunito Black</vt:lpstr>
      <vt:lpstr>Poppins</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2026-04-28T03:55:25Z</dcterms:modified>
</cp:coreProperties>
</file>