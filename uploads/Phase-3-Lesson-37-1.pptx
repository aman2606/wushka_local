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embeddedFontLst>
    <p:embeddedFont>
      <p:font typeface="Jost" panose="020B0604020202020204" charset="0"/>
      <p:regular r:id="rId21"/>
      <p:bold r:id="rId22"/>
      <p:italic r:id="rId23"/>
      <p:boldItalic r:id="rId24"/>
    </p:embeddedFont>
    <p:embeddedFont>
      <p:font typeface="Mulish"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g7drwSAmF0Vf+8JFFggtVhgXUq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B5D6B3-530A-4C85-B9D7-34CA0B7CCDB9}">
  <a:tblStyle styleId="{A9B5D6B3-530A-4C85-B9D7-34CA0B7CCDB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3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20" Type="http://schemas.openxmlformats.org/officeDocument/2006/relationships/notesMaster" Target="notesMasters/notesMaster1.xml"/><Relationship Id="rId41"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7" name="Google Shape;71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8" name="Google Shape;71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0" name="Google Shape;77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1" name="Google Shape;77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9" name="Google Shape;78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8" name="Google Shape;79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c6f61a4250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c6f61a4250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c6f61a4250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3" name="Google Shape;87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4" name="Google Shape;87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c6f61a4250_0_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c6f61a4250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c6f61a4250_0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Vowel Digraph 'oi'</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8 - Tuesday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37</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7.png"/><Relationship Id="rId7"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6.xml"/><Relationship Id="rId4" Type="http://schemas.openxmlformats.org/officeDocument/2006/relationships/image" Target="../media/image8.png"/><Relationship Id="rId9" Type="http://schemas.openxmlformats.org/officeDocument/2006/relationships/slide" Target="slide14.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notesSlide" Target="../notesSlides/notesSlide4.xml"/><Relationship Id="rId16" Type="http://schemas.openxmlformats.org/officeDocument/2006/relationships/image" Target="../media/image45.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Vowel Digraph 'oi'</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220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37</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{A9B5D6B3-530A-4C85-B9D7-34CA0B7CCDB9}</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a:t>
                      </a:r>
                      <a:r>
                        <a:rPr lang="en-US" sz="1500" u="none" strike="noStrike" cap="none">
                          <a:solidFill>
                            <a:schemeClr val="dk1"/>
                          </a:solidFill>
                          <a:latin typeface="Poppins"/>
                          <a:ea typeface="Poppins"/>
                          <a:cs typeface="Poppins"/>
                          <a:sym typeface="Poppins"/>
                        </a:rPr>
                        <a:t>a</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oi</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0" name="Google Shape;690;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91" name="Google Shape;691;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vowel digraph </a:t>
            </a:r>
            <a:r>
              <a:rPr lang="en-US">
                <a:solidFill>
                  <a:srgbClr val="8DC63F"/>
                </a:solidFill>
              </a:rPr>
              <a:t>oi</a:t>
            </a:r>
            <a:r>
              <a:rPr lang="en-US"/>
              <a:t>.</a:t>
            </a:r>
            <a:endParaRPr/>
          </a:p>
        </p:txBody>
      </p:sp>
      <p:sp>
        <p:nvSpPr>
          <p:cNvPr id="698" name="Google Shape;698;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699" name="Google Shape;699;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0" name="Google Shape;700;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1" name="Google Shape;701;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2" name="Google Shape;702;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5" name="Google Shape;70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08" name="Google Shape;708;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09" name="Google Shape;709;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1" name="Google Shape;711;g2bee4f4af4b_0_204">
            <a:hlinkClick r:id="rId7" action="ppaction://hlinksldjump"/>
          </p:cNvPr>
          <p:cNvSpPr/>
          <p:nvPr/>
        </p:nvSpPr>
        <p:spPr>
          <a:xfrm>
            <a:off x="982263"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2" name="Google Shape;712;g2bee4f4af4b_0_204">
            <a:hlinkClick r:id="rId8" action="ppaction://hlinksldjump"/>
          </p:cNvPr>
          <p:cNvSpPr/>
          <p:nvPr/>
        </p:nvSpPr>
        <p:spPr>
          <a:xfrm>
            <a:off x="2506251" y="37371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9" action="ppaction://hlinksldjump"/>
          </p:cNvPr>
          <p:cNvSpPr/>
          <p:nvPr/>
        </p:nvSpPr>
        <p:spPr>
          <a:xfrm>
            <a:off x="3579204" y="3826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10" action="ppaction://hlinksldjump"/>
          </p:cNvPr>
          <p:cNvSpPr/>
          <p:nvPr/>
        </p:nvSpPr>
        <p:spPr>
          <a:xfrm>
            <a:off x="4911516" y="381742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1" name="Google Shape;721;g26b641b03cd_0_165"/>
          <p:cNvGrpSpPr/>
          <p:nvPr/>
        </p:nvGrpSpPr>
        <p:grpSpPr>
          <a:xfrm>
            <a:off x="930400" y="2129444"/>
            <a:ext cx="7283200" cy="3724851"/>
            <a:chOff x="930400" y="2129444"/>
            <a:chExt cx="7283200" cy="3724851"/>
          </a:xfrm>
        </p:grpSpPr>
        <p:pic>
          <p:nvPicPr>
            <p:cNvPr id="722" name="Google Shape;72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1" name="Google Shape;751;g26b7edf6e71_0_26"/>
          <p:cNvPicPr preferRelativeResize="0"/>
          <p:nvPr/>
        </p:nvPicPr>
        <p:blipFill rotWithShape="1">
          <a:blip r:embed="rId3">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52" name="Google Shape;752;g26b7edf6e71_0_26"/>
          <p:cNvPicPr preferRelativeResize="0"/>
          <p:nvPr/>
        </p:nvPicPr>
        <p:blipFill rotWithShape="1">
          <a:blip r:embed="rId4">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5">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6">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5" name="Google Shape;755;g26b7edf6e71_0_26"/>
          <p:cNvPicPr preferRelativeResize="0"/>
          <p:nvPr/>
        </p:nvPicPr>
        <p:blipFill rotWithShape="1">
          <a:blip r:embed="rId7">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8">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9">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10">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11">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12">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13">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14">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15">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16">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17">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18">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19">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74" name="Google Shape;77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75" name="Google Shape;775;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76" name="Google Shape;77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3" name="Google Shape;78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4" name="Google Shape;784;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5" name="Google Shape;78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92" name="Google Shape;79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93" name="Google Shape;793;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794" name="Google Shape;79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1" name="Google Shape;80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02" name="Google Shape;802;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3" name="Google Shape;80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10" name="Google Shape;81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17" name="Google Shape;817;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18" name="Google Shape;818;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19" name="Google Shape;819;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0" name="Google Shape;820;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1" name="Google Shape;821;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2" name="Google Shape;822;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23" name="Google Shape;823;g2c4fd7a3c22_2_0"/>
          <p:cNvGrpSpPr/>
          <p:nvPr/>
        </p:nvGrpSpPr>
        <p:grpSpPr>
          <a:xfrm>
            <a:off x="304250" y="6984600"/>
            <a:ext cx="8330829" cy="808600"/>
            <a:chOff x="-152950" y="7365600"/>
            <a:chExt cx="8330829" cy="808600"/>
          </a:xfrm>
        </p:grpSpPr>
        <p:sp>
          <p:nvSpPr>
            <p:cNvPr id="824" name="Google Shape;824;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25" name="Google Shape;825;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26" name="Google Shape;826;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27" name="Google Shape;827;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28" name="Google Shape;828;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29" name="Google Shape;829;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0" name="Google Shape;830;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31" name="Google Shape;831;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32" name="Google Shape;832;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3" name="Google Shape;833;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4" name="Google Shape;834;g2c4fd7a3c22_2_0"/>
          <p:cNvSpPr/>
          <p:nvPr/>
        </p:nvSpPr>
        <p:spPr>
          <a:xfrm>
            <a:off x="3020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5" name="Google Shape;835;g2c4fd7a3c22_2_0"/>
          <p:cNvSpPr/>
          <p:nvPr/>
        </p:nvSpPr>
        <p:spPr>
          <a:xfrm>
            <a:off x="5657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36" name="Google Shape;836;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37" name="Google Shape;837;g2c4fd7a3c22_2_0"/>
          <p:cNvSpPr txBox="1">
            <a:spLocks noGrp="1"/>
          </p:cNvSpPr>
          <p:nvPr>
            <p:ph type="subTitle" idx="4294967295"/>
          </p:nvPr>
        </p:nvSpPr>
        <p:spPr>
          <a:xfrm>
            <a:off x="50874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38" name="Google Shape;838;g2c4fd7a3c22_2_0"/>
          <p:cNvSpPr txBox="1">
            <a:spLocks noGrp="1"/>
          </p:cNvSpPr>
          <p:nvPr>
            <p:ph type="subTitle" idx="4294967295"/>
          </p:nvPr>
        </p:nvSpPr>
        <p:spPr>
          <a:xfrm>
            <a:off x="2450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839" name="Google Shape;839;g2c4fd7a3c22_2_0"/>
          <p:cNvSpPr txBox="1">
            <a:spLocks noGrp="1"/>
          </p:cNvSpPr>
          <p:nvPr>
            <p:ph type="subTitle" idx="4294967295"/>
          </p:nvPr>
        </p:nvSpPr>
        <p:spPr>
          <a:xfrm>
            <a:off x="3398900" y="1308025"/>
            <a:ext cx="2270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oi</a:t>
            </a:r>
            <a:endParaRPr sz="15000" b="0" i="0" u="none" strike="noStrike" cap="none">
              <a:solidFill>
                <a:srgbClr val="00904C"/>
              </a:solidFill>
              <a:latin typeface="Jost"/>
              <a:ea typeface="Jost"/>
              <a:cs typeface="Jost"/>
              <a:sym typeface="Jost"/>
            </a:endParaRPr>
          </a:p>
        </p:txBody>
      </p:sp>
      <p:sp>
        <p:nvSpPr>
          <p:cNvPr id="840" name="Google Shape;840;g2c4fd7a3c22_2_0"/>
          <p:cNvSpPr/>
          <p:nvPr/>
        </p:nvSpPr>
        <p:spPr>
          <a:xfrm>
            <a:off x="3707483" y="4011888"/>
            <a:ext cx="1652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c6f61a4250_0_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47" name="Google Shape;847;g2c6f61a4250_0_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48" name="Google Shape;848;g2c6f61a4250_0_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9" name="Google Shape;849;g2c6f61a4250_0_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0" name="Google Shape;850;g2c6f61a4250_0_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1" name="Google Shape;851;g2c6f61a4250_0_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2" name="Google Shape;852;g2c6f61a4250_0_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53" name="Google Shape;853;g2c6f61a4250_0_1"/>
          <p:cNvGrpSpPr/>
          <p:nvPr/>
        </p:nvGrpSpPr>
        <p:grpSpPr>
          <a:xfrm>
            <a:off x="304250" y="6984600"/>
            <a:ext cx="8330829" cy="808600"/>
            <a:chOff x="-152950" y="7365600"/>
            <a:chExt cx="8330829" cy="808600"/>
          </a:xfrm>
        </p:grpSpPr>
        <p:sp>
          <p:nvSpPr>
            <p:cNvPr id="854" name="Google Shape;854;g2c6f61a4250_0_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55" name="Google Shape;855;g2c6f61a4250_0_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56" name="Google Shape;856;g2c6f61a4250_0_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57" name="Google Shape;857;g2c6f61a4250_0_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58" name="Google Shape;858;g2c6f61a4250_0_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59" name="Google Shape;859;g2c6f61a4250_0_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0" name="Google Shape;860;g2c6f61a4250_0_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1" name="Google Shape;861;g2c6f61a4250_0_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2" name="Google Shape;862;g2c6f61a4250_0_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6f61a4250_0_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4" name="Google Shape;864;g2c6f61a4250_0_1"/>
          <p:cNvSpPr/>
          <p:nvPr/>
        </p:nvSpPr>
        <p:spPr>
          <a:xfrm>
            <a:off x="3096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5" name="Google Shape;865;g2c6f61a4250_0_1"/>
          <p:cNvSpPr/>
          <p:nvPr/>
        </p:nvSpPr>
        <p:spPr>
          <a:xfrm>
            <a:off x="5580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66" name="Google Shape;866;g2c6f61a4250_0_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67" name="Google Shape;867;g2c6f61a4250_0_1"/>
          <p:cNvSpPr txBox="1">
            <a:spLocks noGrp="1"/>
          </p:cNvSpPr>
          <p:nvPr>
            <p:ph type="subTitle" idx="4294967295"/>
          </p:nvPr>
        </p:nvSpPr>
        <p:spPr>
          <a:xfrm>
            <a:off x="5011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868" name="Google Shape;868;g2c6f61a4250_0_1"/>
          <p:cNvSpPr txBox="1">
            <a:spLocks noGrp="1"/>
          </p:cNvSpPr>
          <p:nvPr>
            <p:ph type="subTitle" idx="4294967295"/>
          </p:nvPr>
        </p:nvSpPr>
        <p:spPr>
          <a:xfrm>
            <a:off x="25271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869" name="Google Shape;869;g2c6f61a4250_0_1"/>
          <p:cNvSpPr txBox="1">
            <a:spLocks noGrp="1"/>
          </p:cNvSpPr>
          <p:nvPr>
            <p:ph type="subTitle" idx="4294967295"/>
          </p:nvPr>
        </p:nvSpPr>
        <p:spPr>
          <a:xfrm>
            <a:off x="3475100" y="1308025"/>
            <a:ext cx="2270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oi</a:t>
            </a:r>
            <a:endParaRPr sz="15000" b="0" i="0" u="none" strike="noStrike" cap="none">
              <a:solidFill>
                <a:srgbClr val="00904C"/>
              </a:solidFill>
              <a:latin typeface="Jost"/>
              <a:ea typeface="Jost"/>
              <a:cs typeface="Jost"/>
              <a:sym typeface="Jost"/>
            </a:endParaRPr>
          </a:p>
        </p:txBody>
      </p:sp>
      <p:sp>
        <p:nvSpPr>
          <p:cNvPr id="870" name="Google Shape;870;g2c6f61a4250_0_1"/>
          <p:cNvSpPr/>
          <p:nvPr/>
        </p:nvSpPr>
        <p:spPr>
          <a:xfrm>
            <a:off x="3783683" y="4011888"/>
            <a:ext cx="1652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77" name="Google Shape;87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84" name="Google Shape;88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85" name="Google Shape;885;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886" name="Google Shape;88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3" name="Google Shape;89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4" name="Google Shape;894;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895" name="Google Shape;895;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02" name="Google Shape;90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03" name="Google Shape;903;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04" name="Google Shape;90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1" name="Google Shape;91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2" name="Google Shape;912;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3" name="Google Shape;91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20" name="Google Shape;92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21" name="Google Shape;921;g1f3daf8a844_0_64"/>
          <p:cNvGrpSpPr/>
          <p:nvPr/>
        </p:nvGrpSpPr>
        <p:grpSpPr>
          <a:xfrm>
            <a:off x="3024000" y="209875"/>
            <a:ext cx="3096000" cy="454800"/>
            <a:chOff x="3024000" y="209875"/>
            <a:chExt cx="3096000" cy="454800"/>
          </a:xfrm>
        </p:grpSpPr>
        <p:sp>
          <p:nvSpPr>
            <p:cNvPr id="922" name="Google Shape;92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24" name="Google Shape;92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25" name="Google Shape;92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26" name="Google Shape;92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27" name="Google Shape;92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28" name="Google Shape;92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29" name="Google Shape;929;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30" name="Google Shape;930;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931" name="Google Shape;93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32" name="Google Shape;932;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33" name="Google Shape;933;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934" name="Google Shape;93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35" name="Google Shape;935;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oi</a:t>
            </a:r>
            <a:endParaRPr sz="5500" b="0" i="0" u="none" strike="noStrike" cap="none">
              <a:solidFill>
                <a:srgbClr val="00904C"/>
              </a:solidFill>
              <a:latin typeface="Jost"/>
              <a:ea typeface="Jost"/>
              <a:cs typeface="Jost"/>
              <a:sym typeface="Jost"/>
            </a:endParaRPr>
          </a:p>
        </p:txBody>
      </p:sp>
      <p:cxnSp>
        <p:nvCxnSpPr>
          <p:cNvPr id="936" name="Google Shape;936;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c6f61a4250_0_3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43" name="Google Shape;943;g2c6f61a4250_0_3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44" name="Google Shape;944;g2c6f61a4250_0_30"/>
          <p:cNvGrpSpPr/>
          <p:nvPr/>
        </p:nvGrpSpPr>
        <p:grpSpPr>
          <a:xfrm>
            <a:off x="3024000" y="209875"/>
            <a:ext cx="3096000" cy="454800"/>
            <a:chOff x="3024000" y="209875"/>
            <a:chExt cx="3096000" cy="454800"/>
          </a:xfrm>
        </p:grpSpPr>
        <p:sp>
          <p:nvSpPr>
            <p:cNvPr id="945" name="Google Shape;945;g2c6f61a4250_0_3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2c6f61a4250_0_3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47" name="Google Shape;947;g2c6f61a4250_0_3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48" name="Google Shape;948;g2c6f61a4250_0_30"/>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49" name="Google Shape;949;g2c6f61a4250_0_30"/>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0" name="Google Shape;950;g2c6f61a4250_0_30"/>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1" name="Google Shape;951;g2c6f61a4250_0_30"/>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52" name="Google Shape;952;g2c6f61a4250_0_30"/>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53" name="Google Shape;953;g2c6f61a4250_0_30"/>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oil boil soil coil join</a:t>
            </a:r>
            <a:endParaRPr sz="1800" b="0" i="0" u="none" strike="noStrike" cap="none">
              <a:solidFill>
                <a:srgbClr val="B7B7B7"/>
              </a:solidFill>
              <a:latin typeface="Jost"/>
              <a:ea typeface="Jost"/>
              <a:cs typeface="Jost"/>
              <a:sym typeface="Jost"/>
            </a:endParaRPr>
          </a:p>
        </p:txBody>
      </p:sp>
      <p:sp>
        <p:nvSpPr>
          <p:cNvPr id="954" name="Google Shape;954;g2c6f61a4250_0_30"/>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55" name="Google Shape;955;g2c6f61a4250_0_30"/>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956" name="Google Shape;956;g2c6f61a4250_0_30"/>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57" name="Google Shape;957;g2c6f61a4250_0_30"/>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58" name="Google Shape;958;g2c6f61a4250_0_30"/>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cxnSp>
        <p:nvCxnSpPr>
          <p:cNvPr id="959" name="Google Shape;959;g2c6f61a4250_0_30"/>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60" name="Google Shape;960;g2c6f61a4250_0_30"/>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61" name="Google Shape;961;g2c6f61a4250_0_30"/>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oi</a:t>
            </a:r>
            <a:endParaRPr sz="5500" b="0" i="0" u="none" strike="noStrike" cap="none">
              <a:solidFill>
                <a:srgbClr val="00904C"/>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253</Words>
  <Application>Microsoft Office PowerPoint</Application>
  <PresentationFormat>On-screen Show (4:3)</PresentationFormat>
  <Paragraphs>131</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Poppins Medium</vt:lpstr>
      <vt:lpstr>Poppins</vt:lpstr>
      <vt:lpstr>Jost</vt:lpstr>
      <vt:lpstr>Calibri</vt:lpstr>
      <vt:lpstr>Poppins SemiBold</vt:lpstr>
      <vt:lpstr>Mulish</vt:lpstr>
      <vt:lpstr>Nunito Black</vt:lpstr>
      <vt:lpstr>Office Theme</vt:lpstr>
      <vt:lpstr>PowerPoint Presentation</vt:lpstr>
      <vt:lpstr>PowerPoint Presentation</vt:lpstr>
      <vt:lpstr>Recall all GPCs learned so far using flashcards.</vt:lpstr>
      <vt:lpstr>Recall all GPCs learned so far using flashcards.</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2026-04-29T03:50:32Z</dcterms:modified>
</cp:coreProperties>
</file>