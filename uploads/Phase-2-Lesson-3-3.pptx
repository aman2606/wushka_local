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Finger Paint" panose="020B0604020202020204" charset="0"/>
      <p:regular r:id="rId26"/>
    </p:embeddedFont>
    <p:embeddedFont>
      <p:font typeface="Jost" panose="020B0604020202020204" charset="0"/>
      <p:regular r:id="rId27"/>
      <p:bold r:id="rId28"/>
      <p:italic r:id="rId29"/>
      <p:boldItalic r:id="rId30"/>
    </p:embeddedFont>
    <p:embeddedFont>
      <p:font typeface="Mulish"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jdBN3Ilgb3U7+4K7homPLg1XD6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C5DAD6-EEF3-4E29-B77D-13833B9D1B59}">
  <a:tblStyle styleId="{87C5DAD6-EEF3-4E29-B77D-13833B9D1B5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 Type="http://schemas.openxmlformats.org/officeDocument/2006/relationships/slide" Target="slides/slide4.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64"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modSld">
      <pc:chgData name="Lauren McNally" userId="f41ca301-1e42-4df6-b366-de7a1f7b738f" providerId="ADAL" clId="{6CFED5F7-CA71-4C86-9636-282E33979310}" dt="2026-04-22T05:17:09.627" v="10" actId="20577"/>
      <pc:docMkLst>
        <pc:docMk/>
      </pc:docMkLst>
      <pc:sldChg chg="modSp mod">
        <pc:chgData name="Lauren McNally" userId="f41ca301-1e42-4df6-b366-de7a1f7b738f" providerId="ADAL" clId="{6CFED5F7-CA71-4C86-9636-282E33979310}" dt="2026-04-22T05:17:09.627" v="10" actId="20577"/>
        <pc:sldMkLst>
          <pc:docMk/>
          <pc:sldMk cId="0" sldId="257"/>
        </pc:sldMkLst>
        <pc:spChg chg="mod">
          <ac:chgData name="Lauren McNally" userId="f41ca301-1e42-4df6-b366-de7a1f7b738f" providerId="ADAL" clId="{6CFED5F7-CA71-4C86-9636-282E33979310}" dt="2026-04-22T05:17:03.607" v="7" actId="20577"/>
          <ac:spMkLst>
            <pc:docMk/>
            <pc:sldMk cId="0" sldId="257"/>
            <ac:spMk id="1678" creationId="{00000000-0000-0000-0000-000000000000}"/>
          </ac:spMkLst>
        </pc:spChg>
        <pc:spChg chg="mod">
          <ac:chgData name="Lauren McNally" userId="f41ca301-1e42-4df6-b366-de7a1f7b738f" providerId="ADAL" clId="{6CFED5F7-CA71-4C86-9636-282E33979310}" dt="2026-04-22T05:17:05.559" v="8" actId="20577"/>
          <ac:spMkLst>
            <pc:docMk/>
            <pc:sldMk cId="0" sldId="257"/>
            <ac:spMk id="1681" creationId="{00000000-0000-0000-0000-000000000000}"/>
          </ac:spMkLst>
        </pc:spChg>
        <pc:spChg chg="mod">
          <ac:chgData name="Lauren McNally" userId="f41ca301-1e42-4df6-b366-de7a1f7b738f" providerId="ADAL" clId="{6CFED5F7-CA71-4C86-9636-282E33979310}" dt="2026-04-22T05:17:00.459" v="6" actId="20577"/>
          <ac:spMkLst>
            <pc:docMk/>
            <pc:sldMk cId="0" sldId="257"/>
            <ac:spMk id="1684" creationId="{00000000-0000-0000-0000-000000000000}"/>
          </ac:spMkLst>
        </pc:spChg>
        <pc:spChg chg="mod">
          <ac:chgData name="Lauren McNally" userId="f41ca301-1e42-4df6-b366-de7a1f7b738f" providerId="ADAL" clId="{6CFED5F7-CA71-4C86-9636-282E33979310}" dt="2026-04-22T05:17:09.627" v="10" actId="20577"/>
          <ac:spMkLst>
            <pc:docMk/>
            <pc:sldMk cId="0" sldId="257"/>
            <ac:spMk id="1687" creationId="{00000000-0000-0000-0000-000000000000}"/>
          </ac:spMkLst>
        </pc:spChg>
        <pc:spChg chg="mod">
          <ac:chgData name="Lauren McNally" userId="f41ca301-1e42-4df6-b366-de7a1f7b738f" providerId="ADAL" clId="{6CFED5F7-CA71-4C86-9636-282E33979310}" dt="2026-04-22T05:17:06.996" v="9" actId="20577"/>
          <ac:spMkLst>
            <pc:docMk/>
            <pc:sldMk cId="0" sldId="257"/>
            <ac:spMk id="1690" creationId="{00000000-0000-0000-0000-000000000000}"/>
          </ac:spMkLst>
        </pc:spChg>
        <pc:spChg chg="mod">
          <ac:chgData name="Lauren McNally" userId="f41ca301-1e42-4df6-b366-de7a1f7b738f" providerId="ADAL" clId="{6CFED5F7-CA71-4C86-9636-282E33979310}" dt="2026-04-22T05:16:53.245" v="1" actId="1076"/>
          <ac:spMkLst>
            <pc:docMk/>
            <pc:sldMk cId="0" sldId="257"/>
            <ac:spMk id="1693" creationId="{00000000-0000-0000-0000-000000000000}"/>
          </ac:spMkLst>
        </pc:spChg>
        <pc:spChg chg="mod">
          <ac:chgData name="Lauren McNally" userId="f41ca301-1e42-4df6-b366-de7a1f7b738f" providerId="ADAL" clId="{6CFED5F7-CA71-4C86-9636-282E33979310}" dt="2026-04-22T05:16:58.210" v="5" actId="1076"/>
          <ac:spMkLst>
            <pc:docMk/>
            <pc:sldMk cId="0" sldId="257"/>
            <ac:spMk id="1694" creationId="{00000000-0000-0000-0000-000000000000}"/>
          </ac:spMkLst>
        </pc:spChg>
        <pc:spChg chg="mod">
          <ac:chgData name="Lauren McNally" userId="f41ca301-1e42-4df6-b366-de7a1f7b738f" providerId="ADAL" clId="{6CFED5F7-CA71-4C86-9636-282E33979310}" dt="2026-04-22T05:16:56.786" v="3" actId="1076"/>
          <ac:spMkLst>
            <pc:docMk/>
            <pc:sldMk cId="0" sldId="257"/>
            <ac:spMk id="1695" creationId="{00000000-0000-0000-0000-000000000000}"/>
          </ac:spMkLst>
        </pc:spChg>
        <pc:spChg chg="mod">
          <ac:chgData name="Lauren McNally" userId="f41ca301-1e42-4df6-b366-de7a1f7b738f" providerId="ADAL" clId="{6CFED5F7-CA71-4C86-9636-282E33979310}" dt="2026-04-22T05:16:54.758" v="2" actId="1076"/>
          <ac:spMkLst>
            <pc:docMk/>
            <pc:sldMk cId="0" sldId="257"/>
            <ac:spMk id="1696" creationId="{00000000-0000-0000-0000-000000000000}"/>
          </ac:spMkLst>
        </pc:spChg>
        <pc:spChg chg="mod">
          <ac:chgData name="Lauren McNally" userId="f41ca301-1e42-4df6-b366-de7a1f7b738f" providerId="ADAL" clId="{6CFED5F7-CA71-4C86-9636-282E33979310}" dt="2026-04-22T05:16:51.674" v="0" actId="1076"/>
          <ac:spMkLst>
            <pc:docMk/>
            <pc:sldMk cId="0" sldId="257"/>
            <ac:spMk id="169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
        <p:cNvGrpSpPr/>
        <p:nvPr/>
      </p:nvGrpSpPr>
      <p:grpSpPr>
        <a:xfrm>
          <a:off x="0" y="0"/>
          <a:ext cx="0" cy="0"/>
          <a:chOff x="0" y="0"/>
          <a:chExt cx="0" cy="0"/>
        </a:xfrm>
      </p:grpSpPr>
      <p:sp>
        <p:nvSpPr>
          <p:cNvPr id="1658" name="Google Shape;165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9" name="Google Shape;165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0"/>
        <p:cNvGrpSpPr/>
        <p:nvPr/>
      </p:nvGrpSpPr>
      <p:grpSpPr>
        <a:xfrm>
          <a:off x="0" y="0"/>
          <a:ext cx="0" cy="0"/>
          <a:chOff x="0" y="0"/>
          <a:chExt cx="0" cy="0"/>
        </a:xfrm>
      </p:grpSpPr>
      <p:sp>
        <p:nvSpPr>
          <p:cNvPr id="1671" name="Google Shape;167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2" name="Google Shape;167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3" name="Google Shape;167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0" name="Google Shape;170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01" name="Google Shape;170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g2d9e1881fc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9" name="Google Shape;1709;g2d9e1881fc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0" name="Google Shape;1710;g2d9e1881fc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8" name="Google Shape;171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9" name="Google Shape;171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5"/>
        <p:cNvGrpSpPr/>
        <p:nvPr/>
      </p:nvGrpSpPr>
      <p:grpSpPr>
        <a:xfrm>
          <a:off x="0" y="0"/>
          <a:ext cx="0" cy="0"/>
          <a:chOff x="0" y="0"/>
          <a:chExt cx="0" cy="0"/>
        </a:xfrm>
      </p:grpSpPr>
      <p:sp>
        <p:nvSpPr>
          <p:cNvPr id="1726" name="Google Shape;172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7" name="Google Shape;172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8" name="Google Shape;172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6" name="Google Shape;173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7" name="Google Shape;173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5" name="Google Shape;174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6" name="Google Shape;174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4" name="Google Shape;175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5" name="Google Shape;175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0"/>
        <p:cNvGrpSpPr/>
        <p:nvPr/>
      </p:nvGrpSpPr>
      <p:grpSpPr>
        <a:xfrm>
          <a:off x="0" y="0"/>
          <a:ext cx="0" cy="0"/>
          <a:chOff x="0" y="0"/>
          <a:chExt cx="0" cy="0"/>
        </a:xfrm>
      </p:grpSpPr>
      <p:sp>
        <p:nvSpPr>
          <p:cNvPr id="1761" name="Google Shape;1761;g26ba178778c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2" name="Google Shape;1762;g26ba178778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3" name="Google Shape;1763;g26ba178778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6"/>
        <p:cNvGrpSpPr/>
        <p:nvPr/>
      </p:nvGrpSpPr>
      <p:grpSpPr>
        <a:xfrm>
          <a:off x="0" y="0"/>
          <a:ext cx="0" cy="0"/>
          <a:chOff x="0" y="0"/>
          <a:chExt cx="0" cy="0"/>
        </a:xfrm>
      </p:grpSpPr>
      <p:sp>
        <p:nvSpPr>
          <p:cNvPr id="1787" name="Google Shape;1787;g26ba178778c_0_7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8" name="Google Shape;1788;g26ba178778c_0_7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9" name="Google Shape;1789;g26ba178778c_0_7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g26ba178778c_0_8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6" name="Google Shape;1816;g26ba178778c_0_8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7" name="Google Shape;1817;g26ba178778c_0_8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2"/>
        <p:cNvGrpSpPr/>
        <p:nvPr/>
      </p:nvGrpSpPr>
      <p:grpSpPr>
        <a:xfrm>
          <a:off x="0" y="0"/>
          <a:ext cx="0" cy="0"/>
          <a:chOff x="0" y="0"/>
          <a:chExt cx="0" cy="0"/>
        </a:xfrm>
      </p:grpSpPr>
      <p:sp>
        <p:nvSpPr>
          <p:cNvPr id="1843" name="Google Shape;1843;g26ba178778c_0_78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4" name="Google Shape;1844;g26ba178778c_0_7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5" name="Google Shape;1845;g26ba178778c_0_7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2"/>
        <p:cNvGrpSpPr/>
        <p:nvPr/>
      </p:nvGrpSpPr>
      <p:grpSpPr>
        <a:xfrm>
          <a:off x="0" y="0"/>
          <a:ext cx="0" cy="0"/>
          <a:chOff x="0" y="0"/>
          <a:chExt cx="0" cy="0"/>
        </a:xfrm>
      </p:grpSpPr>
      <p:sp>
        <p:nvSpPr>
          <p:cNvPr id="1873" name="Google Shape;187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4" name="Google Shape;187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5" name="Google Shape;187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0"/>
        <p:cNvGrpSpPr/>
        <p:nvPr/>
      </p:nvGrpSpPr>
      <p:grpSpPr>
        <a:xfrm>
          <a:off x="0" y="0"/>
          <a:ext cx="0" cy="0"/>
          <a:chOff x="0" y="0"/>
          <a:chExt cx="0" cy="0"/>
        </a:xfrm>
      </p:grpSpPr>
      <p:sp>
        <p:nvSpPr>
          <p:cNvPr id="1881" name="Google Shape;188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2" name="Google Shape;188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3" name="Google Shape;188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9"/>
        <p:cNvGrpSpPr/>
        <p:nvPr/>
      </p:nvGrpSpPr>
      <p:grpSpPr>
        <a:xfrm>
          <a:off x="0" y="0"/>
          <a:ext cx="0" cy="0"/>
          <a:chOff x="0" y="0"/>
          <a:chExt cx="0" cy="0"/>
        </a:xfrm>
      </p:grpSpPr>
      <p:sp>
        <p:nvSpPr>
          <p:cNvPr id="1890" name="Google Shape;189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1" name="Google Shape;189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2" name="Google Shape;189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8"/>
        <p:cNvGrpSpPr/>
        <p:nvPr/>
      </p:nvGrpSpPr>
      <p:grpSpPr>
        <a:xfrm>
          <a:off x="0" y="0"/>
          <a:ext cx="0" cy="0"/>
          <a:chOff x="0" y="0"/>
          <a:chExt cx="0" cy="0"/>
        </a:xfrm>
      </p:grpSpPr>
      <p:sp>
        <p:nvSpPr>
          <p:cNvPr id="1899" name="Google Shape;189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0" name="Google Shape;190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1" name="Google Shape;190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0" name="Google Shape;191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8" name="Google Shape;1918;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9" name="Google Shape;1919;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5"/>
        <p:cNvGrpSpPr/>
        <p:nvPr/>
      </p:nvGrpSpPr>
      <p:grpSpPr>
        <a:xfrm>
          <a:off x="0" y="0"/>
          <a:ext cx="0" cy="0"/>
          <a:chOff x="0" y="0"/>
          <a:chExt cx="0" cy="0"/>
        </a:xfrm>
      </p:grpSpPr>
      <p:sp>
        <p:nvSpPr>
          <p:cNvPr id="1926" name="Google Shape;1926;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7" name="Google Shape;1927;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8" name="Google Shape;1928;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4"/>
        <p:cNvGrpSpPr/>
        <p:nvPr/>
      </p:nvGrpSpPr>
      <p:grpSpPr>
        <a:xfrm>
          <a:off x="0" y="0"/>
          <a:ext cx="0" cy="0"/>
          <a:chOff x="0" y="0"/>
          <a:chExt cx="0" cy="0"/>
        </a:xfrm>
      </p:grpSpPr>
      <p:sp>
        <p:nvSpPr>
          <p:cNvPr id="1935" name="Google Shape;193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6" name="Google Shape;193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7" name="Google Shape;193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3"/>
        <p:cNvGrpSpPr/>
        <p:nvPr/>
      </p:nvGrpSpPr>
      <p:grpSpPr>
        <a:xfrm>
          <a:off x="0" y="0"/>
          <a:ext cx="0" cy="0"/>
          <a:chOff x="0" y="0"/>
          <a:chExt cx="0" cy="0"/>
        </a:xfrm>
      </p:grpSpPr>
      <p:sp>
        <p:nvSpPr>
          <p:cNvPr id="1954" name="Google Shape;1954;g26c2cd34514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5" name="Google Shape;1955;g26c2cd34514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6" name="Google Shape;1956;g26c2cd34514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6" name="Google Shape;1976;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7" name="Google Shape;1977;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www.beanstalkbooks.com" TargetMode="External"/><Relationship Id="rId7" Type="http://schemas.openxmlformats.org/officeDocument/2006/relationships/image" Target="../media/image4.png"/><Relationship Id="rId2" Type="http://schemas.openxmlformats.org/officeDocument/2006/relationships/hyperlink" Target="http://www.rainbowphonics.com" TargetMode="External"/><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hyperlink" Target="http://www.juniorlearning.com" TargetMode="External"/><Relationship Id="rId9"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't'</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1 - Wednesday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3</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5" name="Google Shape;135;g26b641b03cd_0_260"/>
          <p:cNvGrpSpPr/>
          <p:nvPr/>
        </p:nvGrpSpPr>
        <p:grpSpPr>
          <a:xfrm>
            <a:off x="8199150" y="5983875"/>
            <a:ext cx="586800" cy="571500"/>
            <a:chOff x="7894350" y="6212475"/>
            <a:chExt cx="586800" cy="571500"/>
          </a:xfrm>
        </p:grpSpPr>
        <p:sp>
          <p:nvSpPr>
            <p:cNvPr id="136" name="Google Shape;1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9" name="Google Shape;13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171"/>
        <p:cNvGrpSpPr/>
        <p:nvPr/>
      </p:nvGrpSpPr>
      <p:grpSpPr>
        <a:xfrm>
          <a:off x="0" y="0"/>
          <a:ext cx="0" cy="0"/>
          <a:chOff x="0" y="0"/>
          <a:chExt cx="0" cy="0"/>
        </a:xfrm>
      </p:grpSpPr>
      <p:sp>
        <p:nvSpPr>
          <p:cNvPr id="172" name="Google Shape;172;g26c2cd34514_0_72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g26c2cd34514_0_72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g26c2cd34514_0_721"/>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175" name="Google Shape;175;g26c2cd34514_0_721"/>
          <p:cNvSpPr txBox="1"/>
          <p:nvPr/>
        </p:nvSpPr>
        <p:spPr>
          <a:xfrm>
            <a:off x="995275" y="1370825"/>
            <a:ext cx="46245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b="0" i="0" u="sng" strike="noStrike" cap="none">
                <a:solidFill>
                  <a:schemeClr val="hlink"/>
                </a:solidFill>
                <a:latin typeface="Arial"/>
                <a:ea typeface="Arial"/>
                <a:cs typeface="Arial"/>
                <a:sym typeface="Arial"/>
                <a:hlinkClick r:id="rId2"/>
              </a:rPr>
              <a:t>www.rainbowphonics</a:t>
            </a:r>
            <a:r>
              <a:rPr lang="en-US" sz="939" u="sng">
                <a:solidFill>
                  <a:schemeClr val="hlink"/>
                </a:solidFill>
                <a:hlinkClick r:id="rId2"/>
              </a:rPr>
              <a:t>.co.nz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b="0" i="0" u="sng" strike="noStrike" cap="none">
                <a:solidFill>
                  <a:schemeClr val="hlink"/>
                </a:solidFill>
                <a:latin typeface="Arial"/>
                <a:ea typeface="Arial"/>
                <a:cs typeface="Arial"/>
                <a:sym typeface="Arial"/>
                <a:hlinkClick r:id="rId3"/>
              </a:rPr>
              <a:t>www.beanstalkbooks</a:t>
            </a:r>
            <a:r>
              <a:rPr lang="en-US" sz="939" u="sng">
                <a:solidFill>
                  <a:schemeClr val="hlink"/>
                </a:solidFill>
                <a:hlinkClick r:id="rId3"/>
              </a:rPr>
              <a:t>.co.nz</a:t>
            </a:r>
            <a:r>
              <a:rPr lang="en-US" sz="939" b="0" i="0" u="none" strike="noStrike" cap="none">
                <a:solidFill>
                  <a:srgbClr val="000000"/>
                </a:solidFill>
                <a:latin typeface="Arial"/>
                <a:ea typeface="Arial"/>
                <a:cs typeface="Arial"/>
                <a:sym typeface="Arial"/>
              </a:rPr>
              <a:t>, teaching resources and games referenced are available at </a:t>
            </a:r>
            <a:r>
              <a:rPr lang="en-US" sz="939" b="0" i="0" u="sng" strike="noStrike" cap="none">
                <a:solidFill>
                  <a:schemeClr val="hlink"/>
                </a:solidFill>
                <a:latin typeface="Arial"/>
                <a:ea typeface="Arial"/>
                <a:cs typeface="Arial"/>
                <a:sym typeface="Arial"/>
                <a:hlinkClick r:id="rId4"/>
              </a:rPr>
              <a:t>www.juniorlearning</a:t>
            </a:r>
            <a:r>
              <a:rPr lang="en-US" sz="939" u="sng">
                <a:solidFill>
                  <a:schemeClr val="hlink"/>
                </a:solidFill>
                <a:hlinkClick r:id="rId4"/>
              </a:rPr>
              <a:t>.co.nz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176" name="Google Shape;176;g26c2cd34514_0_721"/>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177" name="Google Shape;177;g26c2cd34514_0_721"/>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178" name="Google Shape;178;g26c2cd34514_0_721"/>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179" name="Google Shape;179;g26c2cd34514_0_721"/>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80" name="Google Shape;180;g26c2cd34514_0_721"/>
          <p:cNvGrpSpPr/>
          <p:nvPr/>
        </p:nvGrpSpPr>
        <p:grpSpPr>
          <a:xfrm>
            <a:off x="1050674" y="3528974"/>
            <a:ext cx="508471" cy="472349"/>
            <a:chOff x="718913" y="3178865"/>
            <a:chExt cx="825441" cy="766800"/>
          </a:xfrm>
        </p:grpSpPr>
        <p:sp>
          <p:nvSpPr>
            <p:cNvPr id="181" name="Google Shape;181;g26c2cd34514_0_721"/>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c2cd34514_0_721"/>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83" name="Google Shape;183;g26c2cd34514_0_721"/>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9019"/>
              </a:srgbClr>
            </a:outerShdw>
          </a:effectLst>
        </p:spPr>
      </p:pic>
      <p:sp>
        <p:nvSpPr>
          <p:cNvPr id="184" name="Google Shape;184;g26c2cd34514_0_721"/>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185" name="Google Shape;185;g26c2cd34514_0_721"/>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grpSp>
        <p:nvGrpSpPr>
          <p:cNvPr id="186" name="Google Shape;186;g26c2cd34514_0_721"/>
          <p:cNvGrpSpPr/>
          <p:nvPr/>
        </p:nvGrpSpPr>
        <p:grpSpPr>
          <a:xfrm>
            <a:off x="5434991" y="1479991"/>
            <a:ext cx="3149632" cy="2411780"/>
            <a:chOff x="5434991" y="1479991"/>
            <a:chExt cx="3149632" cy="2411780"/>
          </a:xfrm>
        </p:grpSpPr>
        <p:pic>
          <p:nvPicPr>
            <p:cNvPr id="187" name="Google Shape;187;g26c2cd34514_0_721"/>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784"/>
                </a:srgbClr>
              </a:outerShdw>
            </a:effectLst>
          </p:spPr>
        </p:pic>
        <p:pic>
          <p:nvPicPr>
            <p:cNvPr id="188" name="Google Shape;188;g26c2cd34514_0_721"/>
            <p:cNvPicPr preferRelativeResize="0"/>
            <p:nvPr/>
          </p:nvPicPr>
          <p:blipFill rotWithShape="1">
            <a:blip r:embed="rId7">
              <a:alphaModFix/>
            </a:blip>
            <a:srcRect/>
            <a:stretch/>
          </p:blipFill>
          <p:spPr>
            <a:xfrm rot="251087">
              <a:off x="6595023" y="1526228"/>
              <a:ext cx="1315273" cy="1315263"/>
            </a:xfrm>
            <a:prstGeom prst="rect">
              <a:avLst/>
            </a:prstGeom>
            <a:noFill/>
            <a:ln>
              <a:noFill/>
            </a:ln>
            <a:effectLst>
              <a:outerShdw blurRad="57150" dist="19050" dir="5400000" algn="bl" rotWithShape="0">
                <a:srgbClr val="000000">
                  <a:alpha val="20784"/>
                </a:srgbClr>
              </a:outerShdw>
            </a:effectLst>
          </p:spPr>
        </p:pic>
        <p:pic>
          <p:nvPicPr>
            <p:cNvPr id="189" name="Google Shape;189;g26c2cd34514_0_721"/>
            <p:cNvPicPr preferRelativeResize="0"/>
            <p:nvPr/>
          </p:nvPicPr>
          <p:blipFill rotWithShape="1">
            <a:blip r:embed="rId8">
              <a:alphaModFix/>
            </a:blip>
            <a:srcRect/>
            <a:stretch/>
          </p:blipFill>
          <p:spPr>
            <a:xfrm rot="-198789">
              <a:off x="6033849" y="1525113"/>
              <a:ext cx="1317502" cy="1317491"/>
            </a:xfrm>
            <a:prstGeom prst="rect">
              <a:avLst/>
            </a:prstGeom>
            <a:noFill/>
            <a:ln>
              <a:noFill/>
            </a:ln>
            <a:effectLst>
              <a:outerShdw blurRad="57150" dist="19050" dir="5400000" algn="bl" rotWithShape="0">
                <a:srgbClr val="000000">
                  <a:alpha val="20784"/>
                </a:srgbClr>
              </a:outerShdw>
            </a:effectLst>
          </p:spPr>
        </p:pic>
        <p:pic>
          <p:nvPicPr>
            <p:cNvPr id="190" name="Google Shape;190;g26c2cd34514_0_721"/>
            <p:cNvPicPr preferRelativeResize="0"/>
            <p:nvPr/>
          </p:nvPicPr>
          <p:blipFill rotWithShape="1">
            <a:blip r:embed="rId9">
              <a:alphaModFix/>
            </a:blip>
            <a:srcRect/>
            <a:stretch/>
          </p:blipFill>
          <p:spPr>
            <a:xfrm rot="-505317">
              <a:off x="5528790" y="1629680"/>
              <a:ext cx="1382684" cy="1382665"/>
            </a:xfrm>
            <a:prstGeom prst="rect">
              <a:avLst/>
            </a:prstGeom>
            <a:noFill/>
            <a:ln>
              <a:noFill/>
            </a:ln>
            <a:effectLst>
              <a:outerShdw blurRad="57150" dist="19050" dir="5400000" algn="bl" rotWithShape="0">
                <a:srgbClr val="000000">
                  <a:alpha val="20784"/>
                </a:srgbClr>
              </a:outerShdw>
            </a:effectLst>
          </p:spPr>
        </p:pic>
        <p:pic>
          <p:nvPicPr>
            <p:cNvPr id="191" name="Google Shape;191;g26c2cd34514_0_721"/>
            <p:cNvPicPr preferRelativeResize="0"/>
            <p:nvPr/>
          </p:nvPicPr>
          <p:blipFill rotWithShape="1">
            <a:blip r:embed="rId10">
              <a:alphaModFix/>
            </a:blip>
            <a:srcRect/>
            <a:stretch/>
          </p:blipFill>
          <p:spPr>
            <a:xfrm rot="381644">
              <a:off x="6819230" y="2126378"/>
              <a:ext cx="1677627" cy="1677627"/>
            </a:xfrm>
            <a:prstGeom prst="rect">
              <a:avLst/>
            </a:prstGeom>
            <a:noFill/>
            <a:ln>
              <a:noFill/>
            </a:ln>
            <a:effectLst>
              <a:outerShdw blurRad="57150" dist="19050" dir="5400000" algn="bl" rotWithShape="0">
                <a:srgbClr val="000000">
                  <a:alpha val="20784"/>
                </a:srgbClr>
              </a:outerShdw>
            </a:effectLst>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Hear Phonemes">
  <p:cSld name="Alien Word of the Day_1">
    <p:spTree>
      <p:nvGrpSpPr>
        <p:cNvPr id="1" name="Shape 192"/>
        <p:cNvGrpSpPr/>
        <p:nvPr/>
      </p:nvGrpSpPr>
      <p:grpSpPr>
        <a:xfrm>
          <a:off x="0" y="0"/>
          <a:ext cx="0" cy="0"/>
          <a:chOff x="0" y="0"/>
          <a:chExt cx="0" cy="0"/>
        </a:xfrm>
      </p:grpSpPr>
      <p:sp>
        <p:nvSpPr>
          <p:cNvPr id="193" name="Google Shape;193;g26b33ddcd5e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sp>
        <p:nvSpPr>
          <p:cNvPr id="194" name="Google Shape;194;g26b33ddcd5e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33ddcd5e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33ddcd5e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6b33ddcd5e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33ddcd5e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6b33ddcd5e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6b33ddcd5e_1_87"/>
          <p:cNvGrpSpPr/>
          <p:nvPr/>
        </p:nvGrpSpPr>
        <p:grpSpPr>
          <a:xfrm>
            <a:off x="662575" y="6212475"/>
            <a:ext cx="586800" cy="571500"/>
            <a:chOff x="662575" y="6212475"/>
            <a:chExt cx="586800" cy="571500"/>
          </a:xfrm>
        </p:grpSpPr>
        <p:sp>
          <p:nvSpPr>
            <p:cNvPr id="201" name="Google Shape;201;g26b33ddcd5e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6b33ddcd5e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6b33ddcd5e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6b33ddcd5e_1_87"/>
          <p:cNvGrpSpPr/>
          <p:nvPr/>
        </p:nvGrpSpPr>
        <p:grpSpPr>
          <a:xfrm>
            <a:off x="7894350" y="6212475"/>
            <a:ext cx="586800" cy="571500"/>
            <a:chOff x="7894350" y="6212475"/>
            <a:chExt cx="586800" cy="571500"/>
          </a:xfrm>
        </p:grpSpPr>
        <p:sp>
          <p:nvSpPr>
            <p:cNvPr id="205" name="Google Shape;205;g26b33ddcd5e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33ddcd5e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6b33ddcd5e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6b33ddcd5e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6b33ddcd5e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6b33ddcd5e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6b33ddcd5e_1_8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6b33ddcd5e_1_8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6b33ddcd5e_1_8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JL691</a:t>
            </a:r>
            <a:endParaRPr sz="1400" b="0" i="0" u="none" strike="noStrike" cap="none">
              <a:solidFill>
                <a:srgbClr val="000000"/>
              </a:solidFill>
              <a:latin typeface="Arial"/>
              <a:ea typeface="Arial"/>
              <a:cs typeface="Arial"/>
              <a:sym typeface="Arial"/>
            </a:endParaRPr>
          </a:p>
        </p:txBody>
      </p:sp>
      <p:sp>
        <p:nvSpPr>
          <p:cNvPr id="214" name="Google Shape;214;g26b33ddcd5e_1_8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Hear Phonemes</a:t>
            </a:r>
            <a:endParaRPr sz="3000" b="0" i="0" u="none" strike="noStrike" cap="none">
              <a:solidFill>
                <a:srgbClr val="F7941D"/>
              </a:solidFill>
              <a:latin typeface="Poppins Medium"/>
              <a:ea typeface="Poppins Medium"/>
              <a:cs typeface="Poppins Medium"/>
              <a:sym typeface="Poppins Medium"/>
            </a:endParaRPr>
          </a:p>
        </p:txBody>
      </p:sp>
      <p:pic>
        <p:nvPicPr>
          <p:cNvPr id="215" name="Google Shape;215;g26b33ddcd5e_1_8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Teach Grapheme Captions">
  <p:cSld name="Alien Word of the Day_1_1">
    <p:spTree>
      <p:nvGrpSpPr>
        <p:cNvPr id="1" name="Shape 216"/>
        <p:cNvGrpSpPr/>
        <p:nvPr/>
      </p:nvGrpSpPr>
      <p:grpSpPr>
        <a:xfrm>
          <a:off x="0" y="0"/>
          <a:ext cx="0" cy="0"/>
          <a:chOff x="0" y="0"/>
          <a:chExt cx="0" cy="0"/>
        </a:xfrm>
      </p:grpSpPr>
      <p:sp>
        <p:nvSpPr>
          <p:cNvPr id="217" name="Google Shape;217;g26b33ddcd5e_1_161"/>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6b33ddcd5e_1_161"/>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33ddcd5e_1_161"/>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6b33ddcd5e_1_161"/>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33ddcd5e_1_161"/>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6b33ddcd5e_1_161"/>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3" name="Google Shape;223;g26b33ddcd5e_1_161"/>
          <p:cNvGrpSpPr/>
          <p:nvPr/>
        </p:nvGrpSpPr>
        <p:grpSpPr>
          <a:xfrm>
            <a:off x="662575" y="6212475"/>
            <a:ext cx="586800" cy="571500"/>
            <a:chOff x="662575" y="6212475"/>
            <a:chExt cx="586800" cy="571500"/>
          </a:xfrm>
        </p:grpSpPr>
        <p:sp>
          <p:nvSpPr>
            <p:cNvPr id="224" name="Google Shape;224;g26b33ddcd5e_1_161">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6b33ddcd5e_1_161">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33ddcd5e_1_161">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27" name="Google Shape;227;g26b33ddcd5e_1_161"/>
          <p:cNvGrpSpPr/>
          <p:nvPr/>
        </p:nvGrpSpPr>
        <p:grpSpPr>
          <a:xfrm>
            <a:off x="7894350" y="6212475"/>
            <a:ext cx="586800" cy="571500"/>
            <a:chOff x="7894350" y="6212475"/>
            <a:chExt cx="586800" cy="571500"/>
          </a:xfrm>
        </p:grpSpPr>
        <p:sp>
          <p:nvSpPr>
            <p:cNvPr id="228" name="Google Shape;228;g26b33ddcd5e_1_161">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26b33ddcd5e_1_161">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6b33ddcd5e_1_161">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1" name="Google Shape;231;g26b33ddcd5e_1_161"/>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2" name="Google Shape;232;g26b33ddcd5e_1_161"/>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3" name="Google Shape;233;g26b33ddcd5e_1_161"/>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6b33ddcd5e_1_161"/>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5" name="Google Shape;235;g26b33ddcd5e_1_161"/>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6" name="Google Shape;236;g26b33ddcd5e_1_161"/>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Grapheme Caption</a:t>
            </a:r>
            <a:endParaRPr sz="3000" b="0" i="0" u="none" strike="noStrike" cap="none">
              <a:solidFill>
                <a:srgbClr val="F7941D"/>
              </a:solidFill>
              <a:latin typeface="Poppins Medium"/>
              <a:ea typeface="Poppins Medium"/>
              <a:cs typeface="Poppins Medium"/>
              <a:sym typeface="Poppins Medium"/>
            </a:endParaRPr>
          </a:p>
        </p:txBody>
      </p:sp>
      <p:sp>
        <p:nvSpPr>
          <p:cNvPr id="237" name="Google Shape;237;g26b33ddcd5e_1_161"/>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38" name="Google Shape;238;g26b33ddcd5e_1_161"/>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39" name="Google Shape;239;g26b33ddcd5e_1_161"/>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Teach Lowercase Formation">
  <p:cSld name="Alien Word of the Day_1_1_1">
    <p:spTree>
      <p:nvGrpSpPr>
        <p:cNvPr id="1" name="Shape 240"/>
        <p:cNvGrpSpPr/>
        <p:nvPr/>
      </p:nvGrpSpPr>
      <p:grpSpPr>
        <a:xfrm>
          <a:off x="0" y="0"/>
          <a:ext cx="0" cy="0"/>
          <a:chOff x="0" y="0"/>
          <a:chExt cx="0" cy="0"/>
        </a:xfrm>
      </p:grpSpPr>
      <p:sp>
        <p:nvSpPr>
          <p:cNvPr id="241" name="Google Shape;241;g26b33ddcd5e_1_23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6b33ddcd5e_1_23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6b33ddcd5e_1_23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26b33ddcd5e_1_23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6b33ddcd5e_1_23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6b33ddcd5e_1_23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47" name="Google Shape;247;g26b33ddcd5e_1_237"/>
          <p:cNvGrpSpPr/>
          <p:nvPr/>
        </p:nvGrpSpPr>
        <p:grpSpPr>
          <a:xfrm>
            <a:off x="662575" y="6212475"/>
            <a:ext cx="586800" cy="571500"/>
            <a:chOff x="662575" y="6212475"/>
            <a:chExt cx="586800" cy="571500"/>
          </a:xfrm>
        </p:grpSpPr>
        <p:sp>
          <p:nvSpPr>
            <p:cNvPr id="248" name="Google Shape;248;g26b33ddcd5e_1_2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6b33ddcd5e_1_23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26b33ddcd5e_1_23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1" name="Google Shape;251;g26b33ddcd5e_1_237"/>
          <p:cNvGrpSpPr/>
          <p:nvPr/>
        </p:nvGrpSpPr>
        <p:grpSpPr>
          <a:xfrm>
            <a:off x="7894350" y="6212475"/>
            <a:ext cx="586800" cy="571500"/>
            <a:chOff x="7894350" y="6212475"/>
            <a:chExt cx="586800" cy="571500"/>
          </a:xfrm>
        </p:grpSpPr>
        <p:sp>
          <p:nvSpPr>
            <p:cNvPr id="252" name="Google Shape;252;g26b33ddcd5e_1_2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6b33ddcd5e_1_23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6b33ddcd5e_1_23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55" name="Google Shape;255;g26b33ddcd5e_1_23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6b33ddcd5e_1_23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7" name="Google Shape;257;g26b33ddcd5e_1_23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8" name="Google Shape;258;g26b33ddcd5e_1_23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26b33ddcd5e_1_23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6b33ddcd5e_1_23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JL686</a:t>
            </a:r>
            <a:endParaRPr sz="1400" b="0" i="0" u="none" strike="noStrike" cap="none">
              <a:solidFill>
                <a:srgbClr val="000000"/>
              </a:solidFill>
              <a:latin typeface="Arial"/>
              <a:ea typeface="Arial"/>
              <a:cs typeface="Arial"/>
              <a:sym typeface="Arial"/>
            </a:endParaRPr>
          </a:p>
        </p:txBody>
      </p:sp>
      <p:sp>
        <p:nvSpPr>
          <p:cNvPr id="261" name="Google Shape;261;g26b33ddcd5e_1_237"/>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Teach Lowercase Formation</a:t>
            </a:r>
            <a:endParaRPr sz="3000" b="0" i="0" u="none" strike="noStrike" cap="none">
              <a:solidFill>
                <a:srgbClr val="F7941D"/>
              </a:solidFill>
              <a:latin typeface="Poppins Medium"/>
              <a:ea typeface="Poppins Medium"/>
              <a:cs typeface="Poppins Medium"/>
              <a:sym typeface="Poppins Medium"/>
            </a:endParaRPr>
          </a:p>
        </p:txBody>
      </p:sp>
      <p:sp>
        <p:nvSpPr>
          <p:cNvPr id="262" name="Google Shape;262;g26b33ddcd5e_1_23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63" name="Google Shape;263;g26b33ddcd5e_1_23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6-Build a Decodable Word">
  <p:cSld name="Alien Word of the Day_1_1_1_1_1_1">
    <p:spTree>
      <p:nvGrpSpPr>
        <p:cNvPr id="1" name="Shape 264"/>
        <p:cNvGrpSpPr/>
        <p:nvPr/>
      </p:nvGrpSpPr>
      <p:grpSpPr>
        <a:xfrm>
          <a:off x="0" y="0"/>
          <a:ext cx="0" cy="0"/>
          <a:chOff x="0" y="0"/>
          <a:chExt cx="0" cy="0"/>
        </a:xfrm>
      </p:grpSpPr>
      <p:sp>
        <p:nvSpPr>
          <p:cNvPr id="265" name="Google Shape;265;g26b33ddcd5e_1_4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6b33ddcd5e_1_4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6b33ddcd5e_1_4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6b33ddcd5e_1_4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6b33ddcd5e_1_4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6b33ddcd5e_1_4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71" name="Google Shape;271;g26b33ddcd5e_1_425"/>
          <p:cNvGrpSpPr/>
          <p:nvPr/>
        </p:nvGrpSpPr>
        <p:grpSpPr>
          <a:xfrm>
            <a:off x="662575" y="6212475"/>
            <a:ext cx="586800" cy="571500"/>
            <a:chOff x="662575" y="6212475"/>
            <a:chExt cx="586800" cy="571500"/>
          </a:xfrm>
        </p:grpSpPr>
        <p:sp>
          <p:nvSpPr>
            <p:cNvPr id="272" name="Google Shape;272;g26b33ddcd5e_1_4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6b33ddcd5e_1_4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6b33ddcd5e_1_4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26b33ddcd5e_1_425"/>
          <p:cNvGrpSpPr/>
          <p:nvPr/>
        </p:nvGrpSpPr>
        <p:grpSpPr>
          <a:xfrm>
            <a:off x="7894350" y="6212475"/>
            <a:ext cx="586800" cy="571500"/>
            <a:chOff x="7894350" y="6212475"/>
            <a:chExt cx="586800" cy="571500"/>
          </a:xfrm>
        </p:grpSpPr>
        <p:sp>
          <p:nvSpPr>
            <p:cNvPr id="276" name="Google Shape;276;g26b33ddcd5e_1_4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6b33ddcd5e_1_4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6b33ddcd5e_1_4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79" name="Google Shape;279;g26b33ddcd5e_1_4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80" name="Google Shape;280;g26b33ddcd5e_1_425"/>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6b33ddcd5e_1_4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82" name="Google Shape;282;g26b33ddcd5e_1_425"/>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3" name="Google Shape;283;g26b33ddcd5e_1_425"/>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4" name="Google Shape;284;g26b33ddcd5e_1_4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JL689</a:t>
            </a:r>
            <a:endParaRPr sz="1400" b="0" i="0" u="none" strike="noStrike" cap="none">
              <a:solidFill>
                <a:srgbClr val="000000"/>
              </a:solidFill>
              <a:latin typeface="Arial"/>
              <a:ea typeface="Arial"/>
              <a:cs typeface="Arial"/>
              <a:sym typeface="Arial"/>
            </a:endParaRPr>
          </a:p>
        </p:txBody>
      </p:sp>
      <p:sp>
        <p:nvSpPr>
          <p:cNvPr id="285" name="Google Shape;285;g26b33ddcd5e_1_425"/>
          <p:cNvSpPr txBox="1"/>
          <p:nvPr/>
        </p:nvSpPr>
        <p:spPr>
          <a:xfrm>
            <a:off x="1550775" y="5568500"/>
            <a:ext cx="60423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Build a Decodable Word</a:t>
            </a:r>
            <a:endParaRPr sz="3000" b="0" i="0" u="none" strike="noStrike" cap="none">
              <a:solidFill>
                <a:srgbClr val="F7941D"/>
              </a:solidFill>
              <a:latin typeface="Poppins Medium"/>
              <a:ea typeface="Poppins Medium"/>
              <a:cs typeface="Poppins Medium"/>
              <a:sym typeface="Poppins Medium"/>
            </a:endParaRPr>
          </a:p>
        </p:txBody>
      </p:sp>
      <p:sp>
        <p:nvSpPr>
          <p:cNvPr id="286" name="Google Shape;286;g26b33ddcd5e_1_4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7" name="Google Shape;287;g26b33ddcd5e_1_4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7-Practice with Alien Words">
  <p:cSld name="Alien Word of the Day_1_1_1_1_1_1_1">
    <p:spTree>
      <p:nvGrpSpPr>
        <p:cNvPr id="1" name="Shape 288"/>
        <p:cNvGrpSpPr/>
        <p:nvPr/>
      </p:nvGrpSpPr>
      <p:grpSpPr>
        <a:xfrm>
          <a:off x="0" y="0"/>
          <a:ext cx="0" cy="0"/>
          <a:chOff x="0" y="0"/>
          <a:chExt cx="0" cy="0"/>
        </a:xfrm>
      </p:grpSpPr>
      <p:sp>
        <p:nvSpPr>
          <p:cNvPr id="289" name="Google Shape;289;g26b33ddcd5e_1_474"/>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6b33ddcd5e_1_474"/>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6b33ddcd5e_1_474"/>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6b33ddcd5e_1_474"/>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6b33ddcd5e_1_474"/>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6b33ddcd5e_1_474"/>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5" name="Google Shape;295;g26b33ddcd5e_1_474"/>
          <p:cNvGrpSpPr/>
          <p:nvPr/>
        </p:nvGrpSpPr>
        <p:grpSpPr>
          <a:xfrm>
            <a:off x="662575" y="6212475"/>
            <a:ext cx="586800" cy="571500"/>
            <a:chOff x="662575" y="6212475"/>
            <a:chExt cx="586800" cy="571500"/>
          </a:xfrm>
        </p:grpSpPr>
        <p:sp>
          <p:nvSpPr>
            <p:cNvPr id="296" name="Google Shape;296;g26b33ddcd5e_1_47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6b33ddcd5e_1_474">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6b33ddcd5e_1_474">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6b33ddcd5e_1_474"/>
          <p:cNvGrpSpPr/>
          <p:nvPr/>
        </p:nvGrpSpPr>
        <p:grpSpPr>
          <a:xfrm>
            <a:off x="7894350" y="6212475"/>
            <a:ext cx="586800" cy="571500"/>
            <a:chOff x="7894350" y="6212475"/>
            <a:chExt cx="586800" cy="571500"/>
          </a:xfrm>
        </p:grpSpPr>
        <p:sp>
          <p:nvSpPr>
            <p:cNvPr id="300" name="Google Shape;300;g26b33ddcd5e_1_47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6b33ddcd5e_1_47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6b33ddcd5e_1_47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03" name="Google Shape;303;g26b33ddcd5e_1_474"/>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04" name="Google Shape;304;g26b33ddcd5e_1_474"/>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6b33ddcd5e_1_474"/>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6" name="Google Shape;306;g26b33ddcd5e_1_474"/>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6b33ddcd5e_1_474"/>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6b33ddcd5e_1_474"/>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JL692</a:t>
            </a:r>
            <a:endParaRPr sz="1400" b="0" i="0" u="none" strike="noStrike" cap="none">
              <a:solidFill>
                <a:srgbClr val="000000"/>
              </a:solidFill>
              <a:latin typeface="Arial"/>
              <a:ea typeface="Arial"/>
              <a:cs typeface="Arial"/>
              <a:sym typeface="Arial"/>
            </a:endParaRPr>
          </a:p>
        </p:txBody>
      </p:sp>
      <p:sp>
        <p:nvSpPr>
          <p:cNvPr id="309" name="Google Shape;309;g26b33ddcd5e_1_47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Alien Words</a:t>
            </a:r>
            <a:endParaRPr sz="3000" b="0" i="0" u="none" strike="noStrike" cap="none">
              <a:solidFill>
                <a:srgbClr val="F7941D"/>
              </a:solidFill>
              <a:latin typeface="Poppins Medium"/>
              <a:ea typeface="Poppins Medium"/>
              <a:cs typeface="Poppins Medium"/>
              <a:sym typeface="Poppins Medium"/>
            </a:endParaRPr>
          </a:p>
        </p:txBody>
      </p:sp>
      <p:sp>
        <p:nvSpPr>
          <p:cNvPr id="310" name="Google Shape;310;g26b33ddcd5e_1_474"/>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6b33ddcd5e_1_474"/>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8-Practice Heart Words">
  <p:cSld name="Alien Word of the Day_1_1_1_1_1_1_1_1">
    <p:spTree>
      <p:nvGrpSpPr>
        <p:cNvPr id="1" name="Shape 312"/>
        <p:cNvGrpSpPr/>
        <p:nvPr/>
      </p:nvGrpSpPr>
      <p:grpSpPr>
        <a:xfrm>
          <a:off x="0" y="0"/>
          <a:ext cx="0" cy="0"/>
          <a:chOff x="0" y="0"/>
          <a:chExt cx="0" cy="0"/>
        </a:xfrm>
      </p:grpSpPr>
      <p:sp>
        <p:nvSpPr>
          <p:cNvPr id="313" name="Google Shape;313;g26b33ddcd5e_1_52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6b33ddcd5e_1_52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6b33ddcd5e_1_52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6" name="Google Shape;316;g26b33ddcd5e_1_52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6b33ddcd5e_1_52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6b33ddcd5e_1_52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19" name="Google Shape;319;g26b33ddcd5e_1_520"/>
          <p:cNvGrpSpPr/>
          <p:nvPr/>
        </p:nvGrpSpPr>
        <p:grpSpPr>
          <a:xfrm>
            <a:off x="662575" y="6212475"/>
            <a:ext cx="586800" cy="571500"/>
            <a:chOff x="662575" y="6212475"/>
            <a:chExt cx="586800" cy="571500"/>
          </a:xfrm>
        </p:grpSpPr>
        <p:sp>
          <p:nvSpPr>
            <p:cNvPr id="320" name="Google Shape;320;g26b33ddcd5e_1_52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6b33ddcd5e_1_52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6b33ddcd5e_1_52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3" name="Google Shape;323;g26b33ddcd5e_1_520"/>
          <p:cNvGrpSpPr/>
          <p:nvPr/>
        </p:nvGrpSpPr>
        <p:grpSpPr>
          <a:xfrm>
            <a:off x="7894350" y="6212475"/>
            <a:ext cx="586800" cy="571500"/>
            <a:chOff x="7894350" y="6212475"/>
            <a:chExt cx="586800" cy="571500"/>
          </a:xfrm>
        </p:grpSpPr>
        <p:sp>
          <p:nvSpPr>
            <p:cNvPr id="324" name="Google Shape;324;g26b33ddcd5e_1_52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6b33ddcd5e_1_52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6b33ddcd5e_1_52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7" name="Google Shape;327;g26b33ddcd5e_1_52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28" name="Google Shape;328;g26b33ddcd5e_1_52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6b33ddcd5e_1_52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6b33ddcd5e_1_52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6b33ddcd5e_1_52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6b33ddcd5e_1_52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RP107</a:t>
            </a:r>
            <a:endParaRPr sz="1400" b="0" i="0" u="none" strike="noStrike" cap="none">
              <a:solidFill>
                <a:srgbClr val="000000"/>
              </a:solidFill>
              <a:latin typeface="Arial"/>
              <a:ea typeface="Arial"/>
              <a:cs typeface="Arial"/>
              <a:sym typeface="Arial"/>
            </a:endParaRPr>
          </a:p>
        </p:txBody>
      </p:sp>
      <p:sp>
        <p:nvSpPr>
          <p:cNvPr id="333" name="Google Shape;333;g26b33ddcd5e_1_52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Tricky Heart Words</a:t>
            </a:r>
            <a:endParaRPr sz="3000" b="0" i="0" u="none" strike="noStrike" cap="none">
              <a:solidFill>
                <a:srgbClr val="F7941D"/>
              </a:solidFill>
              <a:latin typeface="Poppins Medium"/>
              <a:ea typeface="Poppins Medium"/>
              <a:cs typeface="Poppins Medium"/>
              <a:sym typeface="Poppins Medium"/>
            </a:endParaRPr>
          </a:p>
        </p:txBody>
      </p:sp>
      <p:sp>
        <p:nvSpPr>
          <p:cNvPr id="334" name="Google Shape;334;g26b33ddcd5e_1_52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5" name="Google Shape;335;g26b33ddcd5e_1_52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9-Practice Sight Words">
  <p:cSld name="Alien Word of the Day_1_1_1_1_1_1_1_1_1">
    <p:spTree>
      <p:nvGrpSpPr>
        <p:cNvPr id="1" name="Shape 336"/>
        <p:cNvGrpSpPr/>
        <p:nvPr/>
      </p:nvGrpSpPr>
      <p:grpSpPr>
        <a:xfrm>
          <a:off x="0" y="0"/>
          <a:ext cx="0" cy="0"/>
          <a:chOff x="0" y="0"/>
          <a:chExt cx="0" cy="0"/>
        </a:xfrm>
      </p:grpSpPr>
      <p:sp>
        <p:nvSpPr>
          <p:cNvPr id="337" name="Google Shape;337;g26b33ddcd5e_1_5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6b33ddcd5e_1_5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6b33ddcd5e_1_5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0" name="Google Shape;340;g26b33ddcd5e_1_5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6b33ddcd5e_1_5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6b33ddcd5e_1_5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43" name="Google Shape;343;g26b33ddcd5e_1_567"/>
          <p:cNvGrpSpPr/>
          <p:nvPr/>
        </p:nvGrpSpPr>
        <p:grpSpPr>
          <a:xfrm>
            <a:off x="662575" y="6212475"/>
            <a:ext cx="586800" cy="571500"/>
            <a:chOff x="662575" y="6212475"/>
            <a:chExt cx="586800" cy="571500"/>
          </a:xfrm>
        </p:grpSpPr>
        <p:sp>
          <p:nvSpPr>
            <p:cNvPr id="344" name="Google Shape;344;g26b33ddcd5e_1_5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6b33ddcd5e_1_5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6b33ddcd5e_1_5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6b33ddcd5e_1_567"/>
          <p:cNvGrpSpPr/>
          <p:nvPr/>
        </p:nvGrpSpPr>
        <p:grpSpPr>
          <a:xfrm>
            <a:off x="7894350" y="6212475"/>
            <a:ext cx="586800" cy="571500"/>
            <a:chOff x="7894350" y="6212475"/>
            <a:chExt cx="586800" cy="571500"/>
          </a:xfrm>
        </p:grpSpPr>
        <p:sp>
          <p:nvSpPr>
            <p:cNvPr id="348" name="Google Shape;348;g26b33ddcd5e_1_5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6b33ddcd5e_1_5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6b33ddcd5e_1_5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6b33ddcd5e_1_5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52" name="Google Shape;352;g26b33ddcd5e_1_56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6b33ddcd5e_1_5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54" name="Google Shape;354;g26b33ddcd5e_1_567"/>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6b33ddcd5e_1_567"/>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6b33ddcd5e_1_5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a:t>
            </a:r>
            <a:r>
              <a:rPr lang="en-US" sz="1800">
                <a:solidFill>
                  <a:srgbClr val="AEABAB"/>
                </a:solidFill>
                <a:latin typeface="Poppins Medium"/>
                <a:ea typeface="Poppins Medium"/>
                <a:cs typeface="Poppins Medium"/>
                <a:sym typeface="Poppins Medium"/>
              </a:rPr>
              <a:t>JL688</a:t>
            </a:r>
            <a:endParaRPr sz="1400" b="0" i="0" u="none" strike="noStrike" cap="none">
              <a:solidFill>
                <a:srgbClr val="000000"/>
              </a:solidFill>
              <a:latin typeface="Arial"/>
              <a:ea typeface="Arial"/>
              <a:cs typeface="Arial"/>
              <a:sym typeface="Arial"/>
            </a:endParaRPr>
          </a:p>
        </p:txBody>
      </p:sp>
      <p:sp>
        <p:nvSpPr>
          <p:cNvPr id="357" name="Google Shape;357;g26b33ddcd5e_1_5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with Sight Words</a:t>
            </a:r>
            <a:endParaRPr sz="3000" b="0" i="0" u="none" strike="noStrike" cap="none">
              <a:solidFill>
                <a:srgbClr val="F7941D"/>
              </a:solidFill>
              <a:latin typeface="Poppins Medium"/>
              <a:ea typeface="Poppins Medium"/>
              <a:cs typeface="Poppins Medium"/>
              <a:sym typeface="Poppins Medium"/>
            </a:endParaRPr>
          </a:p>
        </p:txBody>
      </p:sp>
      <p:sp>
        <p:nvSpPr>
          <p:cNvPr id="358" name="Google Shape;358;g26b33ddcd5e_1_5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6b33ddcd5e_1_5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360"/>
        <p:cNvGrpSpPr/>
        <p:nvPr/>
      </p:nvGrpSpPr>
      <p:grpSpPr>
        <a:xfrm>
          <a:off x="0" y="0"/>
          <a:ext cx="0" cy="0"/>
          <a:chOff x="0" y="0"/>
          <a:chExt cx="0" cy="0"/>
        </a:xfrm>
      </p:grpSpPr>
      <p:sp>
        <p:nvSpPr>
          <p:cNvPr id="361" name="Google Shape;361;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8" name="Google Shape;368;g2c235dd0dad_1_87"/>
          <p:cNvGrpSpPr/>
          <p:nvPr/>
        </p:nvGrpSpPr>
        <p:grpSpPr>
          <a:xfrm>
            <a:off x="662575" y="6212475"/>
            <a:ext cx="586800" cy="571500"/>
            <a:chOff x="662575" y="6212475"/>
            <a:chExt cx="586800" cy="571500"/>
          </a:xfrm>
        </p:grpSpPr>
        <p:sp>
          <p:nvSpPr>
            <p:cNvPr id="369" name="Google Shape;36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235dd0dad_1_87"/>
          <p:cNvGrpSpPr/>
          <p:nvPr/>
        </p:nvGrpSpPr>
        <p:grpSpPr>
          <a:xfrm>
            <a:off x="7894350" y="6212475"/>
            <a:ext cx="586800" cy="571500"/>
            <a:chOff x="7894350" y="6212475"/>
            <a:chExt cx="586800" cy="571500"/>
          </a:xfrm>
        </p:grpSpPr>
        <p:sp>
          <p:nvSpPr>
            <p:cNvPr id="373" name="Google Shape;37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7" name="Google Shape;377;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8" name="Google Shape;378;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0" name="Google Shape;38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1" name="Google Shape;38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382" name="Google Shape;38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383" name="Google Shape;38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384" name="Google Shape;38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385" name="Google Shape;38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386" name="Google Shape;38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387" name="Google Shape;38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8" name="Google Shape;38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389" name="Google Shape;38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390" name="Google Shape;39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391" name="Google Shape;39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392"/>
        <p:cNvGrpSpPr/>
        <p:nvPr/>
      </p:nvGrpSpPr>
      <p:grpSpPr>
        <a:xfrm>
          <a:off x="0" y="0"/>
          <a:ext cx="0" cy="0"/>
          <a:chOff x="0" y="0"/>
          <a:chExt cx="0" cy="0"/>
        </a:xfrm>
      </p:grpSpPr>
      <p:sp>
        <p:nvSpPr>
          <p:cNvPr id="393" name="Google Shape;393;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1f3daf8a844_0_32"/>
          <p:cNvGrpSpPr/>
          <p:nvPr/>
        </p:nvGrpSpPr>
        <p:grpSpPr>
          <a:xfrm>
            <a:off x="662575" y="6212475"/>
            <a:ext cx="586800" cy="571500"/>
            <a:chOff x="662575" y="6212475"/>
            <a:chExt cx="586800" cy="571500"/>
          </a:xfrm>
        </p:grpSpPr>
        <p:sp>
          <p:nvSpPr>
            <p:cNvPr id="400" name="Google Shape;40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1f3daf8a844_0_32"/>
          <p:cNvGrpSpPr/>
          <p:nvPr/>
        </p:nvGrpSpPr>
        <p:grpSpPr>
          <a:xfrm>
            <a:off x="7894350" y="6212475"/>
            <a:ext cx="586800" cy="571500"/>
            <a:chOff x="7894350" y="6212475"/>
            <a:chExt cx="586800" cy="571500"/>
          </a:xfrm>
        </p:grpSpPr>
        <p:sp>
          <p:nvSpPr>
            <p:cNvPr id="404" name="Google Shape;40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413" name="Google Shape;41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414" name="Google Shape;41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415" name="Google Shape;41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416" name="Google Shape;41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417" name="Google Shape;41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8" name="Google Shape;41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419" name="Google Shape;41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420" name="Google Shape;42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421" name="Google Shape;42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422"/>
        <p:cNvGrpSpPr/>
        <p:nvPr/>
      </p:nvGrpSpPr>
      <p:grpSpPr>
        <a:xfrm>
          <a:off x="0" y="0"/>
          <a:ext cx="0" cy="0"/>
          <a:chOff x="0" y="0"/>
          <a:chExt cx="0" cy="0"/>
        </a:xfrm>
      </p:grpSpPr>
      <p:sp>
        <p:nvSpPr>
          <p:cNvPr id="423" name="Google Shape;423;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9" name="Google Shape;429;g2c157a2fb06_0_53"/>
          <p:cNvGrpSpPr/>
          <p:nvPr/>
        </p:nvGrpSpPr>
        <p:grpSpPr>
          <a:xfrm>
            <a:off x="662575" y="6212475"/>
            <a:ext cx="586800" cy="571500"/>
            <a:chOff x="662575" y="6212475"/>
            <a:chExt cx="586800" cy="571500"/>
          </a:xfrm>
        </p:grpSpPr>
        <p:sp>
          <p:nvSpPr>
            <p:cNvPr id="430" name="Google Shape;430;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3" name="Google Shape;433;g2c157a2fb06_0_53"/>
          <p:cNvGrpSpPr/>
          <p:nvPr/>
        </p:nvGrpSpPr>
        <p:grpSpPr>
          <a:xfrm>
            <a:off x="7894350" y="6212475"/>
            <a:ext cx="586800" cy="571500"/>
            <a:chOff x="7894350" y="6212475"/>
            <a:chExt cx="586800" cy="571500"/>
          </a:xfrm>
        </p:grpSpPr>
        <p:sp>
          <p:nvSpPr>
            <p:cNvPr id="434" name="Google Shape;434;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7" name="Google Shape;437;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9" name="Google Shape;439;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40" name="Google Shape;44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43" name="Google Shape;44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444" name="Google Shape;44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5" name="Google Shape;44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8" name="Google Shape;44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49" name="Google Shape;44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0" name="Google Shape;45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1" name="Google Shape;45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453" name="Google Shape;453;g2c157a2fb06_0_53"/>
          <p:cNvGrpSpPr/>
          <p:nvPr/>
        </p:nvGrpSpPr>
        <p:grpSpPr>
          <a:xfrm>
            <a:off x="1403031" y="6958923"/>
            <a:ext cx="6774848" cy="1291477"/>
            <a:chOff x="717231" y="7263723"/>
            <a:chExt cx="6774848" cy="1291477"/>
          </a:xfrm>
        </p:grpSpPr>
        <p:sp>
          <p:nvSpPr>
            <p:cNvPr id="454" name="Google Shape;45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455" name="Google Shape;45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456" name="Google Shape;45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457" name="Google Shape;45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458" name="Google Shape;45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459" name="Google Shape;45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460" name="Google Shape;46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461" name="Google Shape;46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462" name="Google Shape;46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5" name="Google Shape;46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466" name="Google Shape;46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467"/>
        <p:cNvGrpSpPr/>
        <p:nvPr/>
      </p:nvGrpSpPr>
      <p:grpSpPr>
        <a:xfrm>
          <a:off x="0" y="0"/>
          <a:ext cx="0" cy="0"/>
          <a:chOff x="0" y="0"/>
          <a:chExt cx="0" cy="0"/>
        </a:xfrm>
      </p:grpSpPr>
      <p:pic>
        <p:nvPicPr>
          <p:cNvPr id="468" name="Google Shape;46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469" name="Google Shape;469;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75" name="Google Shape;475;g2c157a2fb06_0_158"/>
          <p:cNvGrpSpPr/>
          <p:nvPr/>
        </p:nvGrpSpPr>
        <p:grpSpPr>
          <a:xfrm>
            <a:off x="662575" y="6212475"/>
            <a:ext cx="586800" cy="571500"/>
            <a:chOff x="662575" y="6212475"/>
            <a:chExt cx="586800" cy="571500"/>
          </a:xfrm>
        </p:grpSpPr>
        <p:sp>
          <p:nvSpPr>
            <p:cNvPr id="476" name="Google Shape;47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158"/>
          <p:cNvGrpSpPr/>
          <p:nvPr/>
        </p:nvGrpSpPr>
        <p:grpSpPr>
          <a:xfrm>
            <a:off x="7894350" y="6212475"/>
            <a:ext cx="586800" cy="571500"/>
            <a:chOff x="7894350" y="6212475"/>
            <a:chExt cx="586800" cy="571500"/>
          </a:xfrm>
        </p:grpSpPr>
        <p:sp>
          <p:nvSpPr>
            <p:cNvPr id="480" name="Google Shape;48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3" name="Google Shape;483;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4" name="Google Shape;48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5" name="Google Shape;485;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86" name="Google Shape;48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7" name="Google Shape;48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8" name="Google Shape;48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489" name="Google Shape;48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490" name="Google Shape;49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1" name="Google Shape;49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2" name="Google Shape;49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3" name="Google Shape;49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494" name="Google Shape;49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5" name="Google Shape;49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496"/>
        <p:cNvGrpSpPr/>
        <p:nvPr/>
      </p:nvGrpSpPr>
      <p:grpSpPr>
        <a:xfrm>
          <a:off x="0" y="0"/>
          <a:ext cx="0" cy="0"/>
          <a:chOff x="0" y="0"/>
          <a:chExt cx="0" cy="0"/>
        </a:xfrm>
      </p:grpSpPr>
      <p:sp>
        <p:nvSpPr>
          <p:cNvPr id="497" name="Google Shape;497;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0" name="Google Shape;500;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3" name="Google Shape;503;g2c157a2fb06_0_263"/>
          <p:cNvGrpSpPr/>
          <p:nvPr/>
        </p:nvGrpSpPr>
        <p:grpSpPr>
          <a:xfrm>
            <a:off x="662575" y="6212475"/>
            <a:ext cx="586800" cy="571500"/>
            <a:chOff x="662575" y="6212475"/>
            <a:chExt cx="586800" cy="571500"/>
          </a:xfrm>
        </p:grpSpPr>
        <p:sp>
          <p:nvSpPr>
            <p:cNvPr id="504" name="Google Shape;50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7" name="Google Shape;507;g2c157a2fb06_0_263"/>
          <p:cNvGrpSpPr/>
          <p:nvPr/>
        </p:nvGrpSpPr>
        <p:grpSpPr>
          <a:xfrm>
            <a:off x="7894350" y="6212475"/>
            <a:ext cx="586800" cy="571500"/>
            <a:chOff x="7894350" y="6212475"/>
            <a:chExt cx="586800" cy="571500"/>
          </a:xfrm>
        </p:grpSpPr>
        <p:sp>
          <p:nvSpPr>
            <p:cNvPr id="508" name="Google Shape;50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1" name="Google Shape;511;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3" name="Google Shape;513;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14" name="Google Shape;51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5" name="Google Shape;51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6" name="Google Shape;51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17" name="Google Shape;51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518" name="Google Shape;51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19" name="Google Shape;51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0" name="Google Shape;52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1" name="Google Shape;52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22" name="Google Shape;522;g2c157a2fb06_0_263"/>
          <p:cNvSpPr>
            <a:spLocks noGrp="1"/>
          </p:cNvSpPr>
          <p:nvPr>
            <p:ph type="pic" idx="8"/>
          </p:nvPr>
        </p:nvSpPr>
        <p:spPr>
          <a:xfrm>
            <a:off x="5086375" y="4412425"/>
            <a:ext cx="2668800" cy="1291500"/>
          </a:xfrm>
          <a:prstGeom prst="rect">
            <a:avLst/>
          </a:prstGeom>
          <a:noFill/>
          <a:ln>
            <a:noFill/>
          </a:ln>
        </p:spPr>
      </p:sp>
      <p:sp>
        <p:nvSpPr>
          <p:cNvPr id="523" name="Google Shape;523;g2c157a2fb06_0_263"/>
          <p:cNvSpPr>
            <a:spLocks noGrp="1"/>
          </p:cNvSpPr>
          <p:nvPr>
            <p:ph type="pic" idx="9"/>
          </p:nvPr>
        </p:nvSpPr>
        <p:spPr>
          <a:xfrm>
            <a:off x="5086375" y="797675"/>
            <a:ext cx="2668800" cy="1291500"/>
          </a:xfrm>
          <a:prstGeom prst="rect">
            <a:avLst/>
          </a:prstGeom>
          <a:noFill/>
          <a:ln>
            <a:noFill/>
          </a:ln>
        </p:spPr>
      </p:sp>
      <p:sp>
        <p:nvSpPr>
          <p:cNvPr id="524" name="Google Shape;524;g2c157a2fb06_0_263"/>
          <p:cNvSpPr>
            <a:spLocks noGrp="1"/>
          </p:cNvSpPr>
          <p:nvPr>
            <p:ph type="pic" idx="13"/>
          </p:nvPr>
        </p:nvSpPr>
        <p:spPr>
          <a:xfrm>
            <a:off x="5086375" y="2002592"/>
            <a:ext cx="2668800" cy="1291500"/>
          </a:xfrm>
          <a:prstGeom prst="rect">
            <a:avLst/>
          </a:prstGeom>
          <a:noFill/>
          <a:ln>
            <a:noFill/>
          </a:ln>
        </p:spPr>
      </p:sp>
      <p:sp>
        <p:nvSpPr>
          <p:cNvPr id="525" name="Google Shape;525;g2c157a2fb06_0_263"/>
          <p:cNvSpPr>
            <a:spLocks noGrp="1"/>
          </p:cNvSpPr>
          <p:nvPr>
            <p:ph type="pic" idx="14"/>
          </p:nvPr>
        </p:nvSpPr>
        <p:spPr>
          <a:xfrm>
            <a:off x="5086375" y="3207508"/>
            <a:ext cx="2668800" cy="1291500"/>
          </a:xfrm>
          <a:prstGeom prst="rect">
            <a:avLst/>
          </a:prstGeom>
          <a:noFill/>
          <a:ln>
            <a:noFill/>
          </a:ln>
        </p:spPr>
      </p:sp>
      <p:sp>
        <p:nvSpPr>
          <p:cNvPr id="526" name="Google Shape;52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528"/>
        <p:cNvGrpSpPr/>
        <p:nvPr/>
      </p:nvGrpSpPr>
      <p:grpSpPr>
        <a:xfrm>
          <a:off x="0" y="0"/>
          <a:ext cx="0" cy="0"/>
          <a:chOff x="0" y="0"/>
          <a:chExt cx="0" cy="0"/>
        </a:xfrm>
      </p:grpSpPr>
      <p:cxnSp>
        <p:nvCxnSpPr>
          <p:cNvPr id="529" name="Google Shape;52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0" name="Google Shape;53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532" name="Google Shape;532;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5" name="Google Shape;535;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38" name="Google Shape;538;g2c157a2fb06_0_467"/>
          <p:cNvGrpSpPr/>
          <p:nvPr/>
        </p:nvGrpSpPr>
        <p:grpSpPr>
          <a:xfrm>
            <a:off x="662575" y="6212475"/>
            <a:ext cx="586800" cy="571500"/>
            <a:chOff x="662575" y="6212475"/>
            <a:chExt cx="586800" cy="571500"/>
          </a:xfrm>
        </p:grpSpPr>
        <p:sp>
          <p:nvSpPr>
            <p:cNvPr id="539" name="Google Shape;53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467"/>
          <p:cNvGrpSpPr/>
          <p:nvPr/>
        </p:nvGrpSpPr>
        <p:grpSpPr>
          <a:xfrm>
            <a:off x="7894350" y="6212475"/>
            <a:ext cx="586800" cy="571500"/>
            <a:chOff x="7894350" y="6212475"/>
            <a:chExt cx="586800" cy="571500"/>
          </a:xfrm>
        </p:grpSpPr>
        <p:sp>
          <p:nvSpPr>
            <p:cNvPr id="543" name="Google Shape;54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6" name="Google Shape;546;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47" name="Google Shape;54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49" name="Google Shape;54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0" name="Google Shape;55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1" name="Google Shape;55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552" name="Google Shape;55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553" name="Google Shape;55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4" name="Google Shape;55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555"/>
        <p:cNvGrpSpPr/>
        <p:nvPr/>
      </p:nvGrpSpPr>
      <p:grpSpPr>
        <a:xfrm>
          <a:off x="0" y="0"/>
          <a:ext cx="0" cy="0"/>
          <a:chOff x="0" y="0"/>
          <a:chExt cx="0" cy="0"/>
        </a:xfrm>
      </p:grpSpPr>
      <p:cxnSp>
        <p:nvCxnSpPr>
          <p:cNvPr id="556" name="Google Shape;55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57" name="Google Shape;55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558" name="Google Shape;558;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1" name="Google Shape;561;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4" name="Google Shape;564;g2c157a2fb06_0_629"/>
          <p:cNvGrpSpPr/>
          <p:nvPr/>
        </p:nvGrpSpPr>
        <p:grpSpPr>
          <a:xfrm>
            <a:off x="662575" y="6212475"/>
            <a:ext cx="586800" cy="571500"/>
            <a:chOff x="662575" y="6212475"/>
            <a:chExt cx="586800" cy="571500"/>
          </a:xfrm>
        </p:grpSpPr>
        <p:sp>
          <p:nvSpPr>
            <p:cNvPr id="565" name="Google Shape;56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8" name="Google Shape;568;g2c157a2fb06_0_629"/>
          <p:cNvGrpSpPr/>
          <p:nvPr/>
        </p:nvGrpSpPr>
        <p:grpSpPr>
          <a:xfrm>
            <a:off x="7894350" y="6212475"/>
            <a:ext cx="586800" cy="571500"/>
            <a:chOff x="7894350" y="6212475"/>
            <a:chExt cx="586800" cy="571500"/>
          </a:xfrm>
        </p:grpSpPr>
        <p:sp>
          <p:nvSpPr>
            <p:cNvPr id="569" name="Google Shape;56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2" name="Google Shape;572;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3" name="Google Shape;57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5" name="Google Shape;57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6" name="Google Shape;57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7" name="Google Shape;57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8" name="Google Shape;57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579" name="Google Shape;57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0" name="Google Shape;58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1" name="Google Shape;58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582"/>
        <p:cNvGrpSpPr/>
        <p:nvPr/>
      </p:nvGrpSpPr>
      <p:grpSpPr>
        <a:xfrm>
          <a:off x="0" y="0"/>
          <a:ext cx="0" cy="0"/>
          <a:chOff x="0" y="0"/>
          <a:chExt cx="0" cy="0"/>
        </a:xfrm>
      </p:grpSpPr>
      <p:cxnSp>
        <p:nvCxnSpPr>
          <p:cNvPr id="583" name="Google Shape;583;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84" name="Google Shape;584;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85" name="Google Shape;585;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86" name="Google Shape;586;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587" name="Google Shape;587;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3" name="Google Shape;593;g2c157a2fb06_0_798"/>
          <p:cNvGrpSpPr/>
          <p:nvPr/>
        </p:nvGrpSpPr>
        <p:grpSpPr>
          <a:xfrm>
            <a:off x="662575" y="6212475"/>
            <a:ext cx="586800" cy="571500"/>
            <a:chOff x="662575" y="6212475"/>
            <a:chExt cx="586800" cy="571500"/>
          </a:xfrm>
        </p:grpSpPr>
        <p:sp>
          <p:nvSpPr>
            <p:cNvPr id="594" name="Google Shape;59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798"/>
          <p:cNvGrpSpPr/>
          <p:nvPr/>
        </p:nvGrpSpPr>
        <p:grpSpPr>
          <a:xfrm>
            <a:off x="7894350" y="6212475"/>
            <a:ext cx="586800" cy="571500"/>
            <a:chOff x="7894350" y="6212475"/>
            <a:chExt cx="586800" cy="571500"/>
          </a:xfrm>
        </p:grpSpPr>
        <p:sp>
          <p:nvSpPr>
            <p:cNvPr id="598" name="Google Shape;59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1" name="Google Shape;601;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2" name="Google Shape;60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4" name="Google Shape;60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5" name="Google Shape;60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607" name="Google Shape;60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608" name="Google Shape;60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9" name="Google Shape;60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610"/>
        <p:cNvGrpSpPr/>
        <p:nvPr/>
      </p:nvGrpSpPr>
      <p:grpSpPr>
        <a:xfrm>
          <a:off x="0" y="0"/>
          <a:ext cx="0" cy="0"/>
          <a:chOff x="0" y="0"/>
          <a:chExt cx="0" cy="0"/>
        </a:xfrm>
      </p:grpSpPr>
      <p:cxnSp>
        <p:nvCxnSpPr>
          <p:cNvPr id="611" name="Google Shape;61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612" name="Google Shape;61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613" name="Google Shape;61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614" name="Google Shape;61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615" name="Google Shape;615;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1" name="Google Shape;621;g2c157a2fb06_0_825"/>
          <p:cNvGrpSpPr/>
          <p:nvPr/>
        </p:nvGrpSpPr>
        <p:grpSpPr>
          <a:xfrm>
            <a:off x="662575" y="6212475"/>
            <a:ext cx="586800" cy="571500"/>
            <a:chOff x="662575" y="6212475"/>
            <a:chExt cx="586800" cy="571500"/>
          </a:xfrm>
        </p:grpSpPr>
        <p:sp>
          <p:nvSpPr>
            <p:cNvPr id="622" name="Google Shape;62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157a2fb06_0_825"/>
          <p:cNvGrpSpPr/>
          <p:nvPr/>
        </p:nvGrpSpPr>
        <p:grpSpPr>
          <a:xfrm>
            <a:off x="7894350" y="6212475"/>
            <a:ext cx="586800" cy="571500"/>
            <a:chOff x="7894350" y="6212475"/>
            <a:chExt cx="586800" cy="571500"/>
          </a:xfrm>
        </p:grpSpPr>
        <p:sp>
          <p:nvSpPr>
            <p:cNvPr id="626" name="Google Shape;62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3" name="Google Shape;63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4" name="Google Shape;63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35" name="Google Shape;63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636" name="Google Shape;63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7" name="Google Shape;63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638"/>
        <p:cNvGrpSpPr/>
        <p:nvPr/>
      </p:nvGrpSpPr>
      <p:grpSpPr>
        <a:xfrm>
          <a:off x="0" y="0"/>
          <a:ext cx="0" cy="0"/>
          <a:chOff x="0" y="0"/>
          <a:chExt cx="0" cy="0"/>
        </a:xfrm>
      </p:grpSpPr>
      <p:sp>
        <p:nvSpPr>
          <p:cNvPr id="639" name="Google Shape;639;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45" name="Google Shape;645;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48" name="Google Shape;648;g2c157a2fb06_0_700"/>
          <p:cNvGrpSpPr/>
          <p:nvPr/>
        </p:nvGrpSpPr>
        <p:grpSpPr>
          <a:xfrm>
            <a:off x="662575" y="6212475"/>
            <a:ext cx="586800" cy="571500"/>
            <a:chOff x="662575" y="6212475"/>
            <a:chExt cx="586800" cy="571500"/>
          </a:xfrm>
        </p:grpSpPr>
        <p:sp>
          <p:nvSpPr>
            <p:cNvPr id="649" name="Google Shape;64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700"/>
          <p:cNvGrpSpPr/>
          <p:nvPr/>
        </p:nvGrpSpPr>
        <p:grpSpPr>
          <a:xfrm>
            <a:off x="7894350" y="6212475"/>
            <a:ext cx="586800" cy="571500"/>
            <a:chOff x="7894350" y="6212475"/>
            <a:chExt cx="586800" cy="571500"/>
          </a:xfrm>
        </p:grpSpPr>
        <p:sp>
          <p:nvSpPr>
            <p:cNvPr id="653" name="Google Shape;65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56" name="Google Shape;656;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57" name="Google Shape;65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8" name="Google Shape;658;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59" name="Google Shape;65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0" name="Google Shape;66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1" name="Google Shape;66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662" name="Google Shape;66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63" name="Google Shape;66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4" name="Google Shape;66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5" name="Google Shape;66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6" name="Google Shape;66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68" name="Google Shape;66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0" name="Google Shape;67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1" name="Google Shape;67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2" name="Google Shape;67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4" name="Google Shape;67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5" name="Google Shape;67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676" name="Google Shape;67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7" name="Google Shape;67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678"/>
        <p:cNvGrpSpPr/>
        <p:nvPr/>
      </p:nvGrpSpPr>
      <p:grpSpPr>
        <a:xfrm>
          <a:off x="0" y="0"/>
          <a:ext cx="0" cy="0"/>
          <a:chOff x="0" y="0"/>
          <a:chExt cx="0" cy="0"/>
        </a:xfrm>
      </p:grpSpPr>
      <p:sp>
        <p:nvSpPr>
          <p:cNvPr id="679" name="Google Shape;679;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2" name="Google Shape;682;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3" name="Google Shape;683;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4" name="Google Shape;68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5" name="Google Shape;685;g2c157a2fb06_0_932"/>
          <p:cNvGrpSpPr/>
          <p:nvPr/>
        </p:nvGrpSpPr>
        <p:grpSpPr>
          <a:xfrm>
            <a:off x="662575" y="6212475"/>
            <a:ext cx="586800" cy="571500"/>
            <a:chOff x="662575" y="6212475"/>
            <a:chExt cx="586800" cy="571500"/>
          </a:xfrm>
        </p:grpSpPr>
        <p:sp>
          <p:nvSpPr>
            <p:cNvPr id="686" name="Google Shape;68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7" name="Google Shape;687;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8" name="Google Shape;688;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9" name="Google Shape;689;g2c157a2fb06_0_932"/>
          <p:cNvGrpSpPr/>
          <p:nvPr/>
        </p:nvGrpSpPr>
        <p:grpSpPr>
          <a:xfrm>
            <a:off x="7894350" y="6212475"/>
            <a:ext cx="586800" cy="571500"/>
            <a:chOff x="7894350" y="6212475"/>
            <a:chExt cx="586800" cy="571500"/>
          </a:xfrm>
        </p:grpSpPr>
        <p:sp>
          <p:nvSpPr>
            <p:cNvPr id="690" name="Google Shape;69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1" name="Google Shape;691;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2" name="Google Shape;692;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93" name="Google Shape;693;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94" name="Google Shape;69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95" name="Google Shape;695;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96" name="Google Shape;69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7" name="Google Shape;69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98" name="Google Shape;69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699" name="Google Shape;69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0" name="Google Shape;70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1" name="Google Shape;70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2" name="Google Shape;70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703" name="Google Shape;70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4" name="Google Shape;70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5" name="Google Shape;70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706" name="Google Shape;70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707" name="Google Shape;70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08" name="Google Shape;70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709" name="Google Shape;70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0" name="Google Shape;71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1" name="Google Shape;71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2" name="Google Shape;71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3" name="Google Shape;71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4" name="Google Shape;71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5" name="Google Shape;71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6" name="Google Shape;71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717" name="Google Shape;71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718"/>
        <p:cNvGrpSpPr/>
        <p:nvPr/>
      </p:nvGrpSpPr>
      <p:grpSpPr>
        <a:xfrm>
          <a:off x="0" y="0"/>
          <a:ext cx="0" cy="0"/>
          <a:chOff x="0" y="0"/>
          <a:chExt cx="0" cy="0"/>
        </a:xfrm>
      </p:grpSpPr>
      <p:cxnSp>
        <p:nvCxnSpPr>
          <p:cNvPr id="719" name="Google Shape;7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720" name="Google Shape;7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721" name="Google Shape;7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2" name="Google Shape;7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3" name="Google Shape;7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4" name="Google Shape;7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5" name="Google Shape;7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6" name="Google Shape;7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7" name="Google Shape;7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8" name="Google Shape;7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29" name="Google Shape;7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30" name="Google Shape;730;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2" name="Google Shape;732;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33" name="Google Shape;733;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5" name="Google Shape;73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36" name="Google Shape;736;g2c157a2fb06_0_1045"/>
          <p:cNvGrpSpPr/>
          <p:nvPr/>
        </p:nvGrpSpPr>
        <p:grpSpPr>
          <a:xfrm>
            <a:off x="662575" y="6212475"/>
            <a:ext cx="586800" cy="571500"/>
            <a:chOff x="662575" y="6212475"/>
            <a:chExt cx="586800" cy="571500"/>
          </a:xfrm>
        </p:grpSpPr>
        <p:sp>
          <p:nvSpPr>
            <p:cNvPr id="737" name="Google Shape;7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40" name="Google Shape;740;g2c157a2fb06_0_1045"/>
          <p:cNvGrpSpPr/>
          <p:nvPr/>
        </p:nvGrpSpPr>
        <p:grpSpPr>
          <a:xfrm>
            <a:off x="7894350" y="6212475"/>
            <a:ext cx="586800" cy="571500"/>
            <a:chOff x="7894350" y="6212475"/>
            <a:chExt cx="586800" cy="571500"/>
          </a:xfrm>
        </p:grpSpPr>
        <p:sp>
          <p:nvSpPr>
            <p:cNvPr id="741" name="Google Shape;7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2" name="Google Shape;742;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3" name="Google Shape;743;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44" name="Google Shape;744;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45" name="Google Shape;74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46" name="Google Shape;746;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47" name="Google Shape;74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8" name="Google Shape;74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49" name="Google Shape;74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750" name="Google Shape;75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751" name="Google Shape;75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52" name="Google Shape;75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753" name="Google Shape;75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54" name="Google Shape;75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755"/>
        <p:cNvGrpSpPr/>
        <p:nvPr/>
      </p:nvGrpSpPr>
      <p:grpSpPr>
        <a:xfrm>
          <a:off x="0" y="0"/>
          <a:ext cx="0" cy="0"/>
          <a:chOff x="0" y="0"/>
          <a:chExt cx="0" cy="0"/>
        </a:xfrm>
      </p:grpSpPr>
      <p:sp>
        <p:nvSpPr>
          <p:cNvPr id="756" name="Google Shape;756;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7" name="Google Shape;757;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8" name="Google Shape;758;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59" name="Google Shape;759;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0" name="Google Shape;760;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1" name="Google Shape;76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762" name="Google Shape;762;g2c157a2fb06_0_1110"/>
          <p:cNvGrpSpPr/>
          <p:nvPr/>
        </p:nvGrpSpPr>
        <p:grpSpPr>
          <a:xfrm>
            <a:off x="662575" y="6212475"/>
            <a:ext cx="586800" cy="571500"/>
            <a:chOff x="662575" y="6212475"/>
            <a:chExt cx="586800" cy="571500"/>
          </a:xfrm>
        </p:grpSpPr>
        <p:sp>
          <p:nvSpPr>
            <p:cNvPr id="763" name="Google Shape;76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4" name="Google Shape;764;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5" name="Google Shape;765;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66" name="Google Shape;766;g2c157a2fb06_0_1110"/>
          <p:cNvGrpSpPr/>
          <p:nvPr/>
        </p:nvGrpSpPr>
        <p:grpSpPr>
          <a:xfrm>
            <a:off x="7894350" y="6212475"/>
            <a:ext cx="586800" cy="571500"/>
            <a:chOff x="7894350" y="6212475"/>
            <a:chExt cx="586800" cy="571500"/>
          </a:xfrm>
        </p:grpSpPr>
        <p:sp>
          <p:nvSpPr>
            <p:cNvPr id="767" name="Google Shape;76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8" name="Google Shape;768;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69" name="Google Shape;769;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70" name="Google Shape;770;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771" name="Google Shape;77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772" name="Google Shape;772;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773" name="Google Shape;77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4" name="Google Shape;77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775" name="Google Shape;77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776" name="Google Shape;77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777" name="Google Shape;77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8" name="Google Shape;77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79" name="Google Shape;77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780" name="Google Shape;78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781" name="Google Shape;781;g2c157a2fb06_0_1110"/>
          <p:cNvGrpSpPr/>
          <p:nvPr/>
        </p:nvGrpSpPr>
        <p:grpSpPr>
          <a:xfrm>
            <a:off x="5806200" y="1807463"/>
            <a:ext cx="756300" cy="146700"/>
            <a:chOff x="5806200" y="1807463"/>
            <a:chExt cx="756300" cy="146700"/>
          </a:xfrm>
        </p:grpSpPr>
        <p:sp>
          <p:nvSpPr>
            <p:cNvPr id="782" name="Google Shape;78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4" name="Google Shape;78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785" name="Google Shape;78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786" name="Google Shape;78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787" name="Google Shape;787;g2c157a2fb06_0_1110"/>
          <p:cNvGrpSpPr/>
          <p:nvPr/>
        </p:nvGrpSpPr>
        <p:grpSpPr>
          <a:xfrm>
            <a:off x="5806200" y="2842438"/>
            <a:ext cx="756300" cy="146700"/>
            <a:chOff x="5806200" y="1807463"/>
            <a:chExt cx="756300" cy="146700"/>
          </a:xfrm>
        </p:grpSpPr>
        <p:sp>
          <p:nvSpPr>
            <p:cNvPr id="788" name="Google Shape;788;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9" name="Google Shape;789;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0" name="Google Shape;790;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91" name="Google Shape;791;g2c157a2fb06_0_1110"/>
          <p:cNvGrpSpPr/>
          <p:nvPr/>
        </p:nvGrpSpPr>
        <p:grpSpPr>
          <a:xfrm>
            <a:off x="5806200" y="3877413"/>
            <a:ext cx="756300" cy="146700"/>
            <a:chOff x="5806200" y="1807463"/>
            <a:chExt cx="756300" cy="146700"/>
          </a:xfrm>
        </p:grpSpPr>
        <p:sp>
          <p:nvSpPr>
            <p:cNvPr id="792" name="Google Shape;792;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3" name="Google Shape;793;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4" name="Google Shape;794;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95"/>
        <p:cNvGrpSpPr/>
        <p:nvPr/>
      </p:nvGrpSpPr>
      <p:grpSpPr>
        <a:xfrm>
          <a:off x="0" y="0"/>
          <a:ext cx="0" cy="0"/>
          <a:chOff x="0" y="0"/>
          <a:chExt cx="0" cy="0"/>
        </a:xfrm>
      </p:grpSpPr>
      <p:sp>
        <p:nvSpPr>
          <p:cNvPr id="796" name="Google Shape;796;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7" name="Google Shape;797;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8" name="Google Shape;798;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9" name="Google Shape;799;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800" name="Google Shape;800;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1" name="Google Shape;801;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2" name="Google Shape;802;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803" name="Google Shape;803;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804" name="Google Shape;804;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805" name="Google Shape;805;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806" name="Google Shape;806;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807" name="Google Shape;807;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808" name="Google Shape;808;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809" name="Google Shape;809;p30"/>
          <p:cNvGrpSpPr/>
          <p:nvPr/>
        </p:nvGrpSpPr>
        <p:grpSpPr>
          <a:xfrm>
            <a:off x="6022940" y="5341706"/>
            <a:ext cx="594501" cy="305904"/>
            <a:chOff x="5672081" y="1914352"/>
            <a:chExt cx="792668" cy="305904"/>
          </a:xfrm>
        </p:grpSpPr>
        <p:sp>
          <p:nvSpPr>
            <p:cNvPr id="810" name="Google Shape;810;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1" name="Google Shape;811;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812" name="Google Shape;812;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813" name="Google Shape;813;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4" name="Google Shape;814;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5" name="Google Shape;815;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6" name="Google Shape;816;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7" name="Google Shape;817;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8" name="Google Shape;818;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19" name="Google Shape;819;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0" name="Google Shape;820;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821" name="Google Shape;821;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822" name="Google Shape;822;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3" name="Google Shape;823;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4" name="Google Shape;824;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5" name="Google Shape;825;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6" name="Google Shape;826;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7" name="Google Shape;827;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8" name="Google Shape;828;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29" name="Google Shape;829;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830" name="Google Shape;830;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831" name="Google Shape;831;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832" name="Google Shape;832;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833" name="Google Shape;833;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834" name="Google Shape;834;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835" name="Google Shape;835;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836" name="Google Shape;836;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7" name="Google Shape;837;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8" name="Google Shape;838;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839" name="Google Shape;839;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840" name="Google Shape;840;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841"/>
        <p:cNvGrpSpPr/>
        <p:nvPr/>
      </p:nvGrpSpPr>
      <p:grpSpPr>
        <a:xfrm>
          <a:off x="0" y="0"/>
          <a:ext cx="0" cy="0"/>
          <a:chOff x="0" y="0"/>
          <a:chExt cx="0" cy="0"/>
        </a:xfrm>
      </p:grpSpPr>
      <p:sp>
        <p:nvSpPr>
          <p:cNvPr id="842" name="Google Shape;842;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3" name="Google Shape;843;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844" name="Google Shape;844;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845"/>
        <p:cNvGrpSpPr/>
        <p:nvPr/>
      </p:nvGrpSpPr>
      <p:grpSpPr>
        <a:xfrm>
          <a:off x="0" y="0"/>
          <a:ext cx="0" cy="0"/>
          <a:chOff x="0" y="0"/>
          <a:chExt cx="0" cy="0"/>
        </a:xfrm>
      </p:grpSpPr>
      <p:sp>
        <p:nvSpPr>
          <p:cNvPr id="846" name="Google Shape;846;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847" name="Google Shape;847;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848" name="Google Shape;848;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slide" Target="slide16.xml"/><Relationship Id="rId5" Type="http://schemas.openxmlformats.org/officeDocument/2006/relationships/image" Target="../media/image11.png"/><Relationship Id="rId10" Type="http://schemas.openxmlformats.org/officeDocument/2006/relationships/slide" Target="slide18.xml"/><Relationship Id="rId4" Type="http://schemas.openxmlformats.org/officeDocument/2006/relationships/image" Target="../media/image14.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0"/>
        <p:cNvGrpSpPr/>
        <p:nvPr/>
      </p:nvGrpSpPr>
      <p:grpSpPr>
        <a:xfrm>
          <a:off x="0" y="0"/>
          <a:ext cx="0" cy="0"/>
          <a:chOff x="0" y="0"/>
          <a:chExt cx="0" cy="0"/>
        </a:xfrm>
      </p:grpSpPr>
      <p:sp>
        <p:nvSpPr>
          <p:cNvPr id="1661" name="Google Shape;166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't'</a:t>
            </a:r>
            <a:endParaRPr/>
          </a:p>
        </p:txBody>
      </p:sp>
      <p:sp>
        <p:nvSpPr>
          <p:cNvPr id="1662" name="Google Shape;1662;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63" name="Google Shape;1663;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64" name="Google Shape;1664;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a:t>
            </a:r>
            <a:endParaRPr/>
          </a:p>
        </p:txBody>
      </p:sp>
      <p:graphicFrame>
        <p:nvGraphicFramePr>
          <p:cNvPr id="1665" name="Google Shape;1665;p1"/>
          <p:cNvGraphicFramePr/>
          <p:nvPr/>
        </p:nvGraphicFramePr>
        <p:xfrm>
          <a:off x="4844200" y="1891197"/>
          <a:ext cx="3785000" cy="1678950"/>
        </p:xfrm>
        <a:graphic>
          <a:graphicData uri="http://schemas.openxmlformats.org/drawingml/2006/table">
            <a:tbl>
              <a:tblPr firstRow="1" bandRow="1">
                <a:noFill/>
                <a:tableStyleId>{87C5DAD6-EEF3-4E29-B77D-13833B9D1B59}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000000"/>
                          </a:solidFill>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t</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p</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i</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n</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m</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d</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g</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o</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c</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k</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ck</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e</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u</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r</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h</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b</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CCCCCC"/>
                          </a:solidFill>
                          <a:latin typeface="Jost"/>
                          <a:ea typeface="Jost"/>
                          <a:cs typeface="Jost"/>
                          <a:sym typeface="Jost"/>
                        </a:rPr>
                        <a:t>f</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CCCCCC"/>
                          </a:solidFill>
                          <a:latin typeface="Jost"/>
                          <a:ea typeface="Jost"/>
                          <a:cs typeface="Jost"/>
                          <a:sym typeface="Jost"/>
                        </a:rPr>
                        <a:t>ff</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l</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ll</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CCCCCC"/>
                          </a:solidFill>
                          <a:latin typeface="Jost"/>
                          <a:ea typeface="Jost"/>
                          <a:cs typeface="Jost"/>
                          <a:sym typeface="Jost"/>
                        </a:rPr>
                        <a:t>ss</a:t>
                      </a: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CCCCCC"/>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666" name="Google Shape;166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667" name="Google Shape;1667;p1"/>
          <p:cNvPicPr preferRelativeResize="0"/>
          <p:nvPr/>
        </p:nvPicPr>
        <p:blipFill rotWithShape="1">
          <a:blip r:embed="rId3">
            <a:alphaModFix/>
          </a:blip>
          <a:srcRect t="59" b="59"/>
          <a:stretch/>
        </p:blipFill>
        <p:spPr>
          <a:xfrm rot="157550">
            <a:off x="4481391" y="4536134"/>
            <a:ext cx="2493519" cy="997852"/>
          </a:xfrm>
          <a:prstGeom prst="rect">
            <a:avLst/>
          </a:prstGeom>
          <a:noFill/>
          <a:ln>
            <a:noFill/>
          </a:ln>
          <a:effectLst>
            <a:outerShdw blurRad="71438" dist="38100" dir="5220000" algn="bl" rotWithShape="0">
              <a:srgbClr val="000000">
                <a:alpha val="21176"/>
              </a:srgbClr>
            </a:outerShdw>
          </a:effectLst>
        </p:spPr>
      </p:pic>
      <p:pic>
        <p:nvPicPr>
          <p:cNvPr id="1668" name="Google Shape;1668;p1"/>
          <p:cNvPicPr preferRelativeResize="0"/>
          <p:nvPr/>
        </p:nvPicPr>
        <p:blipFill rotWithShape="1">
          <a:blip r:embed="rId4">
            <a:alphaModFix/>
          </a:blip>
          <a:srcRect t="129" b="12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1669" name="Google Shape;1669;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74"/>
        <p:cNvGrpSpPr/>
        <p:nvPr/>
      </p:nvGrpSpPr>
      <p:grpSpPr>
        <a:xfrm>
          <a:off x="0" y="0"/>
          <a:ext cx="0" cy="0"/>
          <a:chOff x="0" y="0"/>
          <a:chExt cx="0" cy="0"/>
        </a:xfrm>
      </p:grpSpPr>
      <p:sp>
        <p:nvSpPr>
          <p:cNvPr id="1675" name="Google Shape;167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t</a:t>
            </a:r>
            <a:r>
              <a:rPr lang="en-US"/>
              <a:t>.</a:t>
            </a:r>
            <a:endParaRPr/>
          </a:p>
        </p:txBody>
      </p:sp>
      <p:sp>
        <p:nvSpPr>
          <p:cNvPr id="1676" name="Google Shape;1676;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Recall ‘</a:t>
            </a:r>
            <a:r>
              <a:rPr lang="en-US">
                <a:solidFill>
                  <a:srgbClr val="8DC63F"/>
                </a:solidFill>
              </a:rPr>
              <a:t>s</a:t>
            </a:r>
            <a:r>
              <a:rPr lang="en-US"/>
              <a:t>’ and ‘</a:t>
            </a:r>
            <a:r>
              <a:rPr lang="en-US">
                <a:solidFill>
                  <a:srgbClr val="8DC63F"/>
                </a:solidFill>
              </a:rPr>
              <a:t>a</a:t>
            </a:r>
            <a:r>
              <a:rPr lang="en-US"/>
              <a:t>’ using flashcards.</a:t>
            </a:r>
            <a:endParaRPr/>
          </a:p>
        </p:txBody>
      </p:sp>
      <p:sp>
        <p:nvSpPr>
          <p:cNvPr id="1677" name="Google Shape;1677;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1678" name="Google Shape;1678;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1679" name="Google Shape;1679;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1680" name="Google Shape;1680;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1681" name="Google Shape;1681;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1682" name="Google Shape;1682;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1683" name="Google Shape;1683;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1684" name="Google Shape;1684;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1685" name="Google Shape;1685;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1686" name="Google Shape;1686;g2bee4f4af4b_0_204"/>
          <p:cNvPicPr preferRelativeResize="0"/>
          <p:nvPr/>
        </p:nvPicPr>
        <p:blipFill rotWithShape="1">
          <a:blip r:embed="rId5">
            <a:alphaModFix/>
          </a:blip>
          <a:srcRect t="59" b="68"/>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1687" name="Google Shape;1687;g2bee4f4af4b_0_204"/>
          <p:cNvSpPr txBox="1"/>
          <p:nvPr/>
        </p:nvSpPr>
        <p:spPr>
          <a:xfrm>
            <a:off x="6114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1688" name="Google Shape;1688;g2bee4f4af4b_0_204"/>
          <p:cNvSpPr txBox="1"/>
          <p:nvPr/>
        </p:nvSpPr>
        <p:spPr>
          <a:xfrm>
            <a:off x="5907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1689" name="Google Shape;1689;g2bee4f4af4b_0_204"/>
          <p:cNvPicPr preferRelativeResize="0"/>
          <p:nvPr/>
        </p:nvPicPr>
        <p:blipFill rotWithShape="1">
          <a:blip r:embed="rId6">
            <a:alphaModFix/>
          </a:blip>
          <a:srcRect t="89" b="98"/>
          <a:stretch/>
        </p:blipFill>
        <p:spPr>
          <a:xfrm>
            <a:off x="6127846" y="4363493"/>
            <a:ext cx="786850" cy="590421"/>
          </a:xfrm>
          <a:prstGeom prst="rect">
            <a:avLst/>
          </a:prstGeom>
          <a:noFill/>
          <a:ln>
            <a:noFill/>
          </a:ln>
          <a:effectLst>
            <a:outerShdw blurRad="71438" dist="19050" dir="5220000" algn="bl" rotWithShape="0">
              <a:srgbClr val="D8D8D8"/>
            </a:outerShdw>
          </a:effectLst>
        </p:spPr>
      </p:pic>
      <p:sp>
        <p:nvSpPr>
          <p:cNvPr id="1690" name="Google Shape;169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1691" name="Google Shape;169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1692" name="Google Shape;1692;g2bee4f4af4b_0_204"/>
          <p:cNvPicPr preferRelativeResize="0"/>
          <p:nvPr/>
        </p:nvPicPr>
        <p:blipFill rotWithShape="1">
          <a:blip r:embed="rId7">
            <a:alphaModFix/>
          </a:blip>
          <a:srcRect t="128" b="12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1693" name="Google Shape;1693;g2bee4f4af4b_0_204">
            <a:hlinkClick r:id="rId8" action="ppaction://hlinksldjump"/>
          </p:cNvPr>
          <p:cNvSpPr/>
          <p:nvPr/>
        </p:nvSpPr>
        <p:spPr>
          <a:xfrm>
            <a:off x="2451013" y="364477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4" name="Google Shape;1694;g2bee4f4af4b_0_204">
            <a:hlinkClick r:id="rId9" action="ppaction://hlinksldjump"/>
          </p:cNvPr>
          <p:cNvSpPr/>
          <p:nvPr/>
        </p:nvSpPr>
        <p:spPr>
          <a:xfrm>
            <a:off x="5996378" y="374635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5" name="Google Shape;1695;g2bee4f4af4b_0_204">
            <a:hlinkClick r:id="rId10" action="ppaction://hlinksldjump"/>
          </p:cNvPr>
          <p:cNvSpPr/>
          <p:nvPr/>
        </p:nvSpPr>
        <p:spPr>
          <a:xfrm>
            <a:off x="4870332" y="375215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6" name="Google Shape;1696;g2bee4f4af4b_0_204">
            <a:hlinkClick r:id="rId11" action="ppaction://hlinksldjump"/>
          </p:cNvPr>
          <p:cNvSpPr/>
          <p:nvPr/>
        </p:nvSpPr>
        <p:spPr>
          <a:xfrm>
            <a:off x="3624883" y="381473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7" name="Google Shape;1697;g2bee4f4af4b_0_204">
            <a:hlinkClick r:id="rId12" action="ppaction://hlinksldjump"/>
          </p:cNvPr>
          <p:cNvSpPr/>
          <p:nvPr/>
        </p:nvSpPr>
        <p:spPr>
          <a:xfrm>
            <a:off x="1020264" y="37091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02"/>
        <p:cNvGrpSpPr/>
        <p:nvPr/>
      </p:nvGrpSpPr>
      <p:grpSpPr>
        <a:xfrm>
          <a:off x="0" y="0"/>
          <a:ext cx="0" cy="0"/>
          <a:chOff x="0" y="0"/>
          <a:chExt cx="0" cy="0"/>
        </a:xfrm>
      </p:grpSpPr>
      <p:sp>
        <p:nvSpPr>
          <p:cNvPr id="1703" name="Google Shape;170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704" name="Google Shape;1704;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a:t>
            </a:r>
            <a:r>
              <a:rPr lang="en-US"/>
              <a:t>’ and ‘</a:t>
            </a:r>
            <a:r>
              <a:rPr lang="en-US">
                <a:solidFill>
                  <a:srgbClr val="8DC63F"/>
                </a:solidFill>
              </a:rPr>
              <a:t>a</a:t>
            </a:r>
            <a:r>
              <a:rPr lang="en-US"/>
              <a:t>’ using flashcards.</a:t>
            </a:r>
            <a:endParaRPr/>
          </a:p>
        </p:txBody>
      </p:sp>
      <p:pic>
        <p:nvPicPr>
          <p:cNvPr id="1705" name="Google Shape;1705;g26b641b03cd_0_165"/>
          <p:cNvPicPr preferRelativeResize="0"/>
          <p:nvPr/>
        </p:nvPicPr>
        <p:blipFill rotWithShape="1">
          <a:blip r:embed="rId3">
            <a:alphaModFix/>
          </a:blip>
          <a:srcRect l="79" r="79"/>
          <a:stretch/>
        </p:blipFill>
        <p:spPr>
          <a:xfrm>
            <a:off x="2558529" y="2305875"/>
            <a:ext cx="1747050" cy="2472849"/>
          </a:xfrm>
          <a:prstGeom prst="rect">
            <a:avLst/>
          </a:prstGeom>
          <a:noFill/>
          <a:ln>
            <a:noFill/>
          </a:ln>
          <a:effectLst>
            <a:outerShdw blurRad="71438" dist="28575" dir="5400000" algn="bl" rotWithShape="0">
              <a:srgbClr val="000000">
                <a:alpha val="16078"/>
              </a:srgbClr>
            </a:outerShdw>
          </a:effectLst>
        </p:spPr>
      </p:pic>
      <p:pic>
        <p:nvPicPr>
          <p:cNvPr id="1706" name="Google Shape;1706;g26b641b03cd_0_165"/>
          <p:cNvPicPr preferRelativeResize="0"/>
          <p:nvPr/>
        </p:nvPicPr>
        <p:blipFill rotWithShape="1">
          <a:blip r:embed="rId4">
            <a:alphaModFix/>
          </a:blip>
          <a:srcRect l="19" r="29"/>
          <a:stretch/>
        </p:blipFill>
        <p:spPr>
          <a:xfrm>
            <a:off x="4708683" y="2305875"/>
            <a:ext cx="1747050"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g2d9e1881fc7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1713" name="Google Shape;1713;g2d9e1881fc7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1714" name="Google Shape;1714;g2d9e1881fc7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1715" name="Google Shape;1715;g2d9e1881fc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0"/>
        <p:cNvGrpSpPr/>
        <p:nvPr/>
      </p:nvGrpSpPr>
      <p:grpSpPr>
        <a:xfrm>
          <a:off x="0" y="0"/>
          <a:ext cx="0" cy="0"/>
          <a:chOff x="0" y="0"/>
          <a:chExt cx="0" cy="0"/>
        </a:xfrm>
      </p:grpSpPr>
      <p:sp>
        <p:nvSpPr>
          <p:cNvPr id="1721" name="Google Shape;172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722" name="Google Shape;172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723" name="Google Shape;1723;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1724" name="Google Shape;172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sp>
        <p:nvSpPr>
          <p:cNvPr id="1730" name="Google Shape;173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1731" name="Google Shape;173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1732" name="Google Shape;1732;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1733" name="Google Shape;173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8"/>
        <p:cNvGrpSpPr/>
        <p:nvPr/>
      </p:nvGrpSpPr>
      <p:grpSpPr>
        <a:xfrm>
          <a:off x="0" y="0"/>
          <a:ext cx="0" cy="0"/>
          <a:chOff x="0" y="0"/>
          <a:chExt cx="0" cy="0"/>
        </a:xfrm>
      </p:grpSpPr>
      <p:sp>
        <p:nvSpPr>
          <p:cNvPr id="1739" name="Google Shape;173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740" name="Google Shape;174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741" name="Google Shape;1741;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1742" name="Google Shape;174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7"/>
        <p:cNvGrpSpPr/>
        <p:nvPr/>
      </p:nvGrpSpPr>
      <p:grpSpPr>
        <a:xfrm>
          <a:off x="0" y="0"/>
          <a:ext cx="0" cy="0"/>
          <a:chOff x="0" y="0"/>
          <a:chExt cx="0" cy="0"/>
        </a:xfrm>
      </p:grpSpPr>
      <p:sp>
        <p:nvSpPr>
          <p:cNvPr id="1748" name="Google Shape;174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1749" name="Google Shape;174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1750" name="Google Shape;1750;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1751" name="Google Shape;175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6"/>
        <p:cNvGrpSpPr/>
        <p:nvPr/>
      </p:nvGrpSpPr>
      <p:grpSpPr>
        <a:xfrm>
          <a:off x="0" y="0"/>
          <a:ext cx="0" cy="0"/>
          <a:chOff x="0" y="0"/>
          <a:chExt cx="0" cy="0"/>
        </a:xfrm>
      </p:grpSpPr>
      <p:sp>
        <p:nvSpPr>
          <p:cNvPr id="1757" name="Google Shape;175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758" name="Google Shape;175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759" name="Google Shape;175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5" name="Google Shape;1765;g26ba178778c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766" name="Google Shape;1766;g26ba178778c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767" name="Google Shape;1767;g26ba178778c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8" name="Google Shape;1768;g26ba178778c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69" name="Google Shape;1769;g26ba178778c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70" name="Google Shape;1770;g26ba178778c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71" name="Google Shape;1771;g26ba178778c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772" name="Google Shape;1772;g26ba178778c_0_0"/>
          <p:cNvGrpSpPr/>
          <p:nvPr/>
        </p:nvGrpSpPr>
        <p:grpSpPr>
          <a:xfrm>
            <a:off x="304250" y="6984600"/>
            <a:ext cx="8330829" cy="808600"/>
            <a:chOff x="-152950" y="7365600"/>
            <a:chExt cx="8330829" cy="808600"/>
          </a:xfrm>
        </p:grpSpPr>
        <p:sp>
          <p:nvSpPr>
            <p:cNvPr id="1773" name="Google Shape;1773;g26ba178778c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774" name="Google Shape;1774;g26ba178778c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775" name="Google Shape;1775;g26ba178778c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776" name="Google Shape;1776;g26ba178778c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777" name="Google Shape;1777;g26ba178778c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778" name="Google Shape;1778;g26ba178778c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779" name="Google Shape;1779;g26ba178778c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780" name="Google Shape;1780;g26ba178778c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781" name="Google Shape;1781;g26ba178778c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2" name="Google Shape;1782;g26ba178778c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3" name="Google Shape;1783;g26ba178778c_0_0"/>
          <p:cNvSpPr/>
          <p:nvPr/>
        </p:nvSpPr>
        <p:spPr>
          <a:xfrm>
            <a:off x="437700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784" name="Google Shape;1784;g26ba178778c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785" name="Google Shape;1785;g26ba178778c_0_0"/>
          <p:cNvSpPr txBox="1">
            <a:spLocks noGrp="1"/>
          </p:cNvSpPr>
          <p:nvPr>
            <p:ph type="subTitle" idx="4294967295"/>
          </p:nvPr>
        </p:nvSpPr>
        <p:spPr>
          <a:xfrm>
            <a:off x="3684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0"/>
        <p:cNvGrpSpPr/>
        <p:nvPr/>
      </p:nvGrpSpPr>
      <p:grpSpPr>
        <a:xfrm>
          <a:off x="0" y="0"/>
          <a:ext cx="0" cy="0"/>
          <a:chOff x="0" y="0"/>
          <a:chExt cx="0" cy="0"/>
        </a:xfrm>
      </p:grpSpPr>
      <p:sp>
        <p:nvSpPr>
          <p:cNvPr id="1791" name="Google Shape;1791;g26ba178778c_0_7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792" name="Google Shape;1792;g26ba178778c_0_7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793" name="Google Shape;1793;g26ba178778c_0_72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4" name="Google Shape;1794;g26ba178778c_0_72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5" name="Google Shape;1795;g26ba178778c_0_72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6" name="Google Shape;1796;g26ba178778c_0_7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797" name="Google Shape;1797;g26ba178778c_0_7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798" name="Google Shape;1798;g26ba178778c_0_726"/>
          <p:cNvGrpSpPr/>
          <p:nvPr/>
        </p:nvGrpSpPr>
        <p:grpSpPr>
          <a:xfrm>
            <a:off x="304250" y="6984600"/>
            <a:ext cx="8330829" cy="808600"/>
            <a:chOff x="-152950" y="7365600"/>
            <a:chExt cx="8330829" cy="808600"/>
          </a:xfrm>
        </p:grpSpPr>
        <p:sp>
          <p:nvSpPr>
            <p:cNvPr id="1799" name="Google Shape;1799;g26ba178778c_0_72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800" name="Google Shape;1800;g26ba178778c_0_72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801" name="Google Shape;1801;g26ba178778c_0_72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802" name="Google Shape;1802;g26ba178778c_0_72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803" name="Google Shape;1803;g26ba178778c_0_72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804" name="Google Shape;1804;g26ba178778c_0_72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805" name="Google Shape;1805;g26ba178778c_0_72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806" name="Google Shape;1806;g26ba178778c_0_72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807" name="Google Shape;1807;g26ba178778c_0_72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8" name="Google Shape;1808;g26ba178778c_0_72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9" name="Google Shape;1809;g26ba178778c_0_726"/>
          <p:cNvSpPr/>
          <p:nvPr/>
        </p:nvSpPr>
        <p:spPr>
          <a:xfrm>
            <a:off x="375600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0" name="Google Shape;1810;g26ba178778c_0_726"/>
          <p:cNvSpPr/>
          <p:nvPr/>
        </p:nvSpPr>
        <p:spPr>
          <a:xfrm>
            <a:off x="49980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811" name="Google Shape;1811;g26ba178778c_0_7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812" name="Google Shape;1812;g26ba178778c_0_726"/>
          <p:cNvSpPr txBox="1">
            <a:spLocks noGrp="1"/>
          </p:cNvSpPr>
          <p:nvPr>
            <p:ph type="subTitle" idx="4294967295"/>
          </p:nvPr>
        </p:nvSpPr>
        <p:spPr>
          <a:xfrm>
            <a:off x="3063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1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1813" name="Google Shape;1813;g26ba178778c_0_726"/>
          <p:cNvSpPr txBox="1">
            <a:spLocks noGrp="1"/>
          </p:cNvSpPr>
          <p:nvPr>
            <p:ph type="subTitle" idx="4294967295"/>
          </p:nvPr>
        </p:nvSpPr>
        <p:spPr>
          <a:xfrm>
            <a:off x="43053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19" name="Google Shape;1819;g26ba178778c_0_8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820" name="Google Shape;1820;g26ba178778c_0_8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821" name="Google Shape;1821;g26ba178778c_0_81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2" name="Google Shape;1822;g26ba178778c_0_81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3" name="Google Shape;1823;g26ba178778c_0_81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4" name="Google Shape;1824;g26ba178778c_0_81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25" name="Google Shape;1825;g26ba178778c_0_81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826" name="Google Shape;1826;g26ba178778c_0_814"/>
          <p:cNvGrpSpPr/>
          <p:nvPr/>
        </p:nvGrpSpPr>
        <p:grpSpPr>
          <a:xfrm>
            <a:off x="304250" y="6984600"/>
            <a:ext cx="8330829" cy="808600"/>
            <a:chOff x="-152950" y="7365600"/>
            <a:chExt cx="8330829" cy="808600"/>
          </a:xfrm>
        </p:grpSpPr>
        <p:sp>
          <p:nvSpPr>
            <p:cNvPr id="1827" name="Google Shape;1827;g26ba178778c_0_81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828" name="Google Shape;1828;g26ba178778c_0_81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829" name="Google Shape;1829;g26ba178778c_0_81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830" name="Google Shape;1830;g26ba178778c_0_81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831" name="Google Shape;1831;g26ba178778c_0_81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832" name="Google Shape;1832;g26ba178778c_0_81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833" name="Google Shape;1833;g26ba178778c_0_81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834" name="Google Shape;1834;g26ba178778c_0_81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835" name="Google Shape;1835;g26ba178778c_0_81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6" name="Google Shape;1836;g26ba178778c_0_81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7" name="Google Shape;1837;g26ba178778c_0_814"/>
          <p:cNvSpPr/>
          <p:nvPr/>
        </p:nvSpPr>
        <p:spPr>
          <a:xfrm>
            <a:off x="371790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8" name="Google Shape;1838;g26ba178778c_0_814"/>
          <p:cNvSpPr/>
          <p:nvPr/>
        </p:nvSpPr>
        <p:spPr>
          <a:xfrm>
            <a:off x="50361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839" name="Google Shape;1839;g26ba178778c_0_81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840" name="Google Shape;1840;g26ba178778c_0_814"/>
          <p:cNvSpPr txBox="1">
            <a:spLocks noGrp="1"/>
          </p:cNvSpPr>
          <p:nvPr>
            <p:ph type="subTitle" idx="4294967295"/>
          </p:nvPr>
        </p:nvSpPr>
        <p:spPr>
          <a:xfrm>
            <a:off x="30252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1841" name="Google Shape;1841;g26ba178778c_0_814"/>
          <p:cNvSpPr txBox="1">
            <a:spLocks noGrp="1"/>
          </p:cNvSpPr>
          <p:nvPr>
            <p:ph type="subTitle" idx="4294967295"/>
          </p:nvPr>
        </p:nvSpPr>
        <p:spPr>
          <a:xfrm>
            <a:off x="43434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6"/>
        <p:cNvGrpSpPr/>
        <p:nvPr/>
      </p:nvGrpSpPr>
      <p:grpSpPr>
        <a:xfrm>
          <a:off x="0" y="0"/>
          <a:ext cx="0" cy="0"/>
          <a:chOff x="0" y="0"/>
          <a:chExt cx="0" cy="0"/>
        </a:xfrm>
      </p:grpSpPr>
      <p:sp>
        <p:nvSpPr>
          <p:cNvPr id="1847" name="Google Shape;1847;g26ba178778c_0_78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848" name="Google Shape;1848;g26ba178778c_0_78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849" name="Google Shape;1849;g26ba178778c_0_784"/>
          <p:cNvSpPr txBox="1">
            <a:spLocks noGrp="1"/>
          </p:cNvSpPr>
          <p:nvPr>
            <p:ph type="subTitle" idx="4294967295"/>
          </p:nvPr>
        </p:nvSpPr>
        <p:spPr>
          <a:xfrm>
            <a:off x="23661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850" name="Google Shape;1850;g26ba178778c_0_78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51" name="Google Shape;1851;g26ba178778c_0_78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52" name="Google Shape;1852;g26ba178778c_0_78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53" name="Google Shape;1853;g26ba178778c_0_78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854" name="Google Shape;1854;g26ba178778c_0_78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855" name="Google Shape;1855;g26ba178778c_0_784"/>
          <p:cNvGrpSpPr/>
          <p:nvPr/>
        </p:nvGrpSpPr>
        <p:grpSpPr>
          <a:xfrm>
            <a:off x="304250" y="6984600"/>
            <a:ext cx="8330829" cy="808600"/>
            <a:chOff x="-152950" y="7365600"/>
            <a:chExt cx="8330829" cy="808600"/>
          </a:xfrm>
        </p:grpSpPr>
        <p:sp>
          <p:nvSpPr>
            <p:cNvPr id="1856" name="Google Shape;1856;g26ba178778c_0_78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857" name="Google Shape;1857;g26ba178778c_0_78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858" name="Google Shape;1858;g26ba178778c_0_78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859" name="Google Shape;1859;g26ba178778c_0_78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860" name="Google Shape;1860;g26ba178778c_0_78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861" name="Google Shape;1861;g26ba178778c_0_78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862" name="Google Shape;1862;g26ba178778c_0_78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863" name="Google Shape;1863;g26ba178778c_0_78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864" name="Google Shape;1864;g26ba178778c_0_78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5" name="Google Shape;1865;g26ba178778c_0_78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6" name="Google Shape;1866;g26ba178778c_0_784"/>
          <p:cNvSpPr/>
          <p:nvPr/>
        </p:nvSpPr>
        <p:spPr>
          <a:xfrm>
            <a:off x="3058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7" name="Google Shape;1867;g26ba178778c_0_784"/>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8" name="Google Shape;1868;g26ba178778c_0_784"/>
          <p:cNvSpPr/>
          <p:nvPr/>
        </p:nvSpPr>
        <p:spPr>
          <a:xfrm>
            <a:off x="56952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869" name="Google Shape;1869;g26ba178778c_0_78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870" name="Google Shape;1870;g26ba178778c_0_784"/>
          <p:cNvSpPr txBox="1">
            <a:spLocks noGrp="1"/>
          </p:cNvSpPr>
          <p:nvPr>
            <p:ph type="subTitle" idx="4294967295"/>
          </p:nvPr>
        </p:nvSpPr>
        <p:spPr>
          <a:xfrm>
            <a:off x="5002500" y="1308025"/>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871" name="Google Shape;1871;g26ba178778c_0_784"/>
          <p:cNvSpPr txBox="1">
            <a:spLocks noGrp="1"/>
          </p:cNvSpPr>
          <p:nvPr>
            <p:ph type="subTitle" idx="4294967295"/>
          </p:nvPr>
        </p:nvSpPr>
        <p:spPr>
          <a:xfrm>
            <a:off x="3684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6"/>
        <p:cNvGrpSpPr/>
        <p:nvPr/>
      </p:nvGrpSpPr>
      <p:grpSpPr>
        <a:xfrm>
          <a:off x="0" y="0"/>
          <a:ext cx="0" cy="0"/>
          <a:chOff x="0" y="0"/>
          <a:chExt cx="0" cy="0"/>
        </a:xfrm>
      </p:grpSpPr>
      <p:sp>
        <p:nvSpPr>
          <p:cNvPr id="1877" name="Google Shape;187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878" name="Google Shape;187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879" name="Google Shape;187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4"/>
        <p:cNvGrpSpPr/>
        <p:nvPr/>
      </p:nvGrpSpPr>
      <p:grpSpPr>
        <a:xfrm>
          <a:off x="0" y="0"/>
          <a:ext cx="0" cy="0"/>
          <a:chOff x="0" y="0"/>
          <a:chExt cx="0" cy="0"/>
        </a:xfrm>
      </p:grpSpPr>
      <p:sp>
        <p:nvSpPr>
          <p:cNvPr id="1885" name="Google Shape;188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886" name="Google Shape;188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887" name="Google Shape;188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888" name="Google Shape;188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sp>
        <p:nvSpPr>
          <p:cNvPr id="1894" name="Google Shape;189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895" name="Google Shape;189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896" name="Google Shape;189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897" name="Google Shape;189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2"/>
        <p:cNvGrpSpPr/>
        <p:nvPr/>
      </p:nvGrpSpPr>
      <p:grpSpPr>
        <a:xfrm>
          <a:off x="0" y="0"/>
          <a:ext cx="0" cy="0"/>
          <a:chOff x="0" y="0"/>
          <a:chExt cx="0" cy="0"/>
        </a:xfrm>
      </p:grpSpPr>
      <p:sp>
        <p:nvSpPr>
          <p:cNvPr id="1903" name="Google Shape;190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904" name="Google Shape;190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905" name="Google Shape;190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906" name="Google Shape;190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913" name="Google Shape;191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914" name="Google Shape;1914;g2c186218c5a_0_149"/>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915" name="Google Shape;191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sp>
        <p:nvSpPr>
          <p:cNvPr id="1921" name="Google Shape;1921;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922" name="Google Shape;1922;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923" name="Google Shape;1923;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924" name="Google Shape;1924;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9"/>
        <p:cNvGrpSpPr/>
        <p:nvPr/>
      </p:nvGrpSpPr>
      <p:grpSpPr>
        <a:xfrm>
          <a:off x="0" y="0"/>
          <a:ext cx="0" cy="0"/>
          <a:chOff x="0" y="0"/>
          <a:chExt cx="0" cy="0"/>
        </a:xfrm>
      </p:grpSpPr>
      <p:sp>
        <p:nvSpPr>
          <p:cNvPr id="1930" name="Google Shape;1930;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931" name="Google Shape;1931;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932" name="Google Shape;1932;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933" name="Google Shape;193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8"/>
        <p:cNvGrpSpPr/>
        <p:nvPr/>
      </p:nvGrpSpPr>
      <p:grpSpPr>
        <a:xfrm>
          <a:off x="0" y="0"/>
          <a:ext cx="0" cy="0"/>
          <a:chOff x="0" y="0"/>
          <a:chExt cx="0" cy="0"/>
        </a:xfrm>
      </p:grpSpPr>
      <p:sp>
        <p:nvSpPr>
          <p:cNvPr id="1939" name="Google Shape;193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940" name="Google Shape;194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grpSp>
        <p:nvGrpSpPr>
          <p:cNvPr id="1941" name="Google Shape;1941;g1f3daf8a844_0_64"/>
          <p:cNvGrpSpPr/>
          <p:nvPr/>
        </p:nvGrpSpPr>
        <p:grpSpPr>
          <a:xfrm>
            <a:off x="3024000" y="209875"/>
            <a:ext cx="3096000" cy="454800"/>
            <a:chOff x="3024000" y="209875"/>
            <a:chExt cx="3096000" cy="454800"/>
          </a:xfrm>
        </p:grpSpPr>
        <p:sp>
          <p:nvSpPr>
            <p:cNvPr id="1942" name="Google Shape;194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3" name="Google Shape;194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4" name="Google Shape;194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945" name="Google Shape;1945;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46" name="Google Shape;1946;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47" name="Google Shape;194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948" name="Google Shape;1948;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949" name="Google Shape;1949;g1f3daf8a844_0_64"/>
          <p:cNvSpPr txBox="1"/>
          <p:nvPr/>
        </p:nvSpPr>
        <p:spPr>
          <a:xfrm>
            <a:off x="2570100" y="1348503"/>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950" name="Google Shape;1950;g1f3daf8a844_0_64"/>
          <p:cNvSpPr txBox="1"/>
          <p:nvPr/>
        </p:nvSpPr>
        <p:spPr>
          <a:xfrm>
            <a:off x="3959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7500" b="0" i="0" u="none" strike="noStrike" cap="none">
              <a:solidFill>
                <a:srgbClr val="ED1C24"/>
              </a:solidFill>
              <a:latin typeface="Poppins"/>
              <a:ea typeface="Poppins"/>
              <a:cs typeface="Poppins"/>
              <a:sym typeface="Poppins"/>
            </a:endParaRPr>
          </a:p>
        </p:txBody>
      </p:sp>
      <p:sp>
        <p:nvSpPr>
          <p:cNvPr id="1951" name="Google Shape;1951;g1f3daf8a844_0_64"/>
          <p:cNvSpPr txBox="1"/>
          <p:nvPr/>
        </p:nvSpPr>
        <p:spPr>
          <a:xfrm>
            <a:off x="5348100" y="1348503"/>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cxnSp>
        <p:nvCxnSpPr>
          <p:cNvPr id="1952" name="Google Shape;1952;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7"/>
        <p:cNvGrpSpPr/>
        <p:nvPr/>
      </p:nvGrpSpPr>
      <p:grpSpPr>
        <a:xfrm>
          <a:off x="0" y="0"/>
          <a:ext cx="0" cy="0"/>
          <a:chOff x="0" y="0"/>
          <a:chExt cx="0" cy="0"/>
        </a:xfrm>
      </p:grpSpPr>
      <p:sp>
        <p:nvSpPr>
          <p:cNvPr id="1958" name="Google Shape;1958;g26c2cd34514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959" name="Google Shape;1959;g26c2cd34514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cxnSp>
        <p:nvCxnSpPr>
          <p:cNvPr id="1960" name="Google Shape;1960;g26c2cd34514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961" name="Google Shape;1961;g26c2cd34514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62" name="Google Shape;1962;g26c2cd34514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963" name="Google Shape;1963;g26c2cd34514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grpSp>
        <p:nvGrpSpPr>
          <p:cNvPr id="1964" name="Google Shape;1964;g26c2cd34514_0_742"/>
          <p:cNvGrpSpPr/>
          <p:nvPr/>
        </p:nvGrpSpPr>
        <p:grpSpPr>
          <a:xfrm>
            <a:off x="3024000" y="209875"/>
            <a:ext cx="3096000" cy="454800"/>
            <a:chOff x="3024000" y="209875"/>
            <a:chExt cx="3096000" cy="454800"/>
          </a:xfrm>
        </p:grpSpPr>
        <p:sp>
          <p:nvSpPr>
            <p:cNvPr id="1965" name="Google Shape;1965;g26c2cd34514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6" name="Google Shape;1966;g26c2cd34514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67" name="Google Shape;1967;g26c2cd34514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968" name="Google Shape;1968;g26c2cd34514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969" name="Google Shape;1969;g26c2cd34514_0_742"/>
          <p:cNvSpPr txBox="1">
            <a:spLocks noGrp="1"/>
          </p:cNvSpPr>
          <p:nvPr>
            <p:ph type="subTitle" idx="4294967295"/>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6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 </a:t>
            </a:r>
            <a:r>
              <a:rPr lang="en-US" sz="16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 </a:t>
            </a:r>
            <a:r>
              <a:rPr lang="en-US" sz="16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s</a:t>
            </a:r>
            <a:r>
              <a:rPr lang="en-US" sz="16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sp>
        <p:nvSpPr>
          <p:cNvPr id="1970" name="Google Shape;1970;g26c2cd34514_0_742"/>
          <p:cNvSpPr txBox="1"/>
          <p:nvPr/>
        </p:nvSpPr>
        <p:spPr>
          <a:xfrm>
            <a:off x="2570100" y="1348503"/>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s</a:t>
            </a:r>
            <a:endParaRPr sz="8000" b="0" i="0" u="none" strike="noStrike" cap="none">
              <a:solidFill>
                <a:srgbClr val="2356AF"/>
              </a:solidFill>
              <a:latin typeface="Jost"/>
              <a:ea typeface="Jost"/>
              <a:cs typeface="Jost"/>
              <a:sym typeface="Jost"/>
            </a:endParaRPr>
          </a:p>
        </p:txBody>
      </p:sp>
      <p:sp>
        <p:nvSpPr>
          <p:cNvPr id="1971" name="Google Shape;1971;g26c2cd34514_0_742"/>
          <p:cNvSpPr txBox="1"/>
          <p:nvPr/>
        </p:nvSpPr>
        <p:spPr>
          <a:xfrm>
            <a:off x="3959100" y="1382541"/>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ED1C24"/>
                </a:solidFill>
                <a:latin typeface="Poppins"/>
                <a:ea typeface="Poppins"/>
                <a:cs typeface="Poppins"/>
                <a:sym typeface="Poppins"/>
              </a:rPr>
              <a:t>a</a:t>
            </a:r>
            <a:endParaRPr sz="7500" b="0" i="0" u="none" strike="noStrike" cap="none">
              <a:solidFill>
                <a:srgbClr val="ED1C24"/>
              </a:solidFill>
              <a:latin typeface="Poppins"/>
              <a:ea typeface="Poppins"/>
              <a:cs typeface="Poppins"/>
              <a:sym typeface="Poppins"/>
            </a:endParaRPr>
          </a:p>
        </p:txBody>
      </p:sp>
      <p:sp>
        <p:nvSpPr>
          <p:cNvPr id="1972" name="Google Shape;1972;g26c2cd34514_0_742"/>
          <p:cNvSpPr txBox="1"/>
          <p:nvPr/>
        </p:nvSpPr>
        <p:spPr>
          <a:xfrm>
            <a:off x="5348100" y="1348503"/>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cxnSp>
        <p:nvCxnSpPr>
          <p:cNvPr id="1973" name="Google Shape;1973;g26c2cd34514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8"/>
        <p:cNvGrpSpPr/>
        <p:nvPr/>
      </p:nvGrpSpPr>
      <p:grpSpPr>
        <a:xfrm>
          <a:off x="0" y="0"/>
          <a:ext cx="0" cy="0"/>
          <a:chOff x="0" y="0"/>
          <a:chExt cx="0" cy="0"/>
        </a:xfrm>
      </p:grpSpPr>
      <p:pic>
        <p:nvPicPr>
          <p:cNvPr id="1979" name="Google Shape;1979;g2c186218c5a_0_118"/>
          <p:cNvPicPr preferRelativeResize="0"/>
          <p:nvPr/>
        </p:nvPicPr>
        <p:blipFill rotWithShape="1">
          <a:blip r:embed="rId3">
            <a:alphaModFix/>
          </a:blip>
          <a:srcRect/>
          <a:stretch/>
        </p:blipFill>
        <p:spPr>
          <a:xfrm rot="-385542">
            <a:off x="501174" y="1424049"/>
            <a:ext cx="2613275" cy="3696149"/>
          </a:xfrm>
          <a:prstGeom prst="rect">
            <a:avLst/>
          </a:prstGeom>
          <a:noFill/>
          <a:ln>
            <a:noFill/>
          </a:ln>
        </p:spPr>
      </p:pic>
      <p:sp>
        <p:nvSpPr>
          <p:cNvPr id="1980" name="Google Shape;1980;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‘Twinkle Twinkle Little Star’.</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t</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Make a Tiger printout for children to add stripe patterns.</a:t>
            </a:r>
            <a:endParaRPr/>
          </a:p>
        </p:txBody>
      </p:sp>
      <p:sp>
        <p:nvSpPr>
          <p:cNvPr id="1981" name="Google Shape;1981;g2c186218c5a_0_118"/>
          <p:cNvSpPr txBox="1"/>
          <p:nvPr/>
        </p:nvSpPr>
        <p:spPr>
          <a:xfrm rot="362194">
            <a:off x="3041490" y="2077864"/>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rgbClr val="2356AF"/>
                </a:solidFill>
                <a:latin typeface="Finger Paint"/>
                <a:ea typeface="Finger Paint"/>
                <a:cs typeface="Finger Paint"/>
                <a:sym typeface="Finger Paint"/>
              </a:rPr>
              <a:t>t</a:t>
            </a:r>
            <a:endParaRPr sz="6000" b="0" i="0" u="none" strike="noStrike" cap="none">
              <a:solidFill>
                <a:srgbClr val="2356AF"/>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430</Words>
  <Application>Microsoft Office PowerPoint</Application>
  <PresentationFormat>On-screen Show (4:3)</PresentationFormat>
  <Paragraphs>164</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Poppins Medium</vt:lpstr>
      <vt:lpstr>Finger Paint</vt:lpstr>
      <vt:lpstr>Nunito Black</vt:lpstr>
      <vt:lpstr>Calibri</vt:lpstr>
      <vt:lpstr>Mulish</vt:lpstr>
      <vt:lpstr>Arial</vt:lpstr>
      <vt:lpstr>Jost</vt:lpstr>
      <vt:lpstr>Poppins</vt:lpstr>
      <vt:lpstr>Poppins SemiBold</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2026-04-22T05:17:12Z</dcterms:modified>
</cp:coreProperties>
</file>