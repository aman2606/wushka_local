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Y6yCsL6Bes8vyBCd9Wt8egKZ4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7EAAA5-6237-48DC-A3A5-B7E21FD8E8B3}">
  <a:tblStyle styleId="{E97EAAA5-6237-48DC-A3A5-B7E21FD8E8B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9" name="Google Shape;65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0" name="Google Shape;66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0" name="Google Shape;71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6" name="Google Shape;746;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3" name="Google Shape;793;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4" name="Google Shape;794;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31d1358c045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31d1358c045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31d1358c045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31d1358c045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31d1358c045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31d1358c045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3" name="Google Shape;107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4" name="Google Shape;107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2" name="Google Shape;108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3" name="Google Shape;108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2" name="Google Shape;109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341ab4d2ac1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g341ab4d2ac1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9" name="Google Shape;1119;g341ab4d2ac1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341ab4d2ac1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2" name="Google Shape;1132;g341ab4d2ac1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3" name="Google Shape;1133;g341ab4d2ac1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6" name="Google Shape;114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7" name="Google Shape;114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4"/>
        <p:cNvGrpSpPr/>
        <p:nvPr/>
      </p:nvGrpSpPr>
      <p:grpSpPr>
        <a:xfrm>
          <a:off x="0" y="0"/>
          <a:ext cx="0" cy="0"/>
          <a:chOff x="0" y="0"/>
          <a:chExt cx="0" cy="0"/>
        </a:xfrm>
      </p:grpSpPr>
      <p:sp>
        <p:nvSpPr>
          <p:cNvPr id="1175" name="Google Shape;1175;g31d1358c045_0_1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6" name="Google Shape;1176;g31d1358c045_0_1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7" name="Google Shape;1177;g31d1358c045_0_1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916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Sound Family /ar/ - a</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14 -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66</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6.png"/><Relationship Id="rId4"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2.png"/><Relationship Id="rId21" Type="http://schemas.openxmlformats.org/officeDocument/2006/relationships/image" Target="../media/image49.png"/><Relationship Id="rId7" Type="http://schemas.openxmlformats.org/officeDocument/2006/relationships/image" Target="../media/image36.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4.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3.png"/><Relationship Id="rId9" Type="http://schemas.openxmlformats.org/officeDocument/2006/relationships/image" Target="../media/image6.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5.png"/><Relationship Id="rId3" Type="http://schemas.openxmlformats.org/officeDocument/2006/relationships/image" Target="../media/image6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13" Type="http://schemas.openxmlformats.org/officeDocument/2006/relationships/image" Target="../media/image111.png"/><Relationship Id="rId18" Type="http://schemas.openxmlformats.org/officeDocument/2006/relationships/image" Target="../media/image116.png"/><Relationship Id="rId26" Type="http://schemas.openxmlformats.org/officeDocument/2006/relationships/image" Target="../media/image124.png"/><Relationship Id="rId3" Type="http://schemas.openxmlformats.org/officeDocument/2006/relationships/image" Target="../media/image101.png"/><Relationship Id="rId21" Type="http://schemas.openxmlformats.org/officeDocument/2006/relationships/image" Target="../media/image119.png"/><Relationship Id="rId7" Type="http://schemas.openxmlformats.org/officeDocument/2006/relationships/image" Target="../media/image105.png"/><Relationship Id="rId12" Type="http://schemas.openxmlformats.org/officeDocument/2006/relationships/image" Target="../media/image110.png"/><Relationship Id="rId17" Type="http://schemas.openxmlformats.org/officeDocument/2006/relationships/image" Target="../media/image115.png"/><Relationship Id="rId25" Type="http://schemas.openxmlformats.org/officeDocument/2006/relationships/image" Target="../media/image123.png"/><Relationship Id="rId33" Type="http://schemas.openxmlformats.org/officeDocument/2006/relationships/image" Target="../media/image131.png"/><Relationship Id="rId2" Type="http://schemas.openxmlformats.org/officeDocument/2006/relationships/notesSlide" Target="../notesSlides/notesSlide6.xml"/><Relationship Id="rId16" Type="http://schemas.openxmlformats.org/officeDocument/2006/relationships/image" Target="../media/image114.png"/><Relationship Id="rId20" Type="http://schemas.openxmlformats.org/officeDocument/2006/relationships/image" Target="../media/image118.png"/><Relationship Id="rId29"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24" Type="http://schemas.openxmlformats.org/officeDocument/2006/relationships/image" Target="../media/image122.png"/><Relationship Id="rId32" Type="http://schemas.openxmlformats.org/officeDocument/2006/relationships/image" Target="../media/image130.png"/><Relationship Id="rId5" Type="http://schemas.openxmlformats.org/officeDocument/2006/relationships/image" Target="../media/image103.png"/><Relationship Id="rId15" Type="http://schemas.openxmlformats.org/officeDocument/2006/relationships/image" Target="../media/image113.png"/><Relationship Id="rId23" Type="http://schemas.openxmlformats.org/officeDocument/2006/relationships/image" Target="../media/image121.png"/><Relationship Id="rId28" Type="http://schemas.openxmlformats.org/officeDocument/2006/relationships/image" Target="../media/image126.png"/><Relationship Id="rId10" Type="http://schemas.openxmlformats.org/officeDocument/2006/relationships/image" Target="../media/image108.png"/><Relationship Id="rId19" Type="http://schemas.openxmlformats.org/officeDocument/2006/relationships/image" Target="../media/image117.png"/><Relationship Id="rId31" Type="http://schemas.openxmlformats.org/officeDocument/2006/relationships/image" Target="../media/image129.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 Id="rId22" Type="http://schemas.openxmlformats.org/officeDocument/2006/relationships/image" Target="../media/image120.png"/><Relationship Id="rId27" Type="http://schemas.openxmlformats.org/officeDocument/2006/relationships/image" Target="../media/image125.png"/><Relationship Id="rId30" Type="http://schemas.openxmlformats.org/officeDocument/2006/relationships/image" Target="../media/image128.png"/><Relationship Id="rId8" Type="http://schemas.openxmlformats.org/officeDocument/2006/relationships/image" Target="../media/image106.png"/></Relationships>
</file>

<file path=ppt/slides/_rels/slide7.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3" Type="http://schemas.openxmlformats.org/officeDocument/2006/relationships/image" Target="../media/image132.png"/><Relationship Id="rId7" Type="http://schemas.openxmlformats.org/officeDocument/2006/relationships/image" Target="../media/image136.png"/><Relationship Id="rId12" Type="http://schemas.openxmlformats.org/officeDocument/2006/relationships/image" Target="../media/image141.png"/><Relationship Id="rId2" Type="http://schemas.openxmlformats.org/officeDocument/2006/relationships/notesSlide" Target="../notesSlides/notesSlide7.xml"/><Relationship Id="rId16" Type="http://schemas.openxmlformats.org/officeDocument/2006/relationships/image" Target="../media/image145.png"/><Relationship Id="rId1" Type="http://schemas.openxmlformats.org/officeDocument/2006/relationships/slideLayout" Target="../slideLayouts/slideLayout3.xml"/><Relationship Id="rId6" Type="http://schemas.openxmlformats.org/officeDocument/2006/relationships/image" Target="../media/image135.png"/><Relationship Id="rId11" Type="http://schemas.openxmlformats.org/officeDocument/2006/relationships/image" Target="../media/image140.png"/><Relationship Id="rId5" Type="http://schemas.openxmlformats.org/officeDocument/2006/relationships/image" Target="../media/image134.png"/><Relationship Id="rId15" Type="http://schemas.openxmlformats.org/officeDocument/2006/relationships/image" Target="../media/image144.pn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s>
</file>

<file path=ppt/slides/_rels/slide8.xml.rels><?xml version="1.0" encoding="UTF-8" standalone="yes"?>
<Relationships xmlns="http://schemas.openxmlformats.org/package/2006/relationships"><Relationship Id="rId8" Type="http://schemas.openxmlformats.org/officeDocument/2006/relationships/image" Target="../media/image150.png"/><Relationship Id="rId13" Type="http://schemas.openxmlformats.org/officeDocument/2006/relationships/image" Target="../media/image155.png"/><Relationship Id="rId18" Type="http://schemas.openxmlformats.org/officeDocument/2006/relationships/image" Target="../media/image160.png"/><Relationship Id="rId26" Type="http://schemas.openxmlformats.org/officeDocument/2006/relationships/image" Target="../media/image168.png"/><Relationship Id="rId3" Type="http://schemas.openxmlformats.org/officeDocument/2006/relationships/image" Target="../media/image146.png"/><Relationship Id="rId21" Type="http://schemas.openxmlformats.org/officeDocument/2006/relationships/image" Target="../media/image163.png"/><Relationship Id="rId7" Type="http://schemas.openxmlformats.org/officeDocument/2006/relationships/image" Target="../media/image8.png"/><Relationship Id="rId12" Type="http://schemas.openxmlformats.org/officeDocument/2006/relationships/image" Target="../media/image154.png"/><Relationship Id="rId17" Type="http://schemas.openxmlformats.org/officeDocument/2006/relationships/image" Target="../media/image159.png"/><Relationship Id="rId25" Type="http://schemas.openxmlformats.org/officeDocument/2006/relationships/image" Target="../media/image167.png"/><Relationship Id="rId2" Type="http://schemas.openxmlformats.org/officeDocument/2006/relationships/notesSlide" Target="../notesSlides/notesSlide8.xml"/><Relationship Id="rId16" Type="http://schemas.openxmlformats.org/officeDocument/2006/relationships/image" Target="../media/image158.png"/><Relationship Id="rId20" Type="http://schemas.openxmlformats.org/officeDocument/2006/relationships/image" Target="../media/image162.png"/><Relationship Id="rId29" Type="http://schemas.openxmlformats.org/officeDocument/2006/relationships/image" Target="../media/image171.png"/><Relationship Id="rId1" Type="http://schemas.openxmlformats.org/officeDocument/2006/relationships/slideLayout" Target="../slideLayouts/slideLayout3.xml"/><Relationship Id="rId6" Type="http://schemas.openxmlformats.org/officeDocument/2006/relationships/image" Target="../media/image149.png"/><Relationship Id="rId11" Type="http://schemas.openxmlformats.org/officeDocument/2006/relationships/image" Target="../media/image153.png"/><Relationship Id="rId24" Type="http://schemas.openxmlformats.org/officeDocument/2006/relationships/image" Target="../media/image166.png"/><Relationship Id="rId5" Type="http://schemas.openxmlformats.org/officeDocument/2006/relationships/image" Target="../media/image148.png"/><Relationship Id="rId15" Type="http://schemas.openxmlformats.org/officeDocument/2006/relationships/image" Target="../media/image157.png"/><Relationship Id="rId23" Type="http://schemas.openxmlformats.org/officeDocument/2006/relationships/image" Target="../media/image165.png"/><Relationship Id="rId28" Type="http://schemas.openxmlformats.org/officeDocument/2006/relationships/image" Target="../media/image170.png"/><Relationship Id="rId10" Type="http://schemas.openxmlformats.org/officeDocument/2006/relationships/image" Target="../media/image152.png"/><Relationship Id="rId19" Type="http://schemas.openxmlformats.org/officeDocument/2006/relationships/image" Target="../media/image161.png"/><Relationship Id="rId4" Type="http://schemas.openxmlformats.org/officeDocument/2006/relationships/image" Target="../media/image147.png"/><Relationship Id="rId9" Type="http://schemas.openxmlformats.org/officeDocument/2006/relationships/image" Target="../media/image151.png"/><Relationship Id="rId14" Type="http://schemas.openxmlformats.org/officeDocument/2006/relationships/image" Target="../media/image156.png"/><Relationship Id="rId22" Type="http://schemas.openxmlformats.org/officeDocument/2006/relationships/image" Target="../media/image164.png"/><Relationship Id="rId27" Type="http://schemas.openxmlformats.org/officeDocument/2006/relationships/image" Target="../media/image169.png"/><Relationship Id="rId30" Type="http://schemas.openxmlformats.org/officeDocument/2006/relationships/image" Target="../media/image172.png"/></Relationships>
</file>

<file path=ppt/slides/_rels/slide9.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73.png"/><Relationship Id="rId7" Type="http://schemas.openxmlformats.org/officeDocument/2006/relationships/image" Target="../media/image177.png"/><Relationship Id="rId12" Type="http://schemas.openxmlformats.org/officeDocument/2006/relationships/image" Target="../media/image18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75.png"/><Relationship Id="rId15" Type="http://schemas.openxmlformats.org/officeDocument/2006/relationships/image" Target="../media/image185.png"/><Relationship Id="rId10" Type="http://schemas.openxmlformats.org/officeDocument/2006/relationships/image" Target="../media/image180.png"/><Relationship Id="rId4" Type="http://schemas.openxmlformats.org/officeDocument/2006/relationships/image" Target="../media/image174.png"/><Relationship Id="rId9" Type="http://schemas.openxmlformats.org/officeDocument/2006/relationships/image" Target="../media/image179.png"/><Relationship Id="rId14" Type="http://schemas.openxmlformats.org/officeDocument/2006/relationships/image" Target="../media/image184.png"/></Relationships>
</file>

<file path=ppt/slides/_rels/slide10.xml.rels><?xml version="1.0" encoding="UTF-8" standalone="yes"?>
<Relationships xmlns="http://schemas.openxmlformats.org/package/2006/relationships"><Relationship Id="rId8" Type="http://schemas.openxmlformats.org/officeDocument/2006/relationships/image" Target="../media/image191.png"/><Relationship Id="rId13" Type="http://schemas.openxmlformats.org/officeDocument/2006/relationships/image" Target="../media/image196.png"/><Relationship Id="rId3" Type="http://schemas.openxmlformats.org/officeDocument/2006/relationships/image" Target="../media/image186.png"/><Relationship Id="rId7" Type="http://schemas.openxmlformats.org/officeDocument/2006/relationships/image" Target="../media/image190.png"/><Relationship Id="rId12" Type="http://schemas.openxmlformats.org/officeDocument/2006/relationships/image" Target="../media/image195.png"/><Relationship Id="rId17" Type="http://schemas.openxmlformats.org/officeDocument/2006/relationships/image" Target="../media/image200.png"/><Relationship Id="rId2" Type="http://schemas.openxmlformats.org/officeDocument/2006/relationships/notesSlide" Target="../notesSlides/notesSlide10.xml"/><Relationship Id="rId16" Type="http://schemas.openxmlformats.org/officeDocument/2006/relationships/image" Target="../media/image199.png"/><Relationship Id="rId1" Type="http://schemas.openxmlformats.org/officeDocument/2006/relationships/slideLayout" Target="../slideLayouts/slideLayout3.xml"/><Relationship Id="rId6" Type="http://schemas.openxmlformats.org/officeDocument/2006/relationships/image" Target="../media/image189.png"/><Relationship Id="rId11" Type="http://schemas.openxmlformats.org/officeDocument/2006/relationships/image" Target="../media/image194.png"/><Relationship Id="rId5" Type="http://schemas.openxmlformats.org/officeDocument/2006/relationships/image" Target="../media/image188.png"/><Relationship Id="rId15" Type="http://schemas.openxmlformats.org/officeDocument/2006/relationships/image" Target="../media/image198.png"/><Relationship Id="rId10" Type="http://schemas.openxmlformats.org/officeDocument/2006/relationships/image" Target="../media/image193.png"/><Relationship Id="rId4" Type="http://schemas.openxmlformats.org/officeDocument/2006/relationships/image" Target="../media/image187.png"/><Relationship Id="rId9" Type="http://schemas.openxmlformats.org/officeDocument/2006/relationships/image" Target="../media/image192.png"/><Relationship Id="rId14" Type="http://schemas.openxmlformats.org/officeDocument/2006/relationships/image" Target="../media/image197.png"/></Relationships>
</file>

<file path=ppt/slides/_rels/slide11.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image" Target="../media/image211.png"/><Relationship Id="rId18" Type="http://schemas.openxmlformats.org/officeDocument/2006/relationships/image" Target="../media/image216.png"/><Relationship Id="rId26" Type="http://schemas.openxmlformats.org/officeDocument/2006/relationships/image" Target="../media/image224.png"/><Relationship Id="rId3" Type="http://schemas.openxmlformats.org/officeDocument/2006/relationships/image" Target="../media/image201.png"/><Relationship Id="rId21" Type="http://schemas.openxmlformats.org/officeDocument/2006/relationships/image" Target="../media/image219.png"/><Relationship Id="rId7" Type="http://schemas.openxmlformats.org/officeDocument/2006/relationships/image" Target="../media/image205.png"/><Relationship Id="rId12" Type="http://schemas.openxmlformats.org/officeDocument/2006/relationships/image" Target="../media/image210.png"/><Relationship Id="rId17" Type="http://schemas.openxmlformats.org/officeDocument/2006/relationships/image" Target="../media/image215.png"/><Relationship Id="rId25" Type="http://schemas.openxmlformats.org/officeDocument/2006/relationships/image" Target="../media/image223.png"/><Relationship Id="rId2" Type="http://schemas.openxmlformats.org/officeDocument/2006/relationships/notesSlide" Target="../notesSlides/notesSlide11.xml"/><Relationship Id="rId16" Type="http://schemas.openxmlformats.org/officeDocument/2006/relationships/image" Target="../media/image214.png"/><Relationship Id="rId20" Type="http://schemas.openxmlformats.org/officeDocument/2006/relationships/image" Target="../media/image218.png"/><Relationship Id="rId1" Type="http://schemas.openxmlformats.org/officeDocument/2006/relationships/slideLayout" Target="../slideLayouts/slideLayout3.xml"/><Relationship Id="rId6" Type="http://schemas.openxmlformats.org/officeDocument/2006/relationships/image" Target="../media/image204.png"/><Relationship Id="rId11" Type="http://schemas.openxmlformats.org/officeDocument/2006/relationships/image" Target="../media/image209.png"/><Relationship Id="rId24" Type="http://schemas.openxmlformats.org/officeDocument/2006/relationships/image" Target="../media/image222.png"/><Relationship Id="rId5" Type="http://schemas.openxmlformats.org/officeDocument/2006/relationships/image" Target="../media/image203.png"/><Relationship Id="rId15" Type="http://schemas.openxmlformats.org/officeDocument/2006/relationships/image" Target="../media/image213.png"/><Relationship Id="rId23" Type="http://schemas.openxmlformats.org/officeDocument/2006/relationships/image" Target="../media/image221.png"/><Relationship Id="rId10" Type="http://schemas.openxmlformats.org/officeDocument/2006/relationships/image" Target="../media/image208.png"/><Relationship Id="rId19" Type="http://schemas.openxmlformats.org/officeDocument/2006/relationships/image" Target="../media/image217.png"/><Relationship Id="rId4" Type="http://schemas.openxmlformats.org/officeDocument/2006/relationships/image" Target="../media/image202.png"/><Relationship Id="rId9" Type="http://schemas.openxmlformats.org/officeDocument/2006/relationships/image" Target="../media/image207.png"/><Relationship Id="rId14" Type="http://schemas.openxmlformats.org/officeDocument/2006/relationships/image" Target="../media/image212.png"/><Relationship Id="rId22" Type="http://schemas.openxmlformats.org/officeDocument/2006/relationships/image" Target="../media/image220.png"/></Relationships>
</file>

<file path=ppt/slides/_rels/slide12.xml.rels><?xml version="1.0" encoding="UTF-8" standalone="yes"?>
<Relationships xmlns="http://schemas.openxmlformats.org/package/2006/relationships"><Relationship Id="rId8" Type="http://schemas.openxmlformats.org/officeDocument/2006/relationships/image" Target="../media/image230.png"/><Relationship Id="rId3" Type="http://schemas.openxmlformats.org/officeDocument/2006/relationships/image" Target="../media/image225.png"/><Relationship Id="rId7" Type="http://schemas.openxmlformats.org/officeDocument/2006/relationships/image" Target="../media/image229.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8.png"/><Relationship Id="rId5" Type="http://schemas.openxmlformats.org/officeDocument/2006/relationships/image" Target="../media/image227.png"/><Relationship Id="rId4" Type="http://schemas.openxmlformats.org/officeDocument/2006/relationships/image" Target="../media/image226.png"/><Relationship Id="rId9" Type="http://schemas.openxmlformats.org/officeDocument/2006/relationships/image" Target="../media/image231.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241.png"/><Relationship Id="rId3" Type="http://schemas.openxmlformats.org/officeDocument/2006/relationships/image" Target="../media/image236.png"/><Relationship Id="rId7" Type="http://schemas.openxmlformats.org/officeDocument/2006/relationships/image" Target="../media/image240.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39.png"/><Relationship Id="rId5" Type="http://schemas.openxmlformats.org/officeDocument/2006/relationships/image" Target="../media/image238.png"/><Relationship Id="rId4" Type="http://schemas.openxmlformats.org/officeDocument/2006/relationships/image" Target="../media/image237.png"/></Relationships>
</file>

<file path=ppt/slides/_rels/slide24.xml.rels><?xml version="1.0" encoding="UTF-8" standalone="yes"?>
<Relationships xmlns="http://schemas.openxmlformats.org/package/2006/relationships"><Relationship Id="rId8" Type="http://schemas.openxmlformats.org/officeDocument/2006/relationships/image" Target="../media/image247.png"/><Relationship Id="rId3" Type="http://schemas.openxmlformats.org/officeDocument/2006/relationships/image" Target="../media/image242.png"/><Relationship Id="rId7" Type="http://schemas.openxmlformats.org/officeDocument/2006/relationships/image" Target="../media/image246.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245.png"/><Relationship Id="rId5" Type="http://schemas.openxmlformats.org/officeDocument/2006/relationships/image" Target="../media/image244.png"/><Relationship Id="rId4" Type="http://schemas.openxmlformats.org/officeDocument/2006/relationships/image" Target="../media/image24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/ar/; a</a:t>
            </a:r>
            <a:endParaRPr sz="3000"/>
          </a:p>
        </p:txBody>
      </p:sp>
      <p:sp>
        <p:nvSpPr>
          <p:cNvPr id="653" name="Google Shape;653;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66</a:t>
            </a:r>
            <a:endParaRPr/>
          </a:p>
        </p:txBody>
      </p:sp>
      <p:pic>
        <p:nvPicPr>
          <p:cNvPr id="654" name="Google Shape;654;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5" name="Google Shape;655;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6" name="Google Shape;656;p1"/>
          <p:cNvGraphicFramePr/>
          <p:nvPr/>
        </p:nvGraphicFramePr>
        <p:xfrm>
          <a:off x="4844200" y="1646527"/>
          <a:ext cx="3784875" cy="2032200"/>
        </p:xfrm>
        <a:graphic>
          <a:graphicData uri="http://schemas.openxmlformats.org/drawingml/2006/table">
            <a:tbl>
              <a:tblPr firstRow="1" bandRow="1">
                <a:noFill/>
                <a:tableStyleId>{E97EAAA5-6237-48DC-A3A5-B7E21FD8E8B3}</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a:t>
                      </a:r>
                      <a:r>
                        <a:rPr lang="en-US" sz="1350">
                          <a:solidFill>
                            <a:srgbClr val="FFFFFF"/>
                          </a:solidFill>
                          <a:latin typeface="Poppins"/>
                          <a:ea typeface="Poppins"/>
                          <a:cs typeface="Poppins"/>
                          <a:sym typeface="Poppins"/>
                        </a:rPr>
                        <a:t>a</a:t>
                      </a:r>
                      <a:r>
                        <a:rPr lang="en-US" sz="1600">
                          <a:solidFill>
                            <a:srgbClr val="FFFFFF"/>
                          </a:solidFill>
                          <a:latin typeface="Jost"/>
                          <a:ea typeface="Jost"/>
                          <a:cs typeface="Jost"/>
                          <a:sym typeface="Jost"/>
                        </a:rPr>
                        <a:t>r/</a:t>
                      </a:r>
                      <a:endParaRPr sz="1600">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pic>
        <p:nvPicPr>
          <p:cNvPr id="662" name="Google Shape;662;g2bee4f4af4b_0_204"/>
          <p:cNvPicPr preferRelativeResize="0"/>
          <p:nvPr/>
        </p:nvPicPr>
        <p:blipFill rotWithShape="1">
          <a:blip r:embed="rId3">
            <a:alphaModFix/>
          </a:blip>
          <a:srcRect l="159" r="149"/>
          <a:stretch/>
        </p:blipFill>
        <p:spPr>
          <a:xfrm>
            <a:off x="2262506" y="4169988"/>
            <a:ext cx="813600" cy="977433"/>
          </a:xfrm>
          <a:prstGeom prst="rect">
            <a:avLst/>
          </a:prstGeom>
          <a:noFill/>
          <a:ln>
            <a:noFill/>
          </a:ln>
          <a:effectLst>
            <a:outerShdw blurRad="71438" dist="19050" dir="5220000" algn="bl" rotWithShape="0">
              <a:srgbClr val="D8D8D8"/>
            </a:outerShdw>
          </a:effectLst>
        </p:spPr>
      </p:pic>
      <p:sp>
        <p:nvSpPr>
          <p:cNvPr id="663" name="Google Shape;66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/ar/</a:t>
            </a:r>
            <a:r>
              <a:rPr lang="en-US"/>
              <a:t> sound family spelling patterns.</a:t>
            </a:r>
            <a:endParaRPr/>
          </a:p>
        </p:txBody>
      </p:sp>
      <p:sp>
        <p:nvSpPr>
          <p:cNvPr id="664" name="Google Shape;664;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5" name="Google Shape;665;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666" name="Google Shape;666;g2bee4f4af4b_0_204">
            <a:hlinkClick r:id="rId4" action="ppaction://hlinksldjump"/>
          </p:cNvPr>
          <p:cNvSpPr/>
          <p:nvPr/>
        </p:nvSpPr>
        <p:spPr>
          <a:xfrm>
            <a:off x="20552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667" name="Google Shape;667;g2bee4f4af4b_0_204"/>
          <p:cNvPicPr preferRelativeResize="0"/>
          <p:nvPr/>
        </p:nvPicPr>
        <p:blipFill rotWithShape="1">
          <a:blip r:embed="rId5">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8" name="Google Shape;668;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9" name="Google Shape;669;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70" name="Google Shape;670;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1" name="Google Shape;671;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dirty="0">
                <a:solidFill>
                  <a:srgbClr val="757070"/>
                </a:solidFill>
                <a:latin typeface="Poppins Medium"/>
                <a:ea typeface="Poppins Medium"/>
                <a:cs typeface="Poppins Medium"/>
                <a:sym typeface="Poppins Medium"/>
              </a:rPr>
              <a:t>Phoneme Frame Cards</a:t>
            </a:r>
            <a:endParaRPr sz="1400" b="0" i="0" u="none" strike="noStrike" cap="none" dirty="0">
              <a:solidFill>
                <a:srgbClr val="000000"/>
              </a:solidFill>
              <a:latin typeface="Poppins Medium"/>
              <a:ea typeface="Poppins Medium"/>
              <a:cs typeface="Poppins Medium"/>
              <a:sym typeface="Poppins Medium"/>
            </a:endParaRPr>
          </a:p>
        </p:txBody>
      </p:sp>
      <p:sp>
        <p:nvSpPr>
          <p:cNvPr id="672" name="Google Shape;672;g2bee4f4af4b_0_204">
            <a:hlinkClick r:id="rId6" action="ppaction://hlinksldjump"/>
          </p:cNvPr>
          <p:cNvSpPr/>
          <p:nvPr/>
        </p:nvSpPr>
        <p:spPr>
          <a:xfrm>
            <a:off x="929226" y="373400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673" name="Google Shape;673;g2bee4f4af4b_0_204"/>
          <p:cNvPicPr preferRelativeResize="0"/>
          <p:nvPr/>
        </p:nvPicPr>
        <p:blipFill rotWithShape="1">
          <a:blip r:embed="rId7">
            <a:alphaModFix/>
          </a:blip>
          <a:srcRect/>
          <a:stretch/>
        </p:blipFill>
        <p:spPr>
          <a:xfrm>
            <a:off x="3467104" y="4326104"/>
            <a:ext cx="931974" cy="665200"/>
          </a:xfrm>
          <a:prstGeom prst="rect">
            <a:avLst/>
          </a:prstGeom>
          <a:noFill/>
          <a:ln>
            <a:noFill/>
          </a:ln>
          <a:effectLst>
            <a:outerShdw blurRad="71438" dist="19050" dir="5220000" algn="bl" rotWithShape="0">
              <a:srgbClr val="D8D8D8"/>
            </a:outerShdw>
          </a:effectLst>
        </p:spPr>
      </p:pic>
      <p:sp>
        <p:nvSpPr>
          <p:cNvPr id="674" name="Google Shape;674;g2bee4f4af4b_0_204"/>
          <p:cNvSpPr txBox="1"/>
          <p:nvPr/>
        </p:nvSpPr>
        <p:spPr>
          <a:xfrm>
            <a:off x="35262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5" name="Google Shape;675;g2bee4f4af4b_0_204"/>
          <p:cNvSpPr txBox="1"/>
          <p:nvPr/>
        </p:nvSpPr>
        <p:spPr>
          <a:xfrm>
            <a:off x="3167774" y="5256525"/>
            <a:ext cx="153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676" name="Google Shape;676;g2bee4f4af4b_0_204">
            <a:hlinkClick r:id="rId8" action="ppaction://hlinksldjump"/>
          </p:cNvPr>
          <p:cNvSpPr/>
          <p:nvPr/>
        </p:nvSpPr>
        <p:spPr>
          <a:xfrm>
            <a:off x="3352037" y="3762582"/>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3" name="Google Shape;683;g26b641b03cd_0_165"/>
          <p:cNvGrpSpPr/>
          <p:nvPr/>
        </p:nvGrpSpPr>
        <p:grpSpPr>
          <a:xfrm>
            <a:off x="930400" y="2053244"/>
            <a:ext cx="7283200" cy="3724851"/>
            <a:chOff x="930400" y="2129444"/>
            <a:chExt cx="7283200" cy="3724851"/>
          </a:xfrm>
        </p:grpSpPr>
        <p:pic>
          <p:nvPicPr>
            <p:cNvPr id="684" name="Google Shape;68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901"/>
                </a:srgbClr>
              </a:outerShdw>
            </a:effectLst>
          </p:spPr>
        </p:pic>
        <p:pic>
          <p:nvPicPr>
            <p:cNvPr id="685" name="Google Shape;685;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901"/>
                </a:srgbClr>
              </a:outerShdw>
            </a:effectLst>
          </p:spPr>
        </p:pic>
        <p:pic>
          <p:nvPicPr>
            <p:cNvPr id="686" name="Google Shape;686;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901"/>
                </a:srgbClr>
              </a:outerShdw>
            </a:effectLst>
          </p:spPr>
        </p:pic>
        <p:pic>
          <p:nvPicPr>
            <p:cNvPr id="687" name="Google Shape;687;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901"/>
                </a:srgbClr>
              </a:outerShdw>
            </a:effectLst>
          </p:spPr>
        </p:pic>
        <p:pic>
          <p:nvPicPr>
            <p:cNvPr id="688" name="Google Shape;68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901"/>
                </a:srgbClr>
              </a:outerShdw>
            </a:effectLst>
          </p:spPr>
        </p:pic>
        <p:pic>
          <p:nvPicPr>
            <p:cNvPr id="689" name="Google Shape;68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901"/>
                </a:srgbClr>
              </a:outerShdw>
            </a:effectLst>
          </p:spPr>
        </p:pic>
        <p:pic>
          <p:nvPicPr>
            <p:cNvPr id="690" name="Google Shape;69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901"/>
                </a:srgbClr>
              </a:outerShdw>
            </a:effectLst>
          </p:spPr>
        </p:pic>
        <p:pic>
          <p:nvPicPr>
            <p:cNvPr id="691" name="Google Shape;691;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2" name="Google Shape;69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901"/>
                </a:srgbClr>
              </a:outerShdw>
            </a:effectLst>
          </p:spPr>
        </p:pic>
        <p:pic>
          <p:nvPicPr>
            <p:cNvPr id="693" name="Google Shape;693;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901"/>
                </a:srgbClr>
              </a:outerShdw>
            </a:effectLst>
          </p:spPr>
        </p:pic>
        <p:pic>
          <p:nvPicPr>
            <p:cNvPr id="694" name="Google Shape;694;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5" name="Google Shape;695;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901"/>
                </a:srgbClr>
              </a:outerShdw>
            </a:effectLst>
          </p:spPr>
        </p:pic>
        <p:pic>
          <p:nvPicPr>
            <p:cNvPr id="696" name="Google Shape;69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7" name="Google Shape;69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901"/>
                </a:srgbClr>
              </a:outerShdw>
            </a:effectLst>
          </p:spPr>
        </p:pic>
        <p:pic>
          <p:nvPicPr>
            <p:cNvPr id="698" name="Google Shape;69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901"/>
                </a:srgbClr>
              </a:outerShdw>
            </a:effectLst>
          </p:spPr>
        </p:pic>
        <p:pic>
          <p:nvPicPr>
            <p:cNvPr id="699" name="Google Shape;699;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901"/>
                </a:srgbClr>
              </a:outerShdw>
            </a:effectLst>
          </p:spPr>
        </p:pic>
        <p:pic>
          <p:nvPicPr>
            <p:cNvPr id="700" name="Google Shape;70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901"/>
                </a:srgbClr>
              </a:outerShdw>
            </a:effectLst>
          </p:spPr>
        </p:pic>
        <p:pic>
          <p:nvPicPr>
            <p:cNvPr id="701" name="Google Shape;701;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901"/>
                </a:srgbClr>
              </a:outerShdw>
            </a:effectLst>
          </p:spPr>
        </p:pic>
        <p:pic>
          <p:nvPicPr>
            <p:cNvPr id="702" name="Google Shape;702;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3" name="Google Shape;703;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901"/>
                </a:srgbClr>
              </a:outerShdw>
            </a:effectLst>
          </p:spPr>
        </p:pic>
        <p:pic>
          <p:nvPicPr>
            <p:cNvPr id="704" name="Google Shape;70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5" name="Google Shape;70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901"/>
                </a:srgbClr>
              </a:outerShdw>
            </a:effectLst>
          </p:spPr>
        </p:pic>
        <p:pic>
          <p:nvPicPr>
            <p:cNvPr id="706" name="Google Shape;706;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3" name="Google Shape;713;g26b7edf6e71_0_26"/>
          <p:cNvGrpSpPr/>
          <p:nvPr/>
        </p:nvGrpSpPr>
        <p:grpSpPr>
          <a:xfrm>
            <a:off x="930400" y="2053250"/>
            <a:ext cx="7283201" cy="2971674"/>
            <a:chOff x="930400" y="2129450"/>
            <a:chExt cx="7283201" cy="2971674"/>
          </a:xfrm>
        </p:grpSpPr>
        <p:pic>
          <p:nvPicPr>
            <p:cNvPr id="714" name="Google Shape;71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901"/>
                </a:srgbClr>
              </a:outerShdw>
            </a:effectLst>
          </p:spPr>
        </p:pic>
        <p:pic>
          <p:nvPicPr>
            <p:cNvPr id="715" name="Google Shape;715;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16" name="Google Shape;71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17" name="Google Shape;71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18" name="Google Shape;718;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19" name="Google Shape;71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0" name="Google Shape;72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1" name="Google Shape;721;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2" name="Google Shape;72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3" name="Google Shape;723;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24" name="Google Shape;72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25" name="Google Shape;72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26" name="Google Shape;726;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27" name="Google Shape;72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28" name="Google Shape;728;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29" name="Google Shape;72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0" name="Google Shape;73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1" name="Google Shape;73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2" name="Google Shape;73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3" name="Google Shape;733;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901"/>
                </a:srgbClr>
              </a:outerShdw>
            </a:effectLst>
          </p:spPr>
        </p:pic>
        <p:pic>
          <p:nvPicPr>
            <p:cNvPr id="734" name="Google Shape;734;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901"/>
                </a:srgbClr>
              </a:outerShdw>
            </a:effectLst>
          </p:spPr>
        </p:pic>
        <p:pic>
          <p:nvPicPr>
            <p:cNvPr id="735" name="Google Shape;73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6" name="Google Shape;73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901"/>
                </a:srgbClr>
              </a:outerShdw>
            </a:effectLst>
          </p:spPr>
        </p:pic>
        <p:pic>
          <p:nvPicPr>
            <p:cNvPr id="737" name="Google Shape;73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8" name="Google Shape;73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901"/>
                </a:srgbClr>
              </a:outerShdw>
            </a:effectLst>
          </p:spPr>
        </p:pic>
        <p:pic>
          <p:nvPicPr>
            <p:cNvPr id="739" name="Google Shape;73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901"/>
                </a:srgbClr>
              </a:outerShdw>
            </a:effectLst>
          </p:spPr>
        </p:pic>
        <p:pic>
          <p:nvPicPr>
            <p:cNvPr id="740" name="Google Shape;740;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901"/>
                </a:srgbClr>
              </a:outerShdw>
            </a:effectLst>
          </p:spPr>
        </p:pic>
        <p:pic>
          <p:nvPicPr>
            <p:cNvPr id="741" name="Google Shape;741;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901"/>
                </a:srgbClr>
              </a:outerShdw>
            </a:effectLst>
          </p:spPr>
        </p:pic>
        <p:pic>
          <p:nvPicPr>
            <p:cNvPr id="742" name="Google Shape;74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sp>
        <p:nvSpPr>
          <p:cNvPr id="748" name="Google Shape;748;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9" name="Google Shape;749;g2c298da1f27_0_417"/>
          <p:cNvGrpSpPr/>
          <p:nvPr/>
        </p:nvGrpSpPr>
        <p:grpSpPr>
          <a:xfrm>
            <a:off x="930400" y="2053250"/>
            <a:ext cx="7283201" cy="2971674"/>
            <a:chOff x="930400" y="2053250"/>
            <a:chExt cx="7283201" cy="2971674"/>
          </a:xfrm>
        </p:grpSpPr>
        <p:pic>
          <p:nvPicPr>
            <p:cNvPr id="750" name="Google Shape;750;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751" name="Google Shape;751;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901"/>
                </a:srgbClr>
              </a:outerShdw>
            </a:effectLst>
          </p:spPr>
        </p:pic>
        <p:pic>
          <p:nvPicPr>
            <p:cNvPr id="752" name="Google Shape;752;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901"/>
                </a:srgbClr>
              </a:outerShdw>
            </a:effectLst>
          </p:spPr>
        </p:pic>
        <p:pic>
          <p:nvPicPr>
            <p:cNvPr id="753" name="Google Shape;753;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901"/>
                </a:srgbClr>
              </a:outerShdw>
            </a:effectLst>
          </p:spPr>
        </p:pic>
        <p:pic>
          <p:nvPicPr>
            <p:cNvPr id="754" name="Google Shape;754;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755" name="Google Shape;755;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56" name="Google Shape;756;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757" name="Google Shape;757;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758" name="Google Shape;758;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59" name="Google Shape;759;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0" name="Google Shape;760;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761" name="Google Shape;761;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2" name="Google Shape;762;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63" name="Google Shape;763;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4" name="Google Shape;764;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65" name="Google Shape;765;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6" name="Google Shape;766;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767" name="Google Shape;767;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68" name="Google Shape;768;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69" name="Google Shape;769;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509"/>
                </a:srgbClr>
              </a:outerShdw>
            </a:effectLst>
          </p:spPr>
        </p:pic>
        <p:pic>
          <p:nvPicPr>
            <p:cNvPr id="770" name="Google Shape;770;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771" name="Google Shape;771;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2" name="Google Shape;772;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pic>
          <p:nvPicPr>
            <p:cNvPr id="773" name="Google Shape;773;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4" name="Google Shape;774;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775" name="Google Shape;775;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6" name="Google Shape;776;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7" name="Google Shape;777;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778" name="Google Shape;778;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779" name="Google Shape;779;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80" name="Google Shape;780;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81" name="Google Shape;781;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782" name="Google Shape;782;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83" name="Google Shape;783;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784" name="Google Shape;784;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785" name="Google Shape;785;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86" name="Google Shape;786;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87" name="Google Shape;787;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788" name="Google Shape;788;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89" name="Google Shape;789;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790" name="Google Shape;790;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7" name="Google Shape;797;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509"/>
              </a:srgbClr>
            </a:outerShdw>
          </a:effectLst>
        </p:spPr>
      </p:pic>
      <p:pic>
        <p:nvPicPr>
          <p:cNvPr id="798" name="Google Shape;798;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509"/>
              </a:srgbClr>
            </a:outerShdw>
          </a:effectLst>
        </p:spPr>
      </p:pic>
      <p:pic>
        <p:nvPicPr>
          <p:cNvPr id="799" name="Google Shape;799;g2cdbdd49f8e_0_0"/>
          <p:cNvPicPr preferRelativeResize="0"/>
          <p:nvPr/>
        </p:nvPicPr>
        <p:blipFill rotWithShape="1">
          <a:blip r:embed="rId5">
            <a:alphaModFix/>
          </a:blip>
          <a:srcRect l="19" r="28"/>
          <a:stretch/>
        </p:blipFill>
        <p:spPr>
          <a:xfrm>
            <a:off x="5137051" y="2901638"/>
            <a:ext cx="545045" cy="771492"/>
          </a:xfrm>
          <a:prstGeom prst="rect">
            <a:avLst/>
          </a:prstGeom>
          <a:noFill/>
          <a:ln>
            <a:noFill/>
          </a:ln>
          <a:effectLst>
            <a:outerShdw blurRad="71438" dist="28575" dir="5400000" algn="bl" rotWithShape="0">
              <a:srgbClr val="000000">
                <a:alpha val="14509"/>
              </a:srgbClr>
            </a:outerShdw>
          </a:effectLst>
        </p:spPr>
      </p:pic>
      <p:pic>
        <p:nvPicPr>
          <p:cNvPr id="800" name="Google Shape;800;g2cdbdd49f8e_0_0"/>
          <p:cNvPicPr preferRelativeResize="0"/>
          <p:nvPr/>
        </p:nvPicPr>
        <p:blipFill rotWithShape="1">
          <a:blip r:embed="rId6">
            <a:alphaModFix/>
          </a:blip>
          <a:srcRect l="19" r="28"/>
          <a:stretch/>
        </p:blipFill>
        <p:spPr>
          <a:xfrm>
            <a:off x="5748645" y="2901638"/>
            <a:ext cx="545045" cy="771492"/>
          </a:xfrm>
          <a:prstGeom prst="rect">
            <a:avLst/>
          </a:prstGeom>
          <a:noFill/>
          <a:ln>
            <a:noFill/>
          </a:ln>
          <a:effectLst>
            <a:outerShdw blurRad="71438" dist="28575" dir="5400000" algn="bl" rotWithShape="0">
              <a:srgbClr val="000000">
                <a:alpha val="14509"/>
              </a:srgbClr>
            </a:outerShdw>
          </a:effectLst>
        </p:spPr>
      </p:pic>
      <p:pic>
        <p:nvPicPr>
          <p:cNvPr id="801" name="Google Shape;801;g2cdbdd49f8e_0_0"/>
          <p:cNvPicPr preferRelativeResize="0"/>
          <p:nvPr/>
        </p:nvPicPr>
        <p:blipFill rotWithShape="1">
          <a:blip r:embed="rId7">
            <a:alphaModFix/>
          </a:blip>
          <a:srcRect l="19" r="28"/>
          <a:stretch/>
        </p:blipFill>
        <p:spPr>
          <a:xfrm>
            <a:off x="6360241" y="2901638"/>
            <a:ext cx="545045" cy="771492"/>
          </a:xfrm>
          <a:prstGeom prst="rect">
            <a:avLst/>
          </a:prstGeom>
          <a:noFill/>
          <a:ln>
            <a:noFill/>
          </a:ln>
          <a:effectLst>
            <a:outerShdw blurRad="71438" dist="28575" dir="5400000" algn="bl" rotWithShape="0">
              <a:srgbClr val="000000">
                <a:alpha val="14509"/>
              </a:srgbClr>
            </a:outerShdw>
          </a:effectLst>
        </p:spPr>
      </p:pic>
      <p:pic>
        <p:nvPicPr>
          <p:cNvPr id="802" name="Google Shape;802;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509"/>
              </a:srgbClr>
            </a:outerShdw>
          </a:effectLst>
        </p:spPr>
      </p:pic>
      <p:pic>
        <p:nvPicPr>
          <p:cNvPr id="803" name="Google Shape;803;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509"/>
              </a:srgbClr>
            </a:outerShdw>
          </a:effectLst>
        </p:spPr>
      </p:pic>
      <p:pic>
        <p:nvPicPr>
          <p:cNvPr id="804" name="Google Shape;804;g2cdbdd49f8e_0_0"/>
          <p:cNvPicPr preferRelativeResize="0"/>
          <p:nvPr/>
        </p:nvPicPr>
        <p:blipFill rotWithShape="1">
          <a:blip r:embed="rId10">
            <a:alphaModFix/>
          </a:blip>
          <a:srcRect l="19" r="28"/>
          <a:stretch/>
        </p:blipFill>
        <p:spPr>
          <a:xfrm>
            <a:off x="856170" y="3750043"/>
            <a:ext cx="545045" cy="771492"/>
          </a:xfrm>
          <a:prstGeom prst="rect">
            <a:avLst/>
          </a:prstGeom>
          <a:noFill/>
          <a:ln>
            <a:noFill/>
          </a:ln>
          <a:effectLst>
            <a:outerShdw blurRad="71438" dist="28575" dir="5400000" algn="bl" rotWithShape="0">
              <a:srgbClr val="000000">
                <a:alpha val="14509"/>
              </a:srgbClr>
            </a:outerShdw>
          </a:effectLst>
        </p:spPr>
      </p:pic>
      <p:pic>
        <p:nvPicPr>
          <p:cNvPr id="805" name="Google Shape;805;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509"/>
              </a:srgbClr>
            </a:outerShdw>
          </a:effectLst>
        </p:spPr>
      </p:pic>
      <p:pic>
        <p:nvPicPr>
          <p:cNvPr id="806" name="Google Shape;806;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509"/>
              </a:srgbClr>
            </a:outerShdw>
          </a:effectLst>
        </p:spPr>
      </p:pic>
      <p:pic>
        <p:nvPicPr>
          <p:cNvPr id="807" name="Google Shape;807;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509"/>
              </a:srgbClr>
            </a:outerShdw>
          </a:effectLst>
        </p:spPr>
      </p:pic>
      <p:pic>
        <p:nvPicPr>
          <p:cNvPr id="808" name="Google Shape;808;g2cdbdd49f8e_0_0"/>
          <p:cNvPicPr preferRelativeResize="0"/>
          <p:nvPr/>
        </p:nvPicPr>
        <p:blipFill rotWithShape="1">
          <a:blip r:embed="rId14">
            <a:alphaModFix/>
          </a:blip>
          <a:srcRect l="19" r="28"/>
          <a:stretch/>
        </p:blipFill>
        <p:spPr>
          <a:xfrm>
            <a:off x="3302538" y="3750028"/>
            <a:ext cx="545045" cy="771492"/>
          </a:xfrm>
          <a:prstGeom prst="rect">
            <a:avLst/>
          </a:prstGeom>
          <a:noFill/>
          <a:ln>
            <a:noFill/>
          </a:ln>
          <a:effectLst>
            <a:outerShdw blurRad="71438" dist="28575" dir="5400000" algn="bl" rotWithShape="0">
              <a:srgbClr val="000000">
                <a:alpha val="14509"/>
              </a:srgbClr>
            </a:outerShdw>
          </a:effectLst>
        </p:spPr>
      </p:pic>
      <p:pic>
        <p:nvPicPr>
          <p:cNvPr id="809" name="Google Shape;809;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509"/>
              </a:srgbClr>
            </a:outerShdw>
          </a:effectLst>
        </p:spPr>
      </p:pic>
      <p:pic>
        <p:nvPicPr>
          <p:cNvPr id="810" name="Google Shape;810;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509"/>
              </a:srgbClr>
            </a:outerShdw>
          </a:effectLst>
        </p:spPr>
      </p:pic>
      <p:pic>
        <p:nvPicPr>
          <p:cNvPr id="811" name="Google Shape;811;g2cdbdd49f8e_0_0"/>
          <p:cNvPicPr preferRelativeResize="0"/>
          <p:nvPr/>
        </p:nvPicPr>
        <p:blipFill rotWithShape="1">
          <a:blip r:embed="rId17">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509"/>
              </a:srgbClr>
            </a:outerShdw>
          </a:effectLst>
        </p:spPr>
      </p:pic>
      <p:pic>
        <p:nvPicPr>
          <p:cNvPr id="812" name="Google Shape;812;g2cdbdd49f8e_0_0"/>
          <p:cNvPicPr preferRelativeResize="0"/>
          <p:nvPr/>
        </p:nvPicPr>
        <p:blipFill rotWithShape="1">
          <a:blip r:embed="rId18">
            <a:alphaModFix/>
          </a:blip>
          <a:srcRect/>
          <a:stretch/>
        </p:blipFill>
        <p:spPr>
          <a:xfrm>
            <a:off x="2690687" y="2901638"/>
            <a:ext cx="545045" cy="771487"/>
          </a:xfrm>
          <a:prstGeom prst="rect">
            <a:avLst/>
          </a:prstGeom>
          <a:noFill/>
          <a:ln>
            <a:noFill/>
          </a:ln>
          <a:effectLst>
            <a:outerShdw blurRad="71438" dist="28575" dir="5400000" algn="bl" rotWithShape="0">
              <a:srgbClr val="000000">
                <a:alpha val="14901"/>
              </a:srgbClr>
            </a:outerShdw>
          </a:effectLst>
        </p:spPr>
      </p:pic>
      <p:pic>
        <p:nvPicPr>
          <p:cNvPr id="813" name="Google Shape;813;g2cdbdd49f8e_0_0"/>
          <p:cNvPicPr preferRelativeResize="0"/>
          <p:nvPr/>
        </p:nvPicPr>
        <p:blipFill rotWithShape="1">
          <a:blip r:embed="rId19">
            <a:alphaModFix/>
          </a:blip>
          <a:srcRect/>
          <a:stretch/>
        </p:blipFill>
        <p:spPr>
          <a:xfrm>
            <a:off x="2079093" y="2901638"/>
            <a:ext cx="545045" cy="771487"/>
          </a:xfrm>
          <a:prstGeom prst="rect">
            <a:avLst/>
          </a:prstGeom>
          <a:noFill/>
          <a:ln>
            <a:noFill/>
          </a:ln>
          <a:effectLst>
            <a:outerShdw blurRad="71438" dist="28575" dir="5400000" algn="bl" rotWithShape="0">
              <a:srgbClr val="000000">
                <a:alpha val="14901"/>
              </a:srgbClr>
            </a:outerShdw>
          </a:effectLst>
        </p:spPr>
      </p:pic>
      <p:pic>
        <p:nvPicPr>
          <p:cNvPr id="814" name="Google Shape;814;g2cdbdd49f8e_0_0"/>
          <p:cNvPicPr preferRelativeResize="0"/>
          <p:nvPr/>
        </p:nvPicPr>
        <p:blipFill rotWithShape="1">
          <a:blip r:embed="rId20">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4901"/>
              </a:srgbClr>
            </a:outerShdw>
          </a:effectLst>
        </p:spPr>
      </p:pic>
      <p:pic>
        <p:nvPicPr>
          <p:cNvPr id="815" name="Google Shape;815;g2cdbdd49f8e_0_0"/>
          <p:cNvPicPr preferRelativeResize="0"/>
          <p:nvPr/>
        </p:nvPicPr>
        <p:blipFill rotWithShape="1">
          <a:blip r:embed="rId21">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4901"/>
              </a:srgbClr>
            </a:outerShdw>
          </a:effectLst>
        </p:spPr>
      </p:pic>
      <p:pic>
        <p:nvPicPr>
          <p:cNvPr id="816" name="Google Shape;816;g2cdbdd49f8e_0_0"/>
          <p:cNvPicPr preferRelativeResize="0"/>
          <p:nvPr/>
        </p:nvPicPr>
        <p:blipFill rotWithShape="1">
          <a:blip r:embed="rId22">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4901"/>
              </a:srgbClr>
            </a:outerShdw>
          </a:effectLst>
        </p:spPr>
      </p:pic>
      <p:pic>
        <p:nvPicPr>
          <p:cNvPr id="817" name="Google Shape;817;g2cdbdd49f8e_0_0"/>
          <p:cNvPicPr preferRelativeResize="0"/>
          <p:nvPr/>
        </p:nvPicPr>
        <p:blipFill rotWithShape="1">
          <a:blip r:embed="rId23">
            <a:alphaModFix/>
          </a:blip>
          <a:srcRect l="19" r="28"/>
          <a:stretch/>
        </p:blipFill>
        <p:spPr>
          <a:xfrm>
            <a:off x="1467501" y="2053250"/>
            <a:ext cx="545045" cy="771492"/>
          </a:xfrm>
          <a:prstGeom prst="rect">
            <a:avLst/>
          </a:prstGeom>
          <a:noFill/>
          <a:ln>
            <a:noFill/>
          </a:ln>
          <a:effectLst>
            <a:outerShdw blurRad="71438" dist="28575" dir="5400000" algn="bl" rotWithShape="0">
              <a:srgbClr val="000000">
                <a:alpha val="14901"/>
              </a:srgbClr>
            </a:outerShdw>
          </a:effectLst>
        </p:spPr>
      </p:pic>
      <p:pic>
        <p:nvPicPr>
          <p:cNvPr id="818" name="Google Shape;818;g2cdbdd49f8e_0_0"/>
          <p:cNvPicPr preferRelativeResize="0"/>
          <p:nvPr/>
        </p:nvPicPr>
        <p:blipFill rotWithShape="1">
          <a:blip r:embed="rId24">
            <a:alphaModFix/>
          </a:blip>
          <a:srcRect l="19" r="28"/>
          <a:stretch/>
        </p:blipFill>
        <p:spPr>
          <a:xfrm>
            <a:off x="2079096" y="2053250"/>
            <a:ext cx="545045" cy="771492"/>
          </a:xfrm>
          <a:prstGeom prst="rect">
            <a:avLst/>
          </a:prstGeom>
          <a:noFill/>
          <a:ln>
            <a:noFill/>
          </a:ln>
          <a:effectLst>
            <a:outerShdw blurRad="71438" dist="28575" dir="5400000" algn="bl" rotWithShape="0">
              <a:srgbClr val="000000">
                <a:alpha val="14901"/>
              </a:srgbClr>
            </a:outerShdw>
          </a:effectLst>
        </p:spPr>
      </p:pic>
      <p:pic>
        <p:nvPicPr>
          <p:cNvPr id="819" name="Google Shape;819;g2cdbdd49f8e_0_0"/>
          <p:cNvPicPr preferRelativeResize="0"/>
          <p:nvPr/>
        </p:nvPicPr>
        <p:blipFill rotWithShape="1">
          <a:blip r:embed="rId25">
            <a:alphaModFix/>
          </a:blip>
          <a:srcRect l="19" r="28"/>
          <a:stretch/>
        </p:blipFill>
        <p:spPr>
          <a:xfrm>
            <a:off x="3302281" y="2053250"/>
            <a:ext cx="545045" cy="771492"/>
          </a:xfrm>
          <a:prstGeom prst="rect">
            <a:avLst/>
          </a:prstGeom>
          <a:noFill/>
          <a:ln>
            <a:noFill/>
          </a:ln>
          <a:effectLst>
            <a:outerShdw blurRad="71438" dist="28575" dir="5400000" algn="bl" rotWithShape="0">
              <a:srgbClr val="000000">
                <a:alpha val="14901"/>
              </a:srgbClr>
            </a:outerShdw>
          </a:effectLst>
        </p:spPr>
      </p:pic>
      <p:pic>
        <p:nvPicPr>
          <p:cNvPr id="820" name="Google Shape;820;g2cdbdd49f8e_0_0"/>
          <p:cNvPicPr preferRelativeResize="0"/>
          <p:nvPr/>
        </p:nvPicPr>
        <p:blipFill rotWithShape="1">
          <a:blip r:embed="rId26">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4901"/>
              </a:srgbClr>
            </a:outerShdw>
          </a:effectLst>
        </p:spPr>
      </p:pic>
      <p:pic>
        <p:nvPicPr>
          <p:cNvPr id="821" name="Google Shape;821;g2cdbdd49f8e_0_0"/>
          <p:cNvPicPr preferRelativeResize="0"/>
          <p:nvPr/>
        </p:nvPicPr>
        <p:blipFill rotWithShape="1">
          <a:blip r:embed="rId27">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4901"/>
              </a:srgbClr>
            </a:outerShdw>
          </a:effectLst>
        </p:spPr>
      </p:pic>
      <p:pic>
        <p:nvPicPr>
          <p:cNvPr id="822" name="Google Shape;822;g2cdbdd49f8e_0_0"/>
          <p:cNvPicPr preferRelativeResize="0"/>
          <p:nvPr/>
        </p:nvPicPr>
        <p:blipFill rotWithShape="1">
          <a:blip r:embed="rId28">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4901"/>
              </a:srgbClr>
            </a:outerShdw>
          </a:effectLst>
        </p:spPr>
      </p:pic>
      <p:pic>
        <p:nvPicPr>
          <p:cNvPr id="823" name="Google Shape;823;g2cdbdd49f8e_0_0"/>
          <p:cNvPicPr preferRelativeResize="0"/>
          <p:nvPr/>
        </p:nvPicPr>
        <p:blipFill rotWithShape="1">
          <a:blip r:embed="rId29">
            <a:alphaModFix/>
          </a:blip>
          <a:srcRect l="19" r="28"/>
          <a:stretch/>
        </p:blipFill>
        <p:spPr>
          <a:xfrm>
            <a:off x="5748652" y="2053250"/>
            <a:ext cx="545045" cy="771492"/>
          </a:xfrm>
          <a:prstGeom prst="rect">
            <a:avLst/>
          </a:prstGeom>
          <a:noFill/>
          <a:ln>
            <a:noFill/>
          </a:ln>
          <a:effectLst>
            <a:outerShdw blurRad="71438" dist="28575" dir="5400000" algn="bl" rotWithShape="0">
              <a:srgbClr val="000000">
                <a:alpha val="14901"/>
              </a:srgbClr>
            </a:outerShdw>
          </a:effectLst>
        </p:spPr>
      </p:pic>
      <p:pic>
        <p:nvPicPr>
          <p:cNvPr id="824" name="Google Shape;824;g2cdbdd49f8e_0_0"/>
          <p:cNvPicPr preferRelativeResize="0"/>
          <p:nvPr/>
        </p:nvPicPr>
        <p:blipFill rotWithShape="1">
          <a:blip r:embed="rId30">
            <a:alphaModFix/>
          </a:blip>
          <a:srcRect/>
          <a:stretch/>
        </p:blipFill>
        <p:spPr>
          <a:xfrm>
            <a:off x="6360240" y="2053250"/>
            <a:ext cx="545045" cy="771487"/>
          </a:xfrm>
          <a:prstGeom prst="rect">
            <a:avLst/>
          </a:prstGeom>
          <a:noFill/>
          <a:ln>
            <a:noFill/>
          </a:ln>
          <a:effectLst>
            <a:outerShdw blurRad="71438" dist="28575" dir="5400000" algn="bl" rotWithShape="0">
              <a:srgbClr val="000000">
                <a:alpha val="14901"/>
              </a:srgbClr>
            </a:outerShdw>
          </a:effectLst>
        </p:spPr>
      </p:pic>
      <p:pic>
        <p:nvPicPr>
          <p:cNvPr id="825" name="Google Shape;825;g2cdbdd49f8e_0_0"/>
          <p:cNvPicPr preferRelativeResize="0"/>
          <p:nvPr/>
        </p:nvPicPr>
        <p:blipFill rotWithShape="1">
          <a:blip r:embed="rId31">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4901"/>
              </a:srgbClr>
            </a:outerShdw>
          </a:effectLst>
        </p:spPr>
      </p:pic>
      <p:pic>
        <p:nvPicPr>
          <p:cNvPr id="826" name="Google Shape;826;g2cdbdd49f8e_0_0"/>
          <p:cNvPicPr preferRelativeResize="0"/>
          <p:nvPr/>
        </p:nvPicPr>
        <p:blipFill rotWithShape="1">
          <a:blip r:embed="rId32">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4901"/>
              </a:srgbClr>
            </a:outerShdw>
          </a:effectLst>
        </p:spPr>
      </p:pic>
      <p:pic>
        <p:nvPicPr>
          <p:cNvPr id="827" name="Google Shape;827;g2cdbdd49f8e_0_0"/>
          <p:cNvPicPr preferRelativeResize="0"/>
          <p:nvPr/>
        </p:nvPicPr>
        <p:blipFill rotWithShape="1">
          <a:blip r:embed="rId33">
            <a:alphaModFix/>
          </a:blip>
          <a:srcRect/>
          <a:stretch/>
        </p:blipFill>
        <p:spPr>
          <a:xfrm>
            <a:off x="855905" y="2901641"/>
            <a:ext cx="545045" cy="771487"/>
          </a:xfrm>
          <a:prstGeom prst="rect">
            <a:avLst/>
          </a:prstGeom>
          <a:noFill/>
          <a:ln>
            <a:noFill/>
          </a:ln>
          <a:effectLst>
            <a:outerShdw blurRad="71438" dist="28575" dir="5400000" algn="bl" rotWithShape="0">
              <a:srgbClr val="000000">
                <a:alpha val="14901"/>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grpSp>
        <p:nvGrpSpPr>
          <p:cNvPr id="833" name="Google Shape;833;g26b7edf6e71_0_109"/>
          <p:cNvGrpSpPr/>
          <p:nvPr/>
        </p:nvGrpSpPr>
        <p:grpSpPr>
          <a:xfrm>
            <a:off x="865957" y="2135925"/>
            <a:ext cx="7282807" cy="2686611"/>
            <a:chOff x="867357" y="2129450"/>
            <a:chExt cx="7282807" cy="2686611"/>
          </a:xfrm>
        </p:grpSpPr>
        <p:pic>
          <p:nvPicPr>
            <p:cNvPr id="834" name="Google Shape;834;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35" name="Google Shape;835;g26b7edf6e71_0_109"/>
            <p:cNvPicPr preferRelativeResize="0"/>
            <p:nvPr/>
          </p:nvPicPr>
          <p:blipFill rotWithShape="1">
            <a:blip r:embed="rId4">
              <a:alphaModFix/>
            </a:blip>
            <a:srcRect l="99" r="98"/>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36" name="Google Shape;836;g26b7edf6e71_0_109"/>
            <p:cNvPicPr preferRelativeResize="0"/>
            <p:nvPr/>
          </p:nvPicPr>
          <p:blipFill rotWithShape="1">
            <a:blip r:embed="rId5">
              <a:alphaModFix/>
            </a:blip>
            <a:srcRect l="99" r="98"/>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37" name="Google Shape;837;g26b7edf6e71_0_109"/>
            <p:cNvPicPr preferRelativeResize="0"/>
            <p:nvPr/>
          </p:nvPicPr>
          <p:blipFill rotWithShape="1">
            <a:blip r:embed="rId6">
              <a:alphaModFix/>
            </a:blip>
            <a:srcRect l="99" r="98"/>
            <a:stretch/>
          </p:blipFill>
          <p:spPr>
            <a:xfrm>
              <a:off x="4547991" y="2129450"/>
              <a:ext cx="1147320" cy="821565"/>
            </a:xfrm>
            <a:prstGeom prst="rect">
              <a:avLst/>
            </a:prstGeom>
            <a:noFill/>
            <a:ln>
              <a:noFill/>
            </a:ln>
            <a:effectLst>
              <a:outerShdw blurRad="71438" dist="19050" dir="5400000" algn="bl" rotWithShape="0">
                <a:srgbClr val="000000">
                  <a:alpha val="18039"/>
                </a:srgbClr>
              </a:outerShdw>
            </a:effectLst>
          </p:spPr>
        </p:pic>
        <p:pic>
          <p:nvPicPr>
            <p:cNvPr id="838" name="Google Shape;838;g26b7edf6e71_0_109"/>
            <p:cNvPicPr preferRelativeResize="0"/>
            <p:nvPr/>
          </p:nvPicPr>
          <p:blipFill rotWithShape="1">
            <a:blip r:embed="rId7">
              <a:alphaModFix/>
            </a:blip>
            <a:srcRect l="99" r="98"/>
            <a:stretch/>
          </p:blipFill>
          <p:spPr>
            <a:xfrm>
              <a:off x="5774724" y="2129450"/>
              <a:ext cx="1147320" cy="821565"/>
            </a:xfrm>
            <a:prstGeom prst="rect">
              <a:avLst/>
            </a:prstGeom>
            <a:noFill/>
            <a:ln>
              <a:noFill/>
            </a:ln>
            <a:effectLst>
              <a:outerShdw blurRad="71438" dist="19050" dir="5400000" algn="bl" rotWithShape="0">
                <a:srgbClr val="000000">
                  <a:alpha val="18039"/>
                </a:srgbClr>
              </a:outerShdw>
            </a:effectLst>
          </p:spPr>
        </p:pic>
        <p:pic>
          <p:nvPicPr>
            <p:cNvPr id="839" name="Google Shape;839;g26b7edf6e71_0_109"/>
            <p:cNvPicPr preferRelativeResize="0"/>
            <p:nvPr/>
          </p:nvPicPr>
          <p:blipFill rotWithShape="1">
            <a:blip r:embed="rId8">
              <a:alphaModFix/>
            </a:blip>
            <a:srcRect l="99" r="98"/>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40" name="Google Shape;840;g26b7edf6e71_0_109"/>
            <p:cNvPicPr preferRelativeResize="0"/>
            <p:nvPr/>
          </p:nvPicPr>
          <p:blipFill rotWithShape="1">
            <a:blip r:embed="rId9">
              <a:alphaModFix/>
            </a:blip>
            <a:srcRect l="99" r="98"/>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41" name="Google Shape;841;g26b7edf6e71_0_109"/>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8039"/>
                </a:srgbClr>
              </a:outerShdw>
            </a:effectLst>
          </p:spPr>
        </p:pic>
        <p:pic>
          <p:nvPicPr>
            <p:cNvPr id="842" name="Google Shape;842;g26b7edf6e71_0_109"/>
            <p:cNvPicPr preferRelativeResize="0"/>
            <p:nvPr/>
          </p:nvPicPr>
          <p:blipFill rotWithShape="1">
            <a:blip r:embed="rId11">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43" name="Google Shape;843;g26b7edf6e71_0_109"/>
            <p:cNvPicPr preferRelativeResize="0"/>
            <p:nvPr/>
          </p:nvPicPr>
          <p:blipFill rotWithShape="1">
            <a:blip r:embed="rId12">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44" name="Google Shape;844;g26b7edf6e71_0_109"/>
            <p:cNvPicPr preferRelativeResize="0"/>
            <p:nvPr/>
          </p:nvPicPr>
          <p:blipFill rotWithShape="1">
            <a:blip r:embed="rId13">
              <a:alphaModFix/>
            </a:blip>
            <a:srcRect l="189" r="178"/>
            <a:stretch/>
          </p:blipFill>
          <p:spPr>
            <a:xfrm>
              <a:off x="5774548" y="3060270"/>
              <a:ext cx="1148707" cy="822956"/>
            </a:xfrm>
            <a:prstGeom prst="rect">
              <a:avLst/>
            </a:prstGeom>
            <a:noFill/>
            <a:ln>
              <a:noFill/>
            </a:ln>
            <a:effectLst>
              <a:outerShdw blurRad="71438" dist="19050" dir="5400000" algn="bl" rotWithShape="0">
                <a:srgbClr val="000000">
                  <a:alpha val="18039"/>
                </a:srgbClr>
              </a:outerShdw>
            </a:effectLst>
          </p:spPr>
        </p:pic>
        <p:pic>
          <p:nvPicPr>
            <p:cNvPr id="845" name="Google Shape;845;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8039"/>
                </a:srgbClr>
              </a:outerShdw>
            </a:effectLst>
          </p:spPr>
        </p:pic>
        <p:pic>
          <p:nvPicPr>
            <p:cNvPr id="846" name="Google Shape;846;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8039"/>
                </a:srgbClr>
              </a:outerShdw>
            </a:effectLst>
          </p:spPr>
        </p:pic>
        <p:pic>
          <p:nvPicPr>
            <p:cNvPr id="847" name="Google Shape;847;g26b7edf6e71_0_109"/>
            <p:cNvPicPr preferRelativeResize="0"/>
            <p:nvPr/>
          </p:nvPicPr>
          <p:blipFill rotWithShape="1">
            <a:blip r:embed="rId16">
              <a:alphaModFix/>
            </a:blip>
            <a:srcRect l="99" r="98"/>
            <a:stretch/>
          </p:blipFill>
          <p:spPr>
            <a:xfrm>
              <a:off x="2093821" y="3994495"/>
              <a:ext cx="1148707" cy="821565"/>
            </a:xfrm>
            <a:prstGeom prst="rect">
              <a:avLst/>
            </a:prstGeom>
            <a:noFill/>
            <a:ln>
              <a:noFill/>
            </a:ln>
            <a:effectLst>
              <a:outerShdw blurRad="71438" dist="19050" dir="5400000" algn="bl" rotWithShape="0">
                <a:srgbClr val="000000">
                  <a:alpha val="18039"/>
                </a:srgbClr>
              </a:outerShdw>
            </a:effectLst>
          </p:spPr>
        </p:pic>
      </p:grpSp>
      <p:sp>
        <p:nvSpPr>
          <p:cNvPr id="848" name="Google Shape;848;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Common Exception Words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grpSp>
        <p:nvGrpSpPr>
          <p:cNvPr id="854" name="Google Shape;854;g2c298d33e0c_0_6"/>
          <p:cNvGrpSpPr/>
          <p:nvPr/>
        </p:nvGrpSpPr>
        <p:grpSpPr>
          <a:xfrm>
            <a:off x="866900" y="2141101"/>
            <a:ext cx="7281864" cy="2684601"/>
            <a:chOff x="868300" y="2129450"/>
            <a:chExt cx="7281864" cy="2684601"/>
          </a:xfrm>
        </p:grpSpPr>
        <p:pic>
          <p:nvPicPr>
            <p:cNvPr id="855" name="Google Shape;855;g2c298d33e0c_0_6"/>
            <p:cNvPicPr preferRelativeResize="0"/>
            <p:nvPr/>
          </p:nvPicPr>
          <p:blipFill rotWithShape="1">
            <a:blip r:embed="rId3">
              <a:alphaModFix/>
            </a:blip>
            <a:srcRect l="99" r="98"/>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pic>
          <p:nvPicPr>
            <p:cNvPr id="856" name="Google Shape;856;g2c298d33e0c_0_6"/>
            <p:cNvPicPr preferRelativeResize="0"/>
            <p:nvPr/>
          </p:nvPicPr>
          <p:blipFill rotWithShape="1">
            <a:blip r:embed="rId4">
              <a:alphaModFix/>
            </a:blip>
            <a:srcRect l="189" r="178"/>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857" name="Google Shape;857;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858" name="Google Shape;858;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431"/>
                </a:srgbClr>
              </a:outerShdw>
            </a:effectLst>
          </p:spPr>
        </p:pic>
        <p:pic>
          <p:nvPicPr>
            <p:cNvPr id="859" name="Google Shape;859;g2c298d33e0c_0_6"/>
            <p:cNvPicPr preferRelativeResize="0"/>
            <p:nvPr/>
          </p:nvPicPr>
          <p:blipFill rotWithShape="1">
            <a:blip r:embed="rId7">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860" name="Google Shape;860;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61" name="Google Shape;861;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62" name="Google Shape;862;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63" name="Google Shape;863;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64" name="Google Shape;864;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65" name="Google Shape;865;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66" name="Google Shape;866;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67" name="Google Shape;867;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68" name="Google Shape;868;g2c298d33e0c_0_6"/>
            <p:cNvPicPr preferRelativeResize="0"/>
            <p:nvPr/>
          </p:nvPicPr>
          <p:blipFill rotWithShape="1">
            <a:blip r:embed="rId16">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69" name="Google Shape;869;g2c298d33e0c_0_6"/>
            <p:cNvPicPr preferRelativeResize="0"/>
            <p:nvPr/>
          </p:nvPicPr>
          <p:blipFill rotWithShape="1">
            <a:blip r:embed="rId17">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70" name="Google Shape;870;g2c298d33e0c_0_6"/>
            <p:cNvPicPr preferRelativeResize="0"/>
            <p:nvPr/>
          </p:nvPicPr>
          <p:blipFill rotWithShape="1">
            <a:blip r:embed="rId18">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71" name="Google Shape;871;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2" name="Google Shape;872;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73" name="Google Shape;873;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74" name="Google Shape;874;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75" name="Google Shape;875;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76" name="Google Shape;876;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77" name="Google Shape;877;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78" name="Google Shape;878;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79" name="Google Shape;879;g2c298d33e0c_0_6"/>
            <p:cNvPicPr preferRelativeResize="0"/>
            <p:nvPr/>
          </p:nvPicPr>
          <p:blipFill rotWithShape="1">
            <a:blip r:embed="rId27">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80" name="Google Shape;880;g2c298d33e0c_0_6"/>
            <p:cNvPicPr preferRelativeResize="0"/>
            <p:nvPr/>
          </p:nvPicPr>
          <p:blipFill rotWithShape="1">
            <a:blip r:embed="rId28">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81" name="Google Shape;881;g2c298d33e0c_0_6"/>
            <p:cNvPicPr preferRelativeResize="0"/>
            <p:nvPr/>
          </p:nvPicPr>
          <p:blipFill rotWithShape="1">
            <a:blip r:embed="rId29">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82" name="Google Shape;882;g2c298d33e0c_0_6"/>
            <p:cNvPicPr preferRelativeResize="0"/>
            <p:nvPr/>
          </p:nvPicPr>
          <p:blipFill rotWithShape="1">
            <a:blip r:embed="rId30">
              <a:alphaModFix/>
            </a:blip>
            <a:srcRect l="99" r="98"/>
            <a:stretch/>
          </p:blipFill>
          <p:spPr>
            <a:xfrm>
              <a:off x="5774548" y="3991095"/>
              <a:ext cx="1148707" cy="822955"/>
            </a:xfrm>
            <a:prstGeom prst="rect">
              <a:avLst/>
            </a:prstGeom>
            <a:noFill/>
            <a:ln>
              <a:noFill/>
            </a:ln>
            <a:effectLst>
              <a:outerShdw blurRad="71438" dist="19050" dir="5400000" algn="bl" rotWithShape="0">
                <a:srgbClr val="000000">
                  <a:alpha val="18039"/>
                </a:srgbClr>
              </a:outerShdw>
            </a:effectLst>
          </p:spPr>
        </p:pic>
      </p:grpSp>
      <p:sp>
        <p:nvSpPr>
          <p:cNvPr id="883" name="Google Shape;883;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Common Exception Words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Common Exception Words </a:t>
            </a:r>
            <a:r>
              <a:rPr lang="en-US" sz="2400" b="0" i="0" u="none" strike="noStrike" cap="none">
                <a:solidFill>
                  <a:srgbClr val="2356AF"/>
                </a:solidFill>
                <a:latin typeface="Poppins"/>
                <a:ea typeface="Poppins"/>
                <a:cs typeface="Poppins"/>
                <a:sym typeface="Poppins"/>
              </a:rPr>
              <a:t>said like out have some come what was so old do little one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0" name="Google Shape;890;g2c298da1f27_0_455"/>
          <p:cNvGrpSpPr/>
          <p:nvPr/>
        </p:nvGrpSpPr>
        <p:grpSpPr>
          <a:xfrm>
            <a:off x="868300" y="2129450"/>
            <a:ext cx="7281864" cy="2684601"/>
            <a:chOff x="868300" y="2053250"/>
            <a:chExt cx="7281864" cy="2684601"/>
          </a:xfrm>
        </p:grpSpPr>
        <p:pic>
          <p:nvPicPr>
            <p:cNvPr id="891" name="Google Shape;891;g2c298da1f27_0_455"/>
            <p:cNvPicPr preferRelativeResize="0"/>
            <p:nvPr/>
          </p:nvPicPr>
          <p:blipFill rotWithShape="1">
            <a:blip r:embed="rId3">
              <a:alphaModFix/>
            </a:blip>
            <a:srcRect l="189" r="178"/>
            <a:stretch/>
          </p:blipFill>
          <p:spPr>
            <a:xfrm>
              <a:off x="868300" y="3914895"/>
              <a:ext cx="1147320" cy="822956"/>
            </a:xfrm>
            <a:prstGeom prst="rect">
              <a:avLst/>
            </a:prstGeom>
            <a:noFill/>
            <a:ln>
              <a:noFill/>
            </a:ln>
            <a:effectLst>
              <a:outerShdw blurRad="71438" dist="19050" dir="5400000" algn="bl" rotWithShape="0">
                <a:srgbClr val="000000">
                  <a:alpha val="17647"/>
                </a:srgbClr>
              </a:outerShdw>
            </a:effectLst>
          </p:spPr>
        </p:pic>
        <p:pic>
          <p:nvPicPr>
            <p:cNvPr id="892" name="Google Shape;892;g2c298da1f27_0_455"/>
            <p:cNvPicPr preferRelativeResize="0"/>
            <p:nvPr/>
          </p:nvPicPr>
          <p:blipFill rotWithShape="1">
            <a:blip r:embed="rId4">
              <a:alphaModFix/>
            </a:blip>
            <a:srcRect l="39" r="38"/>
            <a:stretch/>
          </p:blipFill>
          <p:spPr>
            <a:xfrm>
              <a:off x="5774548" y="2984070"/>
              <a:ext cx="1148707" cy="822955"/>
            </a:xfrm>
            <a:prstGeom prst="rect">
              <a:avLst/>
            </a:prstGeom>
            <a:noFill/>
            <a:ln>
              <a:noFill/>
            </a:ln>
            <a:effectLst>
              <a:outerShdw blurRad="71438" dist="19050" dir="5400000" algn="bl" rotWithShape="0">
                <a:srgbClr val="000000">
                  <a:alpha val="17647"/>
                </a:srgbClr>
              </a:outerShdw>
            </a:effectLst>
          </p:spPr>
        </p:pic>
        <p:pic>
          <p:nvPicPr>
            <p:cNvPr id="893" name="Google Shape;893;g2c298da1f27_0_455"/>
            <p:cNvPicPr preferRelativeResize="0"/>
            <p:nvPr/>
          </p:nvPicPr>
          <p:blipFill rotWithShape="1">
            <a:blip r:embed="rId5">
              <a:alphaModFix/>
            </a:blip>
            <a:srcRect l="39" r="38"/>
            <a:stretch/>
          </p:blipFill>
          <p:spPr>
            <a:xfrm>
              <a:off x="7001457" y="2984070"/>
              <a:ext cx="1148707" cy="821565"/>
            </a:xfrm>
            <a:prstGeom prst="rect">
              <a:avLst/>
            </a:prstGeom>
            <a:noFill/>
            <a:ln>
              <a:noFill/>
            </a:ln>
            <a:effectLst>
              <a:outerShdw blurRad="71438" dist="19050" dir="5400000" algn="bl" rotWithShape="0">
                <a:srgbClr val="000000">
                  <a:alpha val="17647"/>
                </a:srgbClr>
              </a:outerShdw>
            </a:effectLst>
          </p:spPr>
        </p:pic>
        <p:pic>
          <p:nvPicPr>
            <p:cNvPr id="894" name="Google Shape;894;g2c298da1f27_0_455"/>
            <p:cNvPicPr preferRelativeResize="0"/>
            <p:nvPr/>
          </p:nvPicPr>
          <p:blipFill rotWithShape="1">
            <a:blip r:embed="rId6">
              <a:alphaModFix/>
            </a:blip>
            <a:srcRect l="39" r="38"/>
            <a:stretch/>
          </p:blipFill>
          <p:spPr>
            <a:xfrm>
              <a:off x="3320730" y="2984070"/>
              <a:ext cx="1148707" cy="822955"/>
            </a:xfrm>
            <a:prstGeom prst="rect">
              <a:avLst/>
            </a:prstGeom>
            <a:noFill/>
            <a:ln>
              <a:noFill/>
            </a:ln>
            <a:effectLst>
              <a:outerShdw blurRad="71438" dist="19050" dir="5400000" algn="bl" rotWithShape="0">
                <a:srgbClr val="000000">
                  <a:alpha val="17647"/>
                </a:srgbClr>
              </a:outerShdw>
            </a:effectLst>
          </p:spPr>
        </p:pic>
        <p:pic>
          <p:nvPicPr>
            <p:cNvPr id="895" name="Google Shape;895;g2c298da1f27_0_455"/>
            <p:cNvPicPr preferRelativeResize="0"/>
            <p:nvPr/>
          </p:nvPicPr>
          <p:blipFill rotWithShape="1">
            <a:blip r:embed="rId7">
              <a:alphaModFix/>
            </a:blip>
            <a:srcRect l="39" r="38"/>
            <a:stretch/>
          </p:blipFill>
          <p:spPr>
            <a:xfrm>
              <a:off x="4547639" y="2984070"/>
              <a:ext cx="1148707" cy="822955"/>
            </a:xfrm>
            <a:prstGeom prst="rect">
              <a:avLst/>
            </a:prstGeom>
            <a:noFill/>
            <a:ln>
              <a:noFill/>
            </a:ln>
            <a:effectLst>
              <a:outerShdw blurRad="71438" dist="19050" dir="5400000" algn="bl" rotWithShape="0">
                <a:srgbClr val="000000">
                  <a:alpha val="17647"/>
                </a:srgbClr>
              </a:outerShdw>
            </a:effectLst>
          </p:spPr>
        </p:pic>
        <p:pic>
          <p:nvPicPr>
            <p:cNvPr id="896" name="Google Shape;896;g2c298da1f27_0_455"/>
            <p:cNvPicPr preferRelativeResize="0"/>
            <p:nvPr/>
          </p:nvPicPr>
          <p:blipFill rotWithShape="1">
            <a:blip r:embed="rId8">
              <a:alphaModFix/>
            </a:blip>
            <a:srcRect l="189" r="178"/>
            <a:stretch/>
          </p:blipFill>
          <p:spPr>
            <a:xfrm>
              <a:off x="868300" y="2984070"/>
              <a:ext cx="1147320" cy="822956"/>
            </a:xfrm>
            <a:prstGeom prst="rect">
              <a:avLst/>
            </a:prstGeom>
            <a:noFill/>
            <a:ln>
              <a:noFill/>
            </a:ln>
            <a:effectLst>
              <a:outerShdw blurRad="71438" dist="19050" dir="5400000" algn="bl" rotWithShape="0">
                <a:srgbClr val="000000">
                  <a:alpha val="17647"/>
                </a:srgbClr>
              </a:outerShdw>
            </a:effectLst>
          </p:spPr>
        </p:pic>
        <p:pic>
          <p:nvPicPr>
            <p:cNvPr id="897" name="Google Shape;897;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47"/>
                </a:srgbClr>
              </a:outerShdw>
            </a:effectLst>
          </p:spPr>
        </p:pic>
        <p:pic>
          <p:nvPicPr>
            <p:cNvPr id="898" name="Google Shape;898;g2c298da1f27_0_455"/>
            <p:cNvPicPr preferRelativeResize="0"/>
            <p:nvPr/>
          </p:nvPicPr>
          <p:blipFill rotWithShape="1">
            <a:blip r:embed="rId10">
              <a:alphaModFix/>
            </a:blip>
            <a:srcRect l="58" r="59"/>
            <a:stretch/>
          </p:blipFill>
          <p:spPr>
            <a:xfrm>
              <a:off x="868300" y="2053250"/>
              <a:ext cx="1146813" cy="819547"/>
            </a:xfrm>
            <a:prstGeom prst="rect">
              <a:avLst/>
            </a:prstGeom>
            <a:noFill/>
            <a:ln>
              <a:noFill/>
            </a:ln>
            <a:effectLst>
              <a:outerShdw blurRad="71438" dist="19050" dir="5400000" algn="bl" rotWithShape="0">
                <a:srgbClr val="000000">
                  <a:alpha val="18039"/>
                </a:srgbClr>
              </a:outerShdw>
            </a:effectLst>
          </p:spPr>
        </p:pic>
        <p:pic>
          <p:nvPicPr>
            <p:cNvPr id="899" name="Google Shape;899;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39"/>
                </a:srgbClr>
              </a:outerShdw>
            </a:effectLst>
          </p:spPr>
        </p:pic>
        <p:pic>
          <p:nvPicPr>
            <p:cNvPr id="900" name="Google Shape;900;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39"/>
                </a:srgbClr>
              </a:outerShdw>
            </a:effectLst>
          </p:spPr>
        </p:pic>
        <p:pic>
          <p:nvPicPr>
            <p:cNvPr id="901" name="Google Shape;901;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8039"/>
                </a:srgbClr>
              </a:outerShdw>
            </a:effectLst>
          </p:spPr>
        </p:pic>
        <p:pic>
          <p:nvPicPr>
            <p:cNvPr id="902" name="Google Shape;902;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8039"/>
                </a:srgbClr>
              </a:outerShdw>
            </a:effectLst>
          </p:spPr>
        </p:pic>
        <p:pic>
          <p:nvPicPr>
            <p:cNvPr id="903" name="Google Shape;903;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pic>
        <p:nvPicPr>
          <p:cNvPr id="909" name="Google Shape;909;g2c298da1f27_1_0"/>
          <p:cNvPicPr preferRelativeResize="0"/>
          <p:nvPr/>
        </p:nvPicPr>
        <p:blipFill rotWithShape="1">
          <a:blip r:embed="rId3">
            <a:alphaModFix/>
          </a:blip>
          <a:srcRect l="189" r="178"/>
          <a:stretch/>
        </p:blipFill>
        <p:spPr>
          <a:xfrm>
            <a:off x="3320730" y="3994495"/>
            <a:ext cx="1148707" cy="822956"/>
          </a:xfrm>
          <a:prstGeom prst="rect">
            <a:avLst/>
          </a:prstGeom>
          <a:noFill/>
          <a:ln>
            <a:noFill/>
          </a:ln>
          <a:effectLst>
            <a:outerShdw blurRad="71438" dist="19050" dir="5400000" algn="bl" rotWithShape="0">
              <a:srgbClr val="000000">
                <a:alpha val="17254"/>
              </a:srgbClr>
            </a:outerShdw>
          </a:effectLst>
        </p:spPr>
      </p:pic>
      <p:sp>
        <p:nvSpPr>
          <p:cNvPr id="910" name="Google Shape;910;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Common Exception Words </a:t>
            </a:r>
            <a:r>
              <a:rPr lang="en-US" sz="2400" b="0" i="0" u="none" strike="noStrike" cap="none">
                <a:solidFill>
                  <a:srgbClr val="2356AF"/>
                </a:solidFill>
                <a:latin typeface="Poppins"/>
                <a:ea typeface="Poppins"/>
                <a:cs typeface="Poppins"/>
                <a:sym typeface="Poppins"/>
              </a:rPr>
              <a:t>today house mouse hour because Mr Mrs Ms where should could would move use want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11" name="Google Shape;911;g2c298da1f27_1_0"/>
          <p:cNvPicPr preferRelativeResize="0"/>
          <p:nvPr/>
        </p:nvPicPr>
        <p:blipFill rotWithShape="1">
          <a:blip r:embed="rId4">
            <a:alphaModFix/>
          </a:blip>
          <a:srcRect l="247"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912" name="Google Shape;912;g2c298da1f27_1_0"/>
          <p:cNvPicPr preferRelativeResize="0"/>
          <p:nvPr/>
        </p:nvPicPr>
        <p:blipFill rotWithShape="1">
          <a:blip r:embed="rId5">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13" name="Google Shape;913;g2c298da1f27_1_0"/>
          <p:cNvPicPr preferRelativeResize="0"/>
          <p:nvPr/>
        </p:nvPicPr>
        <p:blipFill rotWithShape="1">
          <a:blip r:embed="rId6">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14" name="Google Shape;914;g2c298da1f27_1_0"/>
          <p:cNvPicPr preferRelativeResize="0"/>
          <p:nvPr/>
        </p:nvPicPr>
        <p:blipFill rotWithShape="1">
          <a:blip r:embed="rId7">
            <a:alphaModFix/>
          </a:blip>
          <a:srcRect l="99" r="98"/>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915" name="Google Shape;915;g2c298da1f27_1_0"/>
          <p:cNvPicPr preferRelativeResize="0"/>
          <p:nvPr/>
        </p:nvPicPr>
        <p:blipFill rotWithShape="1">
          <a:blip r:embed="rId8">
            <a:alphaModFix/>
          </a:blip>
          <a:srcRect l="189" r="178"/>
          <a:stretch/>
        </p:blipFill>
        <p:spPr>
          <a:xfrm>
            <a:off x="4547639" y="3060270"/>
            <a:ext cx="1148707" cy="822956"/>
          </a:xfrm>
          <a:prstGeom prst="rect">
            <a:avLst/>
          </a:prstGeom>
          <a:noFill/>
          <a:ln>
            <a:noFill/>
          </a:ln>
          <a:effectLst>
            <a:outerShdw blurRad="71438" dist="19050" dir="5400000" algn="bl" rotWithShape="0">
              <a:srgbClr val="000000">
                <a:alpha val="17647"/>
              </a:srgbClr>
            </a:outerShdw>
          </a:effectLst>
        </p:spPr>
      </p:pic>
      <p:pic>
        <p:nvPicPr>
          <p:cNvPr id="916" name="Google Shape;916;g2c298da1f27_1_0"/>
          <p:cNvPicPr preferRelativeResize="0"/>
          <p:nvPr/>
        </p:nvPicPr>
        <p:blipFill rotWithShape="1">
          <a:blip r:embed="rId9">
            <a:alphaModFix/>
          </a:blip>
          <a:srcRect l="247" r="238"/>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917" name="Google Shape;917;g2c298da1f27_1_0"/>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918" name="Google Shape;918;g2c298da1f27_1_0"/>
          <p:cNvPicPr preferRelativeResize="0"/>
          <p:nvPr/>
        </p:nvPicPr>
        <p:blipFill rotWithShape="1">
          <a:blip r:embed="rId11">
            <a:alphaModFix/>
          </a:blip>
          <a:srcRect l="58"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19" name="Google Shape;919;g2c298da1f27_1_0"/>
          <p:cNvPicPr preferRelativeResize="0"/>
          <p:nvPr/>
        </p:nvPicPr>
        <p:blipFill rotWithShape="1">
          <a:blip r:embed="rId12">
            <a:alphaModFix/>
          </a:blip>
          <a:srcRect l="247" r="238"/>
          <a:stretch/>
        </p:blipFill>
        <p:spPr>
          <a:xfrm>
            <a:off x="2094526" y="2129450"/>
            <a:ext cx="1147320" cy="822956"/>
          </a:xfrm>
          <a:prstGeom prst="rect">
            <a:avLst/>
          </a:prstGeom>
          <a:noFill/>
          <a:ln>
            <a:noFill/>
          </a:ln>
          <a:effectLst>
            <a:outerShdw blurRad="71438" dist="19050" dir="5400000" algn="bl" rotWithShape="0">
              <a:srgbClr val="000000">
                <a:alpha val="18039"/>
              </a:srgbClr>
            </a:outerShdw>
          </a:effectLst>
        </p:spPr>
      </p:pic>
      <p:pic>
        <p:nvPicPr>
          <p:cNvPr id="920" name="Google Shape;920;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39"/>
              </a:srgbClr>
            </a:outerShdw>
          </a:effectLst>
        </p:spPr>
      </p:pic>
      <p:pic>
        <p:nvPicPr>
          <p:cNvPr id="921" name="Google Shape;921;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22" name="Google Shape;922;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23" name="Google Shape;923;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24" name="Google Shape;924;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1" name="Google Shape;931;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647"/>
              </a:srgbClr>
            </a:outerShdw>
          </a:effectLst>
        </p:spPr>
      </p:pic>
      <p:pic>
        <p:nvPicPr>
          <p:cNvPr id="932" name="Google Shape;932;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647"/>
              </a:srgbClr>
            </a:outerShdw>
          </a:effectLst>
        </p:spPr>
      </p:pic>
      <p:pic>
        <p:nvPicPr>
          <p:cNvPr id="933" name="Google Shape;933;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647"/>
              </a:srgbClr>
            </a:outerShdw>
          </a:effectLst>
        </p:spPr>
      </p:pic>
      <p:pic>
        <p:nvPicPr>
          <p:cNvPr id="934" name="Google Shape;934;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647"/>
              </a:srgbClr>
            </a:outerShdw>
          </a:effectLst>
        </p:spPr>
      </p:pic>
      <p:pic>
        <p:nvPicPr>
          <p:cNvPr id="935" name="Google Shape;935;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647"/>
              </a:srgbClr>
            </a:outerShdw>
          </a:effectLst>
        </p:spPr>
      </p:pic>
      <p:pic>
        <p:nvPicPr>
          <p:cNvPr id="936" name="Google Shape;936;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647"/>
              </a:srgbClr>
            </a:outerShdw>
          </a:effectLst>
        </p:spPr>
      </p:pic>
      <p:pic>
        <p:nvPicPr>
          <p:cNvPr id="937" name="Google Shape;937;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647"/>
              </a:srgbClr>
            </a:outerShdw>
          </a:effectLst>
        </p:spPr>
      </p:pic>
      <p:pic>
        <p:nvPicPr>
          <p:cNvPr id="938" name="Google Shape;938;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647"/>
              </a:srgbClr>
            </a:outerShdw>
          </a:effectLst>
        </p:spPr>
      </p:pic>
      <p:pic>
        <p:nvPicPr>
          <p:cNvPr id="939" name="Google Shape;939;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0" name="Google Shape;940;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647"/>
              </a:srgbClr>
            </a:outerShdw>
          </a:effectLst>
        </p:spPr>
      </p:pic>
      <p:pic>
        <p:nvPicPr>
          <p:cNvPr id="941" name="Google Shape;941;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2" name="Google Shape;942;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647"/>
              </a:srgbClr>
            </a:outerShdw>
          </a:effectLst>
        </p:spPr>
      </p:pic>
      <p:pic>
        <p:nvPicPr>
          <p:cNvPr id="943" name="Google Shape;943;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647"/>
              </a:srgbClr>
            </a:outerShdw>
          </a:effectLst>
        </p:spPr>
      </p:pic>
      <p:pic>
        <p:nvPicPr>
          <p:cNvPr id="944" name="Google Shape;944;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647"/>
              </a:srgbClr>
            </a:outerShdw>
          </a:effectLst>
        </p:spPr>
      </p:pic>
      <p:pic>
        <p:nvPicPr>
          <p:cNvPr id="945" name="Google Shape;945;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647"/>
              </a:srgbClr>
            </a:outerShdw>
          </a:effectLst>
        </p:spPr>
      </p:pic>
      <p:pic>
        <p:nvPicPr>
          <p:cNvPr id="946" name="Google Shape;946;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647"/>
              </a:srgbClr>
            </a:outerShdw>
          </a:effectLst>
        </p:spPr>
      </p:pic>
      <p:pic>
        <p:nvPicPr>
          <p:cNvPr id="947" name="Google Shape;947;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647"/>
              </a:srgbClr>
            </a:outerShdw>
          </a:effectLst>
        </p:spPr>
      </p:pic>
      <p:pic>
        <p:nvPicPr>
          <p:cNvPr id="948" name="Google Shape;948;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647"/>
              </a:srgbClr>
            </a:outerShdw>
          </a:effectLst>
        </p:spPr>
      </p:pic>
      <p:pic>
        <p:nvPicPr>
          <p:cNvPr id="949" name="Google Shape;949;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647"/>
              </a:srgbClr>
            </a:outerShdw>
          </a:effectLst>
        </p:spPr>
      </p:pic>
      <p:pic>
        <p:nvPicPr>
          <p:cNvPr id="950" name="Google Shape;950;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647"/>
              </a:srgbClr>
            </a:outerShdw>
          </a:effectLst>
        </p:spPr>
      </p:pic>
      <p:pic>
        <p:nvPicPr>
          <p:cNvPr id="951" name="Google Shape;951;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647"/>
              </a:srgbClr>
            </a:outerShdw>
          </a:effectLst>
        </p:spPr>
      </p:pic>
      <p:pic>
        <p:nvPicPr>
          <p:cNvPr id="952" name="Google Shape;952;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647"/>
              </a:srgbClr>
            </a:outerShdw>
          </a:effectLst>
        </p:spPr>
      </p:pic>
      <p:pic>
        <p:nvPicPr>
          <p:cNvPr id="953" name="Google Shape;953;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647"/>
              </a:srgbClr>
            </a:outerShdw>
          </a:effectLst>
        </p:spPr>
      </p:pic>
      <p:pic>
        <p:nvPicPr>
          <p:cNvPr id="954" name="Google Shape;954;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a:t>
            </a:r>
            <a:r>
              <a:rPr lang="en-US" sz="2000"/>
              <a:t>.</a:t>
            </a:r>
            <a:endParaRPr sz="2000"/>
          </a:p>
        </p:txBody>
      </p:sp>
      <p:pic>
        <p:nvPicPr>
          <p:cNvPr id="961" name="Google Shape;961;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647"/>
              </a:srgbClr>
            </a:outerShdw>
          </a:effectLst>
        </p:spPr>
      </p:pic>
      <p:pic>
        <p:nvPicPr>
          <p:cNvPr id="962" name="Google Shape;962;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647"/>
              </a:srgbClr>
            </a:outerShdw>
          </a:effectLst>
        </p:spPr>
      </p:pic>
      <p:pic>
        <p:nvPicPr>
          <p:cNvPr id="963" name="Google Shape;963;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647"/>
              </a:srgbClr>
            </a:outerShdw>
          </a:effectLst>
        </p:spPr>
      </p:pic>
      <p:pic>
        <p:nvPicPr>
          <p:cNvPr id="964" name="Google Shape;964;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647"/>
              </a:srgbClr>
            </a:outerShdw>
          </a:effectLst>
        </p:spPr>
      </p:pic>
      <p:pic>
        <p:nvPicPr>
          <p:cNvPr id="965" name="Google Shape;965;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647"/>
              </a:srgbClr>
            </a:outerShdw>
          </a:effectLst>
        </p:spPr>
      </p:pic>
      <p:pic>
        <p:nvPicPr>
          <p:cNvPr id="966" name="Google Shape;966;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647"/>
              </a:srgbClr>
            </a:outerShdw>
          </a:effectLst>
        </p:spPr>
      </p:pic>
      <p:pic>
        <p:nvPicPr>
          <p:cNvPr id="967" name="Google Shape;967;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4" name="Google Shape;97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75" name="Google Shape;975;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76" name="Google Shape;97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7" name="Google Shape;977;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t</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r>
              <a:rPr lang="en-US" sz="5800">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78" name="Google Shape;978;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M</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r>
              <a:rPr lang="en-US" sz="5800">
                <a:solidFill>
                  <a:srgbClr val="2356AF"/>
                </a:solidFill>
                <a:latin typeface="Jost"/>
                <a:ea typeface="Jost"/>
                <a:cs typeface="Jost"/>
                <a:sym typeface="Jost"/>
              </a:rPr>
              <a:t>ch</a:t>
            </a:r>
            <a:endParaRPr sz="5800" b="0" i="0" u="none" strike="noStrike" cap="none">
              <a:solidFill>
                <a:srgbClr val="2356AF"/>
              </a:solidFill>
              <a:latin typeface="Jost"/>
              <a:ea typeface="Jost"/>
              <a:cs typeface="Jost"/>
              <a:sym typeface="Jost"/>
            </a:endParaRPr>
          </a:p>
        </p:txBody>
      </p:sp>
      <p:sp>
        <p:nvSpPr>
          <p:cNvPr id="979" name="Google Shape;979;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j</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endParaRPr sz="5800" b="0" i="0" u="none" strike="noStrike" cap="none">
              <a:solidFill>
                <a:srgbClr val="993FA2"/>
              </a:solidFill>
              <a:latin typeface="Jost"/>
              <a:ea typeface="Jost"/>
              <a:cs typeface="Jost"/>
              <a:sym typeface="Jost"/>
            </a:endParaRPr>
          </a:p>
        </p:txBody>
      </p:sp>
      <p:sp>
        <p:nvSpPr>
          <p:cNvPr id="980" name="Google Shape;98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46</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31d1358c045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7" name="Google Shape;987;g31d1358c045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88" name="Google Shape;988;g31d1358c045_0_12"/>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60"/>
              </a:srgbClr>
            </a:outerShdw>
          </a:effectLst>
        </p:spPr>
      </p:pic>
      <p:sp>
        <p:nvSpPr>
          <p:cNvPr id="989" name="Google Shape;989;g31d1358c045_0_1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90" name="Google Shape;990;g31d1358c045_0_12"/>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p</a:t>
            </a:r>
            <a:r>
              <a:rPr lang="en-US" sz="4900">
                <a:solidFill>
                  <a:srgbClr val="815137"/>
                </a:solidFill>
                <a:latin typeface="Poppins"/>
                <a:ea typeface="Poppins"/>
                <a:cs typeface="Poppins"/>
                <a:sym typeface="Poppins"/>
              </a:rPr>
              <a:t>a</a:t>
            </a:r>
            <a:r>
              <a:rPr lang="en-US" sz="5800">
                <a:solidFill>
                  <a:srgbClr val="2356AF"/>
                </a:solidFill>
                <a:latin typeface="Jost"/>
                <a:ea typeface="Jost"/>
                <a:cs typeface="Jost"/>
                <a:sym typeface="Jost"/>
              </a:rPr>
              <a:t>th</a:t>
            </a:r>
            <a:endParaRPr sz="5800" b="0" i="0" u="none" strike="noStrike" cap="none">
              <a:solidFill>
                <a:srgbClr val="2356AF"/>
              </a:solidFill>
              <a:latin typeface="Jost"/>
              <a:ea typeface="Jost"/>
              <a:cs typeface="Jost"/>
              <a:sym typeface="Jost"/>
            </a:endParaRPr>
          </a:p>
        </p:txBody>
      </p:sp>
      <p:sp>
        <p:nvSpPr>
          <p:cNvPr id="991" name="Google Shape;991;g31d1358c045_0_12"/>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1000"/>
              </a:spcBef>
              <a:spcAft>
                <a:spcPts val="0"/>
              </a:spcAft>
              <a:buClr>
                <a:schemeClr val="dk1"/>
              </a:buClr>
              <a:buSzPts val="5800"/>
              <a:buFont typeface="Arial"/>
              <a:buNone/>
            </a:pPr>
            <a:r>
              <a:rPr lang="en-US" sz="5800">
                <a:solidFill>
                  <a:srgbClr val="2356AF"/>
                </a:solidFill>
                <a:latin typeface="Jost"/>
                <a:ea typeface="Jost"/>
                <a:cs typeface="Jost"/>
                <a:sym typeface="Jost"/>
              </a:rPr>
              <a:t>f</a:t>
            </a:r>
            <a:r>
              <a:rPr lang="en-US" sz="4900">
                <a:solidFill>
                  <a:srgbClr val="815137"/>
                </a:solidFill>
                <a:latin typeface="Poppins"/>
                <a:ea typeface="Poppins"/>
                <a:cs typeface="Poppins"/>
                <a:sym typeface="Poppins"/>
              </a:rPr>
              <a:t>a</a:t>
            </a:r>
            <a:r>
              <a:rPr lang="en-US" sz="5800">
                <a:solidFill>
                  <a:srgbClr val="2356AF"/>
                </a:solidFill>
                <a:latin typeface="Jost"/>
                <a:ea typeface="Jost"/>
                <a:cs typeface="Jost"/>
                <a:sym typeface="Jost"/>
              </a:rPr>
              <a:t>st</a:t>
            </a:r>
            <a:endParaRPr sz="5800">
              <a:solidFill>
                <a:srgbClr val="2356AF"/>
              </a:solidFill>
              <a:latin typeface="Jost"/>
              <a:ea typeface="Jost"/>
              <a:cs typeface="Jost"/>
              <a:sym typeface="Jost"/>
            </a:endParaRPr>
          </a:p>
        </p:txBody>
      </p:sp>
      <p:sp>
        <p:nvSpPr>
          <p:cNvPr id="992" name="Google Shape;992;g31d1358c045_0_12"/>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1000"/>
              </a:spcBef>
              <a:spcAft>
                <a:spcPts val="0"/>
              </a:spcAft>
              <a:buClr>
                <a:schemeClr val="dk1"/>
              </a:buClr>
              <a:buSzPts val="5800"/>
              <a:buFont typeface="Arial"/>
              <a:buNone/>
            </a:pPr>
            <a:r>
              <a:rPr lang="en-US" sz="5800">
                <a:solidFill>
                  <a:srgbClr val="2356AF"/>
                </a:solidFill>
                <a:latin typeface="Jost"/>
                <a:ea typeface="Jost"/>
                <a:cs typeface="Jost"/>
                <a:sym typeface="Jost"/>
              </a:rPr>
              <a:t>b</a:t>
            </a:r>
            <a:r>
              <a:rPr lang="en-US" sz="4900">
                <a:solidFill>
                  <a:srgbClr val="815137"/>
                </a:solidFill>
                <a:latin typeface="Poppins"/>
                <a:ea typeface="Poppins"/>
                <a:cs typeface="Poppins"/>
                <a:sym typeface="Poppins"/>
              </a:rPr>
              <a:t>a</a:t>
            </a:r>
            <a:r>
              <a:rPr lang="en-US" sz="5800">
                <a:solidFill>
                  <a:srgbClr val="2356AF"/>
                </a:solidFill>
                <a:latin typeface="Jost"/>
                <a:ea typeface="Jost"/>
                <a:cs typeface="Jost"/>
                <a:sym typeface="Jost"/>
              </a:rPr>
              <a:t>th</a:t>
            </a:r>
            <a:endParaRPr sz="5800">
              <a:solidFill>
                <a:srgbClr val="2356AF"/>
              </a:solidFill>
              <a:latin typeface="Jost"/>
              <a:ea typeface="Jost"/>
              <a:cs typeface="Jost"/>
              <a:sym typeface="Jost"/>
            </a:endParaRPr>
          </a:p>
        </p:txBody>
      </p:sp>
      <p:sp>
        <p:nvSpPr>
          <p:cNvPr id="993" name="Google Shape;993;g31d1358c045_0_12"/>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66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0" name="Google Shape;100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01" name="Google Shape;100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02" name="Google Shape;1002;g2c186218c5a_0_4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9" name="Google Shape;1009;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10" name="Google Shape;101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11" name="Google Shape;101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9" name="Google Shape;1019;g2c4fb7f6616_1_0"/>
          <p:cNvGrpSpPr/>
          <p:nvPr/>
        </p:nvGrpSpPr>
        <p:grpSpPr>
          <a:xfrm>
            <a:off x="-550" y="6984600"/>
            <a:ext cx="8596479" cy="808600"/>
            <a:chOff x="-550" y="6984600"/>
            <a:chExt cx="8596479" cy="808600"/>
          </a:xfrm>
        </p:grpSpPr>
        <p:sp>
          <p:nvSpPr>
            <p:cNvPr id="1020" name="Google Shape;102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1" name="Google Shape;102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2" name="Google Shape;102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3" name="Google Shape;102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4" name="Google Shape;102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5" name="Google Shape;1025;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6" name="Google Shape;102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7" name="Google Shape;102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8" name="Google Shape;102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9" name="Google Shape;1029;g2c4fb7f6616_1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30" name="Google Shape;1030;g2c4fb7f6616_1_0"/>
          <p:cNvSpPr/>
          <p:nvPr/>
        </p:nvSpPr>
        <p:spPr>
          <a:xfrm>
            <a:off x="296798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2c4fb7f6616_1_0"/>
          <p:cNvSpPr/>
          <p:nvPr/>
        </p:nvSpPr>
        <p:spPr>
          <a:xfrm>
            <a:off x="4125346"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2" name="Google Shape;1032;g2c4fb7f6616_1_0"/>
          <p:cNvSpPr txBox="1"/>
          <p:nvPr/>
        </p:nvSpPr>
        <p:spPr>
          <a:xfrm>
            <a:off x="2398289"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p</a:t>
            </a:r>
            <a:endParaRPr sz="15000">
              <a:solidFill>
                <a:srgbClr val="2356AF"/>
              </a:solidFill>
              <a:latin typeface="Jost"/>
              <a:ea typeface="Jost"/>
              <a:cs typeface="Jost"/>
              <a:sym typeface="Jost"/>
            </a:endParaRPr>
          </a:p>
        </p:txBody>
      </p:sp>
      <p:sp>
        <p:nvSpPr>
          <p:cNvPr id="1033" name="Google Shape;1033;g2c4fb7f6616_1_0"/>
          <p:cNvSpPr txBox="1"/>
          <p:nvPr/>
        </p:nvSpPr>
        <p:spPr>
          <a:xfrm>
            <a:off x="3432646"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
        <p:nvSpPr>
          <p:cNvPr id="1034" name="Google Shape;1034;g2c4fb7f6616_1_0"/>
          <p:cNvSpPr txBox="1"/>
          <p:nvPr/>
        </p:nvSpPr>
        <p:spPr>
          <a:xfrm>
            <a:off x="4714711" y="1308025"/>
            <a:ext cx="20310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FFD400"/>
                </a:solidFill>
                <a:latin typeface="Jost"/>
                <a:ea typeface="Jost"/>
                <a:cs typeface="Jost"/>
                <a:sym typeface="Jost"/>
              </a:rPr>
              <a:t>th</a:t>
            </a:r>
            <a:endParaRPr sz="15000">
              <a:solidFill>
                <a:srgbClr val="FFD400"/>
              </a:solidFill>
              <a:latin typeface="Jost"/>
              <a:ea typeface="Jost"/>
              <a:cs typeface="Jost"/>
              <a:sym typeface="Jost"/>
            </a:endParaRPr>
          </a:p>
        </p:txBody>
      </p:sp>
      <p:sp>
        <p:nvSpPr>
          <p:cNvPr id="1035" name="Google Shape;1035;g2c4fb7f6616_1_0"/>
          <p:cNvSpPr/>
          <p:nvPr/>
        </p:nvSpPr>
        <p:spPr>
          <a:xfrm>
            <a:off x="5096709" y="4011900"/>
            <a:ext cx="13053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31d1358c045_0_3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42" name="Google Shape;1042;g31d1358c045_0_3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43" name="Google Shape;1043;g31d1358c045_0_3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4" name="Google Shape;1044;g31d1358c045_0_3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31d1358c045_0_3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31d1358c045_0_3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31d1358c045_0_3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31d1358c045_0_3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9" name="Google Shape;1049;g31d1358c045_0_3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0" name="Google Shape;1050;g31d1358c045_0_3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1" name="Google Shape;1051;g31d1358c045_0_3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2" name="Google Shape;1052;g31d1358c045_0_32"/>
          <p:cNvGrpSpPr/>
          <p:nvPr/>
        </p:nvGrpSpPr>
        <p:grpSpPr>
          <a:xfrm>
            <a:off x="-550" y="6984600"/>
            <a:ext cx="8596479" cy="808600"/>
            <a:chOff x="-550" y="6984600"/>
            <a:chExt cx="8596479" cy="808600"/>
          </a:xfrm>
        </p:grpSpPr>
        <p:sp>
          <p:nvSpPr>
            <p:cNvPr id="1053" name="Google Shape;1053;g31d1358c045_0_3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4" name="Google Shape;1054;g31d1358c045_0_3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5" name="Google Shape;1055;g31d1358c045_0_3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6" name="Google Shape;1056;g31d1358c045_0_3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7" name="Google Shape;1057;g31d1358c045_0_3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8" name="Google Shape;1058;g31d1358c045_0_3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9" name="Google Shape;1059;g31d1358c045_0_3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60" name="Google Shape;1060;g31d1358c045_0_3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1" name="Google Shape;1061;g31d1358c045_0_3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2" name="Google Shape;1062;g31d1358c045_0_32"/>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63" name="Google Shape;1063;g31d1358c045_0_32"/>
          <p:cNvSpPr/>
          <p:nvPr/>
        </p:nvSpPr>
        <p:spPr>
          <a:xfrm>
            <a:off x="371895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31d1358c045_0_32"/>
          <p:cNvSpPr/>
          <p:nvPr/>
        </p:nvSpPr>
        <p:spPr>
          <a:xfrm>
            <a:off x="4647714" y="3906888"/>
            <a:ext cx="390000" cy="390000"/>
          </a:xfrm>
          <a:prstGeom prst="ellipse">
            <a:avLst/>
          </a:prstGeom>
          <a:solidFill>
            <a:srgbClr val="81513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5" name="Google Shape;1065;g31d1358c045_0_32"/>
          <p:cNvSpPr txBox="1"/>
          <p:nvPr/>
        </p:nvSpPr>
        <p:spPr>
          <a:xfrm>
            <a:off x="3474906" y="1308025"/>
            <a:ext cx="8781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t</a:t>
            </a:r>
            <a:endParaRPr sz="15000">
              <a:solidFill>
                <a:srgbClr val="2356AF"/>
              </a:solidFill>
              <a:latin typeface="Jost"/>
              <a:ea typeface="Jost"/>
              <a:cs typeface="Jost"/>
              <a:sym typeface="Jost"/>
            </a:endParaRPr>
          </a:p>
        </p:txBody>
      </p:sp>
      <p:sp>
        <p:nvSpPr>
          <p:cNvPr id="1066" name="Google Shape;1066;g31d1358c045_0_32"/>
          <p:cNvSpPr txBox="1"/>
          <p:nvPr/>
        </p:nvSpPr>
        <p:spPr>
          <a:xfrm>
            <a:off x="3955014" y="1408102"/>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815138"/>
                </a:solidFill>
                <a:latin typeface="Poppins"/>
                <a:ea typeface="Poppins"/>
                <a:cs typeface="Poppins"/>
                <a:sym typeface="Poppins"/>
              </a:rPr>
              <a:t>a</a:t>
            </a:r>
            <a:endParaRPr sz="14000" b="0" i="0" u="none" strike="noStrike" cap="none">
              <a:solidFill>
                <a:srgbClr val="815138"/>
              </a:solidFill>
              <a:latin typeface="Jost"/>
              <a:ea typeface="Jost"/>
              <a:cs typeface="Jost"/>
              <a:sym typeface="Jost"/>
            </a:endParaRPr>
          </a:p>
        </p:txBody>
      </p:sp>
      <p:sp>
        <p:nvSpPr>
          <p:cNvPr id="1067" name="Google Shape;1067;g31d1358c045_0_32"/>
          <p:cNvSpPr txBox="1"/>
          <p:nvPr/>
        </p:nvSpPr>
        <p:spPr>
          <a:xfrm>
            <a:off x="5225468" y="1308025"/>
            <a:ext cx="15969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FFD400"/>
                </a:solidFill>
                <a:latin typeface="Jost"/>
                <a:ea typeface="Jost"/>
                <a:cs typeface="Jost"/>
                <a:sym typeface="Jost"/>
              </a:rPr>
              <a:t>ff</a:t>
            </a:r>
            <a:endParaRPr sz="15000">
              <a:solidFill>
                <a:srgbClr val="FFD400"/>
              </a:solidFill>
              <a:latin typeface="Jost"/>
              <a:ea typeface="Jost"/>
              <a:cs typeface="Jost"/>
              <a:sym typeface="Jost"/>
            </a:endParaRPr>
          </a:p>
        </p:txBody>
      </p:sp>
      <p:sp>
        <p:nvSpPr>
          <p:cNvPr id="1068" name="Google Shape;1068;g31d1358c045_0_32"/>
          <p:cNvSpPr/>
          <p:nvPr/>
        </p:nvSpPr>
        <p:spPr>
          <a:xfrm>
            <a:off x="5533280" y="4011900"/>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9" name="Google Shape;1069;g31d1358c045_0_32"/>
          <p:cNvSpPr/>
          <p:nvPr/>
        </p:nvSpPr>
        <p:spPr>
          <a:xfrm>
            <a:off x="289133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0" name="Google Shape;1070;g31d1358c045_0_32"/>
          <p:cNvSpPr txBox="1"/>
          <p:nvPr/>
        </p:nvSpPr>
        <p:spPr>
          <a:xfrm>
            <a:off x="2321632"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s</a:t>
            </a:r>
            <a:endParaRPr sz="15000">
              <a:solidFill>
                <a:srgbClr val="2356AF"/>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77" name="Google Shape;107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78" name="Google Shape;107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79" name="Google Shape;1079;g2c186218c5a_0_4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6" name="Google Shape;108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7" name="Google Shape;1087;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8" name="Google Shape;108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95" name="Google Shape;109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96" name="Google Shape;1096;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97" name="Google Shape;109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26b641b03cd_0_301"/>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4" name="Google Shape;110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5" name="Google Shape;1105;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06" name="Google Shape;1106;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3" name="Google Shape;1113;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14" name="Google Shape;1114;g26b641b03cd_0_30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15" name="Google Shape;1115;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g341ab4d2ac1_0_0"/>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sp>
        <p:nvSpPr>
          <p:cNvPr id="1122" name="Google Shape;1122;g341ab4d2ac1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3" name="Google Shape;1123;g341ab4d2ac1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24" name="Google Shape;1124;g341ab4d2ac1_0_0" title="JL687-91F.png"/>
          <p:cNvPicPr preferRelativeResize="0"/>
          <p:nvPr/>
        </p:nvPicPr>
        <p:blipFill rotWithShape="1">
          <a:blip r:embed="rId3">
            <a:alphaModFix/>
          </a:blip>
          <a:srcRect l="59" r="59"/>
          <a:stretch/>
        </p:blipFill>
        <p:spPr>
          <a:xfrm>
            <a:off x="992000" y="1417100"/>
            <a:ext cx="2326047" cy="1662250"/>
          </a:xfrm>
          <a:prstGeom prst="rect">
            <a:avLst/>
          </a:prstGeom>
          <a:noFill/>
          <a:ln>
            <a:noFill/>
          </a:ln>
          <a:effectLst>
            <a:outerShdw blurRad="57150" dist="19050" dir="5400000" algn="bl" rotWithShape="0">
              <a:srgbClr val="000000">
                <a:alpha val="20000"/>
              </a:srgbClr>
            </a:outerShdw>
          </a:effectLst>
        </p:spPr>
      </p:pic>
      <p:pic>
        <p:nvPicPr>
          <p:cNvPr id="1125" name="Google Shape;1125;g341ab4d2ac1_0_0" title="JL687-92F.png"/>
          <p:cNvPicPr preferRelativeResize="0"/>
          <p:nvPr/>
        </p:nvPicPr>
        <p:blipFill rotWithShape="1">
          <a:blip r:embed="rId4">
            <a:alphaModFix/>
          </a:blip>
          <a:srcRect l="59" r="59"/>
          <a:stretch/>
        </p:blipFill>
        <p:spPr>
          <a:xfrm>
            <a:off x="3408977" y="1417100"/>
            <a:ext cx="2326047" cy="1662250"/>
          </a:xfrm>
          <a:prstGeom prst="rect">
            <a:avLst/>
          </a:prstGeom>
          <a:noFill/>
          <a:ln>
            <a:noFill/>
          </a:ln>
          <a:effectLst>
            <a:outerShdw blurRad="57150" dist="19050" dir="5400000" algn="bl" rotWithShape="0">
              <a:srgbClr val="000000">
                <a:alpha val="20000"/>
              </a:srgbClr>
            </a:outerShdw>
          </a:effectLst>
        </p:spPr>
      </p:pic>
      <p:pic>
        <p:nvPicPr>
          <p:cNvPr id="1126" name="Google Shape;1126;g341ab4d2ac1_0_0" title="JL687-93F.png"/>
          <p:cNvPicPr preferRelativeResize="0"/>
          <p:nvPr/>
        </p:nvPicPr>
        <p:blipFill rotWithShape="1">
          <a:blip r:embed="rId5">
            <a:alphaModFix/>
          </a:blip>
          <a:srcRect t="19" b="29"/>
          <a:stretch/>
        </p:blipFill>
        <p:spPr>
          <a:xfrm>
            <a:off x="5825953" y="1417100"/>
            <a:ext cx="2326047" cy="1662250"/>
          </a:xfrm>
          <a:prstGeom prst="rect">
            <a:avLst/>
          </a:prstGeom>
          <a:noFill/>
          <a:ln>
            <a:noFill/>
          </a:ln>
          <a:effectLst>
            <a:outerShdw blurRad="57150" dist="19050" dir="5400000" algn="bl" rotWithShape="0">
              <a:srgbClr val="000000">
                <a:alpha val="20000"/>
              </a:srgbClr>
            </a:outerShdw>
          </a:effectLst>
        </p:spPr>
      </p:pic>
      <p:pic>
        <p:nvPicPr>
          <p:cNvPr id="1127" name="Google Shape;1127;g341ab4d2ac1_0_0" title="JL687-94F.png"/>
          <p:cNvPicPr preferRelativeResize="0"/>
          <p:nvPr/>
        </p:nvPicPr>
        <p:blipFill rotWithShape="1">
          <a:blip r:embed="rId6">
            <a:alphaModFix/>
          </a:blip>
          <a:srcRect l="59" r="59"/>
          <a:stretch/>
        </p:blipFill>
        <p:spPr>
          <a:xfrm>
            <a:off x="992000" y="3179100"/>
            <a:ext cx="2326047" cy="1662250"/>
          </a:xfrm>
          <a:prstGeom prst="rect">
            <a:avLst/>
          </a:prstGeom>
          <a:noFill/>
          <a:ln>
            <a:noFill/>
          </a:ln>
          <a:effectLst>
            <a:outerShdw blurRad="57150" dist="19050" dir="5400000" algn="bl" rotWithShape="0">
              <a:srgbClr val="000000">
                <a:alpha val="20000"/>
              </a:srgbClr>
            </a:outerShdw>
          </a:effectLst>
        </p:spPr>
      </p:pic>
      <p:pic>
        <p:nvPicPr>
          <p:cNvPr id="1128" name="Google Shape;1128;g341ab4d2ac1_0_0" title="JL687-95F.png"/>
          <p:cNvPicPr preferRelativeResize="0"/>
          <p:nvPr/>
        </p:nvPicPr>
        <p:blipFill rotWithShape="1">
          <a:blip r:embed="rId7">
            <a:alphaModFix/>
          </a:blip>
          <a:srcRect t="19" b="29"/>
          <a:stretch/>
        </p:blipFill>
        <p:spPr>
          <a:xfrm>
            <a:off x="3408977" y="3179100"/>
            <a:ext cx="2326047" cy="1662250"/>
          </a:xfrm>
          <a:prstGeom prst="rect">
            <a:avLst/>
          </a:prstGeom>
          <a:noFill/>
          <a:ln>
            <a:noFill/>
          </a:ln>
          <a:effectLst>
            <a:outerShdw blurRad="57150" dist="19050" dir="5400000" algn="bl" rotWithShape="0">
              <a:srgbClr val="000000">
                <a:alpha val="20000"/>
              </a:srgbClr>
            </a:outerShdw>
          </a:effectLst>
        </p:spPr>
      </p:pic>
      <p:pic>
        <p:nvPicPr>
          <p:cNvPr id="1129" name="Google Shape;1129;g341ab4d2ac1_0_0" title="JL687-96F.png"/>
          <p:cNvPicPr preferRelativeResize="0"/>
          <p:nvPr/>
        </p:nvPicPr>
        <p:blipFill rotWithShape="1">
          <a:blip r:embed="rId8">
            <a:alphaModFix/>
          </a:blip>
          <a:srcRect t="19" b="29"/>
          <a:stretch/>
        </p:blipFill>
        <p:spPr>
          <a:xfrm>
            <a:off x="5825953" y="3179100"/>
            <a:ext cx="2326047" cy="16622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g341ab4d2ac1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6" name="Google Shape;1136;g341ab4d2ac1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37" name="Google Shape;1137;g341ab4d2ac1_0_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pic>
        <p:nvPicPr>
          <p:cNvPr id="1138" name="Google Shape;1138;g341ab4d2ac1_0_8" title="JL687-91B.png"/>
          <p:cNvPicPr preferRelativeResize="0"/>
          <p:nvPr/>
        </p:nvPicPr>
        <p:blipFill rotWithShape="1">
          <a:blip r:embed="rId3">
            <a:alphaModFix/>
          </a:blip>
          <a:srcRect l="59" r="59"/>
          <a:stretch/>
        </p:blipFill>
        <p:spPr>
          <a:xfrm>
            <a:off x="992000" y="1417100"/>
            <a:ext cx="2326047" cy="1662250"/>
          </a:xfrm>
          <a:prstGeom prst="rect">
            <a:avLst/>
          </a:prstGeom>
          <a:noFill/>
          <a:ln>
            <a:noFill/>
          </a:ln>
          <a:effectLst>
            <a:outerShdw blurRad="57150" dist="19050" dir="5400000" algn="bl" rotWithShape="0">
              <a:srgbClr val="000000">
                <a:alpha val="20000"/>
              </a:srgbClr>
            </a:outerShdw>
          </a:effectLst>
        </p:spPr>
      </p:pic>
      <p:pic>
        <p:nvPicPr>
          <p:cNvPr id="1139" name="Google Shape;1139;g341ab4d2ac1_0_8" title="JL687-92B.png"/>
          <p:cNvPicPr preferRelativeResize="0"/>
          <p:nvPr/>
        </p:nvPicPr>
        <p:blipFill rotWithShape="1">
          <a:blip r:embed="rId4">
            <a:alphaModFix/>
          </a:blip>
          <a:srcRect l="59" r="59"/>
          <a:stretch/>
        </p:blipFill>
        <p:spPr>
          <a:xfrm>
            <a:off x="3408977" y="1417100"/>
            <a:ext cx="2326047" cy="1662250"/>
          </a:xfrm>
          <a:prstGeom prst="rect">
            <a:avLst/>
          </a:prstGeom>
          <a:noFill/>
          <a:ln>
            <a:noFill/>
          </a:ln>
          <a:effectLst>
            <a:outerShdw blurRad="57150" dist="19050" dir="5400000" algn="bl" rotWithShape="0">
              <a:srgbClr val="000000">
                <a:alpha val="20000"/>
              </a:srgbClr>
            </a:outerShdw>
          </a:effectLst>
        </p:spPr>
      </p:pic>
      <p:pic>
        <p:nvPicPr>
          <p:cNvPr id="1140" name="Google Shape;1140;g341ab4d2ac1_0_8" title="JL687-93B.png"/>
          <p:cNvPicPr preferRelativeResize="0"/>
          <p:nvPr/>
        </p:nvPicPr>
        <p:blipFill rotWithShape="1">
          <a:blip r:embed="rId5">
            <a:alphaModFix/>
          </a:blip>
          <a:srcRect t="19" b="29"/>
          <a:stretch/>
        </p:blipFill>
        <p:spPr>
          <a:xfrm>
            <a:off x="5825953" y="1417100"/>
            <a:ext cx="2326047" cy="1662250"/>
          </a:xfrm>
          <a:prstGeom prst="rect">
            <a:avLst/>
          </a:prstGeom>
          <a:noFill/>
          <a:ln>
            <a:noFill/>
          </a:ln>
          <a:effectLst>
            <a:outerShdw blurRad="57150" dist="19050" dir="5400000" algn="bl" rotWithShape="0">
              <a:srgbClr val="000000">
                <a:alpha val="20000"/>
              </a:srgbClr>
            </a:outerShdw>
          </a:effectLst>
        </p:spPr>
      </p:pic>
      <p:pic>
        <p:nvPicPr>
          <p:cNvPr id="1141" name="Google Shape;1141;g341ab4d2ac1_0_8" title="JL687-94B.png"/>
          <p:cNvPicPr preferRelativeResize="0"/>
          <p:nvPr/>
        </p:nvPicPr>
        <p:blipFill rotWithShape="1">
          <a:blip r:embed="rId6">
            <a:alphaModFix/>
          </a:blip>
          <a:srcRect l="59" r="59"/>
          <a:stretch/>
        </p:blipFill>
        <p:spPr>
          <a:xfrm>
            <a:off x="992000" y="3179100"/>
            <a:ext cx="2326047" cy="1662250"/>
          </a:xfrm>
          <a:prstGeom prst="rect">
            <a:avLst/>
          </a:prstGeom>
          <a:noFill/>
          <a:ln>
            <a:noFill/>
          </a:ln>
          <a:effectLst>
            <a:outerShdw blurRad="57150" dist="19050" dir="5400000" algn="bl" rotWithShape="0">
              <a:srgbClr val="000000">
                <a:alpha val="20000"/>
              </a:srgbClr>
            </a:outerShdw>
          </a:effectLst>
        </p:spPr>
      </p:pic>
      <p:pic>
        <p:nvPicPr>
          <p:cNvPr id="1142" name="Google Shape;1142;g341ab4d2ac1_0_8" title="JL687-95B.png"/>
          <p:cNvPicPr preferRelativeResize="0"/>
          <p:nvPr/>
        </p:nvPicPr>
        <p:blipFill rotWithShape="1">
          <a:blip r:embed="rId7">
            <a:alphaModFix/>
          </a:blip>
          <a:srcRect t="19" b="29"/>
          <a:stretch/>
        </p:blipFill>
        <p:spPr>
          <a:xfrm>
            <a:off x="3408977" y="3179100"/>
            <a:ext cx="2326047" cy="1662250"/>
          </a:xfrm>
          <a:prstGeom prst="rect">
            <a:avLst/>
          </a:prstGeom>
          <a:noFill/>
          <a:ln>
            <a:noFill/>
          </a:ln>
          <a:effectLst>
            <a:outerShdw blurRad="57150" dist="19050" dir="5400000" algn="bl" rotWithShape="0">
              <a:srgbClr val="000000">
                <a:alpha val="20000"/>
              </a:srgbClr>
            </a:outerShdw>
          </a:effectLst>
        </p:spPr>
      </p:pic>
      <p:pic>
        <p:nvPicPr>
          <p:cNvPr id="1143" name="Google Shape;1143;g341ab4d2ac1_0_8" title="JL687-96B.png"/>
          <p:cNvPicPr preferRelativeResize="0"/>
          <p:nvPr/>
        </p:nvPicPr>
        <p:blipFill rotWithShape="1">
          <a:blip r:embed="rId8">
            <a:alphaModFix/>
          </a:blip>
          <a:srcRect t="19" b="29"/>
          <a:stretch/>
        </p:blipFill>
        <p:spPr>
          <a:xfrm>
            <a:off x="5825953" y="3179100"/>
            <a:ext cx="2326047" cy="16622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50" name="Google Shape;115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51" name="Google Shape;1151;g1f3daf8a844_0_64"/>
          <p:cNvGrpSpPr/>
          <p:nvPr/>
        </p:nvGrpSpPr>
        <p:grpSpPr>
          <a:xfrm>
            <a:off x="3024000" y="209875"/>
            <a:ext cx="3096000" cy="454800"/>
            <a:chOff x="3024000" y="209875"/>
            <a:chExt cx="3096000" cy="454800"/>
          </a:xfrm>
        </p:grpSpPr>
        <p:sp>
          <p:nvSpPr>
            <p:cNvPr id="1152" name="Google Shape;115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3" name="Google Shape;115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54" name="Google Shape;115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5" name="Google Shape;115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6" name="Google Shape;115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7" name="Google Shape;115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8" name="Google Shape;115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9" name="Google Shape;1159;g1f3daf8a844_0_64"/>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60" name="Google Shape;1160;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1" name="Google Shape;1161;g1f3daf8a844_0_64"/>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62" name="Google Shape;116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3" name="Google Shape;1163;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ff</a:t>
            </a:r>
            <a:endParaRPr sz="5500" b="0" i="0" u="none" strike="noStrike" cap="none">
              <a:solidFill>
                <a:srgbClr val="FFD400"/>
              </a:solidFill>
              <a:latin typeface="Jost"/>
              <a:ea typeface="Jost"/>
              <a:cs typeface="Jost"/>
              <a:sym typeface="Jost"/>
            </a:endParaRPr>
          </a:p>
        </p:txBody>
      </p:sp>
      <p:sp>
        <p:nvSpPr>
          <p:cNvPr id="1164" name="Google Shape;1164;g1f3daf8a844_0_64"/>
          <p:cNvSpPr txBox="1"/>
          <p:nvPr/>
        </p:nvSpPr>
        <p:spPr>
          <a:xfrm>
            <a:off x="57925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165" name="Google Shape;1165;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66" name="Google Shape;1166;g1f3daf8a844_0_64"/>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7" name="Google Shape;1167;g1f3daf8a844_0_64"/>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68" name="Google Shape;1168;g1f3daf8a844_0_64"/>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69" name="Google Shape;1169;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170" name="Google Shape;1170;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71" name="Google Shape;1171;g1f3daf8a844_0_64"/>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172" name="Google Shape;1172;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3" name="Google Shape;1173;g1f3daf8a844_0_64"/>
          <p:cNvSpPr txBox="1"/>
          <p:nvPr/>
        </p:nvSpPr>
        <p:spPr>
          <a:xfrm>
            <a:off x="2141809" y="9998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815138"/>
                </a:solidFill>
                <a:latin typeface="Poppins"/>
                <a:ea typeface="Poppins"/>
                <a:cs typeface="Poppins"/>
                <a:sym typeface="Poppins"/>
              </a:rPr>
              <a:t>a</a:t>
            </a:r>
            <a:endParaRPr sz="4800" b="0" i="0" u="none" strike="noStrike" cap="none">
              <a:solidFill>
                <a:srgbClr val="815138"/>
              </a:solidFill>
              <a:latin typeface="Jost"/>
              <a:ea typeface="Jost"/>
              <a:cs typeface="Jost"/>
              <a:sym typeface="Jo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8"/>
        <p:cNvGrpSpPr/>
        <p:nvPr/>
      </p:nvGrpSpPr>
      <p:grpSpPr>
        <a:xfrm>
          <a:off x="0" y="0"/>
          <a:ext cx="0" cy="0"/>
          <a:chOff x="0" y="0"/>
          <a:chExt cx="0" cy="0"/>
        </a:xfrm>
      </p:grpSpPr>
      <p:sp>
        <p:nvSpPr>
          <p:cNvPr id="1179" name="Google Shape;1179;g31d1358c045_0_15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80" name="Google Shape;1180;g31d1358c045_0_15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81" name="Google Shape;1181;g31d1358c045_0_156"/>
          <p:cNvGrpSpPr/>
          <p:nvPr/>
        </p:nvGrpSpPr>
        <p:grpSpPr>
          <a:xfrm>
            <a:off x="3024000" y="209875"/>
            <a:ext cx="3096000" cy="454800"/>
            <a:chOff x="3024000" y="209875"/>
            <a:chExt cx="3096000" cy="454800"/>
          </a:xfrm>
        </p:grpSpPr>
        <p:sp>
          <p:nvSpPr>
            <p:cNvPr id="1182" name="Google Shape;1182;g31d1358c045_0_15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3" name="Google Shape;1183;g31d1358c045_0_15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84" name="Google Shape;1184;g31d1358c045_0_15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85" name="Google Shape;1185;g31d1358c045_0_15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86" name="Google Shape;1186;g31d1358c045_0_15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7" name="Google Shape;1187;g31d1358c045_0_15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8" name="Google Shape;1188;g31d1358c045_0_15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89" name="Google Shape;1189;g31d1358c045_0_15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90" name="Google Shape;1190;g31d1358c045_0_156"/>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a:solidFill>
                  <a:srgbClr val="B7B7B7"/>
                </a:solidFill>
                <a:latin typeface="Jost"/>
                <a:ea typeface="Jost"/>
                <a:cs typeface="Jost"/>
                <a:sym typeface="Jost"/>
              </a:rPr>
              <a:t>r</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ther f</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ther r</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ft sh</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ft st</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ff cr</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ft f</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st b</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th gr</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ss</a:t>
            </a:r>
            <a:endParaRPr sz="1800" b="0" i="0" u="none" strike="noStrike" cap="none">
              <a:solidFill>
                <a:srgbClr val="B7B7B7"/>
              </a:solidFill>
              <a:latin typeface="Jost"/>
              <a:ea typeface="Jost"/>
              <a:cs typeface="Jost"/>
              <a:sym typeface="Jost"/>
            </a:endParaRPr>
          </a:p>
        </p:txBody>
      </p:sp>
      <p:sp>
        <p:nvSpPr>
          <p:cNvPr id="1191" name="Google Shape;1191;g31d1358c045_0_156"/>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92" name="Google Shape;1192;g31d1358c045_0_156"/>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93" name="Google Shape;1193;g31d1358c045_0_156"/>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cxnSp>
        <p:nvCxnSpPr>
          <p:cNvPr id="1194" name="Google Shape;1194;g31d1358c045_0_15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95" name="Google Shape;1195;g31d1358c045_0_156"/>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96" name="Google Shape;1196;g31d1358c045_0_156"/>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ff</a:t>
            </a:r>
            <a:endParaRPr sz="5500" b="0" i="0" u="none" strike="noStrike" cap="none">
              <a:solidFill>
                <a:srgbClr val="FFD400"/>
              </a:solidFill>
              <a:latin typeface="Jost"/>
              <a:ea typeface="Jost"/>
              <a:cs typeface="Jost"/>
              <a:sym typeface="Jost"/>
            </a:endParaRPr>
          </a:p>
        </p:txBody>
      </p:sp>
      <p:sp>
        <p:nvSpPr>
          <p:cNvPr id="1197" name="Google Shape;1197;g31d1358c045_0_156"/>
          <p:cNvSpPr txBox="1"/>
          <p:nvPr/>
        </p:nvSpPr>
        <p:spPr>
          <a:xfrm>
            <a:off x="57925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g</a:t>
            </a:r>
            <a:endParaRPr sz="5500" b="0" i="0" u="none" strike="noStrike" cap="none">
              <a:solidFill>
                <a:srgbClr val="FFD403"/>
              </a:solidFill>
              <a:latin typeface="Jost"/>
              <a:ea typeface="Jost"/>
              <a:cs typeface="Jost"/>
              <a:sym typeface="Jost"/>
            </a:endParaRPr>
          </a:p>
        </p:txBody>
      </p:sp>
      <p:sp>
        <p:nvSpPr>
          <p:cNvPr id="1198" name="Google Shape;1198;g31d1358c045_0_156"/>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199" name="Google Shape;1199;g31d1358c045_0_156"/>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200" name="Google Shape;1200;g31d1358c045_0_156"/>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01" name="Google Shape;1201;g31d1358c045_0_156"/>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202" name="Google Shape;1202;g31d1358c045_0_156"/>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FFD400"/>
                </a:solidFill>
                <a:latin typeface="Jost"/>
                <a:ea typeface="Jost"/>
                <a:cs typeface="Jost"/>
                <a:sym typeface="Jost"/>
              </a:rPr>
              <a:t>ss</a:t>
            </a:r>
            <a:endParaRPr sz="5500" b="0" i="0" u="none" strike="noStrike" cap="none">
              <a:solidFill>
                <a:srgbClr val="FFD400"/>
              </a:solidFill>
              <a:latin typeface="Jost"/>
              <a:ea typeface="Jost"/>
              <a:cs typeface="Jost"/>
              <a:sym typeface="Jost"/>
            </a:endParaRPr>
          </a:p>
        </p:txBody>
      </p:sp>
      <p:sp>
        <p:nvSpPr>
          <p:cNvPr id="1203" name="Google Shape;1203;g31d1358c045_0_15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204" name="Google Shape;1204;g31d1358c045_0_156"/>
          <p:cNvSpPr txBox="1"/>
          <p:nvPr/>
        </p:nvSpPr>
        <p:spPr>
          <a:xfrm>
            <a:off x="2141809" y="99987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815138"/>
                </a:solidFill>
                <a:latin typeface="Poppins"/>
                <a:ea typeface="Poppins"/>
                <a:cs typeface="Poppins"/>
                <a:sym typeface="Poppins"/>
              </a:rPr>
              <a:t>a</a:t>
            </a:r>
            <a:endParaRPr sz="4800" b="0" i="0" u="none" strike="noStrike" cap="none">
              <a:solidFill>
                <a:srgbClr val="815138"/>
              </a:solidFill>
              <a:latin typeface="Jost"/>
              <a:ea typeface="Jost"/>
              <a:cs typeface="Jost"/>
              <a:sym typeface="Jost"/>
            </a:endParaRPr>
          </a:p>
        </p:txBody>
      </p:sp>
      <p:sp>
        <p:nvSpPr>
          <p:cNvPr id="1205" name="Google Shape;1205;g31d1358c045_0_156"/>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508</Words>
  <Application>Microsoft Office PowerPoint</Application>
  <PresentationFormat>On-screen Show (4:3)</PresentationFormat>
  <Paragraphs>175</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Poppins Medium</vt:lpstr>
      <vt:lpstr>Jost</vt:lpstr>
      <vt:lpstr>Calibri</vt:lpstr>
      <vt:lpstr>Poppins</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Common Exception Words</vt:lpstr>
      <vt:lpstr>Practise Common Exception Words</vt:lpstr>
      <vt:lpstr>Teach Common Exception Words</vt:lpstr>
      <vt:lpstr>Teach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2026-05-29T03:14:06Z</dcterms:modified>
</cp:coreProperties>
</file>