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hVI0Pph2e9yzy7eBLk4vaFgA6Y2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535313-EE89-44B6-95B0-2628705A079C}">
  <a:tblStyle styleId="{2E535313-EE89-44B6-95B0-2628705A079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1" name="Google Shape;74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2" name="Google Shape;74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 name="Google Shape;77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2" name="Google Shape;77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d060136a2f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d060136a2f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d060136a2f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d060136a2f_0_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d060136a2f_0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d060136a2f_0_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3" name="Google Shape;99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4" name="Google Shape;99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0" name="Google Shape;101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1" name="Google Shape;101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d060136a2f_0_9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d060136a2f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d060136a2f_0_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d060136a2f_0_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2d060136a2f_0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2d060136a2f_0_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4" name="Google Shape;106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5" name="Google Shape;106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3" name="Google Shape;107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4" name="Google Shape;107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2d060136a2f_0_1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g2d060136a2f_0_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4" name="Google Shape;1104;g2d060136a2f_0_1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937851"/>
            <a:ext cx="4850100" cy="13692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1000"/>
              </a:spcBef>
              <a:spcAft>
                <a:spcPts val="0"/>
              </a:spcAft>
              <a:buClr>
                <a:schemeClr val="dk1"/>
              </a:buClr>
              <a:buSzPts val="1600"/>
              <a:buChar char="•"/>
              <a:defRPr sz="1600"/>
            </a:lvl5pPr>
            <a:lvl6pPr marL="2743200" lvl="5" indent="-330200" algn="l">
              <a:lnSpc>
                <a:spcPct val="100000"/>
              </a:lnSpc>
              <a:spcBef>
                <a:spcPts val="1000"/>
              </a:spcBef>
              <a:spcAft>
                <a:spcPts val="0"/>
              </a:spcAft>
              <a:buClr>
                <a:schemeClr val="dk1"/>
              </a:buClr>
              <a:buSzPts val="1600"/>
              <a:buChar char="•"/>
              <a:defRPr sz="1600"/>
            </a:lvl6pPr>
            <a:lvl7pPr marL="3200400" lvl="6" indent="-330200" algn="l">
              <a:lnSpc>
                <a:spcPct val="100000"/>
              </a:lnSpc>
              <a:spcBef>
                <a:spcPts val="1000"/>
              </a:spcBef>
              <a:spcAft>
                <a:spcPts val="0"/>
              </a:spcAft>
              <a:buClr>
                <a:schemeClr val="dk1"/>
              </a:buClr>
              <a:buSzPts val="1600"/>
              <a:buChar char="•"/>
              <a:defRPr sz="1600"/>
            </a:lvl7pPr>
            <a:lvl8pPr marL="3657600" lvl="7" indent="-330200" algn="l">
              <a:lnSpc>
                <a:spcPct val="100000"/>
              </a:lnSpc>
              <a:spcBef>
                <a:spcPts val="1000"/>
              </a:spcBef>
              <a:spcAft>
                <a:spcPts val="0"/>
              </a:spcAft>
              <a:buClr>
                <a:schemeClr val="dk1"/>
              </a:buClr>
              <a:buSzPts val="1600"/>
              <a:buChar char="•"/>
              <a:defRPr sz="1600"/>
            </a:lvl8pPr>
            <a:lvl9pPr marL="4114800" lvl="8" indent="-330200" algn="l">
              <a:lnSpc>
                <a:spcPct val="100000"/>
              </a:lnSpc>
              <a:spcBef>
                <a:spcPts val="1000"/>
              </a:spcBef>
              <a:spcAft>
                <a:spcPts val="100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768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CCVCC (short vowel)</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4 - Monday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16</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7.png"/><Relationship Id="rId7"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26" Type="http://schemas.openxmlformats.org/officeDocument/2006/relationships/image" Target="../media/image97.pn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7.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8.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6404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CCVCC </a:t>
            </a:r>
            <a:br>
              <a:rPr lang="en-US" sz="3000"/>
            </a:br>
            <a:r>
              <a:rPr lang="en-US" sz="3000"/>
              <a:t>(short vowel)</a:t>
            </a:r>
            <a:endParaRPr sz="3000"/>
          </a:p>
        </p:txBody>
      </p:sp>
      <p:sp>
        <p:nvSpPr>
          <p:cNvPr id="716" name="Google Shape;716;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16</a:t>
            </a:r>
            <a:endParaRPr/>
          </a:p>
        </p:txBody>
      </p:sp>
      <p:pic>
        <p:nvPicPr>
          <p:cNvPr id="717" name="Google Shape;717;p1"/>
          <p:cNvPicPr preferRelativeResize="0"/>
          <p:nvPr/>
        </p:nvPicPr>
        <p:blipFill rotWithShape="1">
          <a:blip r:embed="rId3">
            <a:alphaModFix/>
          </a:blip>
          <a:srcRect/>
          <a:stretch/>
        </p:blipFill>
        <p:spPr>
          <a:xfrm rot="-221314">
            <a:off x="5182989" y="4117125"/>
            <a:ext cx="2062927" cy="1476725"/>
          </a:xfrm>
          <a:prstGeom prst="rect">
            <a:avLst/>
          </a:prstGeom>
          <a:noFill/>
          <a:ln>
            <a:noFill/>
          </a:ln>
          <a:effectLst>
            <a:outerShdw blurRad="57150" dist="38100" dir="5400000" algn="bl" rotWithShape="0">
              <a:srgbClr val="000000">
                <a:alpha val="20000"/>
              </a:srgbClr>
            </a:outerShdw>
          </a:effectLst>
        </p:spPr>
      </p:pic>
      <p:pic>
        <p:nvPicPr>
          <p:cNvPr id="718" name="Google Shape;718;p1"/>
          <p:cNvPicPr preferRelativeResize="0"/>
          <p:nvPr/>
        </p:nvPicPr>
        <p:blipFill rotWithShape="1">
          <a:blip r:embed="rId4">
            <a:alphaModFix/>
          </a:blip>
          <a:srcRect t="89" b="99"/>
          <a:stretch/>
        </p:blipFill>
        <p:spPr>
          <a:xfrm rot="479437">
            <a:off x="7173706" y="3997390"/>
            <a:ext cx="1236513" cy="1716173"/>
          </a:xfrm>
          <a:prstGeom prst="rect">
            <a:avLst/>
          </a:prstGeom>
          <a:noFill/>
          <a:ln>
            <a:noFill/>
          </a:ln>
          <a:effectLst>
            <a:outerShdw blurRad="71438" dist="19050" dir="5220000" algn="bl" rotWithShape="0">
              <a:srgbClr val="000000">
                <a:alpha val="17254"/>
              </a:srgbClr>
            </a:outerShdw>
          </a:effectLst>
        </p:spPr>
      </p:pic>
      <p:graphicFrame>
        <p:nvGraphicFramePr>
          <p:cNvPr id="719" name="Google Shape;719;p1"/>
          <p:cNvGraphicFramePr/>
          <p:nvPr/>
        </p:nvGraphicFramePr>
        <p:xfrm>
          <a:off x="4844200" y="1891197"/>
          <a:ext cx="3785000" cy="1678950"/>
        </p:xfrm>
        <a:graphic>
          <a:graphicData uri="http://schemas.openxmlformats.org/drawingml/2006/table">
            <a:tbl>
              <a:tblPr firstRow="1" bandRow="1">
                <a:noFill/>
                <a:tableStyleId>{2E535313-EE89-44B6-95B0-2628705A079C}</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CCVCC (short vowel)</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CCVCC words.</a:t>
            </a:r>
            <a:endParaRPr/>
          </a:p>
        </p:txBody>
      </p:sp>
      <p:sp>
        <p:nvSpPr>
          <p:cNvPr id="726" name="Google Shape;726;g2bee4f4af4b_0_204"/>
          <p:cNvSpPr txBox="1">
            <a:spLocks noGrp="1"/>
          </p:cNvSpPr>
          <p:nvPr>
            <p:ph type="body" idx="2"/>
          </p:nvPr>
        </p:nvSpPr>
        <p:spPr>
          <a:xfrm>
            <a:off x="3298550" y="1937851"/>
            <a:ext cx="4850100" cy="13692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27" name="Google Shape;727;g2bee4f4af4b_0_204"/>
          <p:cNvSpPr txBox="1"/>
          <p:nvPr/>
        </p:nvSpPr>
        <p:spPr>
          <a:xfrm>
            <a:off x="115583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28" name="Google Shape;728;g2bee4f4af4b_0_204"/>
          <p:cNvSpPr txBox="1"/>
          <p:nvPr/>
        </p:nvSpPr>
        <p:spPr>
          <a:xfrm>
            <a:off x="35309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29" name="Google Shape;729;g2bee4f4af4b_0_204"/>
          <p:cNvSpPr txBox="1"/>
          <p:nvPr/>
        </p:nvSpPr>
        <p:spPr>
          <a:xfrm>
            <a:off x="234338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94853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3">
            <a:alphaModFix/>
          </a:blip>
          <a:srcRect l="159" r="149"/>
          <a:stretch/>
        </p:blipFill>
        <p:spPr>
          <a:xfrm>
            <a:off x="1155831" y="4169988"/>
            <a:ext cx="813600" cy="977433"/>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3182824" y="5256525"/>
            <a:ext cx="15099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3" name="Google Shape;733;g2bee4f4af4b_0_204"/>
          <p:cNvPicPr preferRelativeResize="0"/>
          <p:nvPr/>
        </p:nvPicPr>
        <p:blipFill rotWithShape="1">
          <a:blip r:embed="rId4">
            <a:alphaModFix/>
          </a:blip>
          <a:srcRect t="149" b="139"/>
          <a:stretch/>
        </p:blipFill>
        <p:spPr>
          <a:xfrm>
            <a:off x="3471754" y="4326104"/>
            <a:ext cx="931973" cy="665199"/>
          </a:xfrm>
          <a:prstGeom prst="rect">
            <a:avLst/>
          </a:prstGeom>
          <a:noFill/>
          <a:ln>
            <a:noFill/>
          </a:ln>
          <a:effectLst>
            <a:outerShdw blurRad="71438" dist="19050" dir="5220000" algn="bl" rotWithShape="0">
              <a:srgbClr val="D8D8D8"/>
            </a:outerShdw>
          </a:effectLst>
        </p:spPr>
      </p:pic>
      <p:sp>
        <p:nvSpPr>
          <p:cNvPr id="734" name="Google Shape;734;g2bee4f4af4b_0_204"/>
          <p:cNvSpPr txBox="1"/>
          <p:nvPr/>
        </p:nvSpPr>
        <p:spPr>
          <a:xfrm>
            <a:off x="2228786"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5">
            <a:alphaModFix/>
          </a:blip>
          <a:srcRect t="89" b="99"/>
          <a:stretch/>
        </p:blipFill>
        <p:spPr>
          <a:xfrm>
            <a:off x="2442924" y="4232253"/>
            <a:ext cx="614525" cy="852902"/>
          </a:xfrm>
          <a:prstGeom prst="rect">
            <a:avLst/>
          </a:prstGeom>
          <a:noFill/>
          <a:ln>
            <a:noFill/>
          </a:ln>
          <a:effectLst>
            <a:outerShdw blurRad="71438" dist="19050" dir="5220000" algn="bl" rotWithShape="0">
              <a:srgbClr val="D8D8D8"/>
            </a:outerShdw>
          </a:effectLst>
        </p:spPr>
      </p:pic>
      <p:sp>
        <p:nvSpPr>
          <p:cNvPr id="736" name="Google Shape;736;g2bee4f4af4b_0_204">
            <a:hlinkClick r:id="rId6" action="ppaction://hlinksldjump"/>
          </p:cNvPr>
          <p:cNvSpPr/>
          <p:nvPr/>
        </p:nvSpPr>
        <p:spPr>
          <a:xfrm>
            <a:off x="2254806" y="378793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7" name="Google Shape;737;g2bee4f4af4b_0_204">
            <a:hlinkClick r:id="rId7" action="ppaction://hlinksldjump"/>
          </p:cNvPr>
          <p:cNvSpPr/>
          <p:nvPr/>
        </p:nvSpPr>
        <p:spPr>
          <a:xfrm>
            <a:off x="3343800"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8" name="Google Shape;738;g2bee4f4af4b_0_204">
            <a:hlinkClick r:id="rId8" action="ppaction://hlinksldjump"/>
          </p:cNvPr>
          <p:cNvSpPr/>
          <p:nvPr/>
        </p:nvSpPr>
        <p:spPr>
          <a:xfrm>
            <a:off x="1000568"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5" name="Google Shape;745;g26b641b03cd_0_165"/>
          <p:cNvGrpSpPr/>
          <p:nvPr/>
        </p:nvGrpSpPr>
        <p:grpSpPr>
          <a:xfrm>
            <a:off x="930400" y="2129444"/>
            <a:ext cx="7283200" cy="3724851"/>
            <a:chOff x="930400" y="2129444"/>
            <a:chExt cx="7283200" cy="3724851"/>
          </a:xfrm>
        </p:grpSpPr>
        <p:pic>
          <p:nvPicPr>
            <p:cNvPr id="746" name="Google Shape;74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5" name="Google Shape;775;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7" name="Google Shape;777;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78" name="Google Shape;778;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5" name="Google Shape;785;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10" name="Google Shape;810;g26b7edf6e71_0_109"/>
          <p:cNvGrpSpPr/>
          <p:nvPr/>
        </p:nvGrpSpPr>
        <p:grpSpPr>
          <a:xfrm>
            <a:off x="865957" y="2135925"/>
            <a:ext cx="7282807" cy="2686611"/>
            <a:chOff x="867357" y="2129450"/>
            <a:chExt cx="7282807" cy="2686611"/>
          </a:xfrm>
        </p:grpSpPr>
        <p:pic>
          <p:nvPicPr>
            <p:cNvPr id="811" name="Google Shape;81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31" name="Google Shape;831;g2c298d33e0c_0_6"/>
          <p:cNvGrpSpPr/>
          <p:nvPr/>
        </p:nvGrpSpPr>
        <p:grpSpPr>
          <a:xfrm>
            <a:off x="868300" y="2129450"/>
            <a:ext cx="7281864" cy="2684601"/>
            <a:chOff x="868300" y="2129450"/>
            <a:chExt cx="7281864" cy="2684601"/>
          </a:xfrm>
        </p:grpSpPr>
        <p:pic>
          <p:nvPicPr>
            <p:cNvPr id="832" name="Google Shape;832;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6" name="Google Shape;836;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 some come</a:t>
            </a:r>
            <a:r>
              <a:rPr lang="en-US">
                <a:solidFill>
                  <a:schemeClr val="dk1"/>
                </a:solidFill>
              </a:rPr>
              <a:t>.</a:t>
            </a:r>
            <a:endParaRPr/>
          </a:p>
        </p:txBody>
      </p:sp>
      <p:pic>
        <p:nvPicPr>
          <p:cNvPr id="866" name="Google Shape;866;g26b94af6077_0_0"/>
          <p:cNvPicPr preferRelativeResize="0"/>
          <p:nvPr/>
        </p:nvPicPr>
        <p:blipFill rotWithShape="1">
          <a:blip r:embed="rId3">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67" name="Google Shape;867;g26b94af6077_0_0"/>
          <p:cNvPicPr preferRelativeResize="0"/>
          <p:nvPr/>
        </p:nvPicPr>
        <p:blipFill rotWithShape="1">
          <a:blip r:embed="rId4">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68" name="Google Shape;868;g26b94af6077_0_0"/>
          <p:cNvPicPr preferRelativeResize="0"/>
          <p:nvPr/>
        </p:nvPicPr>
        <p:blipFill rotWithShape="1">
          <a:blip r:embed="rId5">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69" name="Google Shape;869;g26b94af6077_0_0"/>
          <p:cNvPicPr preferRelativeResize="0"/>
          <p:nvPr/>
        </p:nvPicPr>
        <p:blipFill rotWithShape="1">
          <a:blip r:embed="rId6">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70" name="Google Shape;870;g26b94af6077_0_0"/>
          <p:cNvPicPr preferRelativeResize="0"/>
          <p:nvPr/>
        </p:nvPicPr>
        <p:blipFill rotWithShape="1">
          <a:blip r:embed="rId7">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71" name="Google Shape;871;g26b94af6077_0_0"/>
          <p:cNvPicPr preferRelativeResize="0"/>
          <p:nvPr/>
        </p:nvPicPr>
        <p:blipFill rotWithShape="1">
          <a:blip r:embed="rId8">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78" name="Google Shape;878;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79" name="Google Shape;879;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86" name="Google Shape;88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87" name="Google Shape;88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4" name="Google Shape;894;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5" name="Google Shape;895;g2c4feb0fda9_1_0"/>
          <p:cNvSpPr/>
          <p:nvPr/>
        </p:nvSpPr>
        <p:spPr>
          <a:xfrm>
            <a:off x="3096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6" name="Google Shape;896;g2c4feb0fda9_1_0"/>
          <p:cNvSpPr/>
          <p:nvPr/>
        </p:nvSpPr>
        <p:spPr>
          <a:xfrm>
            <a:off x="40340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7" name="Google Shape;897;g2c4feb0fda9_1_0"/>
          <p:cNvSpPr/>
          <p:nvPr/>
        </p:nvSpPr>
        <p:spPr>
          <a:xfrm>
            <a:off x="5199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8" name="Google Shape;898;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9" name="Google Shape;899;g2c4feb0fda9_1_0"/>
          <p:cNvSpPr txBox="1">
            <a:spLocks noGrp="1"/>
          </p:cNvSpPr>
          <p:nvPr>
            <p:ph type="subTitle" idx="4294967295"/>
          </p:nvPr>
        </p:nvSpPr>
        <p:spPr>
          <a:xfrm>
            <a:off x="4630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00" name="Google Shape;900;g2c4feb0fda9_1_0"/>
          <p:cNvSpPr txBox="1">
            <a:spLocks noGrp="1"/>
          </p:cNvSpPr>
          <p:nvPr>
            <p:ph type="subTitle" idx="4294967295"/>
          </p:nvPr>
        </p:nvSpPr>
        <p:spPr>
          <a:xfrm>
            <a:off x="25271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01" name="Google Shape;901;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2" name="Google Shape;902;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3" name="Google Shape;903;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4" name="Google Shape;904;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5" name="Google Shape;905;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6" name="Google Shape;906;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7" name="Google Shape;907;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8" name="Google Shape;908;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9" name="Google Shape;909;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0" name="Google Shape;910;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1" name="Google Shape;911;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2" name="Google Shape;912;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3" name="Google Shape;913;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14" name="Google Shape;914;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6" name="Google Shape;916;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18" name="Google Shape;918;g2c4feb0fda9_1_0"/>
          <p:cNvSpPr/>
          <p:nvPr/>
        </p:nvSpPr>
        <p:spPr>
          <a:xfrm>
            <a:off x="2258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9" name="Google Shape;919;g2c4feb0fda9_1_0"/>
          <p:cNvSpPr txBox="1">
            <a:spLocks noGrp="1"/>
          </p:cNvSpPr>
          <p:nvPr>
            <p:ph type="subTitle" idx="4294967295"/>
          </p:nvPr>
        </p:nvSpPr>
        <p:spPr>
          <a:xfrm>
            <a:off x="1688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20" name="Google Shape;920;g2c4feb0fda9_1_0"/>
          <p:cNvSpPr/>
          <p:nvPr/>
        </p:nvSpPr>
        <p:spPr>
          <a:xfrm>
            <a:off x="6571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c4feb0fda9_1_0"/>
          <p:cNvSpPr txBox="1">
            <a:spLocks noGrp="1"/>
          </p:cNvSpPr>
          <p:nvPr>
            <p:ph type="subTitle" idx="4294967295"/>
          </p:nvPr>
        </p:nvSpPr>
        <p:spPr>
          <a:xfrm>
            <a:off x="60018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22" name="Google Shape;922;g2c4feb0fda9_1_0"/>
          <p:cNvSpPr txBox="1"/>
          <p:nvPr/>
        </p:nvSpPr>
        <p:spPr>
          <a:xfrm>
            <a:off x="3287747"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d060136a2f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9" name="Google Shape;929;g2d060136a2f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0" name="Google Shape;930;g2d060136a2f_0_13"/>
          <p:cNvSpPr/>
          <p:nvPr/>
        </p:nvSpPr>
        <p:spPr>
          <a:xfrm>
            <a:off x="312325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1" name="Google Shape;931;g2d060136a2f_0_13"/>
          <p:cNvSpPr/>
          <p:nvPr/>
        </p:nvSpPr>
        <p:spPr>
          <a:xfrm>
            <a:off x="383185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2" name="Google Shape;932;g2d060136a2f_0_13"/>
          <p:cNvSpPr/>
          <p:nvPr/>
        </p:nvSpPr>
        <p:spPr>
          <a:xfrm>
            <a:off x="497510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3" name="Google Shape;933;g2d060136a2f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4" name="Google Shape;934;g2d060136a2f_0_13"/>
          <p:cNvSpPr txBox="1">
            <a:spLocks noGrp="1"/>
          </p:cNvSpPr>
          <p:nvPr>
            <p:ph type="subTitle" idx="4294967295"/>
          </p:nvPr>
        </p:nvSpPr>
        <p:spPr>
          <a:xfrm>
            <a:off x="440545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35" name="Google Shape;935;g2d060136a2f_0_13"/>
          <p:cNvSpPr txBox="1">
            <a:spLocks noGrp="1"/>
          </p:cNvSpPr>
          <p:nvPr>
            <p:ph type="subTitle" idx="4294967295"/>
          </p:nvPr>
        </p:nvSpPr>
        <p:spPr>
          <a:xfrm>
            <a:off x="255355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36" name="Google Shape;936;g2d060136a2f_0_13"/>
          <p:cNvSpPr txBox="1">
            <a:spLocks noGrp="1"/>
          </p:cNvSpPr>
          <p:nvPr>
            <p:ph type="subTitle" idx="4294967295"/>
          </p:nvPr>
        </p:nvSpPr>
        <p:spPr>
          <a:xfrm>
            <a:off x="326217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37" name="Google Shape;937;g2d060136a2f_0_1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d060136a2f_0_1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d060136a2f_0_1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d060136a2f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d060136a2f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d060136a2f_0_1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3" name="Google Shape;943;g2d060136a2f_0_1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4" name="Google Shape;944;g2d060136a2f_0_1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5" name="Google Shape;945;g2d060136a2f_0_1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6" name="Google Shape;946;g2d060136a2f_0_1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7" name="Google Shape;947;g2d060136a2f_0_13"/>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8" name="Google Shape;948;g2d060136a2f_0_1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9" name="Google Shape;949;g2d060136a2f_0_1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0" name="Google Shape;950;g2d060136a2f_0_1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d060136a2f_0_13"/>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d060136a2f_0_1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d060136a2f_0_1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4" name="Google Shape;954;g2d060136a2f_0_13"/>
          <p:cNvSpPr/>
          <p:nvPr/>
        </p:nvSpPr>
        <p:spPr>
          <a:xfrm>
            <a:off x="243745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d060136a2f_0_13"/>
          <p:cNvSpPr txBox="1">
            <a:spLocks noGrp="1"/>
          </p:cNvSpPr>
          <p:nvPr>
            <p:ph type="subTitle" idx="4294967295"/>
          </p:nvPr>
        </p:nvSpPr>
        <p:spPr>
          <a:xfrm>
            <a:off x="186775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56" name="Google Shape;956;g2d060136a2f_0_13"/>
          <p:cNvSpPr/>
          <p:nvPr/>
        </p:nvSpPr>
        <p:spPr>
          <a:xfrm>
            <a:off x="631649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7" name="Google Shape;957;g2d060136a2f_0_13"/>
          <p:cNvSpPr txBox="1">
            <a:spLocks noGrp="1"/>
          </p:cNvSpPr>
          <p:nvPr>
            <p:ph type="subTitle" idx="4294967295"/>
          </p:nvPr>
        </p:nvSpPr>
        <p:spPr>
          <a:xfrm>
            <a:off x="574684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d060136a2f_0_4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4" name="Google Shape;964;g2d060136a2f_0_4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65" name="Google Shape;965;g2d060136a2f_0_4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6" name="Google Shape;966;g2d060136a2f_0_47"/>
          <p:cNvSpPr txBox="1">
            <a:spLocks noGrp="1"/>
          </p:cNvSpPr>
          <p:nvPr>
            <p:ph type="subTitle" idx="4294967295"/>
          </p:nvPr>
        </p:nvSpPr>
        <p:spPr>
          <a:xfrm>
            <a:off x="1882656" y="1308025"/>
            <a:ext cx="2481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th</a:t>
            </a:r>
            <a:endParaRPr sz="15000" b="0" i="0" u="none" strike="noStrike" cap="none">
              <a:solidFill>
                <a:srgbClr val="FFD400"/>
              </a:solidFill>
              <a:latin typeface="Jost"/>
              <a:ea typeface="Jost"/>
              <a:cs typeface="Jost"/>
              <a:sym typeface="Jost"/>
            </a:endParaRPr>
          </a:p>
        </p:txBody>
      </p:sp>
      <p:sp>
        <p:nvSpPr>
          <p:cNvPr id="967" name="Google Shape;967;g2d060136a2f_0_4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060136a2f_0_4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d060136a2f_0_4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d060136a2f_0_4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d060136a2f_0_4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d060136a2f_0_4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3" name="Google Shape;973;g2d060136a2f_0_4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4" name="Google Shape;974;g2d060136a2f_0_4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5" name="Google Shape;975;g2d060136a2f_0_4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6" name="Google Shape;976;g2d060136a2f_0_4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7" name="Google Shape;977;g2d060136a2f_0_47"/>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8" name="Google Shape;978;g2d060136a2f_0_4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9" name="Google Shape;979;g2d060136a2f_0_4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0" name="Google Shape;980;g2d060136a2f_0_4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d060136a2f_0_47"/>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d060136a2f_0_4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d060136a2f_0_4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4" name="Google Shape;984;g2d060136a2f_0_47"/>
          <p:cNvSpPr/>
          <p:nvPr/>
        </p:nvSpPr>
        <p:spPr>
          <a:xfrm>
            <a:off x="2537406" y="4011900"/>
            <a:ext cx="1171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d060136a2f_0_47"/>
          <p:cNvSpPr/>
          <p:nvPr/>
        </p:nvSpPr>
        <p:spPr>
          <a:xfrm>
            <a:off x="429759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6" name="Google Shape;986;g2d060136a2f_0_47"/>
          <p:cNvSpPr/>
          <p:nvPr/>
        </p:nvSpPr>
        <p:spPr>
          <a:xfrm>
            <a:off x="531099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d060136a2f_0_47"/>
          <p:cNvSpPr txBox="1">
            <a:spLocks noGrp="1"/>
          </p:cNvSpPr>
          <p:nvPr>
            <p:ph type="subTitle" idx="4294967295"/>
          </p:nvPr>
        </p:nvSpPr>
        <p:spPr>
          <a:xfrm>
            <a:off x="474134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88" name="Google Shape;988;g2d060136a2f_0_47"/>
          <p:cNvSpPr/>
          <p:nvPr/>
        </p:nvSpPr>
        <p:spPr>
          <a:xfrm>
            <a:off x="630159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9" name="Google Shape;989;g2d060136a2f_0_47"/>
          <p:cNvSpPr txBox="1">
            <a:spLocks noGrp="1"/>
          </p:cNvSpPr>
          <p:nvPr>
            <p:ph type="subTitle" idx="4294967295"/>
          </p:nvPr>
        </p:nvSpPr>
        <p:spPr>
          <a:xfrm>
            <a:off x="573194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90" name="Google Shape;990;g2d060136a2f_0_47"/>
          <p:cNvSpPr txBox="1"/>
          <p:nvPr/>
        </p:nvSpPr>
        <p:spPr>
          <a:xfrm>
            <a:off x="3551266"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7" name="Google Shape;99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8" name="Google Shape;99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5" name="Google Shape;100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6" name="Google Shape;1006;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07" name="Google Shape;100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4" name="Google Shape;101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5" name="Google Shape;1015;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16" name="Google Shape;101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3" name="Google Shape;102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4" name="Google Shape;1024;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5" name="Google Shape;102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2" name="Google Shape;103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3" name="Google Shape;1033;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4" name="Google Shape;103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6b641b03cd_0_301"/>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1" name="Google Shape;104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2" name="Google Shape;1042;g26b641b03cd_0_30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3" name="Google Shape;104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d060136a2f_0_91"/>
          <p:cNvSpPr txBox="1">
            <a:spLocks noGrp="1"/>
          </p:cNvSpPr>
          <p:nvPr>
            <p:ph type="title"/>
          </p:nvPr>
        </p:nvSpPr>
        <p:spPr>
          <a:xfrm>
            <a:off x="993175" y="5568500"/>
            <a:ext cx="71577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0" name="Google Shape;1050;g2d060136a2f_0_9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1" name="Google Shape;1051;g2d060136a2f_0_9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2" name="Google Shape;1052;g2d060136a2f_0_9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2d060136a2f_0_83"/>
          <p:cNvSpPr txBox="1">
            <a:spLocks noGrp="1"/>
          </p:cNvSpPr>
          <p:nvPr>
            <p:ph type="title"/>
          </p:nvPr>
        </p:nvSpPr>
        <p:spPr>
          <a:xfrm>
            <a:off x="947925" y="5568500"/>
            <a:ext cx="7248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9" name="Google Shape;1059;g2d060136a2f_0_8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0" name="Google Shape;1060;g2d060136a2f_0_83"/>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1" name="Google Shape;1061;g2d060136a2f_0_8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g26b641b03cd_0_308"/>
          <p:cNvSpPr txBox="1">
            <a:spLocks noGrp="1"/>
          </p:cNvSpPr>
          <p:nvPr>
            <p:ph type="title"/>
          </p:nvPr>
        </p:nvSpPr>
        <p:spPr>
          <a:xfrm>
            <a:off x="954400" y="5568500"/>
            <a:ext cx="723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8" name="Google Shape;1068;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9" name="Google Shape;1069;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0" name="Google Shape;1070;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7" name="Google Shape;107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8" name="Google Shape;1078;g1f3daf8a844_0_64"/>
          <p:cNvGrpSpPr/>
          <p:nvPr/>
        </p:nvGrpSpPr>
        <p:grpSpPr>
          <a:xfrm>
            <a:off x="3024000" y="209875"/>
            <a:ext cx="3096000" cy="454800"/>
            <a:chOff x="3024000" y="209875"/>
            <a:chExt cx="3096000" cy="454800"/>
          </a:xfrm>
        </p:grpSpPr>
        <p:sp>
          <p:nvSpPr>
            <p:cNvPr id="1079" name="Google Shape;107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0" name="Google Shape;108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1" name="Google Shape;108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2" name="Google Shape;108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3" name="Google Shape;108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4" name="Google Shape;108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5" name="Google Shape;108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6" name="Google Shape;1086;g1f3daf8a844_0_64"/>
          <p:cNvSpPr txBox="1"/>
          <p:nvPr/>
        </p:nvSpPr>
        <p:spPr>
          <a:xfrm>
            <a:off x="2180609" y="960050"/>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87" name="Google Shape;1087;g1f3daf8a844_0_64"/>
          <p:cNvSpPr txBox="1"/>
          <p:nvPr/>
        </p:nvSpPr>
        <p:spPr>
          <a:xfrm>
            <a:off x="5179134" y="960050"/>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88" name="Google Shape;1088;g1f3daf8a844_0_64"/>
          <p:cNvSpPr txBox="1"/>
          <p:nvPr/>
        </p:nvSpPr>
        <p:spPr>
          <a:xfrm>
            <a:off x="1181100" y="960050"/>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89" name="Google Shape;1089;g1f3daf8a844_0_64"/>
          <p:cNvSpPr txBox="1"/>
          <p:nvPr/>
        </p:nvSpPr>
        <p:spPr>
          <a:xfrm>
            <a:off x="4179626" y="960050"/>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90" name="Google Shape;1090;g1f3daf8a844_0_64"/>
          <p:cNvSpPr txBox="1"/>
          <p:nvPr/>
        </p:nvSpPr>
        <p:spPr>
          <a:xfrm>
            <a:off x="7178151" y="960050"/>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91" name="Google Shape;1091;g1f3daf8a844_0_64"/>
          <p:cNvSpPr txBox="1"/>
          <p:nvPr/>
        </p:nvSpPr>
        <p:spPr>
          <a:xfrm>
            <a:off x="2180609"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2" name="Google Shape;1092;g1f3daf8a844_0_64"/>
          <p:cNvSpPr txBox="1"/>
          <p:nvPr/>
        </p:nvSpPr>
        <p:spPr>
          <a:xfrm>
            <a:off x="6178643"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093" name="Google Shape;1093;g1f3daf8a844_0_64"/>
          <p:cNvSpPr txBox="1"/>
          <p:nvPr/>
        </p:nvSpPr>
        <p:spPr>
          <a:xfrm>
            <a:off x="1181100"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94" name="Google Shape;1094;g1f3daf8a844_0_64"/>
          <p:cNvSpPr txBox="1"/>
          <p:nvPr/>
        </p:nvSpPr>
        <p:spPr>
          <a:xfrm>
            <a:off x="3180117"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95" name="Google Shape;1095;g1f3daf8a844_0_64"/>
          <p:cNvSpPr txBox="1"/>
          <p:nvPr/>
        </p:nvSpPr>
        <p:spPr>
          <a:xfrm>
            <a:off x="4179626"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96" name="Google Shape;1096;g1f3daf8a844_0_64"/>
          <p:cNvSpPr txBox="1"/>
          <p:nvPr/>
        </p:nvSpPr>
        <p:spPr>
          <a:xfrm>
            <a:off x="7178151"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00904D"/>
              </a:solidFill>
              <a:latin typeface="Jost"/>
              <a:ea typeface="Jost"/>
              <a:cs typeface="Jost"/>
              <a:sym typeface="Jost"/>
            </a:endParaRPr>
          </a:p>
        </p:txBody>
      </p:sp>
      <p:sp>
        <p:nvSpPr>
          <p:cNvPr id="1097" name="Google Shape;1097;g1f3daf8a844_0_64"/>
          <p:cNvSpPr txBox="1"/>
          <p:nvPr/>
        </p:nvSpPr>
        <p:spPr>
          <a:xfrm>
            <a:off x="6178643" y="960050"/>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8" name="Google Shape;1098;g1f3daf8a844_0_64"/>
          <p:cNvSpPr txBox="1"/>
          <p:nvPr/>
        </p:nvSpPr>
        <p:spPr>
          <a:xfrm>
            <a:off x="5179134"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FFD403"/>
              </a:solidFill>
              <a:latin typeface="Jost"/>
              <a:ea typeface="Jost"/>
              <a:cs typeface="Jost"/>
              <a:sym typeface="Jost"/>
            </a:endParaRPr>
          </a:p>
        </p:txBody>
      </p:sp>
      <p:cxnSp>
        <p:nvCxnSpPr>
          <p:cNvPr id="1099" name="Google Shape;109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0" name="Google Shape;1100;g1f3daf8a844_0_64"/>
          <p:cNvSpPr txBox="1"/>
          <p:nvPr/>
        </p:nvSpPr>
        <p:spPr>
          <a:xfrm>
            <a:off x="3063717" y="99018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g2d060136a2f_0_10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7" name="Google Shape;1107;g2d060136a2f_0_10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8" name="Google Shape;1108;g2d060136a2f_0_102"/>
          <p:cNvGrpSpPr/>
          <p:nvPr/>
        </p:nvGrpSpPr>
        <p:grpSpPr>
          <a:xfrm>
            <a:off x="3024000" y="209875"/>
            <a:ext cx="3096000" cy="454800"/>
            <a:chOff x="3024000" y="209875"/>
            <a:chExt cx="3096000" cy="454800"/>
          </a:xfrm>
        </p:grpSpPr>
        <p:sp>
          <p:nvSpPr>
            <p:cNvPr id="1109" name="Google Shape;1109;g2d060136a2f_0_10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0" name="Google Shape;1110;g2d060136a2f_0_10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1" name="Google Shape;1111;g2d060136a2f_0_102"/>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12" name="Google Shape;1112;g2d060136a2f_0_102"/>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bl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nk blend blink br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nd cr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mp crept</a:t>
            </a:r>
            <a:endParaRPr sz="1800" b="0" i="0" u="none" strike="noStrike" cap="none">
              <a:solidFill>
                <a:srgbClr val="B7B7B7"/>
              </a:solidFill>
              <a:latin typeface="Jost"/>
              <a:ea typeface="Jost"/>
              <a:cs typeface="Jost"/>
              <a:sym typeface="Jost"/>
            </a:endParaRPr>
          </a:p>
        </p:txBody>
      </p:sp>
      <p:cxnSp>
        <p:nvCxnSpPr>
          <p:cNvPr id="1113" name="Google Shape;1113;g2d060136a2f_0_10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4" name="Google Shape;1114;g2d060136a2f_0_10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5" name="Google Shape;1115;g2d060136a2f_0_10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6" name="Google Shape;1116;g2d060136a2f_0_10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7" name="Google Shape;1117;g2d060136a2f_0_10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8" name="Google Shape;1118;g2d060136a2f_0_102"/>
          <p:cNvSpPr txBox="1"/>
          <p:nvPr/>
        </p:nvSpPr>
        <p:spPr>
          <a:xfrm>
            <a:off x="2180609" y="960050"/>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9" name="Google Shape;1119;g2d060136a2f_0_102"/>
          <p:cNvSpPr txBox="1"/>
          <p:nvPr/>
        </p:nvSpPr>
        <p:spPr>
          <a:xfrm>
            <a:off x="5179134" y="960050"/>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20" name="Google Shape;1120;g2d060136a2f_0_102"/>
          <p:cNvSpPr txBox="1"/>
          <p:nvPr/>
        </p:nvSpPr>
        <p:spPr>
          <a:xfrm>
            <a:off x="1181100" y="960050"/>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21" name="Google Shape;1121;g2d060136a2f_0_102"/>
          <p:cNvSpPr txBox="1"/>
          <p:nvPr/>
        </p:nvSpPr>
        <p:spPr>
          <a:xfrm>
            <a:off x="4179626" y="960050"/>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22" name="Google Shape;1122;g2d060136a2f_0_10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3" name="Google Shape;1123;g2d060136a2f_0_102"/>
          <p:cNvSpPr txBox="1"/>
          <p:nvPr/>
        </p:nvSpPr>
        <p:spPr>
          <a:xfrm>
            <a:off x="7178151" y="960050"/>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4" name="Google Shape;1124;g2d060136a2f_0_102"/>
          <p:cNvSpPr txBox="1"/>
          <p:nvPr/>
        </p:nvSpPr>
        <p:spPr>
          <a:xfrm>
            <a:off x="2180609"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5" name="Google Shape;1125;g2d060136a2f_0_102"/>
          <p:cNvSpPr txBox="1"/>
          <p:nvPr/>
        </p:nvSpPr>
        <p:spPr>
          <a:xfrm>
            <a:off x="6178643"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126" name="Google Shape;1126;g2d060136a2f_0_102"/>
          <p:cNvSpPr txBox="1"/>
          <p:nvPr/>
        </p:nvSpPr>
        <p:spPr>
          <a:xfrm>
            <a:off x="1181100"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7" name="Google Shape;1127;g2d060136a2f_0_102"/>
          <p:cNvSpPr txBox="1"/>
          <p:nvPr/>
        </p:nvSpPr>
        <p:spPr>
          <a:xfrm>
            <a:off x="3180117"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8" name="Google Shape;1128;g2d060136a2f_0_102"/>
          <p:cNvSpPr txBox="1"/>
          <p:nvPr/>
        </p:nvSpPr>
        <p:spPr>
          <a:xfrm>
            <a:off x="4179626"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29" name="Google Shape;1129;g2d060136a2f_0_102"/>
          <p:cNvSpPr txBox="1"/>
          <p:nvPr/>
        </p:nvSpPr>
        <p:spPr>
          <a:xfrm>
            <a:off x="7178151"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00904D"/>
              </a:solidFill>
              <a:latin typeface="Jost"/>
              <a:ea typeface="Jost"/>
              <a:cs typeface="Jost"/>
              <a:sym typeface="Jost"/>
            </a:endParaRPr>
          </a:p>
        </p:txBody>
      </p:sp>
      <p:sp>
        <p:nvSpPr>
          <p:cNvPr id="1130" name="Google Shape;1130;g2d060136a2f_0_102"/>
          <p:cNvSpPr txBox="1"/>
          <p:nvPr/>
        </p:nvSpPr>
        <p:spPr>
          <a:xfrm>
            <a:off x="6178643" y="960050"/>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31" name="Google Shape;1131;g2d060136a2f_0_102"/>
          <p:cNvSpPr txBox="1"/>
          <p:nvPr/>
        </p:nvSpPr>
        <p:spPr>
          <a:xfrm>
            <a:off x="5179134" y="2160375"/>
            <a:ext cx="784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FFD403"/>
              </a:solidFill>
              <a:latin typeface="Jost"/>
              <a:ea typeface="Jost"/>
              <a:cs typeface="Jost"/>
              <a:sym typeface="Jost"/>
            </a:endParaRPr>
          </a:p>
        </p:txBody>
      </p:sp>
      <p:sp>
        <p:nvSpPr>
          <p:cNvPr id="1132" name="Google Shape;1132;g2d060136a2f_0_102"/>
          <p:cNvSpPr txBox="1"/>
          <p:nvPr/>
        </p:nvSpPr>
        <p:spPr>
          <a:xfrm>
            <a:off x="3063717" y="99018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487</Words>
  <Application>Microsoft Office PowerPoint</Application>
  <PresentationFormat>On-screen Show (4:3)</PresentationFormat>
  <Paragraphs>160</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Jost</vt:lpstr>
      <vt:lpstr>Nunito Black</vt:lpstr>
      <vt:lpstr>Arial</vt:lpstr>
      <vt:lpstr>Poppins SemiBold</vt:lpstr>
      <vt:lpstr>Poppins Medium</vt:lpstr>
      <vt:lpstr>Poppins</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vt:lpstr>
      <vt:lpstr>Review Alphabet Song</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2026-05-20T01:07:21Z</dcterms:modified>
</cp:coreProperties>
</file>