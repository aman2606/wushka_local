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embeddedFontLst>
    <p:embeddedFont>
      <p:font typeface="Jost" panose="020B0604020202020204" charset="0"/>
      <p:regular r:id="rId19"/>
      <p:bold r:id="rId20"/>
      <p:italic r:id="rId21"/>
      <p:boldItalic r:id="rId22"/>
    </p:embeddedFont>
    <p:embeddedFont>
      <p:font typeface="Mulish" panose="020B0604020202020204" charset="0"/>
      <p:regular r:id="rId23"/>
      <p:bold r:id="rId24"/>
      <p:italic r:id="rId25"/>
      <p:boldItalic r:id="rId26"/>
    </p:embeddedFont>
    <p:embeddedFont>
      <p:font typeface="Nunito Black" pitchFamily="2" charset="0"/>
      <p:bold r:id="rId27"/>
      <p:boldItalic r:id="rId28"/>
    </p:embeddedFont>
    <p:embeddedFont>
      <p:font typeface="Poppins" panose="00000500000000000000" pitchFamily="2" charset="0"/>
      <p:regular r:id="rId29"/>
      <p:bold r:id="rId30"/>
      <p:italic r:id="rId31"/>
      <p:boldItalic r:id="rId32"/>
    </p:embeddedFont>
    <p:embeddedFont>
      <p:font typeface="Poppins Medium" panose="00000600000000000000" pitchFamily="2" charset="0"/>
      <p:regular r:id="rId33"/>
      <p:bold r:id="rId34"/>
      <p:italic r:id="rId35"/>
      <p:boldItalic r:id="rId36"/>
    </p:embeddedFont>
    <p:embeddedFont>
      <p:font typeface="Poppins SemiBold" panose="000007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8" roundtripDataSignature="AMtx7mgaVk4F94oy0tZ+V3Jc0FAgO9SAf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82AF43B-DA53-43AB-9964-691FE4B66D9F}">
  <a:tblStyle styleId="{382AF43B-DA53-43AB-9964-691FE4B66D9F}"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20"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1" name="Google Shape;75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2" name="Google Shape;75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1" name="Google Shape;78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2" name="Google Shape;78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2" name="Google Shape;812;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3" name="Google Shape;813;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4" name="Google Shape;824;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5" name="Google Shape;825;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6" name="Google Shape;836;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7" name="Google Shape;837;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9" name="Google Shape;849;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1" name="Google Shape;861;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 name="Google Shape;896;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7" name="Google Shape;897;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8" name="Google Shape;908;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9" name="Google Shape;909;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7" name="Google Shape;917;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8" name="Google Shape;918;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6" name="Google Shape;926;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7" name="Google Shape;927;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j v w x</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1 - Friday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5</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6"/>
        <p:cNvGrpSpPr/>
        <p:nvPr/>
      </p:nvGrpSpPr>
      <p:grpSpPr>
        <a:xfrm>
          <a:off x="0" y="0"/>
          <a:ext cx="0" cy="0"/>
          <a:chOff x="0" y="0"/>
          <a:chExt cx="0" cy="0"/>
        </a:xfrm>
      </p:grpSpPr>
      <p:sp>
        <p:nvSpPr>
          <p:cNvPr id="127" name="Google Shape;12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28" name="Google Shape;12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29" name="Google Shape;12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0" name="Google Shape;13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2" name="Google Shape;132;g26b641b03cd_0_260"/>
          <p:cNvGrpSpPr/>
          <p:nvPr/>
        </p:nvGrpSpPr>
        <p:grpSpPr>
          <a:xfrm>
            <a:off x="8199150" y="5983875"/>
            <a:ext cx="586800" cy="571500"/>
            <a:chOff x="7894350" y="6212475"/>
            <a:chExt cx="586800" cy="571500"/>
          </a:xfrm>
        </p:grpSpPr>
        <p:sp>
          <p:nvSpPr>
            <p:cNvPr id="133" name="Google Shape;13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7" name="Google Shape;137;g26b641b03cd_0_260"/>
          <p:cNvGrpSpPr/>
          <p:nvPr/>
        </p:nvGrpSpPr>
        <p:grpSpPr>
          <a:xfrm>
            <a:off x="-36800" y="-52000"/>
            <a:ext cx="9236100" cy="543750"/>
            <a:chOff x="-36800" y="-52000"/>
            <a:chExt cx="9236100" cy="543750"/>
          </a:xfrm>
        </p:grpSpPr>
        <p:sp>
          <p:nvSpPr>
            <p:cNvPr id="138" name="Google Shape;13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9" name="Google Shape;139;g26b641b03cd_0_260"/>
            <p:cNvGrpSpPr/>
            <p:nvPr/>
          </p:nvGrpSpPr>
          <p:grpSpPr>
            <a:xfrm>
              <a:off x="1900680" y="88250"/>
              <a:ext cx="1337400" cy="403500"/>
              <a:chOff x="565600" y="88250"/>
              <a:chExt cx="1337400" cy="403500"/>
            </a:xfrm>
          </p:grpSpPr>
          <p:sp>
            <p:nvSpPr>
              <p:cNvPr id="140" name="Google Shape;140;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41" name="Google Shape;141;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42" name="Google Shape;14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9" name="Google Shape;21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1" name="Google Shape;221;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9" name="Google Shape;22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30" name="Google Shape;23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1" name="Google Shape;23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2c235dd0dad_1_87"/>
          <p:cNvGrpSpPr/>
          <p:nvPr/>
        </p:nvGrpSpPr>
        <p:grpSpPr>
          <a:xfrm>
            <a:off x="662575" y="6212475"/>
            <a:ext cx="586800" cy="571500"/>
            <a:chOff x="662575" y="6212475"/>
            <a:chExt cx="586800" cy="571500"/>
          </a:xfrm>
        </p:grpSpPr>
        <p:sp>
          <p:nvSpPr>
            <p:cNvPr id="240" name="Google Shape;24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2c235dd0dad_1_87"/>
          <p:cNvGrpSpPr/>
          <p:nvPr/>
        </p:nvGrpSpPr>
        <p:grpSpPr>
          <a:xfrm>
            <a:off x="7894350" y="6212475"/>
            <a:ext cx="586800" cy="571500"/>
            <a:chOff x="7894350" y="6212475"/>
            <a:chExt cx="586800" cy="571500"/>
          </a:xfrm>
        </p:grpSpPr>
        <p:sp>
          <p:nvSpPr>
            <p:cNvPr id="244" name="Google Shape;24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7"/>
        <p:cNvGrpSpPr/>
        <p:nvPr/>
      </p:nvGrpSpPr>
      <p:grpSpPr>
        <a:xfrm>
          <a:off x="0" y="0"/>
          <a:ext cx="0" cy="0"/>
          <a:chOff x="0" y="0"/>
          <a:chExt cx="0" cy="0"/>
        </a:xfrm>
      </p:grpSpPr>
      <p:sp>
        <p:nvSpPr>
          <p:cNvPr id="248" name="Google Shape;248;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2" name="Google Shape;252;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8" name="Google Shape;258;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9" name="Google Shape;259;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2" name="Google Shape;262;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3" name="Google Shape;263;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4" name="Google Shape;264;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5" name="Google Shape;265;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6" name="Google Shape;266;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8" name="Google Shape;268;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9" name="Google Shape;269;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70" name="Google Shape;270;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1" name="Google Shape;271;g1f3daf8a844_0_32"/>
          <p:cNvGrpSpPr/>
          <p:nvPr/>
        </p:nvGrpSpPr>
        <p:grpSpPr>
          <a:xfrm>
            <a:off x="662575" y="6212475"/>
            <a:ext cx="586800" cy="571500"/>
            <a:chOff x="662575" y="6212475"/>
            <a:chExt cx="586800" cy="571500"/>
          </a:xfrm>
        </p:grpSpPr>
        <p:sp>
          <p:nvSpPr>
            <p:cNvPr id="272" name="Google Shape;27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5" name="Google Shape;275;g1f3daf8a844_0_32"/>
          <p:cNvGrpSpPr/>
          <p:nvPr/>
        </p:nvGrpSpPr>
        <p:grpSpPr>
          <a:xfrm>
            <a:off x="7894350" y="6212475"/>
            <a:ext cx="586800" cy="571500"/>
            <a:chOff x="7894350" y="6212475"/>
            <a:chExt cx="586800" cy="571500"/>
          </a:xfrm>
        </p:grpSpPr>
        <p:sp>
          <p:nvSpPr>
            <p:cNvPr id="276" name="Google Shape;27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9"/>
        <p:cNvGrpSpPr/>
        <p:nvPr/>
      </p:nvGrpSpPr>
      <p:grpSpPr>
        <a:xfrm>
          <a:off x="0" y="0"/>
          <a:ext cx="0" cy="0"/>
          <a:chOff x="0" y="0"/>
          <a:chExt cx="0" cy="0"/>
        </a:xfrm>
      </p:grpSpPr>
      <p:sp>
        <p:nvSpPr>
          <p:cNvPr id="280" name="Google Shape;280;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3" name="Google Shape;28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84" name="Google Shape;284;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1" name="Google Shape;29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2" name="Google Shape;29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3" name="Google Shape;293;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6" name="Google Shape;296;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7" name="Google Shape;297;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 name="Google Shape;301;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2" name="Google Shape;302;g2c157a2fb06_0_53"/>
          <p:cNvGrpSpPr/>
          <p:nvPr/>
        </p:nvGrpSpPr>
        <p:grpSpPr>
          <a:xfrm>
            <a:off x="1403031" y="6958923"/>
            <a:ext cx="6774848" cy="1291477"/>
            <a:chOff x="717231" y="7263723"/>
            <a:chExt cx="6774848" cy="1291477"/>
          </a:xfrm>
        </p:grpSpPr>
        <p:sp>
          <p:nvSpPr>
            <p:cNvPr id="303" name="Google Shape;303;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10" name="Google Shape;310;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1" name="Google Shape;311;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4" name="Google Shape;31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5" name="Google Shape;31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6" name="Google Shape;316;g2c157a2fb06_0_53"/>
          <p:cNvGrpSpPr/>
          <p:nvPr/>
        </p:nvGrpSpPr>
        <p:grpSpPr>
          <a:xfrm>
            <a:off x="662575" y="6212475"/>
            <a:ext cx="586800" cy="571500"/>
            <a:chOff x="662575" y="6212475"/>
            <a:chExt cx="586800" cy="571500"/>
          </a:xfrm>
        </p:grpSpPr>
        <p:sp>
          <p:nvSpPr>
            <p:cNvPr id="317" name="Google Shape;317;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53"/>
          <p:cNvGrpSpPr/>
          <p:nvPr/>
        </p:nvGrpSpPr>
        <p:grpSpPr>
          <a:xfrm>
            <a:off x="7894350" y="6212475"/>
            <a:ext cx="586800" cy="571500"/>
            <a:chOff x="7894350" y="6212475"/>
            <a:chExt cx="586800" cy="571500"/>
          </a:xfrm>
        </p:grpSpPr>
        <p:sp>
          <p:nvSpPr>
            <p:cNvPr id="321" name="Google Shape;321;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4"/>
        <p:cNvGrpSpPr/>
        <p:nvPr/>
      </p:nvGrpSpPr>
      <p:grpSpPr>
        <a:xfrm>
          <a:off x="0" y="0"/>
          <a:ext cx="0" cy="0"/>
          <a:chOff x="0" y="0"/>
          <a:chExt cx="0" cy="0"/>
        </a:xfrm>
      </p:grpSpPr>
      <p:sp>
        <p:nvSpPr>
          <p:cNvPr id="325" name="Google Shape;325;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29" name="Google Shape;329;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3" name="Google Shape;33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4" name="Google Shape;33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8" name="Google Shape;33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4" name="Google Shape;34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5" name="Google Shape;345;g2c157a2fb06_0_158"/>
          <p:cNvGrpSpPr/>
          <p:nvPr/>
        </p:nvGrpSpPr>
        <p:grpSpPr>
          <a:xfrm>
            <a:off x="662575" y="6212475"/>
            <a:ext cx="586800" cy="571500"/>
            <a:chOff x="662575" y="6212475"/>
            <a:chExt cx="586800" cy="571500"/>
          </a:xfrm>
        </p:grpSpPr>
        <p:sp>
          <p:nvSpPr>
            <p:cNvPr id="346" name="Google Shape;34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9" name="Google Shape;349;g2c157a2fb06_0_158"/>
          <p:cNvGrpSpPr/>
          <p:nvPr/>
        </p:nvGrpSpPr>
        <p:grpSpPr>
          <a:xfrm>
            <a:off x="7894350" y="6212475"/>
            <a:ext cx="586800" cy="571500"/>
            <a:chOff x="7894350" y="6212475"/>
            <a:chExt cx="586800" cy="571500"/>
          </a:xfrm>
        </p:grpSpPr>
        <p:sp>
          <p:nvSpPr>
            <p:cNvPr id="350" name="Google Shape;35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3"/>
        <p:cNvGrpSpPr/>
        <p:nvPr/>
      </p:nvGrpSpPr>
      <p:grpSpPr>
        <a:xfrm>
          <a:off x="0" y="0"/>
          <a:ext cx="0" cy="0"/>
          <a:chOff x="0" y="0"/>
          <a:chExt cx="0" cy="0"/>
        </a:xfrm>
      </p:grpSpPr>
      <p:sp>
        <p:nvSpPr>
          <p:cNvPr id="354" name="Google Shape;354;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5" name="Google Shape;36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6" name="Google Shape;36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7" name="Google Shape;367;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1" name="Google Shape;371;g2c157a2fb06_0_263"/>
          <p:cNvSpPr>
            <a:spLocks noGrp="1"/>
          </p:cNvSpPr>
          <p:nvPr>
            <p:ph type="pic" idx="8"/>
          </p:nvPr>
        </p:nvSpPr>
        <p:spPr>
          <a:xfrm>
            <a:off x="5086375" y="4412425"/>
            <a:ext cx="2668800" cy="1291500"/>
          </a:xfrm>
          <a:prstGeom prst="rect">
            <a:avLst/>
          </a:prstGeom>
          <a:noFill/>
          <a:ln>
            <a:noFill/>
          </a:ln>
        </p:spPr>
      </p:sp>
      <p:sp>
        <p:nvSpPr>
          <p:cNvPr id="372" name="Google Shape;372;g2c157a2fb06_0_263"/>
          <p:cNvSpPr>
            <a:spLocks noGrp="1"/>
          </p:cNvSpPr>
          <p:nvPr>
            <p:ph type="pic" idx="9"/>
          </p:nvPr>
        </p:nvSpPr>
        <p:spPr>
          <a:xfrm>
            <a:off x="5086375" y="797675"/>
            <a:ext cx="2668800" cy="1291500"/>
          </a:xfrm>
          <a:prstGeom prst="rect">
            <a:avLst/>
          </a:prstGeom>
          <a:noFill/>
          <a:ln>
            <a:noFill/>
          </a:ln>
        </p:spPr>
      </p:sp>
      <p:sp>
        <p:nvSpPr>
          <p:cNvPr id="373" name="Google Shape;373;g2c157a2fb06_0_263"/>
          <p:cNvSpPr>
            <a:spLocks noGrp="1"/>
          </p:cNvSpPr>
          <p:nvPr>
            <p:ph type="pic" idx="13"/>
          </p:nvPr>
        </p:nvSpPr>
        <p:spPr>
          <a:xfrm>
            <a:off x="5086375" y="2002592"/>
            <a:ext cx="2668800" cy="1291500"/>
          </a:xfrm>
          <a:prstGeom prst="rect">
            <a:avLst/>
          </a:prstGeom>
          <a:noFill/>
          <a:ln>
            <a:noFill/>
          </a:ln>
        </p:spPr>
      </p:sp>
      <p:sp>
        <p:nvSpPr>
          <p:cNvPr id="374" name="Google Shape;374;g2c157a2fb06_0_263"/>
          <p:cNvSpPr>
            <a:spLocks noGrp="1"/>
          </p:cNvSpPr>
          <p:nvPr>
            <p:ph type="pic" idx="14"/>
          </p:nvPr>
        </p:nvSpPr>
        <p:spPr>
          <a:xfrm>
            <a:off x="5086375" y="3207508"/>
            <a:ext cx="2668800" cy="1291500"/>
          </a:xfrm>
          <a:prstGeom prst="rect">
            <a:avLst/>
          </a:prstGeom>
          <a:noFill/>
          <a:ln>
            <a:noFill/>
          </a:ln>
        </p:spPr>
      </p:sp>
      <p:sp>
        <p:nvSpPr>
          <p:cNvPr id="375" name="Google Shape;37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6" name="Google Shape;37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7" name="Google Shape;377;g2c157a2fb06_0_263"/>
          <p:cNvGrpSpPr/>
          <p:nvPr/>
        </p:nvGrpSpPr>
        <p:grpSpPr>
          <a:xfrm>
            <a:off x="662575" y="6212475"/>
            <a:ext cx="586800" cy="571500"/>
            <a:chOff x="662575" y="6212475"/>
            <a:chExt cx="586800" cy="571500"/>
          </a:xfrm>
        </p:grpSpPr>
        <p:sp>
          <p:nvSpPr>
            <p:cNvPr id="378" name="Google Shape;37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263"/>
          <p:cNvGrpSpPr/>
          <p:nvPr/>
        </p:nvGrpSpPr>
        <p:grpSpPr>
          <a:xfrm>
            <a:off x="7894350" y="6212475"/>
            <a:ext cx="586800" cy="571500"/>
            <a:chOff x="7894350" y="6212475"/>
            <a:chExt cx="586800" cy="571500"/>
          </a:xfrm>
        </p:grpSpPr>
        <p:sp>
          <p:nvSpPr>
            <p:cNvPr id="382" name="Google Shape;38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5"/>
        <p:cNvGrpSpPr/>
        <p:nvPr/>
      </p:nvGrpSpPr>
      <p:grpSpPr>
        <a:xfrm>
          <a:off x="0" y="0"/>
          <a:ext cx="0" cy="0"/>
          <a:chOff x="0" y="0"/>
          <a:chExt cx="0" cy="0"/>
        </a:xfrm>
      </p:grpSpPr>
      <p:sp>
        <p:nvSpPr>
          <p:cNvPr id="386" name="Google Shape;386;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8" name="Google Shape;388;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9" name="Google Shape;389;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90" name="Google Shape;390;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4" name="Google Shape;39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5" name="Google Shape;39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6" name="Google Shape;39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7" name="Google Shape;39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0" name="Google Shape;40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1" name="Google Shape;40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2" name="Google Shape;40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3" name="Google Shape;40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4" name="Google Shape;404;g2c157a2fb06_0_467"/>
          <p:cNvGrpSpPr/>
          <p:nvPr/>
        </p:nvGrpSpPr>
        <p:grpSpPr>
          <a:xfrm>
            <a:off x="662575" y="6212475"/>
            <a:ext cx="586800" cy="571500"/>
            <a:chOff x="662575" y="6212475"/>
            <a:chExt cx="586800" cy="571500"/>
          </a:xfrm>
        </p:grpSpPr>
        <p:sp>
          <p:nvSpPr>
            <p:cNvPr id="405" name="Google Shape;405;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467"/>
          <p:cNvGrpSpPr/>
          <p:nvPr/>
        </p:nvGrpSpPr>
        <p:grpSpPr>
          <a:xfrm>
            <a:off x="7894350" y="6212475"/>
            <a:ext cx="586800" cy="571500"/>
            <a:chOff x="7894350" y="6212475"/>
            <a:chExt cx="586800" cy="571500"/>
          </a:xfrm>
        </p:grpSpPr>
        <p:sp>
          <p:nvSpPr>
            <p:cNvPr id="409" name="Google Shape;409;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2"/>
        <p:cNvGrpSpPr/>
        <p:nvPr/>
      </p:nvGrpSpPr>
      <p:grpSpPr>
        <a:xfrm>
          <a:off x="0" y="0"/>
          <a:ext cx="0" cy="0"/>
          <a:chOff x="0" y="0"/>
          <a:chExt cx="0" cy="0"/>
        </a:xfrm>
      </p:grpSpPr>
      <p:sp>
        <p:nvSpPr>
          <p:cNvPr id="413" name="Google Shape;413;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6" name="Google Shape;416;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7" name="Google Shape;417;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1" name="Google Shape;42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3" name="Google Shape;42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8" name="Google Shape;428;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9" name="Google Shape;429;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629"/>
          <p:cNvGrpSpPr/>
          <p:nvPr/>
        </p:nvGrpSpPr>
        <p:grpSpPr>
          <a:xfrm>
            <a:off x="662575" y="6212475"/>
            <a:ext cx="586800" cy="571500"/>
            <a:chOff x="662575" y="6212475"/>
            <a:chExt cx="586800" cy="571500"/>
          </a:xfrm>
        </p:grpSpPr>
        <p:sp>
          <p:nvSpPr>
            <p:cNvPr id="432" name="Google Shape;432;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629"/>
          <p:cNvGrpSpPr/>
          <p:nvPr/>
        </p:nvGrpSpPr>
        <p:grpSpPr>
          <a:xfrm>
            <a:off x="7894350" y="6212475"/>
            <a:ext cx="586800" cy="571500"/>
            <a:chOff x="7894350" y="6212475"/>
            <a:chExt cx="586800" cy="571500"/>
          </a:xfrm>
        </p:grpSpPr>
        <p:sp>
          <p:nvSpPr>
            <p:cNvPr id="436" name="Google Shape;436;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9"/>
        <p:cNvGrpSpPr/>
        <p:nvPr/>
      </p:nvGrpSpPr>
      <p:grpSpPr>
        <a:xfrm>
          <a:off x="0" y="0"/>
          <a:ext cx="0" cy="0"/>
          <a:chOff x="0" y="0"/>
          <a:chExt cx="0" cy="0"/>
        </a:xfrm>
      </p:grpSpPr>
      <p:sp>
        <p:nvSpPr>
          <p:cNvPr id="440" name="Google Shape;440;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798"/>
          <p:cNvGrpSpPr/>
          <p:nvPr/>
        </p:nvGrpSpPr>
        <p:grpSpPr>
          <a:xfrm>
            <a:off x="662575" y="6212475"/>
            <a:ext cx="586800" cy="571500"/>
            <a:chOff x="662575" y="6212475"/>
            <a:chExt cx="586800" cy="571500"/>
          </a:xfrm>
        </p:grpSpPr>
        <p:sp>
          <p:nvSpPr>
            <p:cNvPr id="460" name="Google Shape;46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798"/>
          <p:cNvGrpSpPr/>
          <p:nvPr/>
        </p:nvGrpSpPr>
        <p:grpSpPr>
          <a:xfrm>
            <a:off x="7894350" y="6212475"/>
            <a:ext cx="586800" cy="571500"/>
            <a:chOff x="7894350" y="6212475"/>
            <a:chExt cx="586800" cy="571500"/>
          </a:xfrm>
        </p:grpSpPr>
        <p:sp>
          <p:nvSpPr>
            <p:cNvPr id="464" name="Google Shape;46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7"/>
        <p:cNvGrpSpPr/>
        <p:nvPr/>
      </p:nvGrpSpPr>
      <p:grpSpPr>
        <a:xfrm>
          <a:off x="0" y="0"/>
          <a:ext cx="0" cy="0"/>
          <a:chOff x="0" y="0"/>
          <a:chExt cx="0" cy="0"/>
        </a:xfrm>
      </p:grpSpPr>
      <p:sp>
        <p:nvSpPr>
          <p:cNvPr id="468" name="Google Shape;468;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6" name="Google Shape;47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7" name="Google Shape;47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8" name="Google Shape;47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9" name="Google Shape;47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80" name="Google Shape;48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1" name="Google Shape;48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2" name="Google Shape;48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3" name="Google Shape;48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5" name="Google Shape;48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825"/>
          <p:cNvGrpSpPr/>
          <p:nvPr/>
        </p:nvGrpSpPr>
        <p:grpSpPr>
          <a:xfrm>
            <a:off x="662575" y="6212475"/>
            <a:ext cx="586800" cy="571500"/>
            <a:chOff x="662575" y="6212475"/>
            <a:chExt cx="586800" cy="571500"/>
          </a:xfrm>
        </p:grpSpPr>
        <p:sp>
          <p:nvSpPr>
            <p:cNvPr id="488" name="Google Shape;48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825"/>
          <p:cNvGrpSpPr/>
          <p:nvPr/>
        </p:nvGrpSpPr>
        <p:grpSpPr>
          <a:xfrm>
            <a:off x="7894350" y="6212475"/>
            <a:ext cx="586800" cy="571500"/>
            <a:chOff x="7894350" y="6212475"/>
            <a:chExt cx="586800" cy="571500"/>
          </a:xfrm>
        </p:grpSpPr>
        <p:sp>
          <p:nvSpPr>
            <p:cNvPr id="492" name="Google Shape;49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5"/>
        <p:cNvGrpSpPr/>
        <p:nvPr/>
      </p:nvGrpSpPr>
      <p:grpSpPr>
        <a:xfrm>
          <a:off x="0" y="0"/>
          <a:ext cx="0" cy="0"/>
          <a:chOff x="0" y="0"/>
          <a:chExt cx="0" cy="0"/>
        </a:xfrm>
      </p:grpSpPr>
      <p:sp>
        <p:nvSpPr>
          <p:cNvPr id="496" name="Google Shape;496;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00" name="Google Shape;500;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0" name="Google Shape;51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1" name="Google Shape;51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2" name="Google Shape;51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5" name="Google Shape;51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7" name="Google Shape;51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9" name="Google Shape;51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1" name="Google Shape;52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3" name="Google Shape;52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6" name="Google Shape;52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7" name="Google Shape;527;g2c157a2fb06_0_700"/>
          <p:cNvGrpSpPr/>
          <p:nvPr/>
        </p:nvGrpSpPr>
        <p:grpSpPr>
          <a:xfrm>
            <a:off x="662575" y="6212475"/>
            <a:ext cx="586800" cy="571500"/>
            <a:chOff x="662575" y="6212475"/>
            <a:chExt cx="586800" cy="571500"/>
          </a:xfrm>
        </p:grpSpPr>
        <p:sp>
          <p:nvSpPr>
            <p:cNvPr id="528" name="Google Shape;52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1" name="Google Shape;531;g2c157a2fb06_0_700"/>
          <p:cNvGrpSpPr/>
          <p:nvPr/>
        </p:nvGrpSpPr>
        <p:grpSpPr>
          <a:xfrm>
            <a:off x="7894350" y="6212475"/>
            <a:ext cx="586800" cy="571500"/>
            <a:chOff x="7894350" y="6212475"/>
            <a:chExt cx="586800" cy="571500"/>
          </a:xfrm>
        </p:grpSpPr>
        <p:sp>
          <p:nvSpPr>
            <p:cNvPr id="532" name="Google Shape;53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5"/>
        <p:cNvGrpSpPr/>
        <p:nvPr/>
      </p:nvGrpSpPr>
      <p:grpSpPr>
        <a:xfrm>
          <a:off x="0" y="0"/>
          <a:ext cx="0" cy="0"/>
          <a:chOff x="0" y="0"/>
          <a:chExt cx="0" cy="0"/>
        </a:xfrm>
      </p:grpSpPr>
      <p:sp>
        <p:nvSpPr>
          <p:cNvPr id="536" name="Google Shape;536;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40" name="Google Shape;540;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4" name="Google Shape;54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7" name="Google Shape;54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8" name="Google Shape;54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5" name="Google Shape;55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6" name="Google Shape;55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7" name="Google Shape;55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8" name="Google Shape;558;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6" name="Google Shape;566;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7" name="Google Shape;567;g2c157a2fb06_0_932"/>
          <p:cNvGrpSpPr/>
          <p:nvPr/>
        </p:nvGrpSpPr>
        <p:grpSpPr>
          <a:xfrm>
            <a:off x="662575" y="6212475"/>
            <a:ext cx="586800" cy="571500"/>
            <a:chOff x="662575" y="6212475"/>
            <a:chExt cx="586800" cy="571500"/>
          </a:xfrm>
        </p:grpSpPr>
        <p:sp>
          <p:nvSpPr>
            <p:cNvPr id="568" name="Google Shape;56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932"/>
          <p:cNvGrpSpPr/>
          <p:nvPr/>
        </p:nvGrpSpPr>
        <p:grpSpPr>
          <a:xfrm>
            <a:off x="7894350" y="6212475"/>
            <a:ext cx="586800" cy="571500"/>
            <a:chOff x="7894350" y="6212475"/>
            <a:chExt cx="586800" cy="571500"/>
          </a:xfrm>
        </p:grpSpPr>
        <p:sp>
          <p:nvSpPr>
            <p:cNvPr id="572" name="Google Shape;57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5"/>
        <p:cNvGrpSpPr/>
        <p:nvPr/>
      </p:nvGrpSpPr>
      <p:grpSpPr>
        <a:xfrm>
          <a:off x="0" y="0"/>
          <a:ext cx="0" cy="0"/>
          <a:chOff x="0" y="0"/>
          <a:chExt cx="0" cy="0"/>
        </a:xfrm>
      </p:grpSpPr>
      <p:sp>
        <p:nvSpPr>
          <p:cNvPr id="576" name="Google Shape;576;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0" name="Google Shape;580;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3" name="Google Shape;58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4" name="Google Shape;58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5" name="Google Shape;58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6" name="Google Shape;58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8" name="Google Shape;598;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9" name="Google Shape;599;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600" name="Google Shape;600;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1" name="Google Shape;601;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2" name="Google Shape;602;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3" name="Google Shape;603;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4" name="Google Shape;604;g2c157a2fb06_0_1045"/>
          <p:cNvGrpSpPr/>
          <p:nvPr/>
        </p:nvGrpSpPr>
        <p:grpSpPr>
          <a:xfrm>
            <a:off x="662575" y="6212475"/>
            <a:ext cx="586800" cy="571500"/>
            <a:chOff x="662575" y="6212475"/>
            <a:chExt cx="586800" cy="571500"/>
          </a:xfrm>
        </p:grpSpPr>
        <p:sp>
          <p:nvSpPr>
            <p:cNvPr id="605" name="Google Shape;605;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8" name="Google Shape;608;g2c157a2fb06_0_1045"/>
          <p:cNvGrpSpPr/>
          <p:nvPr/>
        </p:nvGrpSpPr>
        <p:grpSpPr>
          <a:xfrm>
            <a:off x="7894350" y="6212475"/>
            <a:ext cx="586800" cy="571500"/>
            <a:chOff x="7894350" y="6212475"/>
            <a:chExt cx="586800" cy="571500"/>
          </a:xfrm>
        </p:grpSpPr>
        <p:sp>
          <p:nvSpPr>
            <p:cNvPr id="609" name="Google Shape;609;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2"/>
        <p:cNvGrpSpPr/>
        <p:nvPr/>
      </p:nvGrpSpPr>
      <p:grpSpPr>
        <a:xfrm>
          <a:off x="0" y="0"/>
          <a:ext cx="0" cy="0"/>
          <a:chOff x="0" y="0"/>
          <a:chExt cx="0" cy="0"/>
        </a:xfrm>
      </p:grpSpPr>
      <p:sp>
        <p:nvSpPr>
          <p:cNvPr id="613" name="Google Shape;613;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4" name="Google Shape;62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5" name="Google Shape;62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6" name="Google Shape;626;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9" name="Google Shape;629;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30" name="Google Shape;630;g2c157a2fb06_0_1110"/>
          <p:cNvGrpSpPr/>
          <p:nvPr/>
        </p:nvGrpSpPr>
        <p:grpSpPr>
          <a:xfrm>
            <a:off x="5806200" y="1807463"/>
            <a:ext cx="756300" cy="146700"/>
            <a:chOff x="5806200" y="1807463"/>
            <a:chExt cx="756300" cy="146700"/>
          </a:xfrm>
        </p:grpSpPr>
        <p:sp>
          <p:nvSpPr>
            <p:cNvPr id="631" name="Google Shape;63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4" name="Google Shape;63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5" name="Google Shape;63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6" name="Google Shape;636;g2c157a2fb06_0_1110"/>
          <p:cNvGrpSpPr/>
          <p:nvPr/>
        </p:nvGrpSpPr>
        <p:grpSpPr>
          <a:xfrm>
            <a:off x="5806200" y="2842438"/>
            <a:ext cx="756300" cy="146700"/>
            <a:chOff x="5806200" y="1807463"/>
            <a:chExt cx="756300" cy="146700"/>
          </a:xfrm>
        </p:grpSpPr>
        <p:sp>
          <p:nvSpPr>
            <p:cNvPr id="637" name="Google Shape;637;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0" name="Google Shape;640;g2c157a2fb06_0_1110"/>
          <p:cNvGrpSpPr/>
          <p:nvPr/>
        </p:nvGrpSpPr>
        <p:grpSpPr>
          <a:xfrm>
            <a:off x="5806200" y="3877413"/>
            <a:ext cx="756300" cy="146700"/>
            <a:chOff x="5806200" y="1807463"/>
            <a:chExt cx="756300" cy="146700"/>
          </a:xfrm>
        </p:grpSpPr>
        <p:sp>
          <p:nvSpPr>
            <p:cNvPr id="641" name="Google Shape;64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4" name="Google Shape;644;g2c157a2fb06_0_1110"/>
          <p:cNvGrpSpPr/>
          <p:nvPr/>
        </p:nvGrpSpPr>
        <p:grpSpPr>
          <a:xfrm>
            <a:off x="662575" y="6212475"/>
            <a:ext cx="586800" cy="571500"/>
            <a:chOff x="662575" y="6212475"/>
            <a:chExt cx="586800" cy="571500"/>
          </a:xfrm>
        </p:grpSpPr>
        <p:sp>
          <p:nvSpPr>
            <p:cNvPr id="645" name="Google Shape;64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8" name="Google Shape;648;g2c157a2fb06_0_1110"/>
          <p:cNvGrpSpPr/>
          <p:nvPr/>
        </p:nvGrpSpPr>
        <p:grpSpPr>
          <a:xfrm>
            <a:off x="7894350" y="6212475"/>
            <a:ext cx="586800" cy="571500"/>
            <a:chOff x="7894350" y="6212475"/>
            <a:chExt cx="586800" cy="571500"/>
          </a:xfrm>
        </p:grpSpPr>
        <p:sp>
          <p:nvSpPr>
            <p:cNvPr id="649" name="Google Shape;64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2"/>
        <p:cNvGrpSpPr/>
        <p:nvPr/>
      </p:nvGrpSpPr>
      <p:grpSpPr>
        <a:xfrm>
          <a:off x="0" y="0"/>
          <a:ext cx="0" cy="0"/>
          <a:chOff x="0" y="0"/>
          <a:chExt cx="0" cy="0"/>
        </a:xfrm>
      </p:grpSpPr>
      <p:sp>
        <p:nvSpPr>
          <p:cNvPr id="653" name="Google Shape;653;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7" name="Google Shape;657;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6" name="Google Shape;666;p30"/>
          <p:cNvGrpSpPr/>
          <p:nvPr/>
        </p:nvGrpSpPr>
        <p:grpSpPr>
          <a:xfrm>
            <a:off x="6022940" y="5341706"/>
            <a:ext cx="594501" cy="305904"/>
            <a:chOff x="5672081" y="1914352"/>
            <a:chExt cx="792668" cy="305904"/>
          </a:xfrm>
        </p:grpSpPr>
        <p:sp>
          <p:nvSpPr>
            <p:cNvPr id="667" name="Google Shape;667;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9" name="Google Shape;669;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0" name="Google Shape;670;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8" name="Google Shape;678;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9" name="Google Shape;679;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6" name="Google Shape;696;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7" name="Google Shape;697;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8"/>
        <p:cNvGrpSpPr/>
        <p:nvPr/>
      </p:nvGrpSpPr>
      <p:grpSpPr>
        <a:xfrm>
          <a:off x="0" y="0"/>
          <a:ext cx="0" cy="0"/>
          <a:chOff x="0" y="0"/>
          <a:chExt cx="0" cy="0"/>
        </a:xfrm>
      </p:grpSpPr>
      <p:sp>
        <p:nvSpPr>
          <p:cNvPr id="699" name="Google Shape;699;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0" name="Google Shape;700;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1" name="Google Shape;701;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2"/>
        <p:cNvGrpSpPr/>
        <p:nvPr/>
      </p:nvGrpSpPr>
      <p:grpSpPr>
        <a:xfrm>
          <a:off x="0" y="0"/>
          <a:ext cx="0" cy="0"/>
          <a:chOff x="0" y="0"/>
          <a:chExt cx="0" cy="0"/>
        </a:xfrm>
      </p:grpSpPr>
      <p:sp>
        <p:nvSpPr>
          <p:cNvPr id="703" name="Google Shape;703;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5" name="Google Shape;705;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slide" Target="slide14.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slide" Target="slide13.xml"/><Relationship Id="rId5" Type="http://schemas.openxmlformats.org/officeDocument/2006/relationships/image" Target="../media/image10.png"/><Relationship Id="rId10" Type="http://schemas.openxmlformats.org/officeDocument/2006/relationships/slide" Target="slide11.xml"/><Relationship Id="rId4" Type="http://schemas.openxmlformats.org/officeDocument/2006/relationships/image" Target="../media/image9.png"/><Relationship Id="rId9" Type="http://schemas.openxmlformats.org/officeDocument/2006/relationships/slide" Target="slide8.xml"/></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notesSlide" Target="../notesSlides/notesSlide3.xml"/><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notesSlide" Target="../notesSlides/notesSlide5.xml"/><Relationship Id="rId16" Type="http://schemas.openxmlformats.org/officeDocument/2006/relationships/image" Target="../media/image49.png"/><Relationship Id="rId1" Type="http://schemas.openxmlformats.org/officeDocument/2006/relationships/slideLayout" Target="../slideLayouts/slideLayout3.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1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1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67.png"/><Relationship Id="rId4" Type="http://schemas.openxmlformats.org/officeDocument/2006/relationships/image" Target="../media/image66.png"/></Relationships>
</file>

<file path=ppt/slides/_rels/slide1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1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77.png"/><Relationship Id="rId5" Type="http://schemas.openxmlformats.org/officeDocument/2006/relationships/image" Target="../media/image7.png"/><Relationship Id="rId4" Type="http://schemas.openxmlformats.org/officeDocument/2006/relationships/image" Target="../media/image7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Review j v w x</a:t>
            </a:r>
            <a:endParaRPr/>
          </a:p>
        </p:txBody>
      </p:sp>
      <p:sp>
        <p:nvSpPr>
          <p:cNvPr id="711" name="Google Shape;711;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5</a:t>
            </a:r>
            <a:endParaRPr/>
          </a:p>
        </p:txBody>
      </p:sp>
      <p:graphicFrame>
        <p:nvGraphicFramePr>
          <p:cNvPr id="712" name="Google Shape;712;p1"/>
          <p:cNvGraphicFramePr/>
          <p:nvPr/>
        </p:nvGraphicFramePr>
        <p:xfrm>
          <a:off x="4844200" y="1891197"/>
          <a:ext cx="3784950" cy="1678950"/>
        </p:xfrm>
        <a:graphic>
          <a:graphicData uri="http://schemas.openxmlformats.org/drawingml/2006/table">
            <a:tbl>
              <a:tblPr firstRow="1" bandRow="1">
                <a:noFill/>
                <a:tableStyleId>{382AF43B-DA53-43AB-9964-691FE4B66D9F}</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j</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Mulish"/>
                          <a:ea typeface="Mulish"/>
                          <a:cs typeface="Mulish"/>
                          <a:sym typeface="Mulish"/>
                        </a:rPr>
                        <a:t>v</a:t>
                      </a:r>
                      <a:endParaRPr sz="1800" u="none" strike="noStrike" cap="none">
                        <a:solidFill>
                          <a:srgbClr val="FFFFFF"/>
                        </a:solidFill>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w</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x</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z</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zz</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qu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713" name="Google Shape;713;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714" name="Google Shape;714;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
        <p:nvSpPr>
          <p:cNvPr id="715" name="Google Shape;715;p1"/>
          <p:cNvSpPr/>
          <p:nvPr/>
        </p:nvSpPr>
        <p:spPr>
          <a:xfrm>
            <a:off x="5177314"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16" name="Google Shape;716;p1"/>
          <p:cNvSpPr/>
          <p:nvPr/>
        </p:nvSpPr>
        <p:spPr>
          <a:xfrm>
            <a:off x="5544307"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17" name="Google Shape;717;p1"/>
          <p:cNvPicPr preferRelativeResize="0"/>
          <p:nvPr/>
        </p:nvPicPr>
        <p:blipFill rotWithShape="1">
          <a:blip r:embed="rId3">
            <a:alphaModFix/>
          </a:blip>
          <a:srcRect l="79" r="79"/>
          <a:stretch/>
        </p:blipFill>
        <p:spPr>
          <a:xfrm rot="713627">
            <a:off x="7410699" y="4034342"/>
            <a:ext cx="1208038" cy="1709827"/>
          </a:xfrm>
          <a:prstGeom prst="rect">
            <a:avLst/>
          </a:prstGeom>
          <a:noFill/>
          <a:ln>
            <a:noFill/>
          </a:ln>
          <a:effectLst>
            <a:outerShdw blurRad="71438" dist="38100" dir="5220000" algn="bl" rotWithShape="0">
              <a:srgbClr val="000000">
                <a:alpha val="20000"/>
              </a:srgbClr>
            </a:outerShdw>
          </a:effectLst>
        </p:spPr>
      </p:pic>
      <p:pic>
        <p:nvPicPr>
          <p:cNvPr id="718" name="Google Shape;718;p1"/>
          <p:cNvPicPr preferRelativeResize="0"/>
          <p:nvPr/>
        </p:nvPicPr>
        <p:blipFill rotWithShape="1">
          <a:blip r:embed="rId4">
            <a:alphaModFix/>
          </a:blip>
          <a:srcRect l="19" r="19"/>
          <a:stretch/>
        </p:blipFill>
        <p:spPr>
          <a:xfrm rot="193084">
            <a:off x="6380058" y="3884422"/>
            <a:ext cx="1208041" cy="1709826"/>
          </a:xfrm>
          <a:prstGeom prst="rect">
            <a:avLst/>
          </a:prstGeom>
          <a:noFill/>
          <a:ln>
            <a:noFill/>
          </a:ln>
          <a:effectLst>
            <a:outerShdw blurRad="71438" dist="38100" dir="5220000" algn="bl" rotWithShape="0">
              <a:srgbClr val="000000">
                <a:alpha val="20000"/>
              </a:srgbClr>
            </a:outerShdw>
          </a:effectLst>
        </p:spPr>
      </p:pic>
      <p:pic>
        <p:nvPicPr>
          <p:cNvPr id="719" name="Google Shape;719;p1"/>
          <p:cNvPicPr preferRelativeResize="0"/>
          <p:nvPr/>
        </p:nvPicPr>
        <p:blipFill rotWithShape="1">
          <a:blip r:embed="rId5">
            <a:alphaModFix/>
          </a:blip>
          <a:srcRect l="79" r="69"/>
          <a:stretch/>
        </p:blipFill>
        <p:spPr>
          <a:xfrm rot="-313763">
            <a:off x="5408679" y="3900402"/>
            <a:ext cx="1208040" cy="1709823"/>
          </a:xfrm>
          <a:prstGeom prst="rect">
            <a:avLst/>
          </a:prstGeom>
          <a:noFill/>
          <a:ln>
            <a:noFill/>
          </a:ln>
          <a:effectLst>
            <a:outerShdw blurRad="71438" dist="38100" dir="5220000" algn="bl" rotWithShape="0">
              <a:srgbClr val="000000">
                <a:alpha val="20000"/>
              </a:srgbClr>
            </a:outerShdw>
          </a:effectLst>
        </p:spPr>
      </p:pic>
      <p:pic>
        <p:nvPicPr>
          <p:cNvPr id="720" name="Google Shape;720;p1"/>
          <p:cNvPicPr preferRelativeResize="0"/>
          <p:nvPr/>
        </p:nvPicPr>
        <p:blipFill rotWithShape="1">
          <a:blip r:embed="rId6">
            <a:alphaModFix/>
          </a:blip>
          <a:srcRect l="79" r="69"/>
          <a:stretch/>
        </p:blipFill>
        <p:spPr>
          <a:xfrm rot="-781541">
            <a:off x="4374583" y="4110557"/>
            <a:ext cx="1208040"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letter / sounds</a:t>
            </a:r>
            <a:r>
              <a:rPr lang="en-US">
                <a:solidFill>
                  <a:srgbClr val="8DC63F"/>
                </a:solidFill>
              </a:rPr>
              <a:t> j v w x </a:t>
            </a:r>
            <a:r>
              <a:rPr lang="en-US"/>
              <a:t>and Common Exception Words.</a:t>
            </a:r>
            <a:endParaRPr/>
          </a:p>
        </p:txBody>
      </p:sp>
      <p:sp>
        <p:nvSpPr>
          <p:cNvPr id="727" name="Google Shape;727;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pull full</a:t>
            </a:r>
            <a:r>
              <a:rPr lang="en-US"/>
              <a:t>.</a:t>
            </a:r>
            <a:endParaRPr/>
          </a:p>
        </p:txBody>
      </p:sp>
      <p:sp>
        <p:nvSpPr>
          <p:cNvPr id="728" name="Google Shape;728;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29" name="Google Shape;729;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30" name="Google Shape;730;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31" name="Google Shape;731;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32" name="Google Shape;732;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4" name="Google Shape;734;g2bee4f4af4b_0_204"/>
          <p:cNvPicPr preferRelativeResize="0"/>
          <p:nvPr/>
        </p:nvPicPr>
        <p:blipFill rotWithShape="1">
          <a:blip r:embed="rId4">
            <a:alphaModFix/>
          </a:blip>
          <a:srcRect l="159" r="14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35" name="Google Shape;735;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36" name="Google Shape;736;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7" name="Google Shape;737;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38" name="Google Shape;738;g2bee4f4af4b_0_204"/>
          <p:cNvSpPr txBox="1"/>
          <p:nvPr/>
        </p:nvSpPr>
        <p:spPr>
          <a:xfrm>
            <a:off x="61464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39" name="Google Shape;739;g2bee4f4af4b_0_204"/>
          <p:cNvSpPr txBox="1"/>
          <p:nvPr/>
        </p:nvSpPr>
        <p:spPr>
          <a:xfrm>
            <a:off x="59391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40" name="Google Shape;740;g2bee4f4af4b_0_204"/>
          <p:cNvPicPr preferRelativeResize="0"/>
          <p:nvPr/>
        </p:nvPicPr>
        <p:blipFill rotWithShape="1">
          <a:blip r:embed="rId6">
            <a:alphaModFix/>
          </a:blip>
          <a:srcRect t="89" b="99"/>
          <a:stretch/>
        </p:blipFill>
        <p:spPr>
          <a:xfrm>
            <a:off x="6159846" y="4363493"/>
            <a:ext cx="786850" cy="590421"/>
          </a:xfrm>
          <a:prstGeom prst="rect">
            <a:avLst/>
          </a:prstGeom>
          <a:noFill/>
          <a:ln>
            <a:noFill/>
          </a:ln>
          <a:effectLst>
            <a:outerShdw blurRad="71438" dist="19050" dir="5220000" algn="bl" rotWithShape="0">
              <a:srgbClr val="D8D8D8"/>
            </a:outerShdw>
          </a:effectLst>
        </p:spPr>
      </p:pic>
      <p:sp>
        <p:nvSpPr>
          <p:cNvPr id="741" name="Google Shape;741;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42" name="Google Shape;742;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3" name="Google Shape;743;g2bee4f4af4b_0_204"/>
          <p:cNvPicPr preferRelativeResize="0"/>
          <p:nvPr/>
        </p:nvPicPr>
        <p:blipFill rotWithShape="1">
          <a:blip r:embed="rId7">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44" name="Google Shape;744;g2bee4f4af4b_0_204">
            <a:hlinkClick r:id="rId8" action="ppaction://hlinksldjump"/>
          </p:cNvPr>
          <p:cNvSpPr/>
          <p:nvPr/>
        </p:nvSpPr>
        <p:spPr>
          <a:xfrm>
            <a:off x="966639"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
        <p:nvSpPr>
          <p:cNvPr id="745" name="Google Shape;745;g2bee4f4af4b_0_204">
            <a:hlinkClick r:id="rId9" action="ppaction://hlinksldjump"/>
          </p:cNvPr>
          <p:cNvSpPr/>
          <p:nvPr/>
        </p:nvSpPr>
        <p:spPr>
          <a:xfrm>
            <a:off x="7005280" y="3524277"/>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6" name="Google Shape;746;g2bee4f4af4b_0_204">
            <a:hlinkClick r:id="rId10" action="ppaction://hlinksldjump"/>
          </p:cNvPr>
          <p:cNvSpPr/>
          <p:nvPr/>
        </p:nvSpPr>
        <p:spPr>
          <a:xfrm>
            <a:off x="4729715" y="380934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
        <p:nvSpPr>
          <p:cNvPr id="747" name="Google Shape;747;g2bee4f4af4b_0_204">
            <a:hlinkClick r:id="rId11" action="ppaction://hlinksldjump"/>
          </p:cNvPr>
          <p:cNvSpPr/>
          <p:nvPr/>
        </p:nvSpPr>
        <p:spPr>
          <a:xfrm>
            <a:off x="4896371" y="381742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8" name="Google Shape;748;g2bee4f4af4b_0_204">
            <a:hlinkClick r:id="rId12" action="ppaction://hlinksldjump"/>
          </p:cNvPr>
          <p:cNvSpPr/>
          <p:nvPr/>
        </p:nvSpPr>
        <p:spPr>
          <a:xfrm>
            <a:off x="6080020" y="3812251"/>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5" name="Google Shape;755;g26b641b03cd_0_165"/>
          <p:cNvGrpSpPr/>
          <p:nvPr/>
        </p:nvGrpSpPr>
        <p:grpSpPr>
          <a:xfrm>
            <a:off x="930400" y="2129444"/>
            <a:ext cx="7283200" cy="3724851"/>
            <a:chOff x="930400" y="2129444"/>
            <a:chExt cx="7283200" cy="3724851"/>
          </a:xfrm>
        </p:grpSpPr>
        <p:pic>
          <p:nvPicPr>
            <p:cNvPr id="756" name="Google Shape;75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5" name="Google Shape;77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6" name="Google Shape;77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7" name="Google Shape;77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8" name="Google Shape;77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5" name="Google Shape;785;g26b7edf6e71_0_26"/>
          <p:cNvPicPr preferRelativeResize="0"/>
          <p:nvPr/>
        </p:nvPicPr>
        <p:blipFill rotWithShape="1">
          <a:blip r:embed="rId3">
            <a:alphaModFix/>
          </a:blip>
          <a:srcRect l="79" r="79"/>
          <a:stretch/>
        </p:blipFill>
        <p:spPr>
          <a:xfrm>
            <a:off x="865575" y="2053250"/>
            <a:ext cx="1747050" cy="2472849"/>
          </a:xfrm>
          <a:prstGeom prst="rect">
            <a:avLst/>
          </a:prstGeom>
          <a:noFill/>
          <a:ln>
            <a:noFill/>
          </a:ln>
          <a:effectLst>
            <a:outerShdw blurRad="71438" dist="28575" dir="5400000" algn="bl" rotWithShape="0">
              <a:srgbClr val="000000">
                <a:alpha val="16078"/>
              </a:srgbClr>
            </a:outerShdw>
          </a:effectLst>
        </p:spPr>
      </p:pic>
      <p:pic>
        <p:nvPicPr>
          <p:cNvPr id="786" name="Google Shape;786;g26b7edf6e71_0_26"/>
          <p:cNvPicPr preferRelativeResize="0"/>
          <p:nvPr/>
        </p:nvPicPr>
        <p:blipFill rotWithShape="1">
          <a:blip r:embed="rId4">
            <a:alphaModFix/>
          </a:blip>
          <a:srcRect l="79" r="79"/>
          <a:stretch/>
        </p:blipFill>
        <p:spPr>
          <a:xfrm>
            <a:off x="6401636" y="2053250"/>
            <a:ext cx="1747050" cy="2472849"/>
          </a:xfrm>
          <a:prstGeom prst="rect">
            <a:avLst/>
          </a:prstGeom>
          <a:noFill/>
          <a:ln>
            <a:noFill/>
          </a:ln>
          <a:effectLst>
            <a:outerShdw blurRad="71438" dist="28575" dir="5400000" algn="bl" rotWithShape="0">
              <a:srgbClr val="000000">
                <a:alpha val="16078"/>
              </a:srgbClr>
            </a:outerShdw>
          </a:effectLst>
        </p:spPr>
      </p:pic>
      <p:pic>
        <p:nvPicPr>
          <p:cNvPr id="787" name="Google Shape;787;g26b7edf6e71_0_26"/>
          <p:cNvPicPr preferRelativeResize="0"/>
          <p:nvPr/>
        </p:nvPicPr>
        <p:blipFill rotWithShape="1">
          <a:blip r:embed="rId5">
            <a:alphaModFix/>
          </a:blip>
          <a:srcRect l="79" r="79"/>
          <a:stretch/>
        </p:blipFill>
        <p:spPr>
          <a:xfrm>
            <a:off x="2710929" y="2053250"/>
            <a:ext cx="1747050" cy="2472849"/>
          </a:xfrm>
          <a:prstGeom prst="rect">
            <a:avLst/>
          </a:prstGeom>
          <a:noFill/>
          <a:ln>
            <a:noFill/>
          </a:ln>
          <a:effectLst>
            <a:outerShdw blurRad="71438" dist="28575" dir="5400000" algn="bl" rotWithShape="0">
              <a:srgbClr val="000000">
                <a:alpha val="16078"/>
              </a:srgbClr>
            </a:outerShdw>
          </a:effectLst>
        </p:spPr>
      </p:pic>
      <p:pic>
        <p:nvPicPr>
          <p:cNvPr id="788" name="Google Shape;788;g26b7edf6e71_0_26"/>
          <p:cNvPicPr preferRelativeResize="0"/>
          <p:nvPr/>
        </p:nvPicPr>
        <p:blipFill rotWithShape="1">
          <a:blip r:embed="rId6">
            <a:alphaModFix/>
          </a:blip>
          <a:srcRect l="19" r="29"/>
          <a:stretch/>
        </p:blipFill>
        <p:spPr>
          <a:xfrm>
            <a:off x="4556283" y="2053250"/>
            <a:ext cx="1747050" cy="2472848"/>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95" name="Google Shape;795;g26b7edf6e71_0_109"/>
          <p:cNvGrpSpPr/>
          <p:nvPr/>
        </p:nvGrpSpPr>
        <p:grpSpPr>
          <a:xfrm>
            <a:off x="867357" y="2129450"/>
            <a:ext cx="7282807" cy="2686611"/>
            <a:chOff x="867357" y="2129450"/>
            <a:chExt cx="7282807" cy="2686611"/>
          </a:xfrm>
        </p:grpSpPr>
        <p:pic>
          <p:nvPicPr>
            <p:cNvPr id="796" name="Google Shape;796;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00" name="Google Shape;800;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01" name="Google Shape;801;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02" name="Google Shape;802;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03" name="Google Shape;803;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04" name="Google Shape;804;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05" name="Google Shape;805;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06" name="Google Shape;806;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07" name="Google Shape;807;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08" name="Google Shape;808;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09" name="Google Shape;809;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16" name="Google Shape;816;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17" name="Google Shape;817;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18" name="Google Shape;818;g2c186218c5a_0_17"/>
          <p:cNvPicPr preferRelativeResize="0"/>
          <p:nvPr/>
        </p:nvPicPr>
        <p:blipFill rotWithShape="1">
          <a:blip r:embed="rId3">
            <a:alphaModFix/>
          </a:blip>
          <a:srcRect/>
          <a:stretch/>
        </p:blipFill>
        <p:spPr>
          <a:xfrm>
            <a:off x="889350" y="1723975"/>
            <a:ext cx="3588137" cy="1434669"/>
          </a:xfrm>
          <a:prstGeom prst="rect">
            <a:avLst/>
          </a:prstGeom>
          <a:noFill/>
          <a:ln>
            <a:noFill/>
          </a:ln>
          <a:effectLst>
            <a:outerShdw blurRad="71438" dist="19050" dir="5400000" algn="bl" rotWithShape="0">
              <a:srgbClr val="000000">
                <a:alpha val="20000"/>
              </a:srgbClr>
            </a:outerShdw>
          </a:effectLst>
        </p:spPr>
      </p:pic>
      <p:pic>
        <p:nvPicPr>
          <p:cNvPr id="819" name="Google Shape;819;g2c186218c5a_0_17"/>
          <p:cNvPicPr preferRelativeResize="0"/>
          <p:nvPr/>
        </p:nvPicPr>
        <p:blipFill rotWithShape="1">
          <a:blip r:embed="rId4">
            <a:alphaModFix/>
          </a:blip>
          <a:srcRect t="99" b="109"/>
          <a:stretch/>
        </p:blipFill>
        <p:spPr>
          <a:xfrm>
            <a:off x="889350" y="3516780"/>
            <a:ext cx="3588137" cy="1434669"/>
          </a:xfrm>
          <a:prstGeom prst="rect">
            <a:avLst/>
          </a:prstGeom>
          <a:noFill/>
          <a:ln>
            <a:noFill/>
          </a:ln>
          <a:effectLst>
            <a:outerShdw blurRad="71438" dist="19050" dir="5400000" algn="bl" rotWithShape="0">
              <a:srgbClr val="000000">
                <a:alpha val="20000"/>
              </a:srgbClr>
            </a:outerShdw>
          </a:effectLst>
        </p:spPr>
      </p:pic>
      <p:pic>
        <p:nvPicPr>
          <p:cNvPr id="820" name="Google Shape;820;g2c186218c5a_0_17"/>
          <p:cNvPicPr preferRelativeResize="0"/>
          <p:nvPr/>
        </p:nvPicPr>
        <p:blipFill rotWithShape="1">
          <a:blip r:embed="rId5">
            <a:alphaModFix/>
          </a:blip>
          <a:srcRect/>
          <a:stretch/>
        </p:blipFill>
        <p:spPr>
          <a:xfrm>
            <a:off x="4666512" y="1723975"/>
            <a:ext cx="3588137" cy="1434669"/>
          </a:xfrm>
          <a:prstGeom prst="rect">
            <a:avLst/>
          </a:prstGeom>
          <a:noFill/>
          <a:ln>
            <a:noFill/>
          </a:ln>
          <a:effectLst>
            <a:outerShdw blurRad="71438" dist="19050" dir="5400000" algn="bl" rotWithShape="0">
              <a:srgbClr val="000000">
                <a:alpha val="20000"/>
              </a:srgbClr>
            </a:outerShdw>
          </a:effectLst>
        </p:spPr>
      </p:pic>
      <p:pic>
        <p:nvPicPr>
          <p:cNvPr id="821" name="Google Shape;821;g2c186218c5a_0_17"/>
          <p:cNvPicPr preferRelativeResize="0"/>
          <p:nvPr/>
        </p:nvPicPr>
        <p:blipFill rotWithShape="1">
          <a:blip r:embed="rId6">
            <a:alphaModFix/>
          </a:blip>
          <a:srcRect/>
          <a:stretch/>
        </p:blipFill>
        <p:spPr>
          <a:xfrm>
            <a:off x="4666512" y="3516780"/>
            <a:ext cx="3588137"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28" name="Google Shape;828;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29" name="Google Shape;829;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30" name="Google Shape;830;g26b641b03cd_0_185"/>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831" name="Google Shape;831;g26b641b03cd_0_185"/>
          <p:cNvPicPr preferRelativeResize="0"/>
          <p:nvPr/>
        </p:nvPicPr>
        <p:blipFill rotWithShape="1">
          <a:blip r:embed="rId4">
            <a:alphaModFix/>
          </a:blip>
          <a:srcRect t="149" b="139"/>
          <a:stretch/>
        </p:blipFill>
        <p:spPr>
          <a:xfrm>
            <a:off x="889350" y="3516780"/>
            <a:ext cx="3588138" cy="1434669"/>
          </a:xfrm>
          <a:prstGeom prst="rect">
            <a:avLst/>
          </a:prstGeom>
          <a:noFill/>
          <a:ln>
            <a:noFill/>
          </a:ln>
          <a:effectLst>
            <a:outerShdw blurRad="71438" dist="19050" dir="5400000" algn="bl" rotWithShape="0">
              <a:srgbClr val="000000">
                <a:alpha val="20000"/>
              </a:srgbClr>
            </a:outerShdw>
          </a:effectLst>
        </p:spPr>
      </p:pic>
      <p:pic>
        <p:nvPicPr>
          <p:cNvPr id="832" name="Google Shape;832;g26b641b03cd_0_185"/>
          <p:cNvPicPr preferRelativeResize="0"/>
          <p:nvPr/>
        </p:nvPicPr>
        <p:blipFill rotWithShape="1">
          <a:blip r:embed="rId5">
            <a:alphaModFix/>
          </a:blip>
          <a:srcRect t="39" b="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833" name="Google Shape;833;g26b641b03cd_0_185"/>
          <p:cNvPicPr preferRelativeResize="0"/>
          <p:nvPr/>
        </p:nvPicPr>
        <p:blipFill rotWithShape="1">
          <a:blip r:embed="rId6">
            <a:alphaModFix/>
          </a:blip>
          <a:srcRect t="39" b="39"/>
          <a:stretch/>
        </p:blipFill>
        <p:spPr>
          <a:xfrm>
            <a:off x="4666512"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40" name="Google Shape;840;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841" name="Google Shape;841;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42" name="Google Shape;842;g2c186218c5a_0_25"/>
          <p:cNvPicPr preferRelativeResize="0"/>
          <p:nvPr/>
        </p:nvPicPr>
        <p:blipFill rotWithShape="1">
          <a:blip r:embed="rId3">
            <a:alphaModFix/>
          </a:blip>
          <a:srcRect l="79" r="79"/>
          <a:stretch/>
        </p:blipFill>
        <p:spPr>
          <a:xfrm>
            <a:off x="930445" y="2001075"/>
            <a:ext cx="1747050" cy="2472849"/>
          </a:xfrm>
          <a:prstGeom prst="rect">
            <a:avLst/>
          </a:prstGeom>
          <a:noFill/>
          <a:ln>
            <a:noFill/>
          </a:ln>
          <a:effectLst>
            <a:outerShdw blurRad="71438" dist="28575" dir="5400000" algn="bl" rotWithShape="0">
              <a:srgbClr val="000000">
                <a:alpha val="15686"/>
              </a:srgbClr>
            </a:outerShdw>
          </a:effectLst>
        </p:spPr>
      </p:pic>
      <p:pic>
        <p:nvPicPr>
          <p:cNvPr id="843" name="Google Shape;843;g2c186218c5a_0_25"/>
          <p:cNvPicPr preferRelativeResize="0"/>
          <p:nvPr/>
        </p:nvPicPr>
        <p:blipFill rotWithShape="1">
          <a:blip r:embed="rId4">
            <a:alphaModFix/>
          </a:blip>
          <a:srcRect l="79" r="79"/>
          <a:stretch/>
        </p:blipFill>
        <p:spPr>
          <a:xfrm>
            <a:off x="6466506" y="2001075"/>
            <a:ext cx="1747050" cy="2472849"/>
          </a:xfrm>
          <a:prstGeom prst="rect">
            <a:avLst/>
          </a:prstGeom>
          <a:noFill/>
          <a:ln>
            <a:noFill/>
          </a:ln>
          <a:effectLst>
            <a:outerShdw blurRad="71438" dist="28575" dir="5400000" algn="bl" rotWithShape="0">
              <a:srgbClr val="000000">
                <a:alpha val="15686"/>
              </a:srgbClr>
            </a:outerShdw>
          </a:effectLst>
        </p:spPr>
      </p:pic>
      <p:pic>
        <p:nvPicPr>
          <p:cNvPr id="844" name="Google Shape;844;g2c186218c5a_0_25"/>
          <p:cNvPicPr preferRelativeResize="0"/>
          <p:nvPr/>
        </p:nvPicPr>
        <p:blipFill rotWithShape="1">
          <a:blip r:embed="rId5">
            <a:alphaModFix/>
          </a:blip>
          <a:srcRect l="79" r="79"/>
          <a:stretch/>
        </p:blipFill>
        <p:spPr>
          <a:xfrm>
            <a:off x="2775799" y="2001075"/>
            <a:ext cx="1747050" cy="2472849"/>
          </a:xfrm>
          <a:prstGeom prst="rect">
            <a:avLst/>
          </a:prstGeom>
          <a:noFill/>
          <a:ln>
            <a:noFill/>
          </a:ln>
          <a:effectLst>
            <a:outerShdw blurRad="71438" dist="28575" dir="5400000" algn="bl" rotWithShape="0">
              <a:srgbClr val="000000">
                <a:alpha val="15686"/>
              </a:srgbClr>
            </a:outerShdw>
          </a:effectLst>
        </p:spPr>
      </p:pic>
      <p:pic>
        <p:nvPicPr>
          <p:cNvPr id="845" name="Google Shape;845;g2c186218c5a_0_25"/>
          <p:cNvPicPr preferRelativeResize="0"/>
          <p:nvPr/>
        </p:nvPicPr>
        <p:blipFill rotWithShape="1">
          <a:blip r:embed="rId6">
            <a:alphaModFix/>
          </a:blip>
          <a:srcRect l="19" r="29"/>
          <a:stretch/>
        </p:blipFill>
        <p:spPr>
          <a:xfrm>
            <a:off x="4621153" y="2001075"/>
            <a:ext cx="1747050" cy="2472848"/>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52" name="Google Shape;852;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853" name="Google Shape;853;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54" name="Google Shape;854;g26b641b03cd_0_192"/>
          <p:cNvPicPr preferRelativeResize="0"/>
          <p:nvPr/>
        </p:nvPicPr>
        <p:blipFill rotWithShape="1">
          <a:blip r:embed="rId3">
            <a:alphaModFix/>
          </a:blip>
          <a:srcRect/>
          <a:stretch/>
        </p:blipFill>
        <p:spPr>
          <a:xfrm>
            <a:off x="930445" y="2001075"/>
            <a:ext cx="1747050" cy="2472849"/>
          </a:xfrm>
          <a:prstGeom prst="rect">
            <a:avLst/>
          </a:prstGeom>
          <a:noFill/>
          <a:ln>
            <a:noFill/>
          </a:ln>
          <a:effectLst>
            <a:outerShdw blurRad="71438" dist="28575" dir="5400000" algn="bl" rotWithShape="0">
              <a:srgbClr val="000000">
                <a:alpha val="15686"/>
              </a:srgbClr>
            </a:outerShdw>
          </a:effectLst>
        </p:spPr>
      </p:pic>
      <p:pic>
        <p:nvPicPr>
          <p:cNvPr id="855" name="Google Shape;855;g26b641b03cd_0_192"/>
          <p:cNvPicPr preferRelativeResize="0"/>
          <p:nvPr/>
        </p:nvPicPr>
        <p:blipFill rotWithShape="1">
          <a:blip r:embed="rId4">
            <a:alphaModFix/>
          </a:blip>
          <a:srcRect/>
          <a:stretch/>
        </p:blipFill>
        <p:spPr>
          <a:xfrm>
            <a:off x="6466506" y="2001075"/>
            <a:ext cx="1747050" cy="2472849"/>
          </a:xfrm>
          <a:prstGeom prst="rect">
            <a:avLst/>
          </a:prstGeom>
          <a:noFill/>
          <a:ln>
            <a:noFill/>
          </a:ln>
          <a:effectLst>
            <a:outerShdw blurRad="71438" dist="28575" dir="5400000" algn="bl" rotWithShape="0">
              <a:srgbClr val="000000">
                <a:alpha val="15686"/>
              </a:srgbClr>
            </a:outerShdw>
          </a:effectLst>
        </p:spPr>
      </p:pic>
      <p:pic>
        <p:nvPicPr>
          <p:cNvPr id="856" name="Google Shape;856;g26b641b03cd_0_192"/>
          <p:cNvPicPr preferRelativeResize="0"/>
          <p:nvPr/>
        </p:nvPicPr>
        <p:blipFill rotWithShape="1">
          <a:blip r:embed="rId5">
            <a:alphaModFix/>
          </a:blip>
          <a:srcRect/>
          <a:stretch/>
        </p:blipFill>
        <p:spPr>
          <a:xfrm>
            <a:off x="2775799" y="2001075"/>
            <a:ext cx="1747050" cy="2472849"/>
          </a:xfrm>
          <a:prstGeom prst="rect">
            <a:avLst/>
          </a:prstGeom>
          <a:noFill/>
          <a:ln>
            <a:noFill/>
          </a:ln>
          <a:effectLst>
            <a:outerShdw blurRad="71438" dist="28575" dir="5400000" algn="bl" rotWithShape="0">
              <a:srgbClr val="000000">
                <a:alpha val="15686"/>
              </a:srgbClr>
            </a:outerShdw>
          </a:effectLst>
        </p:spPr>
      </p:pic>
      <p:pic>
        <p:nvPicPr>
          <p:cNvPr id="857" name="Google Shape;857;g26b641b03cd_0_192"/>
          <p:cNvPicPr preferRelativeResize="0"/>
          <p:nvPr/>
        </p:nvPicPr>
        <p:blipFill rotWithShape="1">
          <a:blip r:embed="rId6">
            <a:alphaModFix/>
          </a:blip>
          <a:srcRect t="59" b="49"/>
          <a:stretch/>
        </p:blipFill>
        <p:spPr>
          <a:xfrm>
            <a:off x="4621153" y="2001075"/>
            <a:ext cx="1747050" cy="2472848"/>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64" name="Google Shape;864;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865" name="Google Shape;865;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66" name="Google Shape;866;g26b641b03cd_0_204"/>
          <p:cNvPicPr preferRelativeResize="0"/>
          <p:nvPr/>
        </p:nvPicPr>
        <p:blipFill rotWithShape="1">
          <a:blip r:embed="rId3">
            <a:alphaModFix/>
          </a:blip>
          <a:srcRect l="69" r="69"/>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867" name="Google Shape;867;g26b641b03cd_0_204"/>
          <p:cNvPicPr preferRelativeResize="0"/>
          <p:nvPr/>
        </p:nvPicPr>
        <p:blipFill rotWithShape="1">
          <a:blip r:embed="rId4">
            <a:alphaModFix/>
          </a:blip>
          <a:srcRect l="69" r="69"/>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868" name="Google Shape;868;g26b641b03cd_0_204"/>
          <p:cNvPicPr preferRelativeResize="0"/>
          <p:nvPr/>
        </p:nvPicPr>
        <p:blipFill rotWithShape="1">
          <a:blip r:embed="rId5">
            <a:alphaModFix/>
          </a:blip>
          <a:srcRect/>
          <a:stretch/>
        </p:blipFill>
        <p:spPr>
          <a:xfrm>
            <a:off x="64665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869" name="Google Shape;869;g26b641b03cd_0_204"/>
          <p:cNvPicPr preferRelativeResize="0"/>
          <p:nvPr/>
        </p:nvPicPr>
        <p:blipFill rotWithShape="1">
          <a:blip r:embed="rId6">
            <a:alphaModFix/>
          </a:blip>
          <a:srcRect l="69" r="69"/>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76" name="Google Shape;876;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877" name="Google Shape;87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78" name="Google Shape;878;g2c186218c5a_0_48"/>
          <p:cNvPicPr preferRelativeResize="0"/>
          <p:nvPr/>
        </p:nvPicPr>
        <p:blipFill rotWithShape="1">
          <a:blip r:embed="rId3">
            <a:alphaModFix/>
          </a:blip>
          <a:srcRect l="149" r="159"/>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879" name="Google Shape;879;g2c186218c5a_0_48"/>
          <p:cNvPicPr preferRelativeResize="0"/>
          <p:nvPr/>
        </p:nvPicPr>
        <p:blipFill rotWithShape="1">
          <a:blip r:embed="rId4">
            <a:alphaModFix/>
          </a:blip>
          <a:srcRect l="149" r="159"/>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880" name="Google Shape;880;g2c186218c5a_0_48"/>
          <p:cNvPicPr preferRelativeResize="0"/>
          <p:nvPr/>
        </p:nvPicPr>
        <p:blipFill rotWithShape="1">
          <a:blip r:embed="rId5">
            <a:alphaModFix/>
          </a:blip>
          <a:srcRect l="79" r="89"/>
          <a:stretch/>
        </p:blipFill>
        <p:spPr>
          <a:xfrm>
            <a:off x="64665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881" name="Google Shape;881;g2c186218c5a_0_48"/>
          <p:cNvPicPr preferRelativeResize="0"/>
          <p:nvPr/>
        </p:nvPicPr>
        <p:blipFill rotWithShape="1">
          <a:blip r:embed="rId6">
            <a:alphaModFix/>
          </a:blip>
          <a:srcRect l="149" r="159"/>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888" name="Google Shape;888;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889" name="Google Shape;889;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90" name="Google Shape;890;g26b641b03cd_0_213"/>
          <p:cNvPicPr preferRelativeResize="0"/>
          <p:nvPr/>
        </p:nvPicPr>
        <p:blipFill rotWithShape="1">
          <a:blip r:embed="rId3">
            <a:alphaModFix/>
          </a:blip>
          <a:srcRect l="129" r="139"/>
          <a:stretch/>
        </p:blipFill>
        <p:spPr>
          <a:xfrm>
            <a:off x="2753052" y="1962801"/>
            <a:ext cx="1740570" cy="2426701"/>
          </a:xfrm>
          <a:prstGeom prst="rect">
            <a:avLst/>
          </a:prstGeom>
          <a:noFill/>
          <a:ln>
            <a:noFill/>
          </a:ln>
          <a:effectLst>
            <a:outerShdw blurRad="85725" dist="19050" dir="5400000" algn="bl" rotWithShape="0">
              <a:srgbClr val="000000">
                <a:alpha val="20000"/>
              </a:srgbClr>
            </a:outerShdw>
          </a:effectLst>
        </p:spPr>
      </p:pic>
      <p:pic>
        <p:nvPicPr>
          <p:cNvPr id="891" name="Google Shape;891;g26b641b03cd_0_213"/>
          <p:cNvPicPr preferRelativeResize="0"/>
          <p:nvPr/>
        </p:nvPicPr>
        <p:blipFill rotWithShape="1">
          <a:blip r:embed="rId4">
            <a:alphaModFix/>
          </a:blip>
          <a:srcRect l="228" r="228"/>
          <a:stretch/>
        </p:blipFill>
        <p:spPr>
          <a:xfrm>
            <a:off x="855725" y="1962801"/>
            <a:ext cx="1740570" cy="2426700"/>
          </a:xfrm>
          <a:prstGeom prst="rect">
            <a:avLst/>
          </a:prstGeom>
          <a:noFill/>
          <a:ln>
            <a:noFill/>
          </a:ln>
          <a:effectLst>
            <a:outerShdw blurRad="85725" dist="19050" dir="5400000" algn="bl" rotWithShape="0">
              <a:srgbClr val="000000">
                <a:alpha val="20000"/>
              </a:srgbClr>
            </a:outerShdw>
          </a:effectLst>
        </p:spPr>
      </p:pic>
      <p:pic>
        <p:nvPicPr>
          <p:cNvPr id="892" name="Google Shape;892;g26b641b03cd_0_213"/>
          <p:cNvPicPr preferRelativeResize="0"/>
          <p:nvPr/>
        </p:nvPicPr>
        <p:blipFill rotWithShape="1">
          <a:blip r:embed="rId5">
            <a:alphaModFix/>
          </a:blip>
          <a:srcRect l="129" r="139"/>
          <a:stretch/>
        </p:blipFill>
        <p:spPr>
          <a:xfrm>
            <a:off x="4650379" y="1962801"/>
            <a:ext cx="1740570" cy="2426701"/>
          </a:xfrm>
          <a:prstGeom prst="rect">
            <a:avLst/>
          </a:prstGeom>
          <a:noFill/>
          <a:ln>
            <a:noFill/>
          </a:ln>
          <a:effectLst>
            <a:outerShdw blurRad="85725" dist="19050" dir="5400000" algn="bl" rotWithShape="0">
              <a:srgbClr val="000000">
                <a:alpha val="20000"/>
              </a:srgbClr>
            </a:outerShdw>
          </a:effectLst>
        </p:spPr>
      </p:pic>
      <p:pic>
        <p:nvPicPr>
          <p:cNvPr id="893" name="Google Shape;893;g26b641b03cd_0_213"/>
          <p:cNvPicPr preferRelativeResize="0"/>
          <p:nvPr/>
        </p:nvPicPr>
        <p:blipFill rotWithShape="1">
          <a:blip r:embed="rId6">
            <a:alphaModFix/>
          </a:blip>
          <a:srcRect l="228" r="228"/>
          <a:stretch/>
        </p:blipFill>
        <p:spPr>
          <a:xfrm>
            <a:off x="6547705" y="1962801"/>
            <a:ext cx="1740570" cy="242670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00" name="Google Shape;900;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901" name="Google Shape;901;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02" name="Google Shape;902;g2c186218c5a_0_149"/>
          <p:cNvPicPr preferRelativeResize="0"/>
          <p:nvPr/>
        </p:nvPicPr>
        <p:blipFill rotWithShape="1">
          <a:blip r:embed="rId3">
            <a:alphaModFix/>
          </a:blip>
          <a:srcRect l="129" r="139"/>
          <a:stretch/>
        </p:blipFill>
        <p:spPr>
          <a:xfrm>
            <a:off x="2753052" y="1962801"/>
            <a:ext cx="1740570" cy="2426701"/>
          </a:xfrm>
          <a:prstGeom prst="rect">
            <a:avLst/>
          </a:prstGeom>
          <a:noFill/>
          <a:ln>
            <a:noFill/>
          </a:ln>
          <a:effectLst>
            <a:outerShdw blurRad="85725" dist="19050" dir="5400000" algn="bl" rotWithShape="0">
              <a:srgbClr val="000000">
                <a:alpha val="20000"/>
              </a:srgbClr>
            </a:outerShdw>
          </a:effectLst>
        </p:spPr>
      </p:pic>
      <p:pic>
        <p:nvPicPr>
          <p:cNvPr id="903" name="Google Shape;903;g2c186218c5a_0_149"/>
          <p:cNvPicPr preferRelativeResize="0"/>
          <p:nvPr/>
        </p:nvPicPr>
        <p:blipFill rotWithShape="1">
          <a:blip r:embed="rId4">
            <a:alphaModFix/>
          </a:blip>
          <a:srcRect l="228" r="228"/>
          <a:stretch/>
        </p:blipFill>
        <p:spPr>
          <a:xfrm>
            <a:off x="855725" y="1962801"/>
            <a:ext cx="1740570" cy="2426700"/>
          </a:xfrm>
          <a:prstGeom prst="rect">
            <a:avLst/>
          </a:prstGeom>
          <a:noFill/>
          <a:ln>
            <a:noFill/>
          </a:ln>
          <a:effectLst>
            <a:outerShdw blurRad="85725" dist="19050" dir="5400000" algn="bl" rotWithShape="0">
              <a:srgbClr val="000000">
                <a:alpha val="20000"/>
              </a:srgbClr>
            </a:outerShdw>
          </a:effectLst>
        </p:spPr>
      </p:pic>
      <p:pic>
        <p:nvPicPr>
          <p:cNvPr id="904" name="Google Shape;904;g2c186218c5a_0_149"/>
          <p:cNvPicPr preferRelativeResize="0"/>
          <p:nvPr/>
        </p:nvPicPr>
        <p:blipFill rotWithShape="1">
          <a:blip r:embed="rId5">
            <a:alphaModFix/>
          </a:blip>
          <a:srcRect l="129" r="139"/>
          <a:stretch/>
        </p:blipFill>
        <p:spPr>
          <a:xfrm>
            <a:off x="4650379" y="1962801"/>
            <a:ext cx="1740570" cy="2426701"/>
          </a:xfrm>
          <a:prstGeom prst="rect">
            <a:avLst/>
          </a:prstGeom>
          <a:noFill/>
          <a:ln>
            <a:noFill/>
          </a:ln>
          <a:effectLst>
            <a:outerShdw blurRad="85725" dist="19050" dir="5400000" algn="bl" rotWithShape="0">
              <a:srgbClr val="000000">
                <a:alpha val="20000"/>
              </a:srgbClr>
            </a:outerShdw>
          </a:effectLst>
        </p:spPr>
      </p:pic>
      <p:pic>
        <p:nvPicPr>
          <p:cNvPr id="905" name="Google Shape;905;g2c186218c5a_0_149"/>
          <p:cNvPicPr preferRelativeResize="0"/>
          <p:nvPr/>
        </p:nvPicPr>
        <p:blipFill rotWithShape="1">
          <a:blip r:embed="rId6">
            <a:alphaModFix/>
          </a:blip>
          <a:srcRect l="228" r="228"/>
          <a:stretch/>
        </p:blipFill>
        <p:spPr>
          <a:xfrm>
            <a:off x="6547705" y="1962801"/>
            <a:ext cx="1740570" cy="242670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12" name="Google Shape;912;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13" name="Google Shape;913;g26b641b03cd_0_315"/>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14" name="Google Shape;914;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21" name="Google Shape;921;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22" name="Google Shape;922;g26b641b03cd_1_0"/>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23" name="Google Shape;923;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pic>
        <p:nvPicPr>
          <p:cNvPr id="929" name="Google Shape;929;g2c186218c5a_0_118"/>
          <p:cNvPicPr preferRelativeResize="0"/>
          <p:nvPr/>
        </p:nvPicPr>
        <p:blipFill rotWithShape="1">
          <a:blip r:embed="rId3">
            <a:alphaModFix/>
          </a:blip>
          <a:srcRect l="79" r="79"/>
          <a:stretch/>
        </p:blipFill>
        <p:spPr>
          <a:xfrm rot="-467347">
            <a:off x="969125" y="2876537"/>
            <a:ext cx="880698" cy="1246576"/>
          </a:xfrm>
          <a:prstGeom prst="rect">
            <a:avLst/>
          </a:prstGeom>
          <a:noFill/>
          <a:ln>
            <a:noFill/>
          </a:ln>
        </p:spPr>
      </p:pic>
      <p:sp>
        <p:nvSpPr>
          <p:cNvPr id="930" name="Google Shape;930;g2c186218c5a_0_118"/>
          <p:cNvSpPr txBo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marR="0" lvl="0" indent="-330200" algn="l" rtl="0">
              <a:lnSpc>
                <a:spcPct val="115000"/>
              </a:lnSpc>
              <a:spcBef>
                <a:spcPts val="1000"/>
              </a:spcBef>
              <a:spcAft>
                <a:spcPts val="0"/>
              </a:spcAft>
              <a:buClr>
                <a:srgbClr val="262626"/>
              </a:buClr>
              <a:buSzPts val="1600"/>
              <a:buFont typeface="Poppins"/>
              <a:buChar char="•"/>
            </a:pPr>
            <a:r>
              <a:rPr lang="en-US" sz="1600" b="0" i="0" u="none" strike="noStrike" cap="none">
                <a:solidFill>
                  <a:srgbClr val="262626"/>
                </a:solidFill>
                <a:latin typeface="Poppins"/>
                <a:ea typeface="Poppins"/>
                <a:cs typeface="Poppins"/>
                <a:sym typeface="Poppins"/>
              </a:rPr>
              <a:t>Sorting with Feely bags - </a:t>
            </a:r>
            <a:r>
              <a:rPr lang="en-US" sz="1600" b="0" i="0" u="none" strike="noStrike" cap="none">
                <a:solidFill>
                  <a:srgbClr val="8DC63F"/>
                </a:solidFill>
                <a:latin typeface="Poppins"/>
                <a:ea typeface="Poppins"/>
                <a:cs typeface="Poppins"/>
                <a:sym typeface="Poppins"/>
              </a:rPr>
              <a:t>j v w x</a:t>
            </a:r>
            <a:r>
              <a:rPr lang="en-US" sz="1600" b="0" i="0" u="none" strike="noStrike" cap="none">
                <a:solidFill>
                  <a:srgbClr val="262626"/>
                </a:solidFill>
                <a:latin typeface="Poppins"/>
                <a:ea typeface="Poppins"/>
                <a:cs typeface="Poppins"/>
                <a:sym typeface="Poppins"/>
              </a:rPr>
              <a:t>; Have children sort objects beginning with the letter sounds into the correct bags.</a:t>
            </a:r>
            <a:endParaRPr sz="1600" b="0" i="0" u="none" strike="noStrike" cap="none">
              <a:solidFill>
                <a:srgbClr val="262626"/>
              </a:solidFill>
              <a:latin typeface="Poppins"/>
              <a:ea typeface="Poppins"/>
              <a:cs typeface="Poppins"/>
              <a:sym typeface="Poppins"/>
            </a:endParaRPr>
          </a:p>
        </p:txBody>
      </p:sp>
      <p:pic>
        <p:nvPicPr>
          <p:cNvPr id="931" name="Google Shape;931;g2c186218c5a_0_118"/>
          <p:cNvPicPr preferRelativeResize="0"/>
          <p:nvPr/>
        </p:nvPicPr>
        <p:blipFill rotWithShape="1">
          <a:blip r:embed="rId4">
            <a:alphaModFix/>
          </a:blip>
          <a:srcRect/>
          <a:stretch/>
        </p:blipFill>
        <p:spPr>
          <a:xfrm rot="730917">
            <a:off x="669554" y="3312100"/>
            <a:ext cx="1567898" cy="1577917"/>
          </a:xfrm>
          <a:prstGeom prst="rect">
            <a:avLst/>
          </a:prstGeom>
          <a:noFill/>
          <a:ln>
            <a:noFill/>
          </a:ln>
        </p:spPr>
      </p:pic>
      <p:pic>
        <p:nvPicPr>
          <p:cNvPr id="932" name="Google Shape;932;g2c186218c5a_0_118"/>
          <p:cNvPicPr preferRelativeResize="0"/>
          <p:nvPr/>
        </p:nvPicPr>
        <p:blipFill rotWithShape="1">
          <a:blip r:embed="rId4">
            <a:alphaModFix/>
          </a:blip>
          <a:srcRect/>
          <a:stretch/>
        </p:blipFill>
        <p:spPr>
          <a:xfrm rot="-713338" flipH="1">
            <a:off x="2508350" y="3025999"/>
            <a:ext cx="1567904" cy="1577924"/>
          </a:xfrm>
          <a:prstGeom prst="rect">
            <a:avLst/>
          </a:prstGeom>
          <a:noFill/>
          <a:ln>
            <a:noFill/>
          </a:ln>
        </p:spPr>
      </p:pic>
      <p:pic>
        <p:nvPicPr>
          <p:cNvPr id="933" name="Google Shape;933;g2c186218c5a_0_118"/>
          <p:cNvPicPr preferRelativeResize="0"/>
          <p:nvPr/>
        </p:nvPicPr>
        <p:blipFill rotWithShape="1">
          <a:blip r:embed="rId5">
            <a:alphaModFix/>
          </a:blip>
          <a:srcRect l="79" r="79"/>
          <a:stretch/>
        </p:blipFill>
        <p:spPr>
          <a:xfrm rot="917645">
            <a:off x="2182103" y="1956424"/>
            <a:ext cx="880698" cy="1246576"/>
          </a:xfrm>
          <a:prstGeom prst="rect">
            <a:avLst/>
          </a:prstGeom>
          <a:noFill/>
          <a:ln>
            <a:noFill/>
          </a:ln>
        </p:spPr>
      </p:pic>
      <p:pic>
        <p:nvPicPr>
          <p:cNvPr id="934" name="Google Shape;934;g2c186218c5a_0_118"/>
          <p:cNvPicPr preferRelativeResize="0"/>
          <p:nvPr/>
        </p:nvPicPr>
        <p:blipFill rotWithShape="1">
          <a:blip r:embed="rId6">
            <a:alphaModFix/>
          </a:blip>
          <a:srcRect/>
          <a:stretch/>
        </p:blipFill>
        <p:spPr>
          <a:xfrm rot="1652504" flipH="1">
            <a:off x="3017031" y="2624851"/>
            <a:ext cx="629575" cy="558300"/>
          </a:xfrm>
          <a:prstGeom prst="rect">
            <a:avLst/>
          </a:prstGeom>
          <a:noFill/>
          <a:ln>
            <a:noFill/>
          </a:ln>
        </p:spPr>
      </p:pic>
      <p:sp>
        <p:nvSpPr>
          <p:cNvPr id="935" name="Google Shape;935;g2c186218c5a_0_118"/>
          <p:cNvSpPr txBox="1"/>
          <p:nvPr/>
        </p:nvSpPr>
        <p:spPr>
          <a:xfrm rot="667673">
            <a:off x="1081586" y="4044989"/>
            <a:ext cx="425908" cy="48338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5000"/>
              <a:buFont typeface="Arial"/>
              <a:buNone/>
            </a:pPr>
            <a:r>
              <a:rPr lang="en-US" sz="5000" b="0" i="0" u="none" strike="noStrike" cap="none">
                <a:solidFill>
                  <a:srgbClr val="FFFFFF"/>
                </a:solidFill>
                <a:latin typeface="Jost"/>
                <a:ea typeface="Jost"/>
                <a:cs typeface="Jost"/>
                <a:sym typeface="Jost"/>
              </a:rPr>
              <a:t>?</a:t>
            </a:r>
            <a:endParaRPr sz="5000" b="0" i="0" u="none" strike="noStrike" cap="none">
              <a:solidFill>
                <a:srgbClr val="FFFFFF"/>
              </a:solidFill>
              <a:latin typeface="Jost"/>
              <a:ea typeface="Jost"/>
              <a:cs typeface="Jost"/>
              <a:sym typeface="Jost"/>
            </a:endParaRPr>
          </a:p>
        </p:txBody>
      </p:sp>
      <p:sp>
        <p:nvSpPr>
          <p:cNvPr id="936" name="Google Shape;936;g2c186218c5a_0_118"/>
          <p:cNvSpPr txBox="1"/>
          <p:nvPr/>
        </p:nvSpPr>
        <p:spPr>
          <a:xfrm rot="-749364">
            <a:off x="3173844" y="3791877"/>
            <a:ext cx="425878" cy="48331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4000"/>
              <a:buFont typeface="Arial"/>
              <a:buNone/>
            </a:pPr>
            <a:r>
              <a:rPr lang="en-US" sz="4000" b="0" i="0" u="none" strike="noStrike" cap="none">
                <a:solidFill>
                  <a:srgbClr val="FFFFFF"/>
                </a:solidFill>
                <a:latin typeface="Poppins"/>
                <a:ea typeface="Poppins"/>
                <a:cs typeface="Poppins"/>
                <a:sym typeface="Poppins"/>
              </a:rPr>
              <a:t>?</a:t>
            </a:r>
            <a:endParaRPr sz="4000" b="0" i="0" u="none" strike="noStrike" cap="none">
              <a:solidFill>
                <a:srgbClr val="FFFFFF"/>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245</Words>
  <Application>Microsoft Office PowerPoint</Application>
  <PresentationFormat>On-screen Show (4:3)</PresentationFormat>
  <Paragraphs>92</Paragraphs>
  <Slides>16</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Jost</vt:lpstr>
      <vt:lpstr>Poppins</vt:lpstr>
      <vt:lpstr>Nunito Black</vt:lpstr>
      <vt:lpstr>Poppins Medium</vt:lpstr>
      <vt:lpstr>Mulish</vt:lpstr>
      <vt:lpstr>Calibri</vt:lpstr>
      <vt:lpstr>Poppins SemiBold</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Hear Phonemes</vt:lpstr>
      <vt:lpstr>Hear Phonemes</vt:lpstr>
      <vt:lpstr>Review Grapheme Caption</vt:lpstr>
      <vt:lpstr>Review Lowercase Formation</vt:lpstr>
      <vt:lpstr>Build a Decodable Word</vt:lpstr>
      <vt:lpstr>Build a Decodable Word</vt:lpstr>
      <vt:lpstr>Practise with Alien Words</vt:lpstr>
      <vt:lpstr>Practise with Alien Words</vt:lpstr>
      <vt:lpstr>Practise High Frequency Words</vt:lpstr>
      <vt:lpstr>Practise High Frequency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2</cp:revision>
  <dcterms:created xsi:type="dcterms:W3CDTF">2021-01-13T00:47:47Z</dcterms:created>
  <dcterms:modified xsi:type="dcterms:W3CDTF">2026-04-29T00:26:26Z</dcterms:modified>
</cp:coreProperties>
</file>