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xb35uC8qZl5Zlr0S9j2RWKOBD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30255D5-E245-47DD-BFBA-F1F34A004187}">
  <a:tblStyle styleId="{F30255D5-E245-47DD-BFBA-F1F34A00418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34103ee3be1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34103ee3be1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34103ee3be1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34103ee3be1_0_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34103ee3be1_0_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34103ee3be1_0_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4103ee3be1_0_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34103ee3be1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34103ee3be1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34103ee3be1_0_1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34103ee3be1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34103ee3be1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34103ee3be1_0_1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34103ee3be1_0_1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34103ee3be1_0_1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34103ee3be1_0_1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34103ee3be1_0_1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34103ee3be1_0_1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34103ee3be1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34103ee3be1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34103ee3be1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34103ee3be1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34103ee3be1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34103ee3be1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34103ee3be1_0_9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34103ee3be1_0_9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4103ee3be1_0_9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6" name="Google Shape;103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3" name="Google Shape;109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4" name="Google Shape;109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27396dc95f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4" name="Google Shape;1134;g27396dc95f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5" name="Google Shape;1135;g27396dc95f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69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700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/j/ &amp; /v/</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6266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10.2 -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50</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9.xml"/><Relationship Id="rId5" Type="http://schemas.openxmlformats.org/officeDocument/2006/relationships/image" Target="../media/image9.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13" Type="http://schemas.openxmlformats.org/officeDocument/2006/relationships/image" Target="../media/image74.png"/><Relationship Id="rId18" Type="http://schemas.openxmlformats.org/officeDocument/2006/relationships/image" Target="../media/image79.png"/><Relationship Id="rId26" Type="http://schemas.openxmlformats.org/officeDocument/2006/relationships/image" Target="../media/image87.png"/><Relationship Id="rId39" Type="http://schemas.openxmlformats.org/officeDocument/2006/relationships/image" Target="../media/image100.png"/><Relationship Id="rId21" Type="http://schemas.openxmlformats.org/officeDocument/2006/relationships/image" Target="../media/image82.png"/><Relationship Id="rId34" Type="http://schemas.openxmlformats.org/officeDocument/2006/relationships/image" Target="../media/image95.png"/><Relationship Id="rId42" Type="http://schemas.openxmlformats.org/officeDocument/2006/relationships/image" Target="../media/image103.png"/><Relationship Id="rId7" Type="http://schemas.openxmlformats.org/officeDocument/2006/relationships/image" Target="../media/image68.png"/><Relationship Id="rId2" Type="http://schemas.openxmlformats.org/officeDocument/2006/relationships/notesSlide" Target="../notesSlides/notesSlide5.xml"/><Relationship Id="rId16" Type="http://schemas.openxmlformats.org/officeDocument/2006/relationships/image" Target="../media/image77.png"/><Relationship Id="rId20" Type="http://schemas.openxmlformats.org/officeDocument/2006/relationships/image" Target="../media/image81.png"/><Relationship Id="rId29" Type="http://schemas.openxmlformats.org/officeDocument/2006/relationships/image" Target="../media/image90.png"/><Relationship Id="rId41"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24" Type="http://schemas.openxmlformats.org/officeDocument/2006/relationships/image" Target="../media/image85.png"/><Relationship Id="rId32" Type="http://schemas.openxmlformats.org/officeDocument/2006/relationships/image" Target="../media/image93.png"/><Relationship Id="rId37" Type="http://schemas.openxmlformats.org/officeDocument/2006/relationships/image" Target="../media/image98.png"/><Relationship Id="rId40" Type="http://schemas.openxmlformats.org/officeDocument/2006/relationships/image" Target="../media/image101.png"/><Relationship Id="rId5" Type="http://schemas.openxmlformats.org/officeDocument/2006/relationships/image" Target="../media/image66.png"/><Relationship Id="rId15" Type="http://schemas.openxmlformats.org/officeDocument/2006/relationships/image" Target="../media/image76.png"/><Relationship Id="rId23" Type="http://schemas.openxmlformats.org/officeDocument/2006/relationships/image" Target="../media/image84.png"/><Relationship Id="rId28" Type="http://schemas.openxmlformats.org/officeDocument/2006/relationships/image" Target="../media/image89.png"/><Relationship Id="rId36" Type="http://schemas.openxmlformats.org/officeDocument/2006/relationships/image" Target="../media/image97.png"/><Relationship Id="rId10" Type="http://schemas.openxmlformats.org/officeDocument/2006/relationships/image" Target="../media/image71.png"/><Relationship Id="rId19" Type="http://schemas.openxmlformats.org/officeDocument/2006/relationships/image" Target="../media/image80.png"/><Relationship Id="rId31" Type="http://schemas.openxmlformats.org/officeDocument/2006/relationships/image" Target="../media/image92.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 Id="rId22" Type="http://schemas.openxmlformats.org/officeDocument/2006/relationships/image" Target="../media/image83.png"/><Relationship Id="rId27" Type="http://schemas.openxmlformats.org/officeDocument/2006/relationships/image" Target="../media/image88.png"/><Relationship Id="rId30" Type="http://schemas.openxmlformats.org/officeDocument/2006/relationships/image" Target="../media/image91.png"/><Relationship Id="rId35" Type="http://schemas.openxmlformats.org/officeDocument/2006/relationships/image" Target="../media/image96.png"/><Relationship Id="rId43" Type="http://schemas.openxmlformats.org/officeDocument/2006/relationships/image" Target="../media/image104.png"/><Relationship Id="rId8" Type="http://schemas.openxmlformats.org/officeDocument/2006/relationships/image" Target="../media/image69.png"/><Relationship Id="rId3" Type="http://schemas.openxmlformats.org/officeDocument/2006/relationships/image" Target="../media/image64.png"/><Relationship Id="rId12" Type="http://schemas.openxmlformats.org/officeDocument/2006/relationships/image" Target="../media/image73.png"/><Relationship Id="rId17" Type="http://schemas.openxmlformats.org/officeDocument/2006/relationships/image" Target="../media/image78.png"/><Relationship Id="rId25" Type="http://schemas.openxmlformats.org/officeDocument/2006/relationships/image" Target="../media/image86.png"/><Relationship Id="rId33" Type="http://schemas.openxmlformats.org/officeDocument/2006/relationships/image" Target="../media/image94.png"/><Relationship Id="rId38" Type="http://schemas.openxmlformats.org/officeDocument/2006/relationships/image" Target="../media/image99.png"/></Relationships>
</file>

<file path=ppt/slides/_rels/slide6.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18" Type="http://schemas.openxmlformats.org/officeDocument/2006/relationships/image" Target="../media/image120.png"/><Relationship Id="rId26" Type="http://schemas.openxmlformats.org/officeDocument/2006/relationships/image" Target="../media/image5.png"/><Relationship Id="rId3" Type="http://schemas.openxmlformats.org/officeDocument/2006/relationships/image" Target="../media/image105.png"/><Relationship Id="rId21" Type="http://schemas.openxmlformats.org/officeDocument/2006/relationships/image" Target="../media/image123.png"/><Relationship Id="rId7" Type="http://schemas.openxmlformats.org/officeDocument/2006/relationships/image" Target="../media/image109.png"/><Relationship Id="rId12" Type="http://schemas.openxmlformats.org/officeDocument/2006/relationships/image" Target="../media/image114.png"/><Relationship Id="rId17" Type="http://schemas.openxmlformats.org/officeDocument/2006/relationships/image" Target="../media/image119.png"/><Relationship Id="rId25" Type="http://schemas.openxmlformats.org/officeDocument/2006/relationships/image" Target="../media/image6.png"/><Relationship Id="rId2" Type="http://schemas.openxmlformats.org/officeDocument/2006/relationships/notesSlide" Target="../notesSlides/notesSlide6.xml"/><Relationship Id="rId16" Type="http://schemas.openxmlformats.org/officeDocument/2006/relationships/image" Target="../media/image118.png"/><Relationship Id="rId20" Type="http://schemas.openxmlformats.org/officeDocument/2006/relationships/image" Target="../media/image122.png"/><Relationship Id="rId1" Type="http://schemas.openxmlformats.org/officeDocument/2006/relationships/slideLayout" Target="../slideLayouts/slideLayout3.xml"/><Relationship Id="rId6" Type="http://schemas.openxmlformats.org/officeDocument/2006/relationships/image" Target="../media/image108.png"/><Relationship Id="rId11" Type="http://schemas.openxmlformats.org/officeDocument/2006/relationships/image" Target="../media/image113.png"/><Relationship Id="rId24" Type="http://schemas.openxmlformats.org/officeDocument/2006/relationships/image" Target="../media/image7.png"/><Relationship Id="rId5" Type="http://schemas.openxmlformats.org/officeDocument/2006/relationships/image" Target="../media/image107.png"/><Relationship Id="rId15" Type="http://schemas.openxmlformats.org/officeDocument/2006/relationships/image" Target="../media/image117.png"/><Relationship Id="rId23" Type="http://schemas.openxmlformats.org/officeDocument/2006/relationships/image" Target="../media/image125.png"/><Relationship Id="rId10" Type="http://schemas.openxmlformats.org/officeDocument/2006/relationships/image" Target="../media/image112.png"/><Relationship Id="rId19" Type="http://schemas.openxmlformats.org/officeDocument/2006/relationships/image" Target="../media/image121.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 Id="rId22" Type="http://schemas.openxmlformats.org/officeDocument/2006/relationships/image" Target="../media/image124.png"/></Relationships>
</file>

<file path=ppt/slides/_rels/slide7.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3" Type="http://schemas.openxmlformats.org/officeDocument/2006/relationships/image" Target="../media/image126.png"/><Relationship Id="rId7" Type="http://schemas.openxmlformats.org/officeDocument/2006/relationships/image" Target="../media/image130.png"/><Relationship Id="rId12" Type="http://schemas.openxmlformats.org/officeDocument/2006/relationships/image" Target="../media/image135.png"/><Relationship Id="rId2" Type="http://schemas.openxmlformats.org/officeDocument/2006/relationships/notesSlide" Target="../notesSlides/notesSlide7.xml"/><Relationship Id="rId16" Type="http://schemas.openxmlformats.org/officeDocument/2006/relationships/image" Target="../media/image138.png"/><Relationship Id="rId1" Type="http://schemas.openxmlformats.org/officeDocument/2006/relationships/slideLayout" Target="../slideLayouts/slideLayout3.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5" Type="http://schemas.openxmlformats.org/officeDocument/2006/relationships/image" Target="../media/image9.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s>
</file>

<file path=ppt/slides/_rels/slide8.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4.png"/><Relationship Id="rId26" Type="http://schemas.openxmlformats.org/officeDocument/2006/relationships/image" Target="../media/image162.png"/><Relationship Id="rId3" Type="http://schemas.openxmlformats.org/officeDocument/2006/relationships/image" Target="../media/image139.png"/><Relationship Id="rId21" Type="http://schemas.openxmlformats.org/officeDocument/2006/relationships/image" Target="../media/image157.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3.png"/><Relationship Id="rId25" Type="http://schemas.openxmlformats.org/officeDocument/2006/relationships/image" Target="../media/image161.png"/><Relationship Id="rId2" Type="http://schemas.openxmlformats.org/officeDocument/2006/relationships/notesSlide" Target="../notesSlides/notesSlide8.xml"/><Relationship Id="rId16" Type="http://schemas.openxmlformats.org/officeDocument/2006/relationships/image" Target="../media/image152.png"/><Relationship Id="rId20" Type="http://schemas.openxmlformats.org/officeDocument/2006/relationships/image" Target="../media/image156.png"/><Relationship Id="rId29" Type="http://schemas.openxmlformats.org/officeDocument/2006/relationships/image" Target="../media/image165.png"/><Relationship Id="rId1" Type="http://schemas.openxmlformats.org/officeDocument/2006/relationships/slideLayout" Target="../slideLayouts/slideLayout3.xml"/><Relationship Id="rId6" Type="http://schemas.openxmlformats.org/officeDocument/2006/relationships/image" Target="../media/image142.png"/><Relationship Id="rId11" Type="http://schemas.openxmlformats.org/officeDocument/2006/relationships/image" Target="../media/image147.png"/><Relationship Id="rId24" Type="http://schemas.openxmlformats.org/officeDocument/2006/relationships/image" Target="../media/image160.png"/><Relationship Id="rId5" Type="http://schemas.openxmlformats.org/officeDocument/2006/relationships/image" Target="../media/image141.png"/><Relationship Id="rId15" Type="http://schemas.openxmlformats.org/officeDocument/2006/relationships/image" Target="../media/image151.png"/><Relationship Id="rId23" Type="http://schemas.openxmlformats.org/officeDocument/2006/relationships/image" Target="../media/image159.png"/><Relationship Id="rId28" Type="http://schemas.openxmlformats.org/officeDocument/2006/relationships/image" Target="../media/image164.png"/><Relationship Id="rId10" Type="http://schemas.openxmlformats.org/officeDocument/2006/relationships/image" Target="../media/image146.png"/><Relationship Id="rId19" Type="http://schemas.openxmlformats.org/officeDocument/2006/relationships/image" Target="../media/image155.png"/><Relationship Id="rId4" Type="http://schemas.openxmlformats.org/officeDocument/2006/relationships/image" Target="../media/image140.png"/><Relationship Id="rId9" Type="http://schemas.openxmlformats.org/officeDocument/2006/relationships/image" Target="../media/image145.png"/><Relationship Id="rId14" Type="http://schemas.openxmlformats.org/officeDocument/2006/relationships/image" Target="../media/image150.png"/><Relationship Id="rId22" Type="http://schemas.openxmlformats.org/officeDocument/2006/relationships/image" Target="../media/image158.png"/><Relationship Id="rId27" Type="http://schemas.openxmlformats.org/officeDocument/2006/relationships/image" Target="../media/image163.png"/><Relationship Id="rId30" Type="http://schemas.openxmlformats.org/officeDocument/2006/relationships/image" Target="../media/image166.png"/></Relationships>
</file>

<file path=ppt/slides/_rels/slide9.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3" Type="http://schemas.openxmlformats.org/officeDocument/2006/relationships/image" Target="../media/image167.png"/><Relationship Id="rId7" Type="http://schemas.openxmlformats.org/officeDocument/2006/relationships/image" Target="../media/image171.png"/><Relationship Id="rId12" Type="http://schemas.openxmlformats.org/officeDocument/2006/relationships/image" Target="../media/image17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0.png"/><Relationship Id="rId11" Type="http://schemas.openxmlformats.org/officeDocument/2006/relationships/image" Target="../media/image175.png"/><Relationship Id="rId5" Type="http://schemas.openxmlformats.org/officeDocument/2006/relationships/image" Target="../media/image169.png"/><Relationship Id="rId15" Type="http://schemas.openxmlformats.org/officeDocument/2006/relationships/image" Target="../media/image179.png"/><Relationship Id="rId10" Type="http://schemas.openxmlformats.org/officeDocument/2006/relationships/image" Target="../media/image174.png"/><Relationship Id="rId4" Type="http://schemas.openxmlformats.org/officeDocument/2006/relationships/image" Target="../media/image168.png"/><Relationship Id="rId9" Type="http://schemas.openxmlformats.org/officeDocument/2006/relationships/image" Target="../media/image173.png"/><Relationship Id="rId14" Type="http://schemas.openxmlformats.org/officeDocument/2006/relationships/image" Target="../media/image178.png"/></Relationships>
</file>

<file path=ppt/slides/_rels/slide10.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90.png"/><Relationship Id="rId3" Type="http://schemas.openxmlformats.org/officeDocument/2006/relationships/image" Target="../media/image180.png"/><Relationship Id="rId7" Type="http://schemas.openxmlformats.org/officeDocument/2006/relationships/image" Target="../media/image184.png"/><Relationship Id="rId12" Type="http://schemas.openxmlformats.org/officeDocument/2006/relationships/image" Target="../media/image189.png"/><Relationship Id="rId2" Type="http://schemas.openxmlformats.org/officeDocument/2006/relationships/notesSlide" Target="../notesSlides/notesSlide10.xml"/><Relationship Id="rId16" Type="http://schemas.openxmlformats.org/officeDocument/2006/relationships/image" Target="../media/image193.png"/><Relationship Id="rId1" Type="http://schemas.openxmlformats.org/officeDocument/2006/relationships/slideLayout" Target="../slideLayouts/slideLayout3.xml"/><Relationship Id="rId6" Type="http://schemas.openxmlformats.org/officeDocument/2006/relationships/image" Target="../media/image183.png"/><Relationship Id="rId11" Type="http://schemas.openxmlformats.org/officeDocument/2006/relationships/image" Target="../media/image188.png"/><Relationship Id="rId5" Type="http://schemas.openxmlformats.org/officeDocument/2006/relationships/image" Target="../media/image182.png"/><Relationship Id="rId15" Type="http://schemas.openxmlformats.org/officeDocument/2006/relationships/image" Target="../media/image192.png"/><Relationship Id="rId10" Type="http://schemas.openxmlformats.org/officeDocument/2006/relationships/image" Target="../media/image187.png"/><Relationship Id="rId4" Type="http://schemas.openxmlformats.org/officeDocument/2006/relationships/image" Target="../media/image181.png"/><Relationship Id="rId9" Type="http://schemas.openxmlformats.org/officeDocument/2006/relationships/image" Target="../media/image186.png"/><Relationship Id="rId14" Type="http://schemas.openxmlformats.org/officeDocument/2006/relationships/image" Target="../media/image191.png"/></Relationships>
</file>

<file path=ppt/slides/_rels/slide11.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204.png"/><Relationship Id="rId18" Type="http://schemas.openxmlformats.org/officeDocument/2006/relationships/image" Target="../media/image209.png"/><Relationship Id="rId3" Type="http://schemas.openxmlformats.org/officeDocument/2006/relationships/image" Target="../media/image194.png"/><Relationship Id="rId21" Type="http://schemas.openxmlformats.org/officeDocument/2006/relationships/image" Target="../media/image212.png"/><Relationship Id="rId7" Type="http://schemas.openxmlformats.org/officeDocument/2006/relationships/image" Target="../media/image198.png"/><Relationship Id="rId12" Type="http://schemas.openxmlformats.org/officeDocument/2006/relationships/image" Target="../media/image203.png"/><Relationship Id="rId17" Type="http://schemas.openxmlformats.org/officeDocument/2006/relationships/image" Target="../media/image208.png"/><Relationship Id="rId2" Type="http://schemas.openxmlformats.org/officeDocument/2006/relationships/notesSlide" Target="../notesSlides/notesSlide11.xml"/><Relationship Id="rId16" Type="http://schemas.openxmlformats.org/officeDocument/2006/relationships/image" Target="../media/image207.png"/><Relationship Id="rId20" Type="http://schemas.openxmlformats.org/officeDocument/2006/relationships/image" Target="../media/image211.png"/><Relationship Id="rId1" Type="http://schemas.openxmlformats.org/officeDocument/2006/relationships/slideLayout" Target="../slideLayouts/slideLayout3.xml"/><Relationship Id="rId6" Type="http://schemas.openxmlformats.org/officeDocument/2006/relationships/image" Target="../media/image197.png"/><Relationship Id="rId11" Type="http://schemas.openxmlformats.org/officeDocument/2006/relationships/image" Target="../media/image202.png"/><Relationship Id="rId5" Type="http://schemas.openxmlformats.org/officeDocument/2006/relationships/image" Target="../media/image196.png"/><Relationship Id="rId15" Type="http://schemas.openxmlformats.org/officeDocument/2006/relationships/image" Target="../media/image206.png"/><Relationship Id="rId23" Type="http://schemas.openxmlformats.org/officeDocument/2006/relationships/image" Target="../media/image214.png"/><Relationship Id="rId10" Type="http://schemas.openxmlformats.org/officeDocument/2006/relationships/image" Target="../media/image201.png"/><Relationship Id="rId19" Type="http://schemas.openxmlformats.org/officeDocument/2006/relationships/image" Target="../media/image210.png"/><Relationship Id="rId4" Type="http://schemas.openxmlformats.org/officeDocument/2006/relationships/image" Target="../media/image195.png"/><Relationship Id="rId9" Type="http://schemas.openxmlformats.org/officeDocument/2006/relationships/image" Target="../media/image200.png"/><Relationship Id="rId14" Type="http://schemas.openxmlformats.org/officeDocument/2006/relationships/image" Target="../media/image205.png"/><Relationship Id="rId22" Type="http://schemas.openxmlformats.org/officeDocument/2006/relationships/image" Target="../media/image213.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7.png"/></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15.png"/><Relationship Id="rId7" Type="http://schemas.openxmlformats.org/officeDocument/2006/relationships/image" Target="../media/image219.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18.png"/><Relationship Id="rId5" Type="http://schemas.openxmlformats.org/officeDocument/2006/relationships/image" Target="../media/image217.png"/><Relationship Id="rId4" Type="http://schemas.openxmlformats.org/officeDocument/2006/relationships/image" Target="../media/image216.png"/></Relationships>
</file>

<file path=ppt/slides/_rels/slide1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22.png"/><Relationship Id="rId4" Type="http://schemas.openxmlformats.org/officeDocument/2006/relationships/image" Target="../media/image221.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24.png"/><Relationship Id="rId4" Type="http://schemas.openxmlformats.org/officeDocument/2006/relationships/image" Target="../media/image223.png"/></Relationships>
</file>

<file path=ppt/slides/_rels/slide18.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27.png"/><Relationship Id="rId4" Type="http://schemas.openxmlformats.org/officeDocument/2006/relationships/image" Target="../media/image2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29.png"/><Relationship Id="rId4" Type="http://schemas.openxmlformats.org/officeDocument/2006/relationships/image" Target="../media/image22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77.png"/></Relationships>
</file>

<file path=ppt/slides/_rels/slide21.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31.png"/></Relationships>
</file>

<file path=ppt/slides/_rels/slide22.xml.rels><?xml version="1.0" encoding="UTF-8" standalone="yes"?>
<Relationships xmlns="http://schemas.openxmlformats.org/package/2006/relationships"><Relationship Id="rId8" Type="http://schemas.openxmlformats.org/officeDocument/2006/relationships/image" Target="../media/image213.png"/><Relationship Id="rId13" Type="http://schemas.openxmlformats.org/officeDocument/2006/relationships/image" Target="../media/image197.png"/><Relationship Id="rId18" Type="http://schemas.openxmlformats.org/officeDocument/2006/relationships/image" Target="../media/image209.png"/><Relationship Id="rId3" Type="http://schemas.openxmlformats.org/officeDocument/2006/relationships/image" Target="../media/image208.png"/><Relationship Id="rId21" Type="http://schemas.openxmlformats.org/officeDocument/2006/relationships/image" Target="../media/image194.png"/><Relationship Id="rId7" Type="http://schemas.openxmlformats.org/officeDocument/2006/relationships/image" Target="../media/image206.png"/><Relationship Id="rId12" Type="http://schemas.openxmlformats.org/officeDocument/2006/relationships/image" Target="../media/image211.png"/><Relationship Id="rId17" Type="http://schemas.openxmlformats.org/officeDocument/2006/relationships/image" Target="../media/image202.png"/><Relationship Id="rId2" Type="http://schemas.openxmlformats.org/officeDocument/2006/relationships/notesSlide" Target="../notesSlides/notesSlide22.xml"/><Relationship Id="rId16" Type="http://schemas.openxmlformats.org/officeDocument/2006/relationships/image" Target="../media/image200.png"/><Relationship Id="rId20" Type="http://schemas.openxmlformats.org/officeDocument/2006/relationships/image" Target="../media/image196.png"/><Relationship Id="rId1" Type="http://schemas.openxmlformats.org/officeDocument/2006/relationships/slideLayout" Target="../slideLayouts/slideLayout4.xml"/><Relationship Id="rId6" Type="http://schemas.openxmlformats.org/officeDocument/2006/relationships/image" Target="../media/image201.png"/><Relationship Id="rId11" Type="http://schemas.openxmlformats.org/officeDocument/2006/relationships/image" Target="../media/image204.png"/><Relationship Id="rId5" Type="http://schemas.openxmlformats.org/officeDocument/2006/relationships/image" Target="../media/image207.png"/><Relationship Id="rId15" Type="http://schemas.openxmlformats.org/officeDocument/2006/relationships/image" Target="../media/image210.png"/><Relationship Id="rId23" Type="http://schemas.openxmlformats.org/officeDocument/2006/relationships/image" Target="../media/image214.png"/><Relationship Id="rId10" Type="http://schemas.openxmlformats.org/officeDocument/2006/relationships/image" Target="../media/image212.png"/><Relationship Id="rId19" Type="http://schemas.openxmlformats.org/officeDocument/2006/relationships/image" Target="../media/image199.png"/><Relationship Id="rId4" Type="http://schemas.openxmlformats.org/officeDocument/2006/relationships/image" Target="../media/image198.png"/><Relationship Id="rId9" Type="http://schemas.openxmlformats.org/officeDocument/2006/relationships/image" Target="../media/image205.png"/><Relationship Id="rId14" Type="http://schemas.openxmlformats.org/officeDocument/2006/relationships/image" Target="../media/image203.png"/><Relationship Id="rId22" Type="http://schemas.openxmlformats.org/officeDocument/2006/relationships/image" Target="../media/image195.png"/></Relationships>
</file>

<file path=ppt/slides/_rels/slide23.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235.png"/><Relationship Id="rId5" Type="http://schemas.openxmlformats.org/officeDocument/2006/relationships/image" Target="../media/image234.png"/><Relationship Id="rId4" Type="http://schemas.openxmlformats.org/officeDocument/2006/relationships/image" Target="../media/image2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Sound Family /j/ and /v/</a:t>
            </a:r>
            <a:endParaRPr sz="3000"/>
          </a:p>
        </p:txBody>
      </p:sp>
      <p:sp>
        <p:nvSpPr>
          <p:cNvPr id="679" name="Google Shape;679;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50</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1" name="Google Shape;681;p1"/>
          <p:cNvGrpSpPr/>
          <p:nvPr/>
        </p:nvGrpSpPr>
        <p:grpSpPr>
          <a:xfrm>
            <a:off x="4970009" y="3831826"/>
            <a:ext cx="3588499" cy="1946584"/>
            <a:chOff x="4970009" y="3831826"/>
            <a:chExt cx="3588499" cy="1946584"/>
          </a:xfrm>
        </p:grpSpPr>
        <p:sp>
          <p:nvSpPr>
            <p:cNvPr id="682" name="Google Shape;682;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5" name="Google Shape;685;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6" name="Google Shape;686;p1"/>
            <p:cNvSpPr/>
            <p:nvPr/>
          </p:nvSpPr>
          <p:spPr>
            <a:xfrm>
              <a:off x="6347592"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7" name="Google Shape;687;p1"/>
            <p:cNvSpPr/>
            <p:nvPr/>
          </p:nvSpPr>
          <p:spPr>
            <a:xfrm>
              <a:off x="6668626"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8" name="Google Shape;688;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9" name="Google Shape;689;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90" name="Google Shape;690;p1" title="JL686-125F.png"/>
            <p:cNvPicPr preferRelativeResize="0"/>
            <p:nvPr/>
          </p:nvPicPr>
          <p:blipFill rotWithShape="1">
            <a:blip r:embed="rId3">
              <a:alphaModFix/>
            </a:blip>
            <a:srcRect l="79" r="69"/>
            <a:stretch/>
          </p:blipFill>
          <p:spPr>
            <a:xfrm rot="540305">
              <a:off x="7224100" y="3984578"/>
              <a:ext cx="1208040" cy="1709827"/>
            </a:xfrm>
            <a:prstGeom prst="rect">
              <a:avLst/>
            </a:prstGeom>
            <a:noFill/>
            <a:ln>
              <a:noFill/>
            </a:ln>
            <a:effectLst>
              <a:outerShdw blurRad="71438" dist="38100" dir="5220000" algn="bl" rotWithShape="0">
                <a:srgbClr val="000000">
                  <a:alpha val="20000"/>
                </a:srgbClr>
              </a:outerShdw>
            </a:effectLst>
          </p:spPr>
        </p:pic>
        <p:pic>
          <p:nvPicPr>
            <p:cNvPr id="691" name="Google Shape;691;p1" title="JL686-124F.png"/>
            <p:cNvPicPr preferRelativeResize="0"/>
            <p:nvPr/>
          </p:nvPicPr>
          <p:blipFill rotWithShape="1">
            <a:blip r:embed="rId4">
              <a:alphaModFix/>
            </a:blip>
            <a:srcRect l="79" r="7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92" name="Google Shape;692;p1" title="JL686-123F.png"/>
            <p:cNvPicPr preferRelativeResize="0"/>
            <p:nvPr/>
          </p:nvPicPr>
          <p:blipFill rotWithShape="1">
            <a:blip r:embed="rId5">
              <a:alphaModFix/>
            </a:blip>
            <a:srcRect l="19" r="1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grpSp>
      <p:graphicFrame>
        <p:nvGraphicFramePr>
          <p:cNvPr id="693" name="Google Shape;693;p1"/>
          <p:cNvGraphicFramePr/>
          <p:nvPr/>
        </p:nvGraphicFramePr>
        <p:xfrm>
          <a:off x="4844200" y="1646527"/>
          <a:ext cx="3784875" cy="2032200"/>
        </p:xfrm>
        <a:graphic>
          <a:graphicData uri="http://schemas.openxmlformats.org/drawingml/2006/table">
            <a:tbl>
              <a:tblPr firstRow="1" bandRow="1">
                <a:noFill/>
                <a:tableStyleId>{F30255D5-E245-47DD-BFBA-F1F34A004187}</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/j/</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/v/</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a:t>
            </a:r>
            <a:r>
              <a:rPr lang="en-US">
                <a:solidFill>
                  <a:srgbClr val="8DC63F"/>
                </a:solidFill>
              </a:rPr>
              <a:t> /j/ </a:t>
            </a:r>
            <a:r>
              <a:rPr lang="en-US"/>
              <a:t>sound family spelling patterns, including homophones and Common Exception Words.</a:t>
            </a:r>
            <a:endParaRPr/>
          </a:p>
        </p:txBody>
      </p:sp>
      <p:sp>
        <p:nvSpPr>
          <p:cNvPr id="700" name="Google Shape;700;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01" name="Google Shape;701;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title="JL686-123F.png"/>
          <p:cNvPicPr preferRelativeResize="0"/>
          <p:nvPr/>
        </p:nvPicPr>
        <p:blipFill rotWithShape="1">
          <a:blip r:embed="rId3">
            <a:alphaModFix/>
          </a:blip>
          <a:srcRect l="19" r="19"/>
          <a:stretch/>
        </p:blipFill>
        <p:spPr>
          <a:xfrm>
            <a:off x="2319758" y="4101860"/>
            <a:ext cx="786850" cy="1113688"/>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title="JL689-139F.png"/>
          <p:cNvPicPr preferRelativeResize="0"/>
          <p:nvPr/>
        </p:nvPicPr>
        <p:blipFill rotWithShape="1">
          <a:blip r:embed="rId4">
            <a:alphaModFix/>
          </a:blip>
          <a:srcRect l="69" r="69"/>
          <a:stretch/>
        </p:blipFill>
        <p:spPr>
          <a:xfrm>
            <a:off x="3463036" y="4169988"/>
            <a:ext cx="813600" cy="977433"/>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5545426" y="5256525"/>
            <a:ext cx="1399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lang="en-US" sz="900" b="0" i="0" u="none" strike="noStrike" cap="none">
                <a:solidFill>
                  <a:srgbClr val="757070"/>
                </a:solidFill>
                <a:latin typeface="Poppins Medium"/>
                <a:ea typeface="Poppins Medium"/>
                <a:cs typeface="Poppins Medium"/>
                <a:sym typeface="Poppins Medium"/>
              </a:rPr>
              <a:t>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title="JL687-12F.png"/>
          <p:cNvPicPr preferRelativeResize="0"/>
          <p:nvPr/>
        </p:nvPicPr>
        <p:blipFill rotWithShape="1">
          <a:blip r:embed="rId5">
            <a:alphaModFix/>
          </a:blip>
          <a:srcRect t="89" b="79"/>
          <a:stretch/>
        </p:blipFill>
        <p:spPr>
          <a:xfrm>
            <a:off x="5778959" y="4326104"/>
            <a:ext cx="931974" cy="665199"/>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title="JL692-138F.png"/>
          <p:cNvPicPr preferRelativeResize="0"/>
          <p:nvPr/>
        </p:nvPicPr>
        <p:blipFill rotWithShape="1">
          <a:blip r:embed="rId6">
            <a:alphaModFix/>
          </a:blip>
          <a:srcRect t="89" b="99"/>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title="JL693-37F.png"/>
          <p:cNvPicPr preferRelativeResize="0"/>
          <p:nvPr/>
        </p:nvPicPr>
        <p:blipFill rotWithShape="1">
          <a:blip r:embed="rId7">
            <a:alphaModFix/>
          </a:blip>
          <a:srcRect/>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716" name="Google Shape;716;g2bee4f4af4b_0_204">
            <a:hlinkClick r:id="rId8" action="ppaction://hlinksldjump"/>
          </p:cNvPr>
          <p:cNvSpPr/>
          <p:nvPr/>
        </p:nvSpPr>
        <p:spPr>
          <a:xfrm>
            <a:off x="953661"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9" action="ppaction://hlinksldjump"/>
          </p:cNvPr>
          <p:cNvSpPr/>
          <p:nvPr/>
        </p:nvSpPr>
        <p:spPr>
          <a:xfrm>
            <a:off x="2268309" y="378794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0" action="ppaction://hlinksldjump"/>
          </p:cNvPr>
          <p:cNvSpPr/>
          <p:nvPr/>
        </p:nvSpPr>
        <p:spPr>
          <a:xfrm>
            <a:off x="3343800" y="384840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1" action="ppaction://hlinksldjump"/>
          </p:cNvPr>
          <p:cNvSpPr/>
          <p:nvPr/>
        </p:nvSpPr>
        <p:spPr>
          <a:xfrm>
            <a:off x="4589178" y="375241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2" action="ppaction://hlinksldjump"/>
          </p:cNvPr>
          <p:cNvSpPr/>
          <p:nvPr/>
        </p:nvSpPr>
        <p:spPr>
          <a:xfrm>
            <a:off x="5630846" y="380276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34103ee3be1_0_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7" name="Google Shape;727;g34103ee3be1_0_4"/>
          <p:cNvGrpSpPr/>
          <p:nvPr/>
        </p:nvGrpSpPr>
        <p:grpSpPr>
          <a:xfrm>
            <a:off x="930400" y="2053244"/>
            <a:ext cx="7283200" cy="3724851"/>
            <a:chOff x="930400" y="2129444"/>
            <a:chExt cx="7283200" cy="3724851"/>
          </a:xfrm>
        </p:grpSpPr>
        <p:pic>
          <p:nvPicPr>
            <p:cNvPr id="728" name="Google Shape;728;g34103ee3be1_0_4"/>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3ee3be1_0_4"/>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3ee3be1_0_4"/>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3ee3be1_0_4"/>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3ee3be1_0_4"/>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3ee3be1_0_4"/>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3ee3be1_0_4"/>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3ee3be1_0_4"/>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3ee3be1_0_4"/>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3ee3be1_0_4"/>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3ee3be1_0_4"/>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3ee3be1_0_4"/>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4103ee3be1_0_4"/>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4103ee3be1_0_4"/>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4103ee3be1_0_4"/>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4103ee3be1_0_4"/>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4103ee3be1_0_4"/>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34103ee3be1_0_4"/>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34103ee3be1_0_4"/>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34103ee3be1_0_4"/>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34103ee3be1_0_4"/>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34103ee3be1_0_4"/>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34103ee3be1_0_4"/>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34103ee3be1_0_3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7" name="Google Shape;757;g34103ee3be1_0_33"/>
          <p:cNvGrpSpPr/>
          <p:nvPr/>
        </p:nvGrpSpPr>
        <p:grpSpPr>
          <a:xfrm>
            <a:off x="930400" y="2053250"/>
            <a:ext cx="7283201" cy="2971674"/>
            <a:chOff x="930400" y="2129450"/>
            <a:chExt cx="7283201" cy="2971674"/>
          </a:xfrm>
        </p:grpSpPr>
        <p:pic>
          <p:nvPicPr>
            <p:cNvPr id="758" name="Google Shape;758;g34103ee3be1_0_33"/>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34103ee3be1_0_33"/>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34103ee3be1_0_33"/>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3ee3be1_0_33"/>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34103ee3be1_0_33"/>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3" name="Google Shape;763;g34103ee3be1_0_33"/>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4103ee3be1_0_33"/>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34103ee3be1_0_33"/>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6" name="Google Shape;766;g34103ee3be1_0_33"/>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34103ee3be1_0_33"/>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8" name="Google Shape;768;g34103ee3be1_0_33"/>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34103ee3be1_0_33"/>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0" name="Google Shape;770;g34103ee3be1_0_33"/>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1" name="Google Shape;771;g34103ee3be1_0_33"/>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2" name="Google Shape;772;g34103ee3be1_0_33"/>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3" name="Google Shape;773;g34103ee3be1_0_33"/>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4" name="Google Shape;774;g34103ee3be1_0_33"/>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34103ee3be1_0_33"/>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34103ee3be1_0_33"/>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4103ee3be1_0_33"/>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34103ee3be1_0_33"/>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34103ee3be1_0_33"/>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34103ee3be1_0_33"/>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34103ee3be1_0_33"/>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34103ee3be1_0_33"/>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34103ee3be1_0_33"/>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34103ee3be1_0_33"/>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34103ee3be1_0_33"/>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34103ee3be1_0_33"/>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34103ee3be1_0_6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3" name="Google Shape;793;g34103ee3be1_0_68"/>
          <p:cNvGrpSpPr/>
          <p:nvPr/>
        </p:nvGrpSpPr>
        <p:grpSpPr>
          <a:xfrm>
            <a:off x="930400" y="2053250"/>
            <a:ext cx="7283201" cy="2971674"/>
            <a:chOff x="930400" y="2053250"/>
            <a:chExt cx="7283201" cy="2971674"/>
          </a:xfrm>
        </p:grpSpPr>
        <p:pic>
          <p:nvPicPr>
            <p:cNvPr id="794" name="Google Shape;794;g34103ee3be1_0_68"/>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5" name="Google Shape;795;g34103ee3be1_0_68"/>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34103ee3be1_0_68"/>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34103ee3be1_0_68"/>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34103ee3be1_0_68"/>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9" name="Google Shape;799;g34103ee3be1_0_68"/>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34103ee3be1_0_68"/>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34103ee3be1_0_68"/>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802" name="Google Shape;802;g34103ee3be1_0_68"/>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3" name="Google Shape;803;g34103ee3be1_0_68"/>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34103ee3be1_0_68"/>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5" name="Google Shape;805;g34103ee3be1_0_68"/>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4103ee3be1_0_68"/>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7" name="Google Shape;807;g34103ee3be1_0_68"/>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34103ee3be1_0_68"/>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34103ee3be1_0_68"/>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0" name="Google Shape;810;g34103ee3be1_0_68"/>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11" name="Google Shape;811;g34103ee3be1_0_68"/>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2" name="Google Shape;812;g34103ee3be1_0_68"/>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3" name="Google Shape;813;g34103ee3be1_0_68"/>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4" name="Google Shape;814;g34103ee3be1_0_68"/>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5" name="Google Shape;815;g34103ee3be1_0_68"/>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6" name="Google Shape;816;g34103ee3be1_0_68"/>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7" name="Google Shape;817;g34103ee3be1_0_68"/>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8" name="Google Shape;818;g34103ee3be1_0_68"/>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9" name="Google Shape;819;g34103ee3be1_0_68"/>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20" name="Google Shape;820;g34103ee3be1_0_68"/>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34103ee3be1_0_68"/>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22" name="Google Shape;822;g34103ee3be1_0_68"/>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3" name="Google Shape;823;g34103ee3be1_0_68"/>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4" name="Google Shape;824;g34103ee3be1_0_68"/>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5" name="Google Shape;825;g34103ee3be1_0_68"/>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6" name="Google Shape;826;g34103ee3be1_0_68"/>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34103ee3be1_0_68"/>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8" name="Google Shape;828;g34103ee3be1_0_68"/>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9" name="Google Shape;829;g34103ee3be1_0_68"/>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34103ee3be1_0_68"/>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1" name="Google Shape;831;g34103ee3be1_0_68"/>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32" name="Google Shape;832;g34103ee3be1_0_68"/>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3" name="Google Shape;833;g34103ee3be1_0_68"/>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34103ee3be1_0_68"/>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34103ee3be1_0_11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41" name="Google Shape;841;g34103ee3be1_0_115"/>
          <p:cNvGrpSpPr/>
          <p:nvPr/>
        </p:nvGrpSpPr>
        <p:grpSpPr>
          <a:xfrm>
            <a:off x="930400" y="2053250"/>
            <a:ext cx="7218395" cy="2674799"/>
            <a:chOff x="930400" y="2053250"/>
            <a:chExt cx="7218395" cy="2674799"/>
          </a:xfrm>
        </p:grpSpPr>
        <p:pic>
          <p:nvPicPr>
            <p:cNvPr id="842" name="Google Shape;842;g34103ee3be1_0_115"/>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43" name="Google Shape;843;g34103ee3be1_0_115"/>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4103ee3be1_0_115"/>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45" name="Google Shape;845;g34103ee3be1_0_115"/>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46" name="Google Shape;846;g34103ee3be1_0_115"/>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47" name="Google Shape;847;g34103ee3be1_0_115"/>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48" name="Google Shape;848;g34103ee3be1_0_115"/>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49" name="Google Shape;849;g34103ee3be1_0_115"/>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50" name="Google Shape;850;g34103ee3be1_0_115"/>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51" name="Google Shape;851;g34103ee3be1_0_115"/>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52" name="Google Shape;852;g34103ee3be1_0_115"/>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53" name="Google Shape;853;g34103ee3be1_0_115"/>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54" name="Google Shape;854;g34103ee3be1_0_115"/>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55" name="Google Shape;855;g34103ee3be1_0_115"/>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56" name="Google Shape;856;g34103ee3be1_0_115"/>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57" name="Google Shape;857;g34103ee3be1_0_115"/>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58" name="Google Shape;858;g34103ee3be1_0_115"/>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59" name="Google Shape;859;g34103ee3be1_0_115"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60" name="Google Shape;860;g34103ee3be1_0_115"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61" name="Google Shape;861;g34103ee3be1_0_115"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62" name="Google Shape;862;g34103ee3be1_0_115"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63" name="Google Shape;863;g34103ee3be1_0_115"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64" name="Google Shape;864;g34103ee3be1_0_115"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65" name="Google Shape;865;g34103ee3be1_0_115"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34103ee3be1_0_13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72" name="Google Shape;872;g34103ee3be1_0_131"/>
          <p:cNvGrpSpPr/>
          <p:nvPr/>
        </p:nvGrpSpPr>
        <p:grpSpPr>
          <a:xfrm>
            <a:off x="865957" y="2135925"/>
            <a:ext cx="7282807" cy="2686611"/>
            <a:chOff x="867357" y="2129450"/>
            <a:chExt cx="7282807" cy="2686611"/>
          </a:xfrm>
        </p:grpSpPr>
        <p:pic>
          <p:nvPicPr>
            <p:cNvPr id="873" name="Google Shape;873;g34103ee3be1_0_13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4" name="Google Shape;874;g34103ee3be1_0_131"/>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5" name="Google Shape;875;g34103ee3be1_0_13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34103ee3be1_0_131"/>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7" name="Google Shape;877;g34103ee3be1_0_13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8" name="Google Shape;878;g34103ee3be1_0_131"/>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9" name="Google Shape;879;g34103ee3be1_0_131"/>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0" name="Google Shape;880;g34103ee3be1_0_131"/>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81" name="Google Shape;881;g34103ee3be1_0_131"/>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2" name="Google Shape;882;g34103ee3be1_0_131"/>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3" name="Google Shape;883;g34103ee3be1_0_131"/>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4" name="Google Shape;884;g34103ee3be1_0_131"/>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5" name="Google Shape;885;g34103ee3be1_0_131"/>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6" name="Google Shape;886;g34103ee3be1_0_131"/>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34103ee3be1_0_15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93" name="Google Shape;893;g34103ee3be1_0_151"/>
          <p:cNvGrpSpPr/>
          <p:nvPr/>
        </p:nvGrpSpPr>
        <p:grpSpPr>
          <a:xfrm>
            <a:off x="866900" y="2125438"/>
            <a:ext cx="7281864" cy="2684601"/>
            <a:chOff x="868300" y="2129450"/>
            <a:chExt cx="7281864" cy="2684601"/>
          </a:xfrm>
        </p:grpSpPr>
        <p:pic>
          <p:nvPicPr>
            <p:cNvPr id="894" name="Google Shape;894;g34103ee3be1_0_151"/>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5" name="Google Shape;895;g34103ee3be1_0_151"/>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6" name="Google Shape;896;g34103ee3be1_0_151"/>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7" name="Google Shape;897;g34103ee3be1_0_151"/>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8" name="Google Shape;898;g34103ee3be1_0_151"/>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9" name="Google Shape;899;g34103ee3be1_0_151"/>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0" name="Google Shape;900;g34103ee3be1_0_151"/>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1" name="Google Shape;901;g34103ee3be1_0_151"/>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2" name="Google Shape;902;g34103ee3be1_0_151"/>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3" name="Google Shape;903;g34103ee3be1_0_151"/>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4" name="Google Shape;904;g34103ee3be1_0_151"/>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5" name="Google Shape;905;g34103ee3be1_0_151"/>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6" name="Google Shape;906;g34103ee3be1_0_151"/>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7" name="Google Shape;907;g34103ee3be1_0_151"/>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8" name="Google Shape;908;g34103ee3be1_0_151"/>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9" name="Google Shape;909;g34103ee3be1_0_151"/>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0" name="Google Shape;910;g34103ee3be1_0_151"/>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11" name="Google Shape;911;g34103ee3be1_0_151"/>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12" name="Google Shape;912;g34103ee3be1_0_151"/>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3" name="Google Shape;913;g34103ee3be1_0_151"/>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4" name="Google Shape;914;g34103ee3be1_0_151"/>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5" name="Google Shape;915;g34103ee3be1_0_151"/>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6" name="Google Shape;916;g34103ee3be1_0_151"/>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7" name="Google Shape;917;g34103ee3be1_0_151"/>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8" name="Google Shape;918;g34103ee3be1_0_151"/>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9" name="Google Shape;919;g34103ee3be1_0_151"/>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20" name="Google Shape;920;g34103ee3be1_0_151"/>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21" name="Google Shape;921;g34103ee3be1_0_151"/>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34103ee3be1_0_18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28" name="Google Shape;928;g34103ee3be1_0_185"/>
          <p:cNvGrpSpPr/>
          <p:nvPr/>
        </p:nvGrpSpPr>
        <p:grpSpPr>
          <a:xfrm>
            <a:off x="868300" y="2129450"/>
            <a:ext cx="7281864" cy="2684601"/>
            <a:chOff x="868300" y="2053250"/>
            <a:chExt cx="7281864" cy="2684601"/>
          </a:xfrm>
        </p:grpSpPr>
        <p:pic>
          <p:nvPicPr>
            <p:cNvPr id="929" name="Google Shape;929;g34103ee3be1_0_18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30" name="Google Shape;930;g34103ee3be1_0_18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31" name="Google Shape;931;g34103ee3be1_0_18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32" name="Google Shape;932;g34103ee3be1_0_18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33" name="Google Shape;933;g34103ee3be1_0_18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34" name="Google Shape;934;g34103ee3be1_0_18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35" name="Google Shape;935;g34103ee3be1_0_18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36" name="Google Shape;936;g34103ee3be1_0_18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37" name="Google Shape;937;g34103ee3be1_0_18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38" name="Google Shape;938;g34103ee3be1_0_18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39" name="Google Shape;939;g34103ee3be1_0_18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40" name="Google Shape;940;g34103ee3be1_0_18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41" name="Google Shape;941;g34103ee3be1_0_18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34103ee3be1_0_20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48" name="Google Shape;948;g34103ee3be1_0_204"/>
          <p:cNvGrpSpPr/>
          <p:nvPr/>
        </p:nvGrpSpPr>
        <p:grpSpPr>
          <a:xfrm>
            <a:off x="868300" y="2129450"/>
            <a:ext cx="7281864" cy="2688001"/>
            <a:chOff x="868300" y="2129450"/>
            <a:chExt cx="7281864" cy="2688001"/>
          </a:xfrm>
        </p:grpSpPr>
        <p:pic>
          <p:nvPicPr>
            <p:cNvPr id="949" name="Google Shape;949;g34103ee3be1_0_204"/>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50" name="Google Shape;950;g34103ee3be1_0_204"/>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51" name="Google Shape;951;g34103ee3be1_0_204"/>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52" name="Google Shape;952;g34103ee3be1_0_204"/>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53" name="Google Shape;953;g34103ee3be1_0_204"/>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54" name="Google Shape;954;g34103ee3be1_0_204"/>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55" name="Google Shape;955;g34103ee3be1_0_204"/>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56" name="Google Shape;956;g34103ee3be1_0_204"/>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57" name="Google Shape;957;g34103ee3be1_0_204"/>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58" name="Google Shape;958;g34103ee3be1_0_204"/>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59" name="Google Shape;959;g34103ee3be1_0_204"/>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60" name="Google Shape;960;g34103ee3be1_0_204"/>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61" name="Google Shape;961;g34103ee3be1_0_204"/>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62" name="Google Shape;962;g34103ee3be1_0_204"/>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34103ee3be1_0_943"/>
          <p:cNvSpPr txBox="1">
            <a:spLocks noGrp="1"/>
          </p:cNvSpPr>
          <p:nvPr>
            <p:ph type="title"/>
          </p:nvPr>
        </p:nvSpPr>
        <p:spPr>
          <a:xfrm>
            <a:off x="931800" y="582900"/>
            <a:ext cx="72804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r>
              <a:rPr lang="en-US" sz="1800">
                <a:solidFill>
                  <a:srgbClr val="2356AF"/>
                </a:solidFill>
              </a:rPr>
              <a:t>people wild child mind kind behind eye oh most only both though through who prove shoe beautiful climb Christmas school sugar</a:t>
            </a:r>
            <a:r>
              <a:rPr lang="en-US" sz="1800"/>
              <a:t>.</a:t>
            </a:r>
            <a:endParaRPr sz="1800"/>
          </a:p>
        </p:txBody>
      </p:sp>
      <p:pic>
        <p:nvPicPr>
          <p:cNvPr id="969" name="Google Shape;969;g34103ee3be1_0_943"/>
          <p:cNvPicPr preferRelativeResize="0"/>
          <p:nvPr/>
        </p:nvPicPr>
        <p:blipFill rotWithShape="1">
          <a:blip r:embed="rId3">
            <a:alphaModFix/>
          </a:blip>
          <a:srcRect l="59" r="59"/>
          <a:stretch/>
        </p:blipFill>
        <p:spPr>
          <a:xfrm>
            <a:off x="855561" y="4928725"/>
            <a:ext cx="1146813" cy="819547"/>
          </a:xfrm>
          <a:prstGeom prst="rect">
            <a:avLst/>
          </a:prstGeom>
          <a:noFill/>
          <a:ln>
            <a:noFill/>
          </a:ln>
          <a:effectLst>
            <a:outerShdw blurRad="71438" dist="19050" dir="5400000" algn="bl" rotWithShape="0">
              <a:srgbClr val="000000">
                <a:alpha val="17250"/>
              </a:srgbClr>
            </a:outerShdw>
          </a:effectLst>
        </p:spPr>
      </p:pic>
      <p:pic>
        <p:nvPicPr>
          <p:cNvPr id="970" name="Google Shape;970;g34103ee3be1_0_943"/>
          <p:cNvPicPr preferRelativeResize="0"/>
          <p:nvPr/>
        </p:nvPicPr>
        <p:blipFill rotWithShape="1">
          <a:blip r:embed="rId4">
            <a:alphaModFix/>
          </a:blip>
          <a:srcRect l="159" r="159"/>
          <a:stretch/>
        </p:blipFill>
        <p:spPr>
          <a:xfrm>
            <a:off x="2081787" y="4928725"/>
            <a:ext cx="1147320" cy="822955"/>
          </a:xfrm>
          <a:prstGeom prst="rect">
            <a:avLst/>
          </a:prstGeom>
          <a:noFill/>
          <a:ln>
            <a:noFill/>
          </a:ln>
          <a:effectLst>
            <a:outerShdw blurRad="71438" dist="19050" dir="5400000" algn="bl" rotWithShape="0">
              <a:srgbClr val="000000">
                <a:alpha val="17250"/>
              </a:srgbClr>
            </a:outerShdw>
          </a:effectLst>
        </p:spPr>
      </p:pic>
      <p:pic>
        <p:nvPicPr>
          <p:cNvPr id="971" name="Google Shape;971;g34103ee3be1_0_943"/>
          <p:cNvPicPr preferRelativeResize="0"/>
          <p:nvPr/>
        </p:nvPicPr>
        <p:blipFill rotWithShape="1">
          <a:blip r:embed="rId5">
            <a:alphaModFix/>
          </a:blip>
          <a:srcRect l="159" r="159"/>
          <a:stretch/>
        </p:blipFill>
        <p:spPr>
          <a:xfrm>
            <a:off x="6988718" y="3994500"/>
            <a:ext cx="1147320" cy="821565"/>
          </a:xfrm>
          <a:prstGeom prst="rect">
            <a:avLst/>
          </a:prstGeom>
          <a:noFill/>
          <a:ln>
            <a:noFill/>
          </a:ln>
          <a:effectLst>
            <a:outerShdw blurRad="71438" dist="19050" dir="5400000" algn="bl" rotWithShape="0">
              <a:srgbClr val="000000">
                <a:alpha val="17650"/>
              </a:srgbClr>
            </a:outerShdw>
          </a:effectLst>
        </p:spPr>
      </p:pic>
      <p:pic>
        <p:nvPicPr>
          <p:cNvPr id="972" name="Google Shape;972;g34103ee3be1_0_943"/>
          <p:cNvPicPr preferRelativeResize="0"/>
          <p:nvPr/>
        </p:nvPicPr>
        <p:blipFill rotWithShape="1">
          <a:blip r:embed="rId6">
            <a:alphaModFix/>
          </a:blip>
          <a:srcRect l="159" r="159"/>
          <a:stretch/>
        </p:blipFill>
        <p:spPr>
          <a:xfrm>
            <a:off x="5761985" y="3994500"/>
            <a:ext cx="1147320" cy="821565"/>
          </a:xfrm>
          <a:prstGeom prst="rect">
            <a:avLst/>
          </a:prstGeom>
          <a:noFill/>
          <a:ln>
            <a:noFill/>
          </a:ln>
          <a:effectLst>
            <a:outerShdw blurRad="71438" dist="19050" dir="5400000" algn="bl" rotWithShape="0">
              <a:srgbClr val="000000">
                <a:alpha val="17650"/>
              </a:srgbClr>
            </a:outerShdw>
          </a:effectLst>
        </p:spPr>
      </p:pic>
      <p:pic>
        <p:nvPicPr>
          <p:cNvPr id="973" name="Google Shape;973;g34103ee3be1_0_943"/>
          <p:cNvPicPr preferRelativeResize="0"/>
          <p:nvPr/>
        </p:nvPicPr>
        <p:blipFill rotWithShape="1">
          <a:blip r:embed="rId7">
            <a:alphaModFix/>
          </a:blip>
          <a:srcRect l="159" r="159"/>
          <a:stretch/>
        </p:blipFill>
        <p:spPr>
          <a:xfrm>
            <a:off x="2081787" y="3994500"/>
            <a:ext cx="1147320" cy="822955"/>
          </a:xfrm>
          <a:prstGeom prst="rect">
            <a:avLst/>
          </a:prstGeom>
          <a:noFill/>
          <a:ln>
            <a:noFill/>
          </a:ln>
          <a:effectLst>
            <a:outerShdw blurRad="71438" dist="19050" dir="5400000" algn="bl" rotWithShape="0">
              <a:srgbClr val="000000">
                <a:alpha val="17650"/>
              </a:srgbClr>
            </a:outerShdw>
          </a:effectLst>
        </p:spPr>
      </p:pic>
      <p:pic>
        <p:nvPicPr>
          <p:cNvPr id="974" name="Google Shape;974;g34103ee3be1_0_943"/>
          <p:cNvPicPr preferRelativeResize="0"/>
          <p:nvPr/>
        </p:nvPicPr>
        <p:blipFill rotWithShape="1">
          <a:blip r:embed="rId8">
            <a:alphaModFix/>
          </a:blip>
          <a:srcRect l="79" r="69"/>
          <a:stretch/>
        </p:blipFill>
        <p:spPr>
          <a:xfrm>
            <a:off x="3308520" y="3994500"/>
            <a:ext cx="1147320" cy="821566"/>
          </a:xfrm>
          <a:prstGeom prst="rect">
            <a:avLst/>
          </a:prstGeom>
          <a:noFill/>
          <a:ln>
            <a:noFill/>
          </a:ln>
          <a:effectLst>
            <a:outerShdw blurRad="71438" dist="19050" dir="5400000" algn="bl" rotWithShape="0">
              <a:srgbClr val="000000">
                <a:alpha val="17650"/>
              </a:srgbClr>
            </a:outerShdw>
          </a:effectLst>
        </p:spPr>
      </p:pic>
      <p:pic>
        <p:nvPicPr>
          <p:cNvPr id="975" name="Google Shape;975;g34103ee3be1_0_943"/>
          <p:cNvPicPr preferRelativeResize="0"/>
          <p:nvPr/>
        </p:nvPicPr>
        <p:blipFill rotWithShape="1">
          <a:blip r:embed="rId9">
            <a:alphaModFix/>
          </a:blip>
          <a:srcRect l="79" r="69"/>
          <a:stretch/>
        </p:blipFill>
        <p:spPr>
          <a:xfrm>
            <a:off x="4535252" y="3994500"/>
            <a:ext cx="1147320" cy="821566"/>
          </a:xfrm>
          <a:prstGeom prst="rect">
            <a:avLst/>
          </a:prstGeom>
          <a:noFill/>
          <a:ln>
            <a:noFill/>
          </a:ln>
          <a:effectLst>
            <a:outerShdw blurRad="71438" dist="19050" dir="5400000" algn="bl" rotWithShape="0">
              <a:srgbClr val="000000">
                <a:alpha val="17650"/>
              </a:srgbClr>
            </a:outerShdw>
          </a:effectLst>
        </p:spPr>
      </p:pic>
      <p:pic>
        <p:nvPicPr>
          <p:cNvPr id="976" name="Google Shape;976;g34103ee3be1_0_943"/>
          <p:cNvPicPr preferRelativeResize="0"/>
          <p:nvPr/>
        </p:nvPicPr>
        <p:blipFill rotWithShape="1">
          <a:blip r:embed="rId10">
            <a:alphaModFix/>
          </a:blip>
          <a:srcRect l="59" r="59"/>
          <a:stretch/>
        </p:blipFill>
        <p:spPr>
          <a:xfrm>
            <a:off x="855561" y="3994500"/>
            <a:ext cx="1146813" cy="819547"/>
          </a:xfrm>
          <a:prstGeom prst="rect">
            <a:avLst/>
          </a:prstGeom>
          <a:noFill/>
          <a:ln>
            <a:noFill/>
          </a:ln>
          <a:effectLst>
            <a:outerShdw blurRad="71438" dist="19050" dir="5400000" algn="bl" rotWithShape="0">
              <a:srgbClr val="000000">
                <a:alpha val="17650"/>
              </a:srgbClr>
            </a:outerShdw>
          </a:effectLst>
        </p:spPr>
      </p:pic>
      <p:pic>
        <p:nvPicPr>
          <p:cNvPr id="977" name="Google Shape;977;g34103ee3be1_0_943"/>
          <p:cNvPicPr preferRelativeResize="0"/>
          <p:nvPr/>
        </p:nvPicPr>
        <p:blipFill rotWithShape="1">
          <a:blip r:embed="rId11">
            <a:alphaModFix/>
          </a:blip>
          <a:srcRect/>
          <a:stretch/>
        </p:blipFill>
        <p:spPr>
          <a:xfrm>
            <a:off x="855561" y="2129450"/>
            <a:ext cx="1146813" cy="819547"/>
          </a:xfrm>
          <a:prstGeom prst="rect">
            <a:avLst/>
          </a:prstGeom>
          <a:noFill/>
          <a:ln>
            <a:noFill/>
          </a:ln>
          <a:effectLst>
            <a:outerShdw blurRad="71438" dist="19050" dir="5400000" algn="bl" rotWithShape="0">
              <a:srgbClr val="000000">
                <a:alpha val="17650"/>
              </a:srgbClr>
            </a:outerShdw>
          </a:effectLst>
        </p:spPr>
      </p:pic>
      <p:pic>
        <p:nvPicPr>
          <p:cNvPr id="978" name="Google Shape;978;g34103ee3be1_0_943"/>
          <p:cNvPicPr preferRelativeResize="0"/>
          <p:nvPr/>
        </p:nvPicPr>
        <p:blipFill rotWithShape="1">
          <a:blip r:embed="rId12">
            <a:alphaModFix/>
          </a:blip>
          <a:srcRect l="189" r="179"/>
          <a:stretch/>
        </p:blipFill>
        <p:spPr>
          <a:xfrm>
            <a:off x="2081787" y="2129450"/>
            <a:ext cx="1147320" cy="822956"/>
          </a:xfrm>
          <a:prstGeom prst="rect">
            <a:avLst/>
          </a:prstGeom>
          <a:noFill/>
          <a:ln>
            <a:noFill/>
          </a:ln>
          <a:effectLst>
            <a:outerShdw blurRad="71438" dist="19050" dir="5400000" algn="bl" rotWithShape="0">
              <a:srgbClr val="000000">
                <a:alpha val="17650"/>
              </a:srgbClr>
            </a:outerShdw>
          </a:effectLst>
        </p:spPr>
      </p:pic>
      <p:pic>
        <p:nvPicPr>
          <p:cNvPr id="979" name="Google Shape;979;g34103ee3be1_0_943"/>
          <p:cNvPicPr preferRelativeResize="0"/>
          <p:nvPr/>
        </p:nvPicPr>
        <p:blipFill rotWithShape="1">
          <a:blip r:embed="rId13">
            <a:alphaModFix/>
          </a:blip>
          <a:srcRect l="99" r="99"/>
          <a:stretch/>
        </p:blipFill>
        <p:spPr>
          <a:xfrm>
            <a:off x="3308520" y="2129450"/>
            <a:ext cx="1147320" cy="821565"/>
          </a:xfrm>
          <a:prstGeom prst="rect">
            <a:avLst/>
          </a:prstGeom>
          <a:noFill/>
          <a:ln>
            <a:noFill/>
          </a:ln>
          <a:effectLst>
            <a:outerShdw blurRad="71438" dist="19050" dir="5400000" algn="bl" rotWithShape="0">
              <a:srgbClr val="000000">
                <a:alpha val="17650"/>
              </a:srgbClr>
            </a:outerShdw>
          </a:effectLst>
        </p:spPr>
      </p:pic>
      <p:pic>
        <p:nvPicPr>
          <p:cNvPr id="980" name="Google Shape;980;g34103ee3be1_0_943"/>
          <p:cNvPicPr preferRelativeResize="0"/>
          <p:nvPr/>
        </p:nvPicPr>
        <p:blipFill rotWithShape="1">
          <a:blip r:embed="rId14">
            <a:alphaModFix/>
          </a:blip>
          <a:srcRect l="19" r="9"/>
          <a:stretch/>
        </p:blipFill>
        <p:spPr>
          <a:xfrm>
            <a:off x="4535252" y="2129450"/>
            <a:ext cx="1147320" cy="821566"/>
          </a:xfrm>
          <a:prstGeom prst="rect">
            <a:avLst/>
          </a:prstGeom>
          <a:noFill/>
          <a:ln>
            <a:noFill/>
          </a:ln>
          <a:effectLst>
            <a:outerShdw blurRad="71438" dist="19050" dir="5400000" algn="bl" rotWithShape="0">
              <a:srgbClr val="000000">
                <a:alpha val="17650"/>
              </a:srgbClr>
            </a:outerShdw>
          </a:effectLst>
        </p:spPr>
      </p:pic>
      <p:pic>
        <p:nvPicPr>
          <p:cNvPr id="981" name="Google Shape;981;g34103ee3be1_0_943"/>
          <p:cNvPicPr preferRelativeResize="0"/>
          <p:nvPr/>
        </p:nvPicPr>
        <p:blipFill rotWithShape="1">
          <a:blip r:embed="rId15">
            <a:alphaModFix/>
          </a:blip>
          <a:srcRect l="99" r="99"/>
          <a:stretch/>
        </p:blipFill>
        <p:spPr>
          <a:xfrm>
            <a:off x="5761985" y="2129450"/>
            <a:ext cx="1147320" cy="821565"/>
          </a:xfrm>
          <a:prstGeom prst="rect">
            <a:avLst/>
          </a:prstGeom>
          <a:noFill/>
          <a:ln>
            <a:noFill/>
          </a:ln>
          <a:effectLst>
            <a:outerShdw blurRad="71438" dist="19050" dir="5400000" algn="bl" rotWithShape="0">
              <a:srgbClr val="000000">
                <a:alpha val="17650"/>
              </a:srgbClr>
            </a:outerShdw>
          </a:effectLst>
        </p:spPr>
      </p:pic>
      <p:pic>
        <p:nvPicPr>
          <p:cNvPr id="982" name="Google Shape;982;g34103ee3be1_0_943"/>
          <p:cNvPicPr preferRelativeResize="0"/>
          <p:nvPr/>
        </p:nvPicPr>
        <p:blipFill rotWithShape="1">
          <a:blip r:embed="rId16">
            <a:alphaModFix/>
          </a:blip>
          <a:srcRect l="19" r="9"/>
          <a:stretch/>
        </p:blipFill>
        <p:spPr>
          <a:xfrm>
            <a:off x="6988718" y="2129450"/>
            <a:ext cx="1147320" cy="821566"/>
          </a:xfrm>
          <a:prstGeom prst="rect">
            <a:avLst/>
          </a:prstGeom>
          <a:noFill/>
          <a:ln>
            <a:noFill/>
          </a:ln>
          <a:effectLst>
            <a:outerShdw blurRad="71438" dist="19050" dir="5400000" algn="bl" rotWithShape="0">
              <a:srgbClr val="000000">
                <a:alpha val="17650"/>
              </a:srgbClr>
            </a:outerShdw>
          </a:effectLst>
        </p:spPr>
      </p:pic>
      <p:pic>
        <p:nvPicPr>
          <p:cNvPr id="983" name="Google Shape;983;g34103ee3be1_0_943"/>
          <p:cNvPicPr preferRelativeResize="0"/>
          <p:nvPr/>
        </p:nvPicPr>
        <p:blipFill rotWithShape="1">
          <a:blip r:embed="rId17">
            <a:alphaModFix/>
          </a:blip>
          <a:srcRect t="79" b="89"/>
          <a:stretch/>
        </p:blipFill>
        <p:spPr>
          <a:xfrm>
            <a:off x="855561" y="3060275"/>
            <a:ext cx="1146813" cy="819547"/>
          </a:xfrm>
          <a:prstGeom prst="rect">
            <a:avLst/>
          </a:prstGeom>
          <a:noFill/>
          <a:ln>
            <a:noFill/>
          </a:ln>
          <a:effectLst>
            <a:outerShdw blurRad="71438" dist="19050" dir="5400000" algn="bl" rotWithShape="0">
              <a:srgbClr val="000000">
                <a:alpha val="17650"/>
              </a:srgbClr>
            </a:outerShdw>
          </a:effectLst>
        </p:spPr>
      </p:pic>
      <p:pic>
        <p:nvPicPr>
          <p:cNvPr id="984" name="Google Shape;984;g34103ee3be1_0_943"/>
          <p:cNvPicPr preferRelativeResize="0"/>
          <p:nvPr/>
        </p:nvPicPr>
        <p:blipFill rotWithShape="1">
          <a:blip r:embed="rId18">
            <a:alphaModFix/>
          </a:blip>
          <a:srcRect l="99" r="99"/>
          <a:stretch/>
        </p:blipFill>
        <p:spPr>
          <a:xfrm>
            <a:off x="2081787" y="3060275"/>
            <a:ext cx="1147320" cy="822955"/>
          </a:xfrm>
          <a:prstGeom prst="rect">
            <a:avLst/>
          </a:prstGeom>
          <a:noFill/>
          <a:ln>
            <a:noFill/>
          </a:ln>
          <a:effectLst>
            <a:outerShdw blurRad="71438" dist="19050" dir="5400000" algn="bl" rotWithShape="0">
              <a:srgbClr val="000000">
                <a:alpha val="17650"/>
              </a:srgbClr>
            </a:outerShdw>
          </a:effectLst>
        </p:spPr>
      </p:pic>
      <p:pic>
        <p:nvPicPr>
          <p:cNvPr id="985" name="Google Shape;985;g34103ee3be1_0_943"/>
          <p:cNvPicPr preferRelativeResize="0"/>
          <p:nvPr/>
        </p:nvPicPr>
        <p:blipFill rotWithShape="1">
          <a:blip r:embed="rId19">
            <a:alphaModFix/>
          </a:blip>
          <a:srcRect l="159" r="159"/>
          <a:stretch/>
        </p:blipFill>
        <p:spPr>
          <a:xfrm>
            <a:off x="3308520" y="3060275"/>
            <a:ext cx="1147320" cy="821565"/>
          </a:xfrm>
          <a:prstGeom prst="rect">
            <a:avLst/>
          </a:prstGeom>
          <a:noFill/>
          <a:ln>
            <a:noFill/>
          </a:ln>
          <a:effectLst>
            <a:outerShdw blurRad="71438" dist="19050" dir="5400000" algn="bl" rotWithShape="0">
              <a:srgbClr val="000000">
                <a:alpha val="17650"/>
              </a:srgbClr>
            </a:outerShdw>
          </a:effectLst>
        </p:spPr>
      </p:pic>
      <p:pic>
        <p:nvPicPr>
          <p:cNvPr id="986" name="Google Shape;986;g34103ee3be1_0_943"/>
          <p:cNvPicPr preferRelativeResize="0"/>
          <p:nvPr/>
        </p:nvPicPr>
        <p:blipFill rotWithShape="1">
          <a:blip r:embed="rId20">
            <a:alphaModFix/>
          </a:blip>
          <a:srcRect l="159" r="159"/>
          <a:stretch/>
        </p:blipFill>
        <p:spPr>
          <a:xfrm>
            <a:off x="4535252" y="3060275"/>
            <a:ext cx="1147320" cy="821565"/>
          </a:xfrm>
          <a:prstGeom prst="rect">
            <a:avLst/>
          </a:prstGeom>
          <a:noFill/>
          <a:ln>
            <a:noFill/>
          </a:ln>
          <a:effectLst>
            <a:outerShdw blurRad="71438" dist="19050" dir="5400000" algn="bl" rotWithShape="0">
              <a:srgbClr val="000000">
                <a:alpha val="17650"/>
              </a:srgbClr>
            </a:outerShdw>
          </a:effectLst>
        </p:spPr>
      </p:pic>
      <p:pic>
        <p:nvPicPr>
          <p:cNvPr id="987" name="Google Shape;987;g34103ee3be1_0_943"/>
          <p:cNvPicPr preferRelativeResize="0"/>
          <p:nvPr/>
        </p:nvPicPr>
        <p:blipFill rotWithShape="1">
          <a:blip r:embed="rId21">
            <a:alphaModFix/>
          </a:blip>
          <a:srcRect l="159" r="159"/>
          <a:stretch/>
        </p:blipFill>
        <p:spPr>
          <a:xfrm>
            <a:off x="5761985" y="3060275"/>
            <a:ext cx="1147320" cy="821565"/>
          </a:xfrm>
          <a:prstGeom prst="rect">
            <a:avLst/>
          </a:prstGeom>
          <a:noFill/>
          <a:ln>
            <a:noFill/>
          </a:ln>
          <a:effectLst>
            <a:outerShdw blurRad="71438" dist="19050" dir="5400000" algn="bl" rotWithShape="0">
              <a:srgbClr val="000000">
                <a:alpha val="17650"/>
              </a:srgbClr>
            </a:outerShdw>
          </a:effectLst>
        </p:spPr>
      </p:pic>
      <p:pic>
        <p:nvPicPr>
          <p:cNvPr id="988" name="Google Shape;988;g34103ee3be1_0_943"/>
          <p:cNvPicPr preferRelativeResize="0"/>
          <p:nvPr/>
        </p:nvPicPr>
        <p:blipFill rotWithShape="1">
          <a:blip r:embed="rId22">
            <a:alphaModFix/>
          </a:blip>
          <a:srcRect l="79" r="69"/>
          <a:stretch/>
        </p:blipFill>
        <p:spPr>
          <a:xfrm>
            <a:off x="6988718" y="3060275"/>
            <a:ext cx="1147320" cy="821566"/>
          </a:xfrm>
          <a:prstGeom prst="rect">
            <a:avLst/>
          </a:prstGeom>
          <a:noFill/>
          <a:ln>
            <a:noFill/>
          </a:ln>
          <a:effectLst>
            <a:outerShdw blurRad="71438" dist="19050" dir="5400000" algn="bl" rotWithShape="0">
              <a:srgbClr val="000000">
                <a:alpha val="17650"/>
              </a:srgbClr>
            </a:outerShdw>
          </a:effectLst>
        </p:spPr>
      </p:pic>
      <p:pic>
        <p:nvPicPr>
          <p:cNvPr id="989" name="Google Shape;989;g34103ee3be1_0_943" title="JL687-80F.png"/>
          <p:cNvPicPr preferRelativeResize="0"/>
          <p:nvPr/>
        </p:nvPicPr>
        <p:blipFill rotWithShape="1">
          <a:blip r:embed="rId23">
            <a:alphaModFix/>
          </a:blip>
          <a:srcRect l="248" r="238"/>
          <a:stretch/>
        </p:blipFill>
        <p:spPr>
          <a:xfrm>
            <a:off x="3308512" y="4928725"/>
            <a:ext cx="1147320" cy="822956"/>
          </a:xfrm>
          <a:prstGeom prst="rect">
            <a:avLst/>
          </a:prstGeom>
          <a:noFill/>
          <a:ln>
            <a:noFill/>
          </a:ln>
          <a:effectLst>
            <a:outerShdw blurRad="71438" dist="19050" dir="5400000" algn="bl" rotWithShape="0">
              <a:srgbClr val="000000">
                <a:alpha val="172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a:t>
            </a:r>
            <a:br>
              <a:rPr lang="en-US" sz="2000"/>
            </a:br>
            <a:r>
              <a:rPr lang="en-US" sz="2000">
                <a:solidFill>
                  <a:srgbClr val="2356AF"/>
                </a:solidFill>
              </a:rPr>
              <a:t>jeans / genes</a:t>
            </a:r>
            <a:r>
              <a:rPr lang="en-US" sz="2000"/>
              <a:t>.</a:t>
            </a:r>
            <a:endParaRPr sz="2000"/>
          </a:p>
        </p:txBody>
      </p:sp>
      <p:pic>
        <p:nvPicPr>
          <p:cNvPr id="996" name="Google Shape;996;g26f40b1072c_1_28" title="JL693-37F.png"/>
          <p:cNvPicPr preferRelativeResize="0"/>
          <p:nvPr/>
        </p:nvPicPr>
        <p:blipFill rotWithShape="1">
          <a:blip r:embed="rId3">
            <a:alphaModFix/>
          </a:blip>
          <a:srcRect l="49" r="59"/>
          <a:stretch/>
        </p:blipFill>
        <p:spPr>
          <a:xfrm>
            <a:off x="2100325" y="2149450"/>
            <a:ext cx="4943349" cy="2474324"/>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Words</a:t>
            </a:r>
            <a:r>
              <a:rPr lang="en-US" sz="2000">
                <a:solidFill>
                  <a:srgbClr val="2356AF"/>
                </a:solidFill>
              </a:rPr>
              <a:t> of have</a:t>
            </a:r>
            <a:r>
              <a:rPr lang="en-US" sz="2000"/>
              <a:t>.</a:t>
            </a:r>
            <a:endParaRPr sz="2000"/>
          </a:p>
        </p:txBody>
      </p:sp>
      <p:pic>
        <p:nvPicPr>
          <p:cNvPr id="1003" name="Google Shape;1003;g26f40b1072c_1_0" title="JL687-12F.png"/>
          <p:cNvPicPr preferRelativeResize="0"/>
          <p:nvPr/>
        </p:nvPicPr>
        <p:blipFill rotWithShape="1">
          <a:blip r:embed="rId3">
            <a:alphaModFix/>
          </a:blip>
          <a:srcRect t="19" b="29"/>
          <a:stretch/>
        </p:blipFill>
        <p:spPr>
          <a:xfrm>
            <a:off x="933275" y="2129450"/>
            <a:ext cx="3558166" cy="2542825"/>
          </a:xfrm>
          <a:prstGeom prst="rect">
            <a:avLst/>
          </a:prstGeom>
          <a:noFill/>
          <a:ln>
            <a:noFill/>
          </a:ln>
          <a:effectLst>
            <a:outerShdw blurRad="57150" dist="19050" dir="5400000" algn="bl" rotWithShape="0">
              <a:srgbClr val="000000">
                <a:alpha val="20000"/>
              </a:srgbClr>
            </a:outerShdw>
          </a:effectLst>
        </p:spPr>
      </p:pic>
      <p:pic>
        <p:nvPicPr>
          <p:cNvPr id="1004" name="Google Shape;1004;g26f40b1072c_1_0" title="JL687-35F.png"/>
          <p:cNvPicPr preferRelativeResize="0"/>
          <p:nvPr/>
        </p:nvPicPr>
        <p:blipFill rotWithShape="1">
          <a:blip r:embed="rId4">
            <a:alphaModFix/>
          </a:blip>
          <a:srcRect t="19" b="29"/>
          <a:stretch/>
        </p:blipFill>
        <p:spPr>
          <a:xfrm>
            <a:off x="4652558" y="2129450"/>
            <a:ext cx="3558166"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grpSp>
        <p:nvGrpSpPr>
          <p:cNvPr id="1010" name="Google Shape;1010;g2ce718e20f2_0_845"/>
          <p:cNvGrpSpPr/>
          <p:nvPr/>
        </p:nvGrpSpPr>
        <p:grpSpPr>
          <a:xfrm>
            <a:off x="2154079" y="963136"/>
            <a:ext cx="4835842" cy="4396749"/>
            <a:chOff x="2154079" y="963136"/>
            <a:chExt cx="4835842" cy="4396749"/>
          </a:xfrm>
        </p:grpSpPr>
        <p:pic>
          <p:nvPicPr>
            <p:cNvPr id="1011" name="Google Shape;1011;g2ce718e20f2_0_845" title="JL686-24F.png"/>
            <p:cNvPicPr preferRelativeResize="0"/>
            <p:nvPr/>
          </p:nvPicPr>
          <p:blipFill rotWithShape="1">
            <a:blip r:embed="rId3">
              <a:alphaModFix/>
            </a:blip>
            <a:srcRect l="79" r="79"/>
            <a:stretch/>
          </p:blipFill>
          <p:spPr>
            <a:xfrm>
              <a:off x="2154079" y="963136"/>
              <a:ext cx="1521025" cy="2152911"/>
            </a:xfrm>
            <a:prstGeom prst="rect">
              <a:avLst/>
            </a:prstGeom>
            <a:noFill/>
            <a:ln>
              <a:noFill/>
            </a:ln>
            <a:effectLst>
              <a:outerShdw blurRad="71438" dist="28575" dir="5400000" algn="bl" rotWithShape="0">
                <a:srgbClr val="000000">
                  <a:alpha val="15294"/>
                </a:srgbClr>
              </a:outerShdw>
            </a:effectLst>
          </p:spPr>
        </p:pic>
        <p:pic>
          <p:nvPicPr>
            <p:cNvPr id="1012" name="Google Shape;1012;g2ce718e20f2_0_845" title="JL686-123F.png"/>
            <p:cNvPicPr preferRelativeResize="0"/>
            <p:nvPr/>
          </p:nvPicPr>
          <p:blipFill rotWithShape="1">
            <a:blip r:embed="rId4">
              <a:alphaModFix/>
            </a:blip>
            <a:srcRect l="19" r="29"/>
            <a:stretch/>
          </p:blipFill>
          <p:spPr>
            <a:xfrm>
              <a:off x="3811488" y="963136"/>
              <a:ext cx="1521025" cy="2152911"/>
            </a:xfrm>
            <a:prstGeom prst="rect">
              <a:avLst/>
            </a:prstGeom>
            <a:noFill/>
            <a:ln>
              <a:noFill/>
            </a:ln>
            <a:effectLst>
              <a:outerShdw blurRad="71438" dist="28575" dir="5400000" algn="bl" rotWithShape="0">
                <a:srgbClr val="000000">
                  <a:alpha val="15294"/>
                </a:srgbClr>
              </a:outerShdw>
            </a:effectLst>
          </p:spPr>
        </p:pic>
        <p:pic>
          <p:nvPicPr>
            <p:cNvPr id="1013" name="Google Shape;1013;g2ce718e20f2_0_845" title="JL686-124F.png"/>
            <p:cNvPicPr preferRelativeResize="0"/>
            <p:nvPr/>
          </p:nvPicPr>
          <p:blipFill rotWithShape="1">
            <a:blip r:embed="rId5">
              <a:alphaModFix/>
            </a:blip>
            <a:srcRect l="79" r="79"/>
            <a:stretch/>
          </p:blipFill>
          <p:spPr>
            <a:xfrm>
              <a:off x="5468896" y="963136"/>
              <a:ext cx="1521025" cy="2152911"/>
            </a:xfrm>
            <a:prstGeom prst="rect">
              <a:avLst/>
            </a:prstGeom>
            <a:noFill/>
            <a:ln>
              <a:noFill/>
            </a:ln>
            <a:effectLst>
              <a:outerShdw blurRad="71438" dist="28575" dir="5400000" algn="bl" rotWithShape="0">
                <a:srgbClr val="000000">
                  <a:alpha val="15294"/>
                </a:srgbClr>
              </a:outerShdw>
            </a:effectLst>
          </p:spPr>
        </p:pic>
        <p:pic>
          <p:nvPicPr>
            <p:cNvPr id="1014" name="Google Shape;1014;g2ce718e20f2_0_845" title="JL686-25F.png"/>
            <p:cNvPicPr preferRelativeResize="0"/>
            <p:nvPr/>
          </p:nvPicPr>
          <p:blipFill rotWithShape="1">
            <a:blip r:embed="rId6">
              <a:alphaModFix/>
            </a:blip>
            <a:srcRect l="79" r="79"/>
            <a:stretch/>
          </p:blipFill>
          <p:spPr>
            <a:xfrm>
              <a:off x="2982783" y="3206974"/>
              <a:ext cx="1521025" cy="2152911"/>
            </a:xfrm>
            <a:prstGeom prst="rect">
              <a:avLst/>
            </a:prstGeom>
            <a:noFill/>
            <a:ln>
              <a:noFill/>
            </a:ln>
            <a:effectLst>
              <a:outerShdw blurRad="71438" dist="28575" dir="5400000" algn="bl" rotWithShape="0">
                <a:srgbClr val="000000">
                  <a:alpha val="15294"/>
                </a:srgbClr>
              </a:outerShdw>
            </a:effectLst>
          </p:spPr>
        </p:pic>
        <p:pic>
          <p:nvPicPr>
            <p:cNvPr id="1015" name="Google Shape;1015;g2ce718e20f2_0_845" title="JL686-125F.png"/>
            <p:cNvPicPr preferRelativeResize="0"/>
            <p:nvPr/>
          </p:nvPicPr>
          <p:blipFill rotWithShape="1">
            <a:blip r:embed="rId7">
              <a:alphaModFix/>
            </a:blip>
            <a:srcRect l="79" r="79"/>
            <a:stretch/>
          </p:blipFill>
          <p:spPr>
            <a:xfrm>
              <a:off x="4640192" y="3206974"/>
              <a:ext cx="1521025" cy="2152911"/>
            </a:xfrm>
            <a:prstGeom prst="rect">
              <a:avLst/>
            </a:prstGeom>
            <a:noFill/>
            <a:ln>
              <a:noFill/>
            </a:ln>
            <a:effectLst>
              <a:outerShdw blurRad="71438" dist="28575" dir="5400000" algn="bl" rotWithShape="0">
                <a:srgbClr val="000000">
                  <a:alpha val="15294"/>
                </a:srgbClr>
              </a:outerShdw>
            </a:effectLst>
          </p:spPr>
        </p:pic>
      </p:grpSp>
      <p:sp>
        <p:nvSpPr>
          <p:cNvPr id="1016" name="Google Shape;1016;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17" name="Google Shape;1017;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18" name="Google Shape;1018;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25" name="Google Shape;1025;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26" name="Google Shape;1026;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27" name="Google Shape;1027;g2701ceed56d_4_329"/>
          <p:cNvGrpSpPr/>
          <p:nvPr/>
        </p:nvGrpSpPr>
        <p:grpSpPr>
          <a:xfrm>
            <a:off x="2154079" y="963136"/>
            <a:ext cx="4835842" cy="4396749"/>
            <a:chOff x="2154079" y="963136"/>
            <a:chExt cx="4835842" cy="4396749"/>
          </a:xfrm>
        </p:grpSpPr>
        <p:pic>
          <p:nvPicPr>
            <p:cNvPr id="1028" name="Google Shape;1028;g2701ceed56d_4_329" title="JL686-24B.png"/>
            <p:cNvPicPr preferRelativeResize="0"/>
            <p:nvPr/>
          </p:nvPicPr>
          <p:blipFill rotWithShape="1">
            <a:blip r:embed="rId3">
              <a:alphaModFix/>
            </a:blip>
            <a:srcRect/>
            <a:stretch/>
          </p:blipFill>
          <p:spPr>
            <a:xfrm>
              <a:off x="2154079" y="963136"/>
              <a:ext cx="1521025" cy="2152911"/>
            </a:xfrm>
            <a:prstGeom prst="rect">
              <a:avLst/>
            </a:prstGeom>
            <a:noFill/>
            <a:ln>
              <a:noFill/>
            </a:ln>
            <a:effectLst>
              <a:outerShdw blurRad="71438" dist="28575" dir="5400000" algn="bl" rotWithShape="0">
                <a:srgbClr val="000000">
                  <a:alpha val="15290"/>
                </a:srgbClr>
              </a:outerShdw>
            </a:effectLst>
          </p:spPr>
        </p:pic>
        <p:pic>
          <p:nvPicPr>
            <p:cNvPr id="1029" name="Google Shape;1029;g2701ceed56d_4_329" title="JL686-123B.png"/>
            <p:cNvPicPr preferRelativeResize="0"/>
            <p:nvPr/>
          </p:nvPicPr>
          <p:blipFill rotWithShape="1">
            <a:blip r:embed="rId4">
              <a:alphaModFix/>
            </a:blip>
            <a:srcRect l="19" r="29"/>
            <a:stretch/>
          </p:blipFill>
          <p:spPr>
            <a:xfrm>
              <a:off x="3811488" y="963136"/>
              <a:ext cx="1521025" cy="2152911"/>
            </a:xfrm>
            <a:prstGeom prst="rect">
              <a:avLst/>
            </a:prstGeom>
            <a:noFill/>
            <a:ln>
              <a:noFill/>
            </a:ln>
            <a:effectLst>
              <a:outerShdw blurRad="71438" dist="28575" dir="5400000" algn="bl" rotWithShape="0">
                <a:srgbClr val="000000">
                  <a:alpha val="15290"/>
                </a:srgbClr>
              </a:outerShdw>
            </a:effectLst>
          </p:spPr>
        </p:pic>
        <p:pic>
          <p:nvPicPr>
            <p:cNvPr id="1030" name="Google Shape;1030;g2701ceed56d_4_329" title="JL686-124B.png"/>
            <p:cNvPicPr preferRelativeResize="0"/>
            <p:nvPr/>
          </p:nvPicPr>
          <p:blipFill rotWithShape="1">
            <a:blip r:embed="rId5">
              <a:alphaModFix/>
            </a:blip>
            <a:srcRect l="79" r="79"/>
            <a:stretch/>
          </p:blipFill>
          <p:spPr>
            <a:xfrm>
              <a:off x="5468896" y="963136"/>
              <a:ext cx="1521025" cy="2152911"/>
            </a:xfrm>
            <a:prstGeom prst="rect">
              <a:avLst/>
            </a:prstGeom>
            <a:noFill/>
            <a:ln>
              <a:noFill/>
            </a:ln>
            <a:effectLst>
              <a:outerShdw blurRad="71438" dist="28575" dir="5400000" algn="bl" rotWithShape="0">
                <a:srgbClr val="000000">
                  <a:alpha val="15290"/>
                </a:srgbClr>
              </a:outerShdw>
            </a:effectLst>
          </p:spPr>
        </p:pic>
        <p:pic>
          <p:nvPicPr>
            <p:cNvPr id="1031" name="Google Shape;1031;g2701ceed56d_4_329" title="JL686-25B.png"/>
            <p:cNvPicPr preferRelativeResize="0"/>
            <p:nvPr/>
          </p:nvPicPr>
          <p:blipFill rotWithShape="1">
            <a:blip r:embed="rId6">
              <a:alphaModFix/>
            </a:blip>
            <a:srcRect/>
            <a:stretch/>
          </p:blipFill>
          <p:spPr>
            <a:xfrm>
              <a:off x="2982783" y="3206974"/>
              <a:ext cx="1521025" cy="2152911"/>
            </a:xfrm>
            <a:prstGeom prst="rect">
              <a:avLst/>
            </a:prstGeom>
            <a:noFill/>
            <a:ln>
              <a:noFill/>
            </a:ln>
            <a:effectLst>
              <a:outerShdw blurRad="71438" dist="28575" dir="5400000" algn="bl" rotWithShape="0">
                <a:srgbClr val="000000">
                  <a:alpha val="15290"/>
                </a:srgbClr>
              </a:outerShdw>
            </a:effectLst>
          </p:spPr>
        </p:pic>
        <p:pic>
          <p:nvPicPr>
            <p:cNvPr id="1032" name="Google Shape;1032;g2701ceed56d_4_329" title="JL686-125B.png"/>
            <p:cNvPicPr preferRelativeResize="0"/>
            <p:nvPr/>
          </p:nvPicPr>
          <p:blipFill rotWithShape="1">
            <a:blip r:embed="rId7">
              <a:alphaModFix/>
            </a:blip>
            <a:srcRect l="79" r="79"/>
            <a:stretch/>
          </p:blipFill>
          <p:spPr>
            <a:xfrm>
              <a:off x="4640192" y="3206974"/>
              <a:ext cx="1521025" cy="215291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9" name="Google Shape;103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40" name="Google Shape;104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41" name="Google Shape;1041;g26b641b03cd_0_204"/>
          <p:cNvGrpSpPr/>
          <p:nvPr/>
        </p:nvGrpSpPr>
        <p:grpSpPr>
          <a:xfrm>
            <a:off x="922225" y="1828800"/>
            <a:ext cx="7299551" cy="2817401"/>
            <a:chOff x="922225" y="1828800"/>
            <a:chExt cx="7299551" cy="2817401"/>
          </a:xfrm>
        </p:grpSpPr>
        <p:pic>
          <p:nvPicPr>
            <p:cNvPr id="1042" name="Google Shape;1042;g26b641b03cd_0_204" title="JL689-139B.png"/>
            <p:cNvPicPr preferRelativeResize="0"/>
            <p:nvPr/>
          </p:nvPicPr>
          <p:blipFill rotWithShape="1">
            <a:blip r:embed="rId3">
              <a:alphaModFix/>
            </a:blip>
            <a:srcRect l="149" r="15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43" name="Google Shape;1043;g26b641b03cd_0_204" title="JL689-140B.png"/>
            <p:cNvPicPr preferRelativeResize="0"/>
            <p:nvPr/>
          </p:nvPicPr>
          <p:blipFill rotWithShape="1">
            <a:blip r:embed="rId4">
              <a:alphaModFix/>
            </a:blip>
            <a:srcRect l="149" r="15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44" name="Google Shape;1044;g26b641b03cd_0_204" title="JL689-141B.png"/>
            <p:cNvPicPr preferRelativeResize="0"/>
            <p:nvPr/>
          </p:nvPicPr>
          <p:blipFill rotWithShape="1">
            <a:blip r:embed="rId5">
              <a:alphaModFix/>
            </a:blip>
            <a:srcRect l="149" r="15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1" name="Google Shape;105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52" name="Google Shape;105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53" name="Google Shape;1053;g2c186218c5a_0_48"/>
          <p:cNvGrpSpPr/>
          <p:nvPr/>
        </p:nvGrpSpPr>
        <p:grpSpPr>
          <a:xfrm>
            <a:off x="922225" y="1828800"/>
            <a:ext cx="7299551" cy="2817401"/>
            <a:chOff x="922225" y="1828800"/>
            <a:chExt cx="7299551" cy="2817401"/>
          </a:xfrm>
        </p:grpSpPr>
        <p:pic>
          <p:nvPicPr>
            <p:cNvPr id="1054" name="Google Shape;1054;g2c186218c5a_0_48" title="JL689-139F.png"/>
            <p:cNvPicPr preferRelativeResize="0"/>
            <p:nvPr/>
          </p:nvPicPr>
          <p:blipFill rotWithShape="1">
            <a:blip r:embed="rId3">
              <a:alphaModFix/>
            </a:blip>
            <a:srcRect l="69" r="6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55" name="Google Shape;1055;g2c186218c5a_0_48" title="JL689-140F.png"/>
            <p:cNvPicPr preferRelativeResize="0"/>
            <p:nvPr/>
          </p:nvPicPr>
          <p:blipFill rotWithShape="1">
            <a:blip r:embed="rId4">
              <a:alphaModFix/>
            </a:blip>
            <a:srcRect l="69" r="6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56" name="Google Shape;1056;g2c186218c5a_0_48" title="JL689-141F.png"/>
            <p:cNvPicPr preferRelativeResize="0"/>
            <p:nvPr/>
          </p:nvPicPr>
          <p:blipFill rotWithShape="1">
            <a:blip r:embed="rId5">
              <a:alphaModFix/>
            </a:blip>
            <a:srcRect l="69" r="6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3" name="Google Shape;106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64" name="Google Shape;106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65" name="Google Shape;1065;g26b641b03cd_0_213" title="JL692-138B.png"/>
          <p:cNvPicPr preferRelativeResize="0"/>
          <p:nvPr/>
        </p:nvPicPr>
        <p:blipFill rotWithShape="1">
          <a:blip r:embed="rId3">
            <a:alphaModFix/>
          </a:blip>
          <a:srcRect/>
          <a:stretch/>
        </p:blipFill>
        <p:spPr>
          <a:xfrm>
            <a:off x="1360500" y="1768204"/>
            <a:ext cx="2019734" cy="2815893"/>
          </a:xfrm>
          <a:prstGeom prst="rect">
            <a:avLst/>
          </a:prstGeom>
          <a:noFill/>
          <a:ln>
            <a:noFill/>
          </a:ln>
          <a:effectLst>
            <a:outerShdw blurRad="85725" dist="19050" dir="5400000" algn="bl" rotWithShape="0">
              <a:srgbClr val="000000">
                <a:alpha val="20000"/>
              </a:srgbClr>
            </a:outerShdw>
          </a:effectLst>
        </p:spPr>
      </p:pic>
      <p:pic>
        <p:nvPicPr>
          <p:cNvPr id="1066" name="Google Shape;1066;g26b641b03cd_0_213" title="JL692-140B.png"/>
          <p:cNvPicPr preferRelativeResize="0"/>
          <p:nvPr/>
        </p:nvPicPr>
        <p:blipFill rotWithShape="1">
          <a:blip r:embed="rId4">
            <a:alphaModFix/>
          </a:blip>
          <a:srcRect l="228" r="228"/>
          <a:stretch/>
        </p:blipFill>
        <p:spPr>
          <a:xfrm>
            <a:off x="5763765"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67" name="Google Shape;1067;g26b641b03cd_0_213" title="JL692-139B.png"/>
          <p:cNvPicPr preferRelativeResize="0"/>
          <p:nvPr/>
        </p:nvPicPr>
        <p:blipFill rotWithShape="1">
          <a:blip r:embed="rId5">
            <a:alphaModFix/>
          </a:blip>
          <a:srcRect l="99" r="89"/>
          <a:stretch/>
        </p:blipFill>
        <p:spPr>
          <a:xfrm>
            <a:off x="3562133" y="1768204"/>
            <a:ext cx="2019734" cy="2815892"/>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4" name="Google Shape;107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75" name="Google Shape;107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76" name="Google Shape;1076;g2c186218c5a_0_149"/>
          <p:cNvGrpSpPr/>
          <p:nvPr/>
        </p:nvGrpSpPr>
        <p:grpSpPr>
          <a:xfrm>
            <a:off x="1360500" y="1768204"/>
            <a:ext cx="6423000" cy="2815893"/>
            <a:chOff x="1360500" y="1768204"/>
            <a:chExt cx="6423000" cy="2815893"/>
          </a:xfrm>
        </p:grpSpPr>
        <p:pic>
          <p:nvPicPr>
            <p:cNvPr id="1077" name="Google Shape;1077;g2c186218c5a_0_149" title="JL692-138F.png"/>
            <p:cNvPicPr preferRelativeResize="0"/>
            <p:nvPr/>
          </p:nvPicPr>
          <p:blipFill rotWithShape="1">
            <a:blip r:embed="rId3">
              <a:alphaModFix/>
            </a:blip>
            <a:srcRect l="129" r="139"/>
            <a:stretch/>
          </p:blipFill>
          <p:spPr>
            <a:xfrm>
              <a:off x="1360500" y="1768204"/>
              <a:ext cx="2019735" cy="2815893"/>
            </a:xfrm>
            <a:prstGeom prst="rect">
              <a:avLst/>
            </a:prstGeom>
            <a:noFill/>
            <a:ln>
              <a:noFill/>
            </a:ln>
            <a:effectLst>
              <a:outerShdw blurRad="85725" dist="19050" dir="5400000" algn="bl" rotWithShape="0">
                <a:srgbClr val="000000">
                  <a:alpha val="20000"/>
                </a:srgbClr>
              </a:outerShdw>
            </a:effectLst>
          </p:spPr>
        </p:pic>
        <p:pic>
          <p:nvPicPr>
            <p:cNvPr id="1078" name="Google Shape;1078;g2c186218c5a_0_149" title="JL692-140F.png"/>
            <p:cNvPicPr preferRelativeResize="0"/>
            <p:nvPr/>
          </p:nvPicPr>
          <p:blipFill rotWithShape="1">
            <a:blip r:embed="rId4">
              <a:alphaModFix/>
            </a:blip>
            <a:srcRect l="228" r="228"/>
            <a:stretch/>
          </p:blipFill>
          <p:spPr>
            <a:xfrm>
              <a:off x="5763765"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79" name="Google Shape;1079;g2c186218c5a_0_149" title="JL692-139F.png"/>
            <p:cNvPicPr preferRelativeResize="0"/>
            <p:nvPr/>
          </p:nvPicPr>
          <p:blipFill rotWithShape="1">
            <a:blip r:embed="rId5">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6b641b03cd_0_301"/>
          <p:cNvSpPr txBox="1">
            <a:spLocks noGrp="1"/>
          </p:cNvSpPr>
          <p:nvPr>
            <p:ph type="title"/>
          </p:nvPr>
        </p:nvSpPr>
        <p:spPr>
          <a:xfrm>
            <a:off x="583075" y="5568500"/>
            <a:ext cx="7977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86" name="Google Shape;108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7" name="Google Shape;108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88" name="Google Shape;1088;g26b641b03cd_0_301"/>
          <p:cNvGrpSpPr/>
          <p:nvPr/>
        </p:nvGrpSpPr>
        <p:grpSpPr>
          <a:xfrm>
            <a:off x="1167450" y="2026425"/>
            <a:ext cx="6809100" cy="2339252"/>
            <a:chOff x="1167450" y="2026425"/>
            <a:chExt cx="6809100" cy="2339252"/>
          </a:xfrm>
        </p:grpSpPr>
        <p:pic>
          <p:nvPicPr>
            <p:cNvPr id="1089" name="Google Shape;1089;g26b641b03cd_0_301" title="JL687-12F.png"/>
            <p:cNvPicPr preferRelativeResize="0"/>
            <p:nvPr/>
          </p:nvPicPr>
          <p:blipFill rotWithShape="1">
            <a:blip r:embed="rId3">
              <a:alphaModFix/>
            </a:blip>
            <a:srcRect t="19" b="29"/>
            <a:stretch/>
          </p:blipFill>
          <p:spPr>
            <a:xfrm>
              <a:off x="1167450" y="2026425"/>
              <a:ext cx="3273401" cy="2339252"/>
            </a:xfrm>
            <a:prstGeom prst="rect">
              <a:avLst/>
            </a:prstGeom>
            <a:noFill/>
            <a:ln>
              <a:noFill/>
            </a:ln>
            <a:effectLst>
              <a:outerShdw blurRad="71438" dist="19050" dir="5400000" algn="bl" rotWithShape="0">
                <a:srgbClr val="000000">
                  <a:alpha val="16862"/>
                </a:srgbClr>
              </a:outerShdw>
            </a:effectLst>
          </p:spPr>
        </p:pic>
        <p:pic>
          <p:nvPicPr>
            <p:cNvPr id="1090" name="Google Shape;1090;g26b641b03cd_0_301" title="JL687-35F.png"/>
            <p:cNvPicPr preferRelativeResize="0"/>
            <p:nvPr/>
          </p:nvPicPr>
          <p:blipFill rotWithShape="1">
            <a:blip r:embed="rId4">
              <a:alphaModFix/>
            </a:blip>
            <a:srcRect t="19" b="29"/>
            <a:stretch/>
          </p:blipFill>
          <p:spPr>
            <a:xfrm>
              <a:off x="4703149" y="2026425"/>
              <a:ext cx="3273401" cy="2339252"/>
            </a:xfrm>
            <a:prstGeom prst="rect">
              <a:avLst/>
            </a:prstGeom>
            <a:noFill/>
            <a:ln>
              <a:noFill/>
            </a:ln>
            <a:effectLst>
              <a:outerShdw blurRad="71438" dist="19050" dir="5400000" algn="bl" rotWithShape="0">
                <a:srgbClr val="000000">
                  <a:alpha val="16862"/>
                </a:srgbClr>
              </a:outerShdw>
            </a:effectLst>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7" name="Google Shape;109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98" name="Google Shape;1098;g26b641b03cd_0_308"/>
          <p:cNvSpPr txBox="1">
            <a:spLocks noGrp="1"/>
          </p:cNvSpPr>
          <p:nvPr>
            <p:ph type="title"/>
          </p:nvPr>
        </p:nvSpPr>
        <p:spPr>
          <a:xfrm>
            <a:off x="583075" y="5568500"/>
            <a:ext cx="7977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grpSp>
        <p:nvGrpSpPr>
          <p:cNvPr id="1099" name="Google Shape;1099;g26b641b03cd_0_308"/>
          <p:cNvGrpSpPr/>
          <p:nvPr/>
        </p:nvGrpSpPr>
        <p:grpSpPr>
          <a:xfrm>
            <a:off x="1167450" y="2026425"/>
            <a:ext cx="6809100" cy="2339252"/>
            <a:chOff x="1167450" y="2026425"/>
            <a:chExt cx="6809100" cy="2339252"/>
          </a:xfrm>
        </p:grpSpPr>
        <p:pic>
          <p:nvPicPr>
            <p:cNvPr id="1100" name="Google Shape;1100;g26b641b03cd_0_308" title="JL687-12B.png"/>
            <p:cNvPicPr preferRelativeResize="0"/>
            <p:nvPr/>
          </p:nvPicPr>
          <p:blipFill rotWithShape="1">
            <a:blip r:embed="rId3">
              <a:alphaModFix/>
            </a:blip>
            <a:srcRect t="89" b="79"/>
            <a:stretch/>
          </p:blipFill>
          <p:spPr>
            <a:xfrm>
              <a:off x="1167450" y="2026425"/>
              <a:ext cx="3273400" cy="2339252"/>
            </a:xfrm>
            <a:prstGeom prst="rect">
              <a:avLst/>
            </a:prstGeom>
            <a:noFill/>
            <a:ln>
              <a:noFill/>
            </a:ln>
            <a:effectLst>
              <a:outerShdw blurRad="71438" dist="19050" dir="5400000" algn="bl" rotWithShape="0">
                <a:srgbClr val="000000">
                  <a:alpha val="16860"/>
                </a:srgbClr>
              </a:outerShdw>
            </a:effectLst>
          </p:spPr>
        </p:pic>
        <p:pic>
          <p:nvPicPr>
            <p:cNvPr id="1101" name="Google Shape;1101;g26b641b03cd_0_308" title="JL687-35B.png"/>
            <p:cNvPicPr preferRelativeResize="0"/>
            <p:nvPr/>
          </p:nvPicPr>
          <p:blipFill rotWithShape="1">
            <a:blip r:embed="rId4">
              <a:alphaModFix/>
            </a:blip>
            <a:srcRect t="19" b="29"/>
            <a:stretch/>
          </p:blipFill>
          <p:spPr>
            <a:xfrm>
              <a:off x="4703149" y="2026425"/>
              <a:ext cx="3273401" cy="2339252"/>
            </a:xfrm>
            <a:prstGeom prst="rect">
              <a:avLst/>
            </a:prstGeom>
            <a:noFill/>
            <a:ln>
              <a:noFill/>
            </a:ln>
            <a:effectLst>
              <a:outerShdw blurRad="71438" dist="19050" dir="5400000" algn="bl" rotWithShape="0">
                <a:srgbClr val="000000">
                  <a:alpha val="16860"/>
                </a:srgbClr>
              </a:outerShdw>
            </a:effectLst>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701ceed56d_4_0"/>
          <p:cNvSpPr txBox="1">
            <a:spLocks noGrp="1"/>
          </p:cNvSpPr>
          <p:nvPr>
            <p:ph type="title"/>
          </p:nvPr>
        </p:nvSpPr>
        <p:spPr>
          <a:xfrm>
            <a:off x="583075" y="5568500"/>
            <a:ext cx="7977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8" name="Google Shape;1108;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9" name="Google Shape;1109;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110" name="Google Shape;1110;g2701ceed56d_4_0"/>
          <p:cNvGrpSpPr/>
          <p:nvPr/>
        </p:nvGrpSpPr>
        <p:grpSpPr>
          <a:xfrm>
            <a:off x="975876" y="841623"/>
            <a:ext cx="7192217" cy="1957960"/>
            <a:chOff x="975876" y="841623"/>
            <a:chExt cx="7192217" cy="1957960"/>
          </a:xfrm>
        </p:grpSpPr>
        <p:pic>
          <p:nvPicPr>
            <p:cNvPr id="1111" name="Google Shape;1111;g2701ceed56d_4_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112" name="Google Shape;1112;g2701ceed56d_4_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113" name="Google Shape;1113;g2701ceed56d_4_0"/>
            <p:cNvPicPr preferRelativeResize="0"/>
            <p:nvPr/>
          </p:nvPicPr>
          <p:blipFill rotWithShape="1">
            <a:blip r:embed="rId5">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114" name="Google Shape;1114;g2701ceed56d_4_0"/>
            <p:cNvPicPr preferRelativeResize="0"/>
            <p:nvPr/>
          </p:nvPicPr>
          <p:blipFill rotWithShape="1">
            <a:blip r:embed="rId6">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115" name="Google Shape;1115;g2701ceed56d_4_0"/>
            <p:cNvPicPr preferRelativeResize="0"/>
            <p:nvPr/>
          </p:nvPicPr>
          <p:blipFill rotWithShape="1">
            <a:blip r:embed="rId7">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116" name="Google Shape;1116;g2701ceed56d_4_0"/>
            <p:cNvPicPr preferRelativeResize="0"/>
            <p:nvPr/>
          </p:nvPicPr>
          <p:blipFill rotWithShape="1">
            <a:blip r:embed="rId8">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117" name="Google Shape;1117;g2701ceed56d_4_0"/>
            <p:cNvPicPr preferRelativeResize="0"/>
            <p:nvPr/>
          </p:nvPicPr>
          <p:blipFill rotWithShape="1">
            <a:blip r:embed="rId9">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118" name="Google Shape;1118;g2701ceed56d_4_0"/>
            <p:cNvPicPr preferRelativeResize="0"/>
            <p:nvPr/>
          </p:nvPicPr>
          <p:blipFill rotWithShape="1">
            <a:blip r:embed="rId10">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119" name="Google Shape;1119;g2701ceed56d_4_0"/>
            <p:cNvPicPr preferRelativeResize="0"/>
            <p:nvPr/>
          </p:nvPicPr>
          <p:blipFill rotWithShape="1">
            <a:blip r:embed="rId11">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120" name="Google Shape;1120;g2701ceed56d_4_0"/>
            <p:cNvPicPr preferRelativeResize="0"/>
            <p:nvPr/>
          </p:nvPicPr>
          <p:blipFill rotWithShape="1">
            <a:blip r:embed="rId12">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121" name="Google Shape;1121;g2701ceed56d_4_0"/>
            <p:cNvPicPr preferRelativeResize="0"/>
            <p:nvPr/>
          </p:nvPicPr>
          <p:blipFill rotWithShape="1">
            <a:blip r:embed="rId13">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22" name="Google Shape;1122;g2701ceed56d_4_0"/>
            <p:cNvPicPr preferRelativeResize="0"/>
            <p:nvPr/>
          </p:nvPicPr>
          <p:blipFill rotWithShape="1">
            <a:blip r:embed="rId14">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123" name="Google Shape;1123;g2701ceed56d_4_0"/>
            <p:cNvPicPr preferRelativeResize="0"/>
            <p:nvPr/>
          </p:nvPicPr>
          <p:blipFill rotWithShape="1">
            <a:blip r:embed="rId15">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124" name="Google Shape;1124;g2701ceed56d_4_0"/>
            <p:cNvPicPr preferRelativeResize="0"/>
            <p:nvPr/>
          </p:nvPicPr>
          <p:blipFill rotWithShape="1">
            <a:blip r:embed="rId16">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125" name="Google Shape;1125;g2701ceed56d_4_0"/>
            <p:cNvPicPr preferRelativeResize="0"/>
            <p:nvPr/>
          </p:nvPicPr>
          <p:blipFill rotWithShape="1">
            <a:blip r:embed="rId17">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126" name="Google Shape;1126;g2701ceed56d_4_0"/>
            <p:cNvPicPr preferRelativeResize="0"/>
            <p:nvPr/>
          </p:nvPicPr>
          <p:blipFill rotWithShape="1">
            <a:blip r:embed="rId18">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127" name="Google Shape;1127;g2701ceed56d_4_0"/>
            <p:cNvPicPr preferRelativeResize="0"/>
            <p:nvPr/>
          </p:nvPicPr>
          <p:blipFill rotWithShape="1">
            <a:blip r:embed="rId19">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128" name="Google Shape;1128;g2701ceed56d_4_0" title="JL687-77F.png"/>
            <p:cNvPicPr preferRelativeResize="0"/>
            <p:nvPr/>
          </p:nvPicPr>
          <p:blipFill rotWithShape="1">
            <a:blip r:embed="rId20">
              <a:alphaModFix/>
            </a:blip>
            <a:srcRect l="59" r="59"/>
            <a:stretch/>
          </p:blipFill>
          <p:spPr>
            <a:xfrm>
              <a:off x="18850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29" name="Google Shape;1129;g2701ceed56d_4_0" title="JL687-78F.png"/>
            <p:cNvPicPr preferRelativeResize="0"/>
            <p:nvPr/>
          </p:nvPicPr>
          <p:blipFill rotWithShape="1">
            <a:blip r:embed="rId21">
              <a:alphaModFix/>
            </a:blip>
            <a:srcRect l="59" r="59"/>
            <a:stretch/>
          </p:blipFill>
          <p:spPr>
            <a:xfrm>
              <a:off x="27941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30" name="Google Shape;1130;g2701ceed56d_4_0" title="JL687-79F.png"/>
            <p:cNvPicPr preferRelativeResize="0"/>
            <p:nvPr/>
          </p:nvPicPr>
          <p:blipFill rotWithShape="1">
            <a:blip r:embed="rId22">
              <a:alphaModFix/>
            </a:blip>
            <a:srcRect t="19" b="29"/>
            <a:stretch/>
          </p:blipFill>
          <p:spPr>
            <a:xfrm>
              <a:off x="37032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31" name="Google Shape;1131;g2701ceed56d_4_0" title="JL687-80F.png"/>
            <p:cNvPicPr preferRelativeResize="0"/>
            <p:nvPr/>
          </p:nvPicPr>
          <p:blipFill rotWithShape="1">
            <a:blip r:embed="rId23">
              <a:alphaModFix/>
            </a:blip>
            <a:srcRect l="59" r="59"/>
            <a:stretch/>
          </p:blipFill>
          <p:spPr>
            <a:xfrm>
              <a:off x="4612280" y="2207520"/>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pic>
        <p:nvPicPr>
          <p:cNvPr id="1137" name="Google Shape;1137;g27396dc95f3_0_0"/>
          <p:cNvPicPr preferRelativeResize="0"/>
          <p:nvPr/>
        </p:nvPicPr>
        <p:blipFill rotWithShape="1">
          <a:blip r:embed="rId3">
            <a:alphaModFix/>
          </a:blip>
          <a:srcRect r="52301"/>
          <a:stretch/>
        </p:blipFill>
        <p:spPr>
          <a:xfrm>
            <a:off x="734898" y="2739000"/>
            <a:ext cx="1102675" cy="1136550"/>
          </a:xfrm>
          <a:prstGeom prst="rect">
            <a:avLst/>
          </a:prstGeom>
          <a:noFill/>
          <a:ln>
            <a:noFill/>
          </a:ln>
        </p:spPr>
      </p:pic>
      <p:pic>
        <p:nvPicPr>
          <p:cNvPr id="1138" name="Google Shape;1138;g27396dc95f3_0_0"/>
          <p:cNvPicPr preferRelativeResize="0"/>
          <p:nvPr/>
        </p:nvPicPr>
        <p:blipFill rotWithShape="1">
          <a:blip r:embed="rId4">
            <a:alphaModFix/>
          </a:blip>
          <a:srcRect/>
          <a:stretch/>
        </p:blipFill>
        <p:spPr>
          <a:xfrm>
            <a:off x="5108591" y="2729640"/>
            <a:ext cx="1834898" cy="1273811"/>
          </a:xfrm>
          <a:prstGeom prst="rect">
            <a:avLst/>
          </a:prstGeom>
          <a:noFill/>
          <a:ln>
            <a:noFill/>
          </a:ln>
        </p:spPr>
      </p:pic>
      <p:pic>
        <p:nvPicPr>
          <p:cNvPr id="1139" name="Google Shape;1139;g27396dc95f3_0_0"/>
          <p:cNvPicPr preferRelativeResize="0"/>
          <p:nvPr/>
        </p:nvPicPr>
        <p:blipFill rotWithShape="1">
          <a:blip r:embed="rId5">
            <a:alphaModFix/>
          </a:blip>
          <a:srcRect r="52284"/>
          <a:stretch/>
        </p:blipFill>
        <p:spPr>
          <a:xfrm>
            <a:off x="2804677" y="2729650"/>
            <a:ext cx="1102675" cy="1134000"/>
          </a:xfrm>
          <a:prstGeom prst="rect">
            <a:avLst/>
          </a:prstGeom>
          <a:noFill/>
          <a:ln>
            <a:noFill/>
          </a:ln>
        </p:spPr>
      </p:pic>
      <p:pic>
        <p:nvPicPr>
          <p:cNvPr id="1140" name="Google Shape;1140;g27396dc95f3_0_0"/>
          <p:cNvPicPr preferRelativeResize="0"/>
          <p:nvPr/>
        </p:nvPicPr>
        <p:blipFill rotWithShape="1">
          <a:blip r:embed="rId6">
            <a:alphaModFix/>
          </a:blip>
          <a:srcRect/>
          <a:stretch/>
        </p:blipFill>
        <p:spPr>
          <a:xfrm>
            <a:off x="7015632" y="2714418"/>
            <a:ext cx="1755800" cy="1320300"/>
          </a:xfrm>
          <a:prstGeom prst="rect">
            <a:avLst/>
          </a:prstGeom>
          <a:noFill/>
          <a:ln>
            <a:noFill/>
          </a:ln>
        </p:spPr>
      </p:pic>
      <p:pic>
        <p:nvPicPr>
          <p:cNvPr id="1141" name="Google Shape;1141;g27396dc95f3_0_0"/>
          <p:cNvPicPr preferRelativeResize="0"/>
          <p:nvPr/>
        </p:nvPicPr>
        <p:blipFill rotWithShape="1">
          <a:blip r:embed="rId3">
            <a:alphaModFix/>
          </a:blip>
          <a:srcRect l="49634"/>
          <a:stretch/>
        </p:blipFill>
        <p:spPr>
          <a:xfrm>
            <a:off x="1661711" y="2746876"/>
            <a:ext cx="1164325" cy="1136550"/>
          </a:xfrm>
          <a:prstGeom prst="rect">
            <a:avLst/>
          </a:prstGeom>
          <a:noFill/>
          <a:ln>
            <a:noFill/>
          </a:ln>
        </p:spPr>
      </p:pic>
      <p:pic>
        <p:nvPicPr>
          <p:cNvPr id="1142" name="Google Shape;1142;g27396dc95f3_0_0"/>
          <p:cNvPicPr preferRelativeResize="0"/>
          <p:nvPr/>
        </p:nvPicPr>
        <p:blipFill rotWithShape="1">
          <a:blip r:embed="rId5">
            <a:alphaModFix/>
          </a:blip>
          <a:srcRect l="52285"/>
          <a:stretch/>
        </p:blipFill>
        <p:spPr>
          <a:xfrm>
            <a:off x="3859226" y="2724088"/>
            <a:ext cx="1102675" cy="1134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384</Words>
  <Application>Microsoft Office PowerPoint</Application>
  <PresentationFormat>On-screen Show (4:3)</PresentationFormat>
  <Paragraphs>99</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Jost</vt:lpstr>
      <vt:lpstr>Poppins</vt:lpstr>
      <vt:lpstr>Nunito Black</vt:lpstr>
      <vt:lpstr>Calibri</vt:lpstr>
      <vt:lpstr>Poppins SemiBold</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 Christmas school sugar.</vt:lpstr>
      <vt:lpstr>Teach Homophones:  jeans / genes.</vt:lpstr>
      <vt:lpstr>Review Common Exception Words of have.</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2026-05-27T05:05:27Z</dcterms:modified>
</cp:coreProperties>
</file>