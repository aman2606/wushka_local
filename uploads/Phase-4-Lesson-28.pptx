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6858000" type="screen4x3"/>
  <p:notesSz cx="6858000" cy="9144000"/>
  <p:embeddedFontLst>
    <p:embeddedFont>
      <p:font typeface="Jost" panose="020B0604020202020204" charset="0"/>
      <p:regular r:id="rId26"/>
      <p:bold r:id="rId27"/>
      <p:italic r:id="rId28"/>
      <p:boldItalic r:id="rId29"/>
    </p:embeddedFont>
    <p:embeddedFont>
      <p:font typeface="Nunito Black" pitchFamily="2" charset="0"/>
      <p:bold r:id="rId30"/>
      <p:boldItalic r:id="rId31"/>
    </p:embeddedFont>
    <p:embeddedFont>
      <p:font typeface="Poppins" panose="00000500000000000000" pitchFamily="2" charset="0"/>
      <p:regular r:id="rId32"/>
      <p:bold r:id="rId33"/>
      <p:italic r:id="rId34"/>
      <p:boldItalic r:id="rId35"/>
    </p:embeddedFont>
    <p:embeddedFont>
      <p:font typeface="Poppins Medium" panose="00000600000000000000" pitchFamily="2" charset="0"/>
      <p:regular r:id="rId36"/>
      <p:bold r:id="rId37"/>
      <p:italic r:id="rId38"/>
      <p:boldItalic r:id="rId39"/>
    </p:embeddedFont>
    <p:embeddedFont>
      <p:font typeface="Poppins SemiBold" panose="00000700000000000000" pitchFamily="2"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0" roundtripDataSignature="AMtx7mjG7aeSc2lUJjjVkMQRvR7YVBcbc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2ADE50F-AA2C-4146-8014-F1F7BFFDE61B}">
  <a:tblStyle styleId="{E2ADE50F-AA2C-4146-8014-F1F7BFFDE61B}"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368" autoAdjust="0"/>
    <p:restoredTop sz="94660"/>
  </p:normalViewPr>
  <p:slideViewPr>
    <p:cSldViewPr snapToGrid="0">
      <p:cViewPr varScale="1">
        <p:scale>
          <a:sx n="105" d="100"/>
          <a:sy n="105" d="100"/>
        </p:scale>
        <p:origin x="1866"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font" Target="fonts/font17.fntdata"/><Relationship Id="rId50"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font" Target="fonts/font18.fntdata"/><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font" Target="fonts/font16.fntdata"/><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
        <p:cNvGrpSpPr/>
        <p:nvPr/>
      </p:nvGrpSpPr>
      <p:grpSpPr>
        <a:xfrm>
          <a:off x="0" y="0"/>
          <a:ext cx="0" cy="0"/>
          <a:chOff x="0" y="0"/>
          <a:chExt cx="0" cy="0"/>
        </a:xfrm>
      </p:grpSpPr>
      <p:sp>
        <p:nvSpPr>
          <p:cNvPr id="712" name="Google Shape;712;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3" name="Google Shape;713;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3"/>
        <p:cNvGrpSpPr/>
        <p:nvPr/>
      </p:nvGrpSpPr>
      <p:grpSpPr>
        <a:xfrm>
          <a:off x="0" y="0"/>
          <a:ext cx="0" cy="0"/>
          <a:chOff x="0" y="0"/>
          <a:chExt cx="0" cy="0"/>
        </a:xfrm>
      </p:grpSpPr>
      <p:sp>
        <p:nvSpPr>
          <p:cNvPr id="724" name="Google Shape;724;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5" name="Google Shape;725;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6" name="Google Shape;726;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3"/>
        <p:cNvGrpSpPr/>
        <p:nvPr/>
      </p:nvGrpSpPr>
      <p:grpSpPr>
        <a:xfrm>
          <a:off x="0" y="0"/>
          <a:ext cx="0" cy="0"/>
          <a:chOff x="0" y="0"/>
          <a:chExt cx="0" cy="0"/>
        </a:xfrm>
      </p:grpSpPr>
      <p:sp>
        <p:nvSpPr>
          <p:cNvPr id="744" name="Google Shape;744;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5" name="Google Shape;745;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6" name="Google Shape;746;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3"/>
        <p:cNvGrpSpPr/>
        <p:nvPr/>
      </p:nvGrpSpPr>
      <p:grpSpPr>
        <a:xfrm>
          <a:off x="0" y="0"/>
          <a:ext cx="0" cy="0"/>
          <a:chOff x="0" y="0"/>
          <a:chExt cx="0" cy="0"/>
        </a:xfrm>
      </p:grpSpPr>
      <p:sp>
        <p:nvSpPr>
          <p:cNvPr id="774" name="Google Shape;774;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5" name="Google Shape;775;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6" name="Google Shape;776;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8"/>
        <p:cNvGrpSpPr/>
        <p:nvPr/>
      </p:nvGrpSpPr>
      <p:grpSpPr>
        <a:xfrm>
          <a:off x="0" y="0"/>
          <a:ext cx="0" cy="0"/>
          <a:chOff x="0" y="0"/>
          <a:chExt cx="0" cy="0"/>
        </a:xfrm>
      </p:grpSpPr>
      <p:sp>
        <p:nvSpPr>
          <p:cNvPr id="809" name="Google Shape;809;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0" name="Google Shape;810;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1" name="Google Shape;811;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1" name="Google Shape;831;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2" name="Google Shape;832;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p:cNvGrpSpPr/>
        <p:nvPr/>
      </p:nvGrpSpPr>
      <p:grpSpPr>
        <a:xfrm>
          <a:off x="0" y="0"/>
          <a:ext cx="0" cy="0"/>
          <a:chOff x="0" y="0"/>
          <a:chExt cx="0" cy="0"/>
        </a:xfrm>
      </p:grpSpPr>
      <p:sp>
        <p:nvSpPr>
          <p:cNvPr id="865" name="Google Shape;865;g26b94af6077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6" name="Google Shape;866;g26b94af6077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7" name="Google Shape;867;g26b94af6077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2"/>
        <p:cNvGrpSpPr/>
        <p:nvPr/>
      </p:nvGrpSpPr>
      <p:grpSpPr>
        <a:xfrm>
          <a:off x="0" y="0"/>
          <a:ext cx="0" cy="0"/>
          <a:chOff x="0" y="0"/>
          <a:chExt cx="0" cy="0"/>
        </a:xfrm>
      </p:grpSpPr>
      <p:sp>
        <p:nvSpPr>
          <p:cNvPr id="883" name="Google Shape;883;g2cf1f75ecdd_0_15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4" name="Google Shape;884;g2cf1f75ecdd_0_15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5" name="Google Shape;885;g2cf1f75ecdd_0_15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0"/>
        <p:cNvGrpSpPr/>
        <p:nvPr/>
      </p:nvGrpSpPr>
      <p:grpSpPr>
        <a:xfrm>
          <a:off x="0" y="0"/>
          <a:ext cx="0" cy="0"/>
          <a:chOff x="0" y="0"/>
          <a:chExt cx="0" cy="0"/>
        </a:xfrm>
      </p:grpSpPr>
      <p:sp>
        <p:nvSpPr>
          <p:cNvPr id="891" name="Google Shape;891;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2" name="Google Shape;892;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3" name="Google Shape;893;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8"/>
        <p:cNvGrpSpPr/>
        <p:nvPr/>
      </p:nvGrpSpPr>
      <p:grpSpPr>
        <a:xfrm>
          <a:off x="0" y="0"/>
          <a:ext cx="0" cy="0"/>
          <a:chOff x="0" y="0"/>
          <a:chExt cx="0" cy="0"/>
        </a:xfrm>
      </p:grpSpPr>
      <p:sp>
        <p:nvSpPr>
          <p:cNvPr id="899" name="Google Shape;899;g2c4feb0fda9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0" name="Google Shape;900;g2c4feb0fda9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1" name="Google Shape;901;g2c4feb0fda9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8"/>
        <p:cNvGrpSpPr/>
        <p:nvPr/>
      </p:nvGrpSpPr>
      <p:grpSpPr>
        <a:xfrm>
          <a:off x="0" y="0"/>
          <a:ext cx="0" cy="0"/>
          <a:chOff x="0" y="0"/>
          <a:chExt cx="0" cy="0"/>
        </a:xfrm>
      </p:grpSpPr>
      <p:sp>
        <p:nvSpPr>
          <p:cNvPr id="939" name="Google Shape;939;g2d0bf6fb1f2_0_6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0" name="Google Shape;940;g2d0bf6fb1f2_0_6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1" name="Google Shape;941;g2d0bf6fb1f2_0_6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8"/>
        <p:cNvGrpSpPr/>
        <p:nvPr/>
      </p:nvGrpSpPr>
      <p:grpSpPr>
        <a:xfrm>
          <a:off x="0" y="0"/>
          <a:ext cx="0" cy="0"/>
          <a:chOff x="0" y="0"/>
          <a:chExt cx="0" cy="0"/>
        </a:xfrm>
      </p:grpSpPr>
      <p:sp>
        <p:nvSpPr>
          <p:cNvPr id="979" name="Google Shape;979;g2d0bf6fb1f2_0_9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0" name="Google Shape;980;g2d0bf6fb1f2_0_9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1" name="Google Shape;981;g2d0bf6fb1f2_0_9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8"/>
        <p:cNvGrpSpPr/>
        <p:nvPr/>
      </p:nvGrpSpPr>
      <p:grpSpPr>
        <a:xfrm>
          <a:off x="0" y="0"/>
          <a:ext cx="0" cy="0"/>
          <a:chOff x="0" y="0"/>
          <a:chExt cx="0" cy="0"/>
        </a:xfrm>
      </p:grpSpPr>
      <p:sp>
        <p:nvSpPr>
          <p:cNvPr id="1019" name="Google Shape;1019;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0" name="Google Shape;1020;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1" name="Google Shape;1021;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6"/>
        <p:cNvGrpSpPr/>
        <p:nvPr/>
      </p:nvGrpSpPr>
      <p:grpSpPr>
        <a:xfrm>
          <a:off x="0" y="0"/>
          <a:ext cx="0" cy="0"/>
          <a:chOff x="0" y="0"/>
          <a:chExt cx="0" cy="0"/>
        </a:xfrm>
      </p:grpSpPr>
      <p:sp>
        <p:nvSpPr>
          <p:cNvPr id="1027" name="Google Shape;1027;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8" name="Google Shape;1028;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9" name="Google Shape;1029;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5"/>
        <p:cNvGrpSpPr/>
        <p:nvPr/>
      </p:nvGrpSpPr>
      <p:grpSpPr>
        <a:xfrm>
          <a:off x="0" y="0"/>
          <a:ext cx="0" cy="0"/>
          <a:chOff x="0" y="0"/>
          <a:chExt cx="0" cy="0"/>
        </a:xfrm>
      </p:grpSpPr>
      <p:sp>
        <p:nvSpPr>
          <p:cNvPr id="1036" name="Google Shape;1036;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7" name="Google Shape;1037;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8" name="Google Shape;1038;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4"/>
        <p:cNvGrpSpPr/>
        <p:nvPr/>
      </p:nvGrpSpPr>
      <p:grpSpPr>
        <a:xfrm>
          <a:off x="0" y="0"/>
          <a:ext cx="0" cy="0"/>
          <a:chOff x="0" y="0"/>
          <a:chExt cx="0" cy="0"/>
        </a:xfrm>
      </p:grpSpPr>
      <p:sp>
        <p:nvSpPr>
          <p:cNvPr id="1045" name="Google Shape;1045;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6" name="Google Shape;1046;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7" name="Google Shape;1047;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3"/>
        <p:cNvGrpSpPr/>
        <p:nvPr/>
      </p:nvGrpSpPr>
      <p:grpSpPr>
        <a:xfrm>
          <a:off x="0" y="0"/>
          <a:ext cx="0" cy="0"/>
          <a:chOff x="0" y="0"/>
          <a:chExt cx="0" cy="0"/>
        </a:xfrm>
      </p:grpSpPr>
      <p:sp>
        <p:nvSpPr>
          <p:cNvPr id="1054" name="Google Shape;1054;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5" name="Google Shape;1055;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6" name="Google Shape;1056;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2"/>
        <p:cNvGrpSpPr/>
        <p:nvPr/>
      </p:nvGrpSpPr>
      <p:grpSpPr>
        <a:xfrm>
          <a:off x="0" y="0"/>
          <a:ext cx="0" cy="0"/>
          <a:chOff x="0" y="0"/>
          <a:chExt cx="0" cy="0"/>
        </a:xfrm>
      </p:grpSpPr>
      <p:sp>
        <p:nvSpPr>
          <p:cNvPr id="1063" name="Google Shape;1063;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4" name="Google Shape;1064;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5" name="Google Shape;1065;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1"/>
        <p:cNvGrpSpPr/>
        <p:nvPr/>
      </p:nvGrpSpPr>
      <p:grpSpPr>
        <a:xfrm>
          <a:off x="0" y="0"/>
          <a:ext cx="0" cy="0"/>
          <a:chOff x="0" y="0"/>
          <a:chExt cx="0" cy="0"/>
        </a:xfrm>
      </p:grpSpPr>
      <p:sp>
        <p:nvSpPr>
          <p:cNvPr id="1072" name="Google Shape;1072;g2d0bf6fb1f2_0_15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3" name="Google Shape;1073;g2d0bf6fb1f2_0_15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4" name="Google Shape;1074;g2d0bf6fb1f2_0_15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0"/>
        <p:cNvGrpSpPr/>
        <p:nvPr/>
      </p:nvGrpSpPr>
      <p:grpSpPr>
        <a:xfrm>
          <a:off x="0" y="0"/>
          <a:ext cx="0" cy="0"/>
          <a:chOff x="0" y="0"/>
          <a:chExt cx="0" cy="0"/>
        </a:xfrm>
      </p:grpSpPr>
      <p:sp>
        <p:nvSpPr>
          <p:cNvPr id="1081" name="Google Shape;1081;g2d0bf6fb1f2_0_1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2" name="Google Shape;1082;g2d0bf6fb1f2_0_1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3" name="Google Shape;1083;g2d0bf6fb1f2_0_1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9"/>
        <p:cNvGrpSpPr/>
        <p:nvPr/>
      </p:nvGrpSpPr>
      <p:grpSpPr>
        <a:xfrm>
          <a:off x="0" y="0"/>
          <a:ext cx="0" cy="0"/>
          <a:chOff x="0" y="0"/>
          <a:chExt cx="0" cy="0"/>
        </a:xfrm>
      </p:grpSpPr>
      <p:sp>
        <p:nvSpPr>
          <p:cNvPr id="1090" name="Google Shape;1090;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1" name="Google Shape;1091;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2" name="Google Shape;1092;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8"/>
        <p:cNvGrpSpPr/>
        <p:nvPr/>
      </p:nvGrpSpPr>
      <p:grpSpPr>
        <a:xfrm>
          <a:off x="0" y="0"/>
          <a:ext cx="0" cy="0"/>
          <a:chOff x="0" y="0"/>
          <a:chExt cx="0" cy="0"/>
        </a:xfrm>
      </p:grpSpPr>
      <p:sp>
        <p:nvSpPr>
          <p:cNvPr id="1099" name="Google Shape;1099;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0" name="Google Shape;1100;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1" name="Google Shape;1101;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5"/>
        <p:cNvGrpSpPr/>
        <p:nvPr/>
      </p:nvGrpSpPr>
      <p:grpSpPr>
        <a:xfrm>
          <a:off x="0" y="0"/>
          <a:ext cx="0" cy="0"/>
          <a:chOff x="0" y="0"/>
          <a:chExt cx="0" cy="0"/>
        </a:xfrm>
      </p:grpSpPr>
      <p:sp>
        <p:nvSpPr>
          <p:cNvPr id="1136" name="Google Shape;1136;g2d0bf6fb1f2_0_2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7" name="Google Shape;1137;g2d0bf6fb1f2_0_2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38" name="Google Shape;1138;g2d0bf6fb1f2_0_2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8DC63F"/>
                </a:solidFill>
                <a:latin typeface="Poppins SemiBold"/>
                <a:ea typeface="Poppins SemiBold"/>
                <a:cs typeface="Poppins SemiBold"/>
                <a:sym typeface="Poppins SemiBold"/>
              </a:rPr>
              <a:t>Phase 4</a:t>
            </a:r>
            <a:endParaRPr sz="6000" b="0" i="0" u="none" strike="noStrike" cap="none">
              <a:solidFill>
                <a:srgbClr val="8DC63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323576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9" name="Google Shape;39;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40" name="Google Shape;40;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785453"/>
            <a:ext cx="4850100" cy="15975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4902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9901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Objective</a:t>
            </a:r>
            <a:endParaRPr sz="3200" b="0" i="0" u="none" strike="noStrike" cap="none">
              <a:solidFill>
                <a:srgbClr val="8DC63F"/>
              </a:solidFill>
              <a:latin typeface="Poppins Medium"/>
              <a:ea typeface="Poppins Medium"/>
              <a:cs typeface="Poppins Medium"/>
              <a:sym typeface="Poppins Medium"/>
            </a:endParaRPr>
          </a:p>
        </p:txBody>
      </p:sp>
      <p:sp>
        <p:nvSpPr>
          <p:cNvPr id="47" name="Google Shape;47;p15"/>
          <p:cNvSpPr txBox="1"/>
          <p:nvPr/>
        </p:nvSpPr>
        <p:spPr>
          <a:xfrm>
            <a:off x="856314" y="22387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Review</a:t>
            </a:r>
            <a:endParaRPr sz="3200" b="0" i="0" u="none" strike="noStrike" cap="none">
              <a:solidFill>
                <a:srgbClr val="8DC63F"/>
              </a:solidFill>
              <a:latin typeface="Poppins Medium"/>
              <a:ea typeface="Poppins Medium"/>
              <a:cs typeface="Poppins Medium"/>
              <a:sym typeface="Poppins Medium"/>
            </a:endParaRPr>
          </a:p>
        </p:txBody>
      </p:sp>
      <p:cxnSp>
        <p:nvCxnSpPr>
          <p:cNvPr id="48" name="Google Shape;48;p15"/>
          <p:cNvCxnSpPr/>
          <p:nvPr/>
        </p:nvCxnSpPr>
        <p:spPr>
          <a:xfrm>
            <a:off x="865586" y="33831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0" name="Google Shape;50;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1" name="Google Shape;51;p15"/>
          <p:cNvGrpSpPr/>
          <p:nvPr/>
        </p:nvGrpSpPr>
        <p:grpSpPr>
          <a:xfrm>
            <a:off x="357775" y="5983875"/>
            <a:ext cx="586800" cy="571500"/>
            <a:chOff x="662575" y="6212475"/>
            <a:chExt cx="586800" cy="571500"/>
          </a:xfrm>
        </p:grpSpPr>
        <p:sp>
          <p:nvSpPr>
            <p:cNvPr id="52" name="Google Shape;52;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323576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9" name="Google Shape;69;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1" name="Google Shape;71;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 name="Google Shape;72;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3" name="Google Shape;73;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4" name="Google Shape;74;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323576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5" name="Google Shape;95;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 name="Google Shape;96;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7" name="Google Shape;97;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 name="Google Shape;98;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9" name="Google Shape;99;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 name="Google Shape;100;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1" name="Google Shape;101;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2" name="Google Shape;102;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Two Syllable Words</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8DC63F"/>
                </a:solidFill>
                <a:latin typeface="Poppins Medium"/>
                <a:ea typeface="Poppins Medium"/>
                <a:cs typeface="Poppins Medium"/>
                <a:sym typeface="Poppins Medium"/>
              </a:rPr>
              <a:t>Week 6 - Wednesday</a:t>
            </a:r>
            <a:endParaRPr sz="1800" b="0" i="0" u="none" strike="noStrike" cap="none">
              <a:solidFill>
                <a:srgbClr val="8DC63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8DC63F"/>
                </a:solidFill>
                <a:latin typeface="Poppins Medium"/>
                <a:ea typeface="Poppins Medium"/>
                <a:cs typeface="Poppins Medium"/>
                <a:sym typeface="Poppins Medium"/>
              </a:rPr>
              <a:t>Lesson 28</a:t>
            </a:r>
            <a:endParaRPr sz="1800" b="0" i="0" u="none" strike="noStrike" cap="none">
              <a:solidFill>
                <a:srgbClr val="8DC63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8DC63F"/>
              </a:buClr>
              <a:buSzPts val="3200"/>
              <a:buFont typeface="Poppins Medium"/>
              <a:buNone/>
              <a:defRPr sz="3200">
                <a:solidFill>
                  <a:srgbClr val="8DC63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End of Session</a:t>
            </a:r>
            <a:endParaRPr sz="3200" b="0" i="0" u="none" strike="noStrike" cap="none">
              <a:solidFill>
                <a:srgbClr val="8DC63F"/>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750"/>
            <a:chOff x="-36800" y="-52000"/>
            <a:chExt cx="9236100" cy="54375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3235760" y="8825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79" name="Google Shape;179;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0" name="Google Shape;180;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81" name="Google Shape;181;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2" name="Google Shape;182;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3" name="Google Shape;183;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4" name="Google Shape;184;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5" name="Google Shape;185;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6" name="Google Shape;186;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9" name="Google Shape;189;g2c235dd0dad_1_8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90" name="Google Shape;190;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1" name="Google Shape;191;g2c235dd0dad_1_8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2" name="Google Shape;192;g2c235dd0dad_1_8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3" name="Google Shape;193;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4" name="Google Shape;194;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195" name="Google Shape;195;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6" name="Google Shape;196;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7" name="Google Shape;197;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8" name="Google Shape;198;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9" name="Google Shape;19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00" name="Google Shape;20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201" name="Google Shape;201;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2" name="Google Shape;20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3" name="Google Shape;20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4" name="Google Shape;20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5" name="Google Shape;20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6" name="Google Shape;20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7" name="Google Shape;20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8" name="Google Shape;20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9" name="Google Shape;209;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0" name="Google Shape;220;g1f3daf8a844_0_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21" name="Google Shape;221;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2" name="Google Shape;222;g1f3daf8a844_0_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1f3daf8a844_0_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4" name="Google Shape;22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5" name="Google Shape;225;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26" name="Google Shape;226;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27" name="Google Shape;227;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8" name="Google Shape;228;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9" name="Google Shape;22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30" name="Google Shape;23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cxnSp>
        <p:nvCxnSpPr>
          <p:cNvPr id="231" name="Google Shape;23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2" name="Google Shape;23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3" name="Google Shape;23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4" name="Google Shape;23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6" name="Google Shape;23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7" name="Google Shape;23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8" name="Google Shape;238;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2c157a2fb06_0_5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0" name="Google Shape;250;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1" name="Google Shape;251;g2c157a2fb06_0_5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2c157a2fb06_0_5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4" name="Google Shape;254;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55" name="Google Shape;255;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6" name="Google Shape;256;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7" name="Google Shape;257;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8" name="Google Shape;25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59" name="Google Shape;25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Quickwrite</a:t>
            </a:r>
            <a:endParaRPr sz="3000" b="0" i="0" u="none" strike="noStrike" cap="none">
              <a:solidFill>
                <a:srgbClr val="8DC63F"/>
              </a:solidFill>
              <a:latin typeface="Poppins Medium"/>
              <a:ea typeface="Poppins Medium"/>
              <a:cs typeface="Poppins Medium"/>
              <a:sym typeface="Poppins Medium"/>
            </a:endParaRPr>
          </a:p>
        </p:txBody>
      </p:sp>
      <p:sp>
        <p:nvSpPr>
          <p:cNvPr id="260" name="Google Shape;260;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1" name="Google Shape;261;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2" name="Google Shape;262;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3" name="Google Shape;263;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4" name="Google Shape;264;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5" name="Google Shape;265;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6" name="Google Shape;266;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7" name="Google Shape;267;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8" name="Google Shape;268;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69" name="Google Shape;269;g2c157a2fb06_0_53"/>
          <p:cNvGrpSpPr/>
          <p:nvPr/>
        </p:nvGrpSpPr>
        <p:grpSpPr>
          <a:xfrm>
            <a:off x="1403031" y="6958923"/>
            <a:ext cx="6774848" cy="1291477"/>
            <a:chOff x="717231" y="7263723"/>
            <a:chExt cx="6774848" cy="1291477"/>
          </a:xfrm>
        </p:grpSpPr>
        <p:sp>
          <p:nvSpPr>
            <p:cNvPr id="270" name="Google Shape;270;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71" name="Google Shape;271;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2" name="Google Shape;272;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3" name="Google Shape;273;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4" name="Google Shape;274;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75" name="Google Shape;275;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76" name="Google Shape;276;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77" name="Google Shape;277;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78" name="Google Shape;278;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9" name="Google Shape;279;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0" name="Google Shape;280;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1" name="Google Shape;281;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2" name="Google Shape;282;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3" name="Google Shape;283;g2c157a2fb06_0_53"/>
          <p:cNvGrpSpPr/>
          <p:nvPr/>
        </p:nvGrpSpPr>
        <p:grpSpPr>
          <a:xfrm>
            <a:off x="662575" y="6212475"/>
            <a:ext cx="586800" cy="571500"/>
            <a:chOff x="662575" y="6212475"/>
            <a:chExt cx="586800" cy="571500"/>
          </a:xfrm>
        </p:grpSpPr>
        <p:sp>
          <p:nvSpPr>
            <p:cNvPr id="284" name="Google Shape;284;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5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7" name="Google Shape;287;g2c157a2fb06_0_53"/>
          <p:cNvGrpSpPr/>
          <p:nvPr/>
        </p:nvGrpSpPr>
        <p:grpSpPr>
          <a:xfrm>
            <a:off x="7894350" y="6212475"/>
            <a:ext cx="586800" cy="571500"/>
            <a:chOff x="7894350" y="6212475"/>
            <a:chExt cx="586800" cy="571500"/>
          </a:xfrm>
        </p:grpSpPr>
        <p:sp>
          <p:nvSpPr>
            <p:cNvPr id="288" name="Google Shape;288;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5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5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1"/>
        <p:cNvGrpSpPr/>
        <p:nvPr/>
      </p:nvGrpSpPr>
      <p:grpSpPr>
        <a:xfrm>
          <a:off x="0" y="0"/>
          <a:ext cx="0" cy="0"/>
          <a:chOff x="0" y="0"/>
          <a:chExt cx="0" cy="0"/>
        </a:xfrm>
      </p:grpSpPr>
      <p:sp>
        <p:nvSpPr>
          <p:cNvPr id="292" name="Google Shape;292;g2c157a2fb06_0_15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3" name="Google Shape;293;g2c157a2fb06_0_15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4" name="Google Shape;294;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5" name="Google Shape;295;g2c157a2fb06_0_15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15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8" name="Google Shape;298;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pic>
        <p:nvPicPr>
          <p:cNvPr id="299" name="Google Shape;299;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0" name="Google Shape;300;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1" name="Google Shape;301;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8DC63F"/>
              </a:buClr>
              <a:buSzPts val="2400"/>
              <a:buNone/>
              <a:defRPr>
                <a:solidFill>
                  <a:srgbClr val="8DC63F"/>
                </a:solidFill>
              </a:defRPr>
            </a:lvl2pPr>
            <a:lvl3pPr lvl="2" algn="r">
              <a:lnSpc>
                <a:spcPct val="90000"/>
              </a:lnSpc>
              <a:spcBef>
                <a:spcPts val="500"/>
              </a:spcBef>
              <a:spcAft>
                <a:spcPts val="0"/>
              </a:spcAft>
              <a:buClr>
                <a:srgbClr val="8DC63F"/>
              </a:buClr>
              <a:buSzPts val="2000"/>
              <a:buNone/>
              <a:defRPr>
                <a:solidFill>
                  <a:srgbClr val="8DC63F"/>
                </a:solidFill>
              </a:defRPr>
            </a:lvl3pPr>
            <a:lvl4pPr lvl="3" algn="r">
              <a:lnSpc>
                <a:spcPct val="90000"/>
              </a:lnSpc>
              <a:spcBef>
                <a:spcPts val="500"/>
              </a:spcBef>
              <a:spcAft>
                <a:spcPts val="0"/>
              </a:spcAft>
              <a:buClr>
                <a:srgbClr val="8DC63F"/>
              </a:buClr>
              <a:buSzPts val="1800"/>
              <a:buNone/>
              <a:defRPr>
                <a:solidFill>
                  <a:srgbClr val="8DC63F"/>
                </a:solidFill>
              </a:defRPr>
            </a:lvl4pPr>
            <a:lvl5pPr lvl="4" algn="r">
              <a:lnSpc>
                <a:spcPct val="90000"/>
              </a:lnSpc>
              <a:spcBef>
                <a:spcPts val="500"/>
              </a:spcBef>
              <a:spcAft>
                <a:spcPts val="0"/>
              </a:spcAft>
              <a:buClr>
                <a:srgbClr val="8DC63F"/>
              </a:buClr>
              <a:buSzPts val="1800"/>
              <a:buNone/>
              <a:defRPr>
                <a:solidFill>
                  <a:srgbClr val="8DC63F"/>
                </a:solidFill>
              </a:defRPr>
            </a:lvl5pPr>
            <a:lvl6pPr lvl="5" algn="r">
              <a:lnSpc>
                <a:spcPct val="90000"/>
              </a:lnSpc>
              <a:spcBef>
                <a:spcPts val="500"/>
              </a:spcBef>
              <a:spcAft>
                <a:spcPts val="0"/>
              </a:spcAft>
              <a:buClr>
                <a:srgbClr val="8DC63F"/>
              </a:buClr>
              <a:buSzPts val="1800"/>
              <a:buNone/>
              <a:defRPr>
                <a:solidFill>
                  <a:srgbClr val="8DC63F"/>
                </a:solidFill>
              </a:defRPr>
            </a:lvl6pPr>
            <a:lvl7pPr lvl="6" algn="r">
              <a:lnSpc>
                <a:spcPct val="90000"/>
              </a:lnSpc>
              <a:spcBef>
                <a:spcPts val="500"/>
              </a:spcBef>
              <a:spcAft>
                <a:spcPts val="0"/>
              </a:spcAft>
              <a:buClr>
                <a:srgbClr val="8DC63F"/>
              </a:buClr>
              <a:buSzPts val="1800"/>
              <a:buNone/>
              <a:defRPr>
                <a:solidFill>
                  <a:srgbClr val="8DC63F"/>
                </a:solidFill>
              </a:defRPr>
            </a:lvl7pPr>
            <a:lvl8pPr lvl="7" algn="r">
              <a:lnSpc>
                <a:spcPct val="90000"/>
              </a:lnSpc>
              <a:spcBef>
                <a:spcPts val="500"/>
              </a:spcBef>
              <a:spcAft>
                <a:spcPts val="0"/>
              </a:spcAft>
              <a:buClr>
                <a:srgbClr val="8DC63F"/>
              </a:buClr>
              <a:buSzPts val="1800"/>
              <a:buNone/>
              <a:defRPr>
                <a:solidFill>
                  <a:srgbClr val="8DC63F"/>
                </a:solidFill>
              </a:defRPr>
            </a:lvl8pPr>
            <a:lvl9pPr lvl="8" algn="r">
              <a:lnSpc>
                <a:spcPct val="90000"/>
              </a:lnSpc>
              <a:spcBef>
                <a:spcPts val="500"/>
              </a:spcBef>
              <a:spcAft>
                <a:spcPts val="0"/>
              </a:spcAft>
              <a:buClr>
                <a:srgbClr val="8DC63F"/>
              </a:buClr>
              <a:buSzPts val="1800"/>
              <a:buNone/>
              <a:defRPr>
                <a:solidFill>
                  <a:srgbClr val="8DC63F"/>
                </a:solidFill>
              </a:defRPr>
            </a:lvl9pPr>
          </a:lstStyle>
          <a:p>
            <a:endParaRPr/>
          </a:p>
        </p:txBody>
      </p:sp>
      <p:sp>
        <p:nvSpPr>
          <p:cNvPr id="302" name="Google Shape;302;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3" name="Google Shape;303;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4" name="Google Shape;304;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Full Circle</a:t>
            </a:r>
            <a:endParaRPr sz="3000" b="0" i="0" u="none" strike="noStrike" cap="none">
              <a:solidFill>
                <a:srgbClr val="8DC63F"/>
              </a:solidFill>
              <a:latin typeface="Poppins Medium"/>
              <a:ea typeface="Poppins Medium"/>
              <a:cs typeface="Poppins Medium"/>
              <a:sym typeface="Poppins Medium"/>
            </a:endParaRPr>
          </a:p>
        </p:txBody>
      </p:sp>
      <p:sp>
        <p:nvSpPr>
          <p:cNvPr id="305" name="Google Shape;305;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6" name="Google Shape;306;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0" name="Google Shape;310;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1" name="Google Shape;311;g2c157a2fb06_0_158"/>
          <p:cNvGrpSpPr/>
          <p:nvPr/>
        </p:nvGrpSpPr>
        <p:grpSpPr>
          <a:xfrm>
            <a:off x="662575" y="6212475"/>
            <a:ext cx="586800" cy="571500"/>
            <a:chOff x="662575" y="6212475"/>
            <a:chExt cx="586800" cy="571500"/>
          </a:xfrm>
        </p:grpSpPr>
        <p:sp>
          <p:nvSpPr>
            <p:cNvPr id="312" name="Google Shape;312;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4" name="Google Shape;314;g2c157a2fb06_0_15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5" name="Google Shape;315;g2c157a2fb06_0_158"/>
          <p:cNvGrpSpPr/>
          <p:nvPr/>
        </p:nvGrpSpPr>
        <p:grpSpPr>
          <a:xfrm>
            <a:off x="7894350" y="6212475"/>
            <a:ext cx="586800" cy="571500"/>
            <a:chOff x="7894350" y="6212475"/>
            <a:chExt cx="586800" cy="571500"/>
          </a:xfrm>
        </p:grpSpPr>
        <p:sp>
          <p:nvSpPr>
            <p:cNvPr id="316" name="Google Shape;316;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15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15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19"/>
        <p:cNvGrpSpPr/>
        <p:nvPr/>
      </p:nvGrpSpPr>
      <p:grpSpPr>
        <a:xfrm>
          <a:off x="0" y="0"/>
          <a:ext cx="0" cy="0"/>
          <a:chOff x="0" y="0"/>
          <a:chExt cx="0" cy="0"/>
        </a:xfrm>
      </p:grpSpPr>
      <p:sp>
        <p:nvSpPr>
          <p:cNvPr id="320" name="Google Shape;320;g2c157a2fb06_0_26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2" name="Google Shape;322;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3" name="Google Shape;323;g2c157a2fb06_0_26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26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6" name="Google Shape;326;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327" name="Google Shape;327;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28" name="Google Shape;328;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Picture Match</a:t>
            </a:r>
            <a:endParaRPr sz="3000" b="0" i="0" u="none" strike="noStrike" cap="none">
              <a:solidFill>
                <a:srgbClr val="8DC63F"/>
              </a:solidFill>
              <a:latin typeface="Poppins Medium"/>
              <a:ea typeface="Poppins Medium"/>
              <a:cs typeface="Poppins Medium"/>
              <a:sym typeface="Poppins Medium"/>
            </a:endParaRPr>
          </a:p>
        </p:txBody>
      </p:sp>
      <p:sp>
        <p:nvSpPr>
          <p:cNvPr id="329" name="Google Shape;329;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0" name="Google Shape;330;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1" name="Google Shape;331;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2" name="Google Shape;332;g2c157a2fb06_0_263"/>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3" name="Google Shape;333;g2c157a2fb06_0_263"/>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4" name="Google Shape;334;g2c157a2fb06_0_263"/>
          <p:cNvSpPr txBox="1">
            <a:spLocks noGrp="1"/>
          </p:cNvSpPr>
          <p:nvPr>
            <p:ph type="subTitle" idx="6"/>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263"/>
          <p:cNvSpPr>
            <a:spLocks noGrp="1"/>
          </p:cNvSpPr>
          <p:nvPr>
            <p:ph type="pic" idx="7"/>
          </p:nvPr>
        </p:nvSpPr>
        <p:spPr>
          <a:xfrm>
            <a:off x="5086375" y="4412425"/>
            <a:ext cx="2668800" cy="1291500"/>
          </a:xfrm>
          <a:prstGeom prst="rect">
            <a:avLst/>
          </a:prstGeom>
          <a:noFill/>
          <a:ln>
            <a:noFill/>
          </a:ln>
        </p:spPr>
      </p:sp>
      <p:sp>
        <p:nvSpPr>
          <p:cNvPr id="336" name="Google Shape;336;g2c157a2fb06_0_263"/>
          <p:cNvSpPr>
            <a:spLocks noGrp="1"/>
          </p:cNvSpPr>
          <p:nvPr>
            <p:ph type="pic" idx="8"/>
          </p:nvPr>
        </p:nvSpPr>
        <p:spPr>
          <a:xfrm>
            <a:off x="5086375" y="797675"/>
            <a:ext cx="2668800" cy="1291500"/>
          </a:xfrm>
          <a:prstGeom prst="rect">
            <a:avLst/>
          </a:prstGeom>
          <a:noFill/>
          <a:ln>
            <a:noFill/>
          </a:ln>
        </p:spPr>
      </p:sp>
      <p:sp>
        <p:nvSpPr>
          <p:cNvPr id="337" name="Google Shape;337;g2c157a2fb06_0_263"/>
          <p:cNvSpPr>
            <a:spLocks noGrp="1"/>
          </p:cNvSpPr>
          <p:nvPr>
            <p:ph type="pic" idx="9"/>
          </p:nvPr>
        </p:nvSpPr>
        <p:spPr>
          <a:xfrm>
            <a:off x="5086375" y="2002592"/>
            <a:ext cx="2668800" cy="1291500"/>
          </a:xfrm>
          <a:prstGeom prst="rect">
            <a:avLst/>
          </a:prstGeom>
          <a:noFill/>
          <a:ln>
            <a:noFill/>
          </a:ln>
        </p:spPr>
      </p:sp>
      <p:sp>
        <p:nvSpPr>
          <p:cNvPr id="338" name="Google Shape;338;g2c157a2fb06_0_263"/>
          <p:cNvSpPr>
            <a:spLocks noGrp="1"/>
          </p:cNvSpPr>
          <p:nvPr>
            <p:ph type="pic" idx="13"/>
          </p:nvPr>
        </p:nvSpPr>
        <p:spPr>
          <a:xfrm>
            <a:off x="5086375" y="3207508"/>
            <a:ext cx="2668800" cy="1291500"/>
          </a:xfrm>
          <a:prstGeom prst="rect">
            <a:avLst/>
          </a:prstGeom>
          <a:noFill/>
          <a:ln>
            <a:noFill/>
          </a:ln>
        </p:spPr>
      </p:sp>
      <p:sp>
        <p:nvSpPr>
          <p:cNvPr id="339" name="Google Shape;339;g2c157a2fb06_0_263"/>
          <p:cNvSpPr txBox="1">
            <a:spLocks noGrp="1"/>
          </p:cNvSpPr>
          <p:nvPr>
            <p:ph type="subTitle" idx="14"/>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40" name="Google Shape;340;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2" name="Google Shape;342;g2c157a2fb06_0_263"/>
          <p:cNvGrpSpPr/>
          <p:nvPr/>
        </p:nvGrpSpPr>
        <p:grpSpPr>
          <a:xfrm>
            <a:off x="662575" y="6212475"/>
            <a:ext cx="586800" cy="571500"/>
            <a:chOff x="662575" y="6212475"/>
            <a:chExt cx="586800" cy="571500"/>
          </a:xfrm>
        </p:grpSpPr>
        <p:sp>
          <p:nvSpPr>
            <p:cNvPr id="343" name="Google Shape;343;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26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c157a2fb06_0_26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6" name="Google Shape;346;g2c157a2fb06_0_263"/>
          <p:cNvGrpSpPr/>
          <p:nvPr/>
        </p:nvGrpSpPr>
        <p:grpSpPr>
          <a:xfrm>
            <a:off x="7894350" y="6212475"/>
            <a:ext cx="586800" cy="571500"/>
            <a:chOff x="7894350" y="6212475"/>
            <a:chExt cx="586800" cy="571500"/>
          </a:xfrm>
        </p:grpSpPr>
        <p:sp>
          <p:nvSpPr>
            <p:cNvPr id="347" name="Google Shape;347;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26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9" name="Google Shape;349;g2c157a2fb06_0_26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50"/>
        <p:cNvGrpSpPr/>
        <p:nvPr/>
      </p:nvGrpSpPr>
      <p:grpSpPr>
        <a:xfrm>
          <a:off x="0" y="0"/>
          <a:ext cx="0" cy="0"/>
          <a:chOff x="0" y="0"/>
          <a:chExt cx="0" cy="0"/>
        </a:xfrm>
      </p:grpSpPr>
      <p:sp>
        <p:nvSpPr>
          <p:cNvPr id="351" name="Google Shape;351;g2c157a2fb06_0_46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46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3" name="Google Shape;353;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4" name="Google Shape;354;g2c157a2fb06_0_46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7" name="Google Shape;357;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358" name="Google Shape;358;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59" name="Google Shape;359;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0" name="Google Shape;360;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1" name="Google Shape;361;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2" name="Google Shape;362;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3" name="Google Shape;363;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4" name="Google Shape;364;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65" name="Google Shape;365;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Caption</a:t>
            </a:r>
            <a:endParaRPr sz="3000" b="0" i="0" u="none" strike="noStrike" cap="none">
              <a:solidFill>
                <a:srgbClr val="8DC63F"/>
              </a:solidFill>
              <a:latin typeface="Poppins Medium"/>
              <a:ea typeface="Poppins Medium"/>
              <a:cs typeface="Poppins Medium"/>
              <a:sym typeface="Poppins Medium"/>
            </a:endParaRPr>
          </a:p>
        </p:txBody>
      </p:sp>
      <p:sp>
        <p:nvSpPr>
          <p:cNvPr id="366" name="Google Shape;366;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8" name="Google Shape;368;g2c157a2fb06_0_467"/>
          <p:cNvGrpSpPr/>
          <p:nvPr/>
        </p:nvGrpSpPr>
        <p:grpSpPr>
          <a:xfrm>
            <a:off x="662575" y="6212475"/>
            <a:ext cx="586800" cy="571500"/>
            <a:chOff x="662575" y="6212475"/>
            <a:chExt cx="586800" cy="571500"/>
          </a:xfrm>
        </p:grpSpPr>
        <p:sp>
          <p:nvSpPr>
            <p:cNvPr id="369" name="Google Shape;369;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46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46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2" name="Google Shape;372;g2c157a2fb06_0_467"/>
          <p:cNvGrpSpPr/>
          <p:nvPr/>
        </p:nvGrpSpPr>
        <p:grpSpPr>
          <a:xfrm>
            <a:off x="7894350" y="6212475"/>
            <a:ext cx="586800" cy="571500"/>
            <a:chOff x="7894350" y="6212475"/>
            <a:chExt cx="586800" cy="571500"/>
          </a:xfrm>
        </p:grpSpPr>
        <p:sp>
          <p:nvSpPr>
            <p:cNvPr id="373" name="Google Shape;373;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46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5" name="Google Shape;375;g2c157a2fb06_0_46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76"/>
        <p:cNvGrpSpPr/>
        <p:nvPr/>
      </p:nvGrpSpPr>
      <p:grpSpPr>
        <a:xfrm>
          <a:off x="0" y="0"/>
          <a:ext cx="0" cy="0"/>
          <a:chOff x="0" y="0"/>
          <a:chExt cx="0" cy="0"/>
        </a:xfrm>
      </p:grpSpPr>
      <p:sp>
        <p:nvSpPr>
          <p:cNvPr id="377" name="Google Shape;377;g2c157a2fb06_0_629"/>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629"/>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9" name="Google Shape;379;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0" name="Google Shape;380;g2c157a2fb06_0_629"/>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3" name="Google Shape;383;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384" name="Google Shape;384;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5" name="Google Shape;385;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86" name="Google Shape;386;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7" name="Google Shape;387;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8" name="Google Shape;388;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9" name="Google Shape;389;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0" name="Google Shape;390;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Caption</a:t>
            </a:r>
            <a:endParaRPr sz="3000" b="0" i="0" u="none" strike="noStrike" cap="none">
              <a:solidFill>
                <a:srgbClr val="8DC63F"/>
              </a:solidFill>
              <a:latin typeface="Poppins Medium"/>
              <a:ea typeface="Poppins Medium"/>
              <a:cs typeface="Poppins Medium"/>
              <a:sym typeface="Poppins Medium"/>
            </a:endParaRPr>
          </a:p>
        </p:txBody>
      </p:sp>
      <p:sp>
        <p:nvSpPr>
          <p:cNvPr id="391" name="Google Shape;391;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2" name="Google Shape;392;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3" name="Google Shape;393;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4" name="Google Shape;394;g2c157a2fb06_0_629"/>
          <p:cNvGrpSpPr/>
          <p:nvPr/>
        </p:nvGrpSpPr>
        <p:grpSpPr>
          <a:xfrm>
            <a:off x="662575" y="6212475"/>
            <a:ext cx="586800" cy="571500"/>
            <a:chOff x="662575" y="6212475"/>
            <a:chExt cx="586800" cy="571500"/>
          </a:xfrm>
        </p:grpSpPr>
        <p:sp>
          <p:nvSpPr>
            <p:cNvPr id="395" name="Google Shape;395;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629">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629">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8" name="Google Shape;398;g2c157a2fb06_0_629"/>
          <p:cNvGrpSpPr/>
          <p:nvPr/>
        </p:nvGrpSpPr>
        <p:grpSpPr>
          <a:xfrm>
            <a:off x="7894350" y="6212475"/>
            <a:ext cx="586800" cy="571500"/>
            <a:chOff x="7894350" y="6212475"/>
            <a:chExt cx="586800" cy="571500"/>
          </a:xfrm>
        </p:grpSpPr>
        <p:sp>
          <p:nvSpPr>
            <p:cNvPr id="399" name="Google Shape;399;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629">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629">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02"/>
        <p:cNvGrpSpPr/>
        <p:nvPr/>
      </p:nvGrpSpPr>
      <p:grpSpPr>
        <a:xfrm>
          <a:off x="0" y="0"/>
          <a:ext cx="0" cy="0"/>
          <a:chOff x="0" y="0"/>
          <a:chExt cx="0" cy="0"/>
        </a:xfrm>
      </p:grpSpPr>
      <p:sp>
        <p:nvSpPr>
          <p:cNvPr id="403" name="Google Shape;403;g2c157a2fb06_0_79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4" name="Google Shape;404;g2c157a2fb06_0_79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5" name="Google Shape;405;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6" name="Google Shape;406;g2c157a2fb06_0_79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9" name="Google Shape;409;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10" name="Google Shape;410;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1" name="Google Shape;411;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2" name="Google Shape;412;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3" name="Google Shape;413;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4" name="Google Shape;414;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15" name="Google Shape;415;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6" name="Google Shape;416;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7" name="Google Shape;417;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8" name="Google Shape;418;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Sentence</a:t>
            </a:r>
            <a:endParaRPr sz="3000" b="0" i="0" u="none" strike="noStrike" cap="none">
              <a:solidFill>
                <a:srgbClr val="8DC63F"/>
              </a:solidFill>
              <a:latin typeface="Poppins Medium"/>
              <a:ea typeface="Poppins Medium"/>
              <a:cs typeface="Poppins Medium"/>
              <a:sym typeface="Poppins Medium"/>
            </a:endParaRPr>
          </a:p>
        </p:txBody>
      </p:sp>
      <p:sp>
        <p:nvSpPr>
          <p:cNvPr id="419" name="Google Shape;419;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0" name="Google Shape;420;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1" name="Google Shape;421;g2c157a2fb06_0_798"/>
          <p:cNvGrpSpPr/>
          <p:nvPr/>
        </p:nvGrpSpPr>
        <p:grpSpPr>
          <a:xfrm>
            <a:off x="662575" y="6212475"/>
            <a:ext cx="586800" cy="571500"/>
            <a:chOff x="662575" y="6212475"/>
            <a:chExt cx="586800" cy="571500"/>
          </a:xfrm>
        </p:grpSpPr>
        <p:sp>
          <p:nvSpPr>
            <p:cNvPr id="422" name="Google Shape;422;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79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5" name="Google Shape;425;g2c157a2fb06_0_798"/>
          <p:cNvGrpSpPr/>
          <p:nvPr/>
        </p:nvGrpSpPr>
        <p:grpSpPr>
          <a:xfrm>
            <a:off x="7894350" y="6212475"/>
            <a:ext cx="586800" cy="571500"/>
            <a:chOff x="7894350" y="6212475"/>
            <a:chExt cx="586800" cy="571500"/>
          </a:xfrm>
        </p:grpSpPr>
        <p:sp>
          <p:nvSpPr>
            <p:cNvPr id="426" name="Google Shape;426;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79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29"/>
        <p:cNvGrpSpPr/>
        <p:nvPr/>
      </p:nvGrpSpPr>
      <p:grpSpPr>
        <a:xfrm>
          <a:off x="0" y="0"/>
          <a:ext cx="0" cy="0"/>
          <a:chOff x="0" y="0"/>
          <a:chExt cx="0" cy="0"/>
        </a:xfrm>
      </p:grpSpPr>
      <p:sp>
        <p:nvSpPr>
          <p:cNvPr id="430" name="Google Shape;430;g2c157a2fb06_0_82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1" name="Google Shape;431;g2c157a2fb06_0_82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2" name="Google Shape;43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3" name="Google Shape;433;g2c157a2fb06_0_82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6" name="Google Shape;436;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37" name="Google Shape;437;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38" name="Google Shape;438;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39" name="Google Shape;439;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0" name="Google Shape;440;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1" name="Google Shape;441;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2" name="Google Shape;442;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43" name="Google Shape;443;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4" name="Google Shape;444;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5" name="Google Shape;445;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Sentence</a:t>
            </a:r>
            <a:endParaRPr sz="3000" b="0" i="0" u="none" strike="noStrike" cap="none">
              <a:solidFill>
                <a:srgbClr val="8DC63F"/>
              </a:solidFill>
              <a:latin typeface="Poppins Medium"/>
              <a:ea typeface="Poppins Medium"/>
              <a:cs typeface="Poppins Medium"/>
              <a:sym typeface="Poppins Medium"/>
            </a:endParaRPr>
          </a:p>
        </p:txBody>
      </p:sp>
      <p:sp>
        <p:nvSpPr>
          <p:cNvPr id="446" name="Google Shape;446;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7" name="Google Shape;447;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48" name="Google Shape;448;g2c157a2fb06_0_825"/>
          <p:cNvGrpSpPr/>
          <p:nvPr/>
        </p:nvGrpSpPr>
        <p:grpSpPr>
          <a:xfrm>
            <a:off x="662575" y="6212475"/>
            <a:ext cx="586800" cy="571500"/>
            <a:chOff x="662575" y="6212475"/>
            <a:chExt cx="586800" cy="571500"/>
          </a:xfrm>
        </p:grpSpPr>
        <p:sp>
          <p:nvSpPr>
            <p:cNvPr id="449" name="Google Shape;449;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82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2" name="Google Shape;452;g2c157a2fb06_0_825"/>
          <p:cNvGrpSpPr/>
          <p:nvPr/>
        </p:nvGrpSpPr>
        <p:grpSpPr>
          <a:xfrm>
            <a:off x="7894350" y="6212475"/>
            <a:ext cx="586800" cy="571500"/>
            <a:chOff x="7894350" y="6212475"/>
            <a:chExt cx="586800" cy="571500"/>
          </a:xfrm>
        </p:grpSpPr>
        <p:sp>
          <p:nvSpPr>
            <p:cNvPr id="453" name="Google Shape;453;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82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56"/>
        <p:cNvGrpSpPr/>
        <p:nvPr/>
      </p:nvGrpSpPr>
      <p:grpSpPr>
        <a:xfrm>
          <a:off x="0" y="0"/>
          <a:ext cx="0" cy="0"/>
          <a:chOff x="0" y="0"/>
          <a:chExt cx="0" cy="0"/>
        </a:xfrm>
      </p:grpSpPr>
      <p:sp>
        <p:nvSpPr>
          <p:cNvPr id="457" name="Google Shape;457;g2c157a2fb06_0_70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9" name="Google Shape;459;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0" name="Google Shape;460;g2c157a2fb06_0_70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0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3" name="Google Shape;463;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464" name="Google Shape;464;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8" name="Google Shape;468;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9" name="Google Shape;469;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70" name="Google Shape;470;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Hands Up, Pair Up</a:t>
            </a:r>
            <a:endParaRPr sz="3000" b="0" i="0" u="none" strike="noStrike" cap="none">
              <a:solidFill>
                <a:srgbClr val="8DC63F"/>
              </a:solidFill>
              <a:latin typeface="Poppins Medium"/>
              <a:ea typeface="Poppins Medium"/>
              <a:cs typeface="Poppins Medium"/>
              <a:sym typeface="Poppins Medium"/>
            </a:endParaRPr>
          </a:p>
        </p:txBody>
      </p:sp>
      <p:sp>
        <p:nvSpPr>
          <p:cNvPr id="471" name="Google Shape;471;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2" name="Google Shape;472;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3" name="Google Shape;473;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4" name="Google Shape;474;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5" name="Google Shape;475;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7" name="Google Shape;477;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9" name="Google Shape;479;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0" name="Google Shape;480;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1" name="Google Shape;481;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3" name="Google Shape;483;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4" name="Google Shape;484;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6" name="Google Shape;486;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7" name="Google Shape;487;g2c157a2fb06_0_700"/>
          <p:cNvGrpSpPr/>
          <p:nvPr/>
        </p:nvGrpSpPr>
        <p:grpSpPr>
          <a:xfrm>
            <a:off x="662575" y="6212475"/>
            <a:ext cx="586800" cy="571500"/>
            <a:chOff x="662575" y="6212475"/>
            <a:chExt cx="586800" cy="571500"/>
          </a:xfrm>
        </p:grpSpPr>
        <p:sp>
          <p:nvSpPr>
            <p:cNvPr id="488" name="Google Shape;488;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1" name="Google Shape;491;g2c157a2fb06_0_700"/>
          <p:cNvGrpSpPr/>
          <p:nvPr/>
        </p:nvGrpSpPr>
        <p:grpSpPr>
          <a:xfrm>
            <a:off x="7894350" y="6212475"/>
            <a:ext cx="586800" cy="571500"/>
            <a:chOff x="7894350" y="6212475"/>
            <a:chExt cx="586800" cy="571500"/>
          </a:xfrm>
        </p:grpSpPr>
        <p:sp>
          <p:nvSpPr>
            <p:cNvPr id="492" name="Google Shape;492;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95"/>
        <p:cNvGrpSpPr/>
        <p:nvPr/>
      </p:nvGrpSpPr>
      <p:grpSpPr>
        <a:xfrm>
          <a:off x="0" y="0"/>
          <a:ext cx="0" cy="0"/>
          <a:chOff x="0" y="0"/>
          <a:chExt cx="0" cy="0"/>
        </a:xfrm>
      </p:grpSpPr>
      <p:sp>
        <p:nvSpPr>
          <p:cNvPr id="496" name="Google Shape;496;g2c157a2fb06_0_9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9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98" name="Google Shape;498;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9" name="Google Shape;499;g2c157a2fb06_0_9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9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2" name="Google Shape;502;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503" name="Google Shape;503;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4" name="Google Shape;504;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5" name="Google Shape;505;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6" name="Google Shape;506;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Bingo</a:t>
            </a:r>
            <a:endParaRPr sz="3000" b="0" i="0" u="none" strike="noStrike" cap="none">
              <a:solidFill>
                <a:srgbClr val="8DC63F"/>
              </a:solidFill>
              <a:latin typeface="Poppins Medium"/>
              <a:ea typeface="Poppins Medium"/>
              <a:cs typeface="Poppins Medium"/>
              <a:sym typeface="Poppins Medium"/>
            </a:endParaRPr>
          </a:p>
        </p:txBody>
      </p:sp>
      <p:cxnSp>
        <p:nvCxnSpPr>
          <p:cNvPr id="507" name="Google Shape;507;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8" name="Google Shape;508;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9" name="Google Shape;509;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0" name="Google Shape;510;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1" name="Google Shape;511;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2" name="Google Shape;512;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3" name="Google Shape;513;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4" name="Google Shape;514;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15" name="Google Shape;515;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6" name="Google Shape;516;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17" name="Google Shape;517;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8" name="Google Shape;518;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9" name="Google Shape;519;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0" name="Google Shape;520;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1" name="Google Shape;521;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2" name="Google Shape;522;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3" name="Google Shape;523;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4" name="Google Shape;524;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5" name="Google Shape;525;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26" name="Google Shape;526;g2c157a2fb06_0_932"/>
          <p:cNvGrpSpPr/>
          <p:nvPr/>
        </p:nvGrpSpPr>
        <p:grpSpPr>
          <a:xfrm>
            <a:off x="662575" y="6212475"/>
            <a:ext cx="586800" cy="571500"/>
            <a:chOff x="662575" y="6212475"/>
            <a:chExt cx="586800" cy="571500"/>
          </a:xfrm>
        </p:grpSpPr>
        <p:sp>
          <p:nvSpPr>
            <p:cNvPr id="527" name="Google Shape;527;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9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0" name="Google Shape;530;g2c157a2fb06_0_932"/>
          <p:cNvGrpSpPr/>
          <p:nvPr/>
        </p:nvGrpSpPr>
        <p:grpSpPr>
          <a:xfrm>
            <a:off x="7894350" y="6212475"/>
            <a:ext cx="586800" cy="571500"/>
            <a:chOff x="7894350" y="6212475"/>
            <a:chExt cx="586800" cy="571500"/>
          </a:xfrm>
        </p:grpSpPr>
        <p:sp>
          <p:nvSpPr>
            <p:cNvPr id="531" name="Google Shape;531;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9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9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34"/>
        <p:cNvGrpSpPr/>
        <p:nvPr/>
      </p:nvGrpSpPr>
      <p:grpSpPr>
        <a:xfrm>
          <a:off x="0" y="0"/>
          <a:ext cx="0" cy="0"/>
          <a:chOff x="0" y="0"/>
          <a:chExt cx="0" cy="0"/>
        </a:xfrm>
      </p:grpSpPr>
      <p:sp>
        <p:nvSpPr>
          <p:cNvPr id="535" name="Google Shape;535;g2c157a2fb06_0_104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6" name="Google Shape;536;g2c157a2fb06_0_104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7" name="Google Shape;537;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8" name="Google Shape;538;g2c157a2fb06_0_104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1" name="Google Shape;54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542" name="Google Shape;542;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43" name="Google Shape;543;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44" name="Google Shape;544;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6" name="Google Shape;546;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7" name="Google Shape;547;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8" name="Google Shape;548;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9" name="Google Shape;549;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0" name="Google Shape;550;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1" name="Google Shape;551;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6" name="Google Shape;556;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7" name="Google Shape;557;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Lucky Dip</a:t>
            </a:r>
            <a:endParaRPr sz="3000" b="0" i="0" u="none" strike="noStrike" cap="none">
              <a:solidFill>
                <a:srgbClr val="8DC63F"/>
              </a:solidFill>
              <a:latin typeface="Poppins Medium"/>
              <a:ea typeface="Poppins Medium"/>
              <a:cs typeface="Poppins Medium"/>
              <a:sym typeface="Poppins Medium"/>
            </a:endParaRPr>
          </a:p>
        </p:txBody>
      </p:sp>
      <p:sp>
        <p:nvSpPr>
          <p:cNvPr id="558" name="Google Shape;558;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60" name="Google Shape;560;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1" name="Google Shape;561;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62" name="Google Shape;562;g2c157a2fb06_0_1045"/>
          <p:cNvGrpSpPr/>
          <p:nvPr/>
        </p:nvGrpSpPr>
        <p:grpSpPr>
          <a:xfrm>
            <a:off x="662575" y="6212475"/>
            <a:ext cx="586800" cy="571500"/>
            <a:chOff x="662575" y="6212475"/>
            <a:chExt cx="586800" cy="571500"/>
          </a:xfrm>
        </p:grpSpPr>
        <p:sp>
          <p:nvSpPr>
            <p:cNvPr id="563" name="Google Shape;563;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04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6" name="Google Shape;566;g2c157a2fb06_0_1045"/>
          <p:cNvGrpSpPr/>
          <p:nvPr/>
        </p:nvGrpSpPr>
        <p:grpSpPr>
          <a:xfrm>
            <a:off x="7894350" y="6212475"/>
            <a:ext cx="586800" cy="571500"/>
            <a:chOff x="7894350" y="6212475"/>
            <a:chExt cx="586800" cy="571500"/>
          </a:xfrm>
        </p:grpSpPr>
        <p:sp>
          <p:nvSpPr>
            <p:cNvPr id="567" name="Google Shape;567;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04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70"/>
        <p:cNvGrpSpPr/>
        <p:nvPr/>
      </p:nvGrpSpPr>
      <p:grpSpPr>
        <a:xfrm>
          <a:off x="0" y="0"/>
          <a:ext cx="0" cy="0"/>
          <a:chOff x="0" y="0"/>
          <a:chExt cx="0" cy="0"/>
        </a:xfrm>
      </p:grpSpPr>
      <p:sp>
        <p:nvSpPr>
          <p:cNvPr id="571" name="Google Shape;571;g2c157a2fb06_0_111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2" name="Google Shape;572;g2c157a2fb06_0_111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3" name="Google Shape;573;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4" name="Google Shape;574;g2c157a2fb06_0_111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7" name="Google Shape;577;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578" name="Google Shape;578;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9" name="Google Shape;579;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0" name="Google Shape;580;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81" name="Google Shape;581;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Countdown</a:t>
            </a:r>
            <a:endParaRPr sz="3000" b="0" i="0" u="none" strike="noStrike" cap="none">
              <a:solidFill>
                <a:srgbClr val="8DC63F"/>
              </a:solidFill>
              <a:latin typeface="Poppins Medium"/>
              <a:ea typeface="Poppins Medium"/>
              <a:cs typeface="Poppins Medium"/>
              <a:sym typeface="Poppins Medium"/>
            </a:endParaRPr>
          </a:p>
        </p:txBody>
      </p:sp>
      <p:sp>
        <p:nvSpPr>
          <p:cNvPr id="582" name="Google Shape;582;g2c157a2fb06_0_1110"/>
          <p:cNvSpPr txBox="1">
            <a:spLocks noGrp="1"/>
          </p:cNvSpPr>
          <p:nvPr>
            <p:ph type="subTitle" idx="3"/>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3" name="Google Shape;583;g2c157a2fb06_0_1110"/>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4" name="Google Shape;584;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5" name="Google Shape;585;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6" name="Google Shape;586;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87" name="Google Shape;587;g2c157a2fb06_0_1110"/>
          <p:cNvGrpSpPr/>
          <p:nvPr/>
        </p:nvGrpSpPr>
        <p:grpSpPr>
          <a:xfrm>
            <a:off x="5806200" y="1807463"/>
            <a:ext cx="756300" cy="146700"/>
            <a:chOff x="5806200" y="1807463"/>
            <a:chExt cx="756300" cy="146700"/>
          </a:xfrm>
        </p:grpSpPr>
        <p:sp>
          <p:nvSpPr>
            <p:cNvPr id="588" name="Google Shape;588;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1" name="Google Shape;591;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2" name="Google Shape;592;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93" name="Google Shape;593;g2c157a2fb06_0_1110"/>
          <p:cNvGrpSpPr/>
          <p:nvPr/>
        </p:nvGrpSpPr>
        <p:grpSpPr>
          <a:xfrm>
            <a:off x="5806200" y="2842438"/>
            <a:ext cx="756300" cy="146700"/>
            <a:chOff x="5806200" y="1807463"/>
            <a:chExt cx="756300" cy="146700"/>
          </a:xfrm>
        </p:grpSpPr>
        <p:sp>
          <p:nvSpPr>
            <p:cNvPr id="594" name="Google Shape;594;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7" name="Google Shape;597;g2c157a2fb06_0_1110"/>
          <p:cNvGrpSpPr/>
          <p:nvPr/>
        </p:nvGrpSpPr>
        <p:grpSpPr>
          <a:xfrm>
            <a:off x="5806200" y="3877413"/>
            <a:ext cx="756300" cy="146700"/>
            <a:chOff x="5806200" y="1807463"/>
            <a:chExt cx="756300" cy="146700"/>
          </a:xfrm>
        </p:grpSpPr>
        <p:sp>
          <p:nvSpPr>
            <p:cNvPr id="598" name="Google Shape;598;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1" name="Google Shape;601;g2c157a2fb06_0_1110"/>
          <p:cNvGrpSpPr/>
          <p:nvPr/>
        </p:nvGrpSpPr>
        <p:grpSpPr>
          <a:xfrm>
            <a:off x="662575" y="6212475"/>
            <a:ext cx="586800" cy="571500"/>
            <a:chOff x="662575" y="6212475"/>
            <a:chExt cx="586800" cy="571500"/>
          </a:xfrm>
        </p:grpSpPr>
        <p:sp>
          <p:nvSpPr>
            <p:cNvPr id="602" name="Google Shape;602;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5" name="Google Shape;605;g2c157a2fb06_0_1110"/>
          <p:cNvGrpSpPr/>
          <p:nvPr/>
        </p:nvGrpSpPr>
        <p:grpSpPr>
          <a:xfrm>
            <a:off x="7894350" y="6212475"/>
            <a:ext cx="586800" cy="571500"/>
            <a:chOff x="7894350" y="6212475"/>
            <a:chExt cx="586800" cy="571500"/>
          </a:xfrm>
        </p:grpSpPr>
        <p:sp>
          <p:nvSpPr>
            <p:cNvPr id="606" name="Google Shape;606;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11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8" name="Google Shape;608;g2c157a2fb06_0_111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2 - Magnetic Letters - 3x Rows">
  <p:cSld name="Alien Word of the Day_1_1_1_1_1_1_1_1_1_1_1_1_2_1">
    <p:spTree>
      <p:nvGrpSpPr>
        <p:cNvPr id="1" name="Shape 609"/>
        <p:cNvGrpSpPr/>
        <p:nvPr/>
      </p:nvGrpSpPr>
      <p:grpSpPr>
        <a:xfrm>
          <a:off x="0" y="0"/>
          <a:ext cx="0" cy="0"/>
          <a:chOff x="0" y="0"/>
          <a:chExt cx="0" cy="0"/>
        </a:xfrm>
      </p:grpSpPr>
      <p:sp>
        <p:nvSpPr>
          <p:cNvPr id="610" name="Google Shape;610;g2cf1f75ecdd_0_56"/>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f1f75ecdd_0_56"/>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12" name="Google Shape;612;g2cf1f75ecdd_0_56"/>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3" name="Google Shape;613;g2cf1f75ecdd_0_56"/>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f1f75ecdd_0_56"/>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f1f75ecdd_0_56"/>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6" name="Google Shape;616;g2cf1f75ecdd_0_56"/>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617" name="Google Shape;617;g2cf1f75ecdd_0_56"/>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8" name="Google Shape;618;g2cf1f75ecdd_0_56"/>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19" name="Google Shape;619;g2cf1f75ecdd_0_56"/>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0" name="Google Shape;620;g2cf1f75ecdd_0_56"/>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21" name="Google Shape;621;g2cf1f75ecdd_0_56"/>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22" name="Google Shape;622;g2cf1f75ecdd_0_56"/>
          <p:cNvGrpSpPr/>
          <p:nvPr/>
        </p:nvGrpSpPr>
        <p:grpSpPr>
          <a:xfrm>
            <a:off x="662575" y="6212475"/>
            <a:ext cx="586800" cy="571500"/>
            <a:chOff x="662575" y="6212475"/>
            <a:chExt cx="586800" cy="571500"/>
          </a:xfrm>
        </p:grpSpPr>
        <p:sp>
          <p:nvSpPr>
            <p:cNvPr id="623" name="Google Shape;623;g2cf1f75ecdd_0_56">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4" name="Google Shape;624;g2cf1f75ecdd_0_56">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5" name="Google Shape;625;g2cf1f75ecdd_0_56">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6" name="Google Shape;626;g2cf1f75ecdd_0_56"/>
          <p:cNvGrpSpPr/>
          <p:nvPr/>
        </p:nvGrpSpPr>
        <p:grpSpPr>
          <a:xfrm>
            <a:off x="7894350" y="6212475"/>
            <a:ext cx="586800" cy="571500"/>
            <a:chOff x="7894350" y="6212475"/>
            <a:chExt cx="586800" cy="571500"/>
          </a:xfrm>
        </p:grpSpPr>
        <p:sp>
          <p:nvSpPr>
            <p:cNvPr id="627" name="Google Shape;627;g2cf1f75ecdd_0_56">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8" name="Google Shape;628;g2cf1f75ecdd_0_56">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9" name="Google Shape;629;g2cf1f75ecdd_0_56">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30" name="Google Shape;630;g2cf1f75ecdd_0_56"/>
          <p:cNvSpPr/>
          <p:nvPr/>
        </p:nvSpPr>
        <p:spPr>
          <a:xfrm>
            <a:off x="1521636" y="6212475"/>
            <a:ext cx="61005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100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800" b="0" i="0" u="none" strike="noStrike" cap="none">
              <a:solidFill>
                <a:srgbClr val="AEABAB"/>
              </a:solidFill>
              <a:latin typeface="Poppins Medium"/>
              <a:ea typeface="Poppins Medium"/>
              <a:cs typeface="Poppins Medium"/>
              <a:sym typeface="Poppins Medium"/>
            </a:endParaRPr>
          </a:p>
        </p:txBody>
      </p:sp>
      <p:sp>
        <p:nvSpPr>
          <p:cNvPr id="631" name="Google Shape;631;g2cf1f75ecdd_0_56"/>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3600"/>
              <a:buFont typeface="Arial"/>
              <a:buNone/>
            </a:pPr>
            <a:r>
              <a:rPr lang="en-US" sz="3200">
                <a:solidFill>
                  <a:srgbClr val="8DC63F"/>
                </a:solidFill>
                <a:latin typeface="Poppins Medium"/>
                <a:ea typeface="Poppins Medium"/>
                <a:cs typeface="Poppins Medium"/>
                <a:sym typeface="Poppins Medium"/>
              </a:rPr>
              <a:t>Practise</a:t>
            </a:r>
            <a:r>
              <a:rPr lang="en-US" sz="32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632" name="Google Shape;632;g2cf1f75ecdd_0_56"/>
          <p:cNvSpPr txBox="1">
            <a:spLocks noGrp="1"/>
          </p:cNvSpPr>
          <p:nvPr>
            <p:ph type="subTitle" idx="4"/>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lvl1pPr marR="0" lvl="0" algn="ctr">
              <a:lnSpc>
                <a:spcPct val="90000"/>
              </a:lnSpc>
              <a:spcBef>
                <a:spcPts val="1000"/>
              </a:spcBef>
              <a:spcAft>
                <a:spcPts val="0"/>
              </a:spcAft>
              <a:buSzPts val="2800"/>
              <a:buNone/>
              <a:defRPr sz="1800">
                <a:solidFill>
                  <a:srgbClr val="B7B7B7"/>
                </a:solidFill>
                <a:latin typeface="Jost"/>
                <a:ea typeface="Jost"/>
                <a:cs typeface="Jost"/>
                <a:sym typeface="Jost"/>
              </a:defRPr>
            </a:lvl1pPr>
            <a:lvl2pPr marR="0" lvl="1" algn="ctr">
              <a:lnSpc>
                <a:spcPct val="90000"/>
              </a:lnSpc>
              <a:spcBef>
                <a:spcPts val="1000"/>
              </a:spcBef>
              <a:spcAft>
                <a:spcPts val="0"/>
              </a:spcAft>
              <a:buSzPts val="2400"/>
              <a:buNone/>
              <a:defRPr sz="1800">
                <a:solidFill>
                  <a:srgbClr val="B7B7B7"/>
                </a:solidFill>
                <a:latin typeface="Jost"/>
                <a:ea typeface="Jost"/>
                <a:cs typeface="Jost"/>
                <a:sym typeface="Jost"/>
              </a:defRPr>
            </a:lvl2pPr>
            <a:lvl3pPr marR="0" lvl="2" algn="ctr">
              <a:lnSpc>
                <a:spcPct val="90000"/>
              </a:lnSpc>
              <a:spcBef>
                <a:spcPts val="1000"/>
              </a:spcBef>
              <a:spcAft>
                <a:spcPts val="0"/>
              </a:spcAft>
              <a:buSzPts val="2000"/>
              <a:buNone/>
              <a:defRPr sz="1800">
                <a:solidFill>
                  <a:srgbClr val="B7B7B7"/>
                </a:solidFill>
                <a:latin typeface="Jost"/>
                <a:ea typeface="Jost"/>
                <a:cs typeface="Jost"/>
                <a:sym typeface="Jost"/>
              </a:defRPr>
            </a:lvl3pPr>
            <a:lvl4pPr marR="0" lvl="3" algn="ctr">
              <a:lnSpc>
                <a:spcPct val="90000"/>
              </a:lnSpc>
              <a:spcBef>
                <a:spcPts val="1000"/>
              </a:spcBef>
              <a:spcAft>
                <a:spcPts val="0"/>
              </a:spcAft>
              <a:buSzPts val="1800"/>
              <a:buNone/>
              <a:defRPr sz="1800">
                <a:solidFill>
                  <a:srgbClr val="B7B7B7"/>
                </a:solidFill>
                <a:latin typeface="Jost"/>
                <a:ea typeface="Jost"/>
                <a:cs typeface="Jost"/>
                <a:sym typeface="Jost"/>
              </a:defRPr>
            </a:lvl4pPr>
            <a:lvl5pPr marR="0" lvl="4" algn="ctr">
              <a:lnSpc>
                <a:spcPct val="90000"/>
              </a:lnSpc>
              <a:spcBef>
                <a:spcPts val="1000"/>
              </a:spcBef>
              <a:spcAft>
                <a:spcPts val="0"/>
              </a:spcAft>
              <a:buSzPts val="1800"/>
              <a:buNone/>
              <a:defRPr sz="1800">
                <a:solidFill>
                  <a:srgbClr val="B7B7B7"/>
                </a:solidFill>
                <a:latin typeface="Jost"/>
                <a:ea typeface="Jost"/>
                <a:cs typeface="Jost"/>
                <a:sym typeface="Jost"/>
              </a:defRPr>
            </a:lvl5pPr>
            <a:lvl6pPr marR="0" lvl="5" algn="ctr">
              <a:lnSpc>
                <a:spcPct val="90000"/>
              </a:lnSpc>
              <a:spcBef>
                <a:spcPts val="1000"/>
              </a:spcBef>
              <a:spcAft>
                <a:spcPts val="0"/>
              </a:spcAft>
              <a:buSzPts val="1800"/>
              <a:buNone/>
              <a:defRPr sz="1800">
                <a:solidFill>
                  <a:srgbClr val="B7B7B7"/>
                </a:solidFill>
                <a:latin typeface="Jost"/>
                <a:ea typeface="Jost"/>
                <a:cs typeface="Jost"/>
                <a:sym typeface="Jost"/>
              </a:defRPr>
            </a:lvl6pPr>
            <a:lvl7pPr marR="0" lvl="6" algn="ctr">
              <a:lnSpc>
                <a:spcPct val="90000"/>
              </a:lnSpc>
              <a:spcBef>
                <a:spcPts val="1000"/>
              </a:spcBef>
              <a:spcAft>
                <a:spcPts val="0"/>
              </a:spcAft>
              <a:buSzPts val="1800"/>
              <a:buNone/>
              <a:defRPr sz="1800">
                <a:solidFill>
                  <a:srgbClr val="B7B7B7"/>
                </a:solidFill>
                <a:latin typeface="Jost"/>
                <a:ea typeface="Jost"/>
                <a:cs typeface="Jost"/>
                <a:sym typeface="Jost"/>
              </a:defRPr>
            </a:lvl7pPr>
            <a:lvl8pPr marR="0" lvl="7" algn="ctr">
              <a:lnSpc>
                <a:spcPct val="90000"/>
              </a:lnSpc>
              <a:spcBef>
                <a:spcPts val="1000"/>
              </a:spcBef>
              <a:spcAft>
                <a:spcPts val="0"/>
              </a:spcAft>
              <a:buSzPts val="1800"/>
              <a:buNone/>
              <a:defRPr sz="1800">
                <a:solidFill>
                  <a:srgbClr val="B7B7B7"/>
                </a:solidFill>
                <a:latin typeface="Jost"/>
                <a:ea typeface="Jost"/>
                <a:cs typeface="Jost"/>
                <a:sym typeface="Jost"/>
              </a:defRPr>
            </a:lvl8pPr>
            <a:lvl9pPr marR="0" lvl="8" algn="ctr">
              <a:lnSpc>
                <a:spcPct val="90000"/>
              </a:lnSpc>
              <a:spcBef>
                <a:spcPts val="1000"/>
              </a:spcBef>
              <a:spcAft>
                <a:spcPts val="0"/>
              </a:spcAft>
              <a:buSzPts val="1800"/>
              <a:buNone/>
              <a:defRPr sz="1800">
                <a:solidFill>
                  <a:srgbClr val="B7B7B7"/>
                </a:solidFill>
                <a:latin typeface="Jost"/>
                <a:ea typeface="Jost"/>
                <a:cs typeface="Jost"/>
                <a:sym typeface="Jost"/>
              </a:defRPr>
            </a:lvl9pPr>
          </a:lstStyle>
          <a:p>
            <a:endParaRPr/>
          </a:p>
        </p:txBody>
      </p:sp>
      <p:cxnSp>
        <p:nvCxnSpPr>
          <p:cNvPr id="633" name="Google Shape;633;g2cf1f75ecdd_0_56"/>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634" name="Google Shape;634;g2cf1f75ecdd_0_5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35" name="Google Shape;635;g2cf1f75ecdd_0_5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36" name="Google Shape;636;g2cf1f75ecdd_0_5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637" name="Google Shape;637;g2cf1f75ecdd_0_5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638" name="Google Shape;638;g2cf1f75ecdd_0_56"/>
          <p:cNvSpPr txBox="1"/>
          <p:nvPr/>
        </p:nvSpPr>
        <p:spPr>
          <a:xfrm>
            <a:off x="2333951"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39" name="Google Shape;639;g2cf1f75ecdd_0_56"/>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0" name="Google Shape;640;g2cf1f75ecdd_0_56"/>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1" name="Google Shape;641;g2cf1f75ecdd_0_56"/>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2" name="Google Shape;642;g2cf1f75ecdd_0_56"/>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cxnSp>
        <p:nvCxnSpPr>
          <p:cNvPr id="643" name="Google Shape;643;g2cf1f75ecdd_0_56"/>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644" name="Google Shape;644;g2cf1f75ecdd_0_56"/>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5" name="Google Shape;645;g2cf1f75ecdd_0_56"/>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6" name="Google Shape;646;g2cf1f75ecdd_0_56"/>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47" name="Google Shape;647;g2cf1f75ecdd_0_56"/>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8" name="Google Shape;648;g2cf1f75ecdd_0_56"/>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9" name="Google Shape;649;g2cf1f75ecdd_0_56"/>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0" name="Google Shape;650;g2cf1f75ecdd_0_56"/>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
        <p:nvSpPr>
          <p:cNvPr id="651" name="Google Shape;651;g2cf1f75ecdd_0_56"/>
          <p:cNvSpPr txBox="1"/>
          <p:nvPr/>
        </p:nvSpPr>
        <p:spPr>
          <a:xfrm>
            <a:off x="2333951"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2" name="Google Shape;652;g2cf1f75ecdd_0_56"/>
          <p:cNvSpPr txBox="1"/>
          <p:nvPr/>
        </p:nvSpPr>
        <p:spPr>
          <a:xfrm>
            <a:off x="5792506"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53" name="Google Shape;653;g2cf1f75ecdd_0_56"/>
          <p:cNvSpPr txBox="1"/>
          <p:nvPr/>
        </p:nvSpPr>
        <p:spPr>
          <a:xfrm>
            <a:off x="11811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4" name="Google Shape;654;g2cf1f75ecdd_0_56"/>
          <p:cNvSpPr txBox="1"/>
          <p:nvPr/>
        </p:nvSpPr>
        <p:spPr>
          <a:xfrm>
            <a:off x="348680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5" name="Google Shape;655;g2cf1f75ecdd_0_56"/>
          <p:cNvSpPr txBox="1"/>
          <p:nvPr/>
        </p:nvSpPr>
        <p:spPr>
          <a:xfrm>
            <a:off x="4639654"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6" name="Google Shape;656;g2cf1f75ecdd_0_56"/>
          <p:cNvSpPr txBox="1"/>
          <p:nvPr/>
        </p:nvSpPr>
        <p:spPr>
          <a:xfrm>
            <a:off x="6945355"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57"/>
        <p:cNvGrpSpPr/>
        <p:nvPr/>
      </p:nvGrpSpPr>
      <p:grpSpPr>
        <a:xfrm>
          <a:off x="0" y="0"/>
          <a:ext cx="0" cy="0"/>
          <a:chOff x="0" y="0"/>
          <a:chExt cx="0" cy="0"/>
        </a:xfrm>
      </p:grpSpPr>
      <p:sp>
        <p:nvSpPr>
          <p:cNvPr id="658" name="Google Shape;658;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0" name="Google Shape;660;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1" name="Google Shape;661;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62" name="Google Shape;662;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3" name="Google Shape;663;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4" name="Google Shape;664;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65" name="Google Shape;665;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66" name="Google Shape;666;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67" name="Google Shape;667;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68" name="Google Shape;668;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69" name="Google Shape;669;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70" name="Google Shape;670;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71" name="Google Shape;671;p30"/>
          <p:cNvGrpSpPr/>
          <p:nvPr/>
        </p:nvGrpSpPr>
        <p:grpSpPr>
          <a:xfrm>
            <a:off x="6022940" y="5341706"/>
            <a:ext cx="594501" cy="305904"/>
            <a:chOff x="5672081" y="1914352"/>
            <a:chExt cx="792668" cy="305904"/>
          </a:xfrm>
        </p:grpSpPr>
        <p:sp>
          <p:nvSpPr>
            <p:cNvPr id="672" name="Google Shape;672;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3" name="Google Shape;673;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74" name="Google Shape;674;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75" name="Google Shape;675;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6" name="Google Shape;676;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7" name="Google Shape;677;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8" name="Google Shape;678;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9" name="Google Shape;679;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0" name="Google Shape;680;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1" name="Google Shape;681;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2" name="Google Shape;682;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83" name="Google Shape;683;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84" name="Google Shape;684;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6" name="Google Shape;686;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7" name="Google Shape;687;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8" name="Google Shape;688;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9" name="Google Shape;689;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0" name="Google Shape;690;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1" name="Google Shape;691;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92" name="Google Shape;692;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93" name="Google Shape;693;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94" name="Google Shape;694;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95" name="Google Shape;695;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96" name="Google Shape;696;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97" name="Google Shape;697;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98" name="Google Shape;698;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9" name="Google Shape;699;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0" name="Google Shape;700;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701" name="Google Shape;701;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702" name="Google Shape;702;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703"/>
        <p:cNvGrpSpPr/>
        <p:nvPr/>
      </p:nvGrpSpPr>
      <p:grpSpPr>
        <a:xfrm>
          <a:off x="0" y="0"/>
          <a:ext cx="0" cy="0"/>
          <a:chOff x="0" y="0"/>
          <a:chExt cx="0" cy="0"/>
        </a:xfrm>
      </p:grpSpPr>
      <p:sp>
        <p:nvSpPr>
          <p:cNvPr id="704" name="Google Shape;704;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5" name="Google Shape;705;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06" name="Google Shape;706;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07"/>
        <p:cNvGrpSpPr/>
        <p:nvPr/>
      </p:nvGrpSpPr>
      <p:grpSpPr>
        <a:xfrm>
          <a:off x="0" y="0"/>
          <a:ext cx="0" cy="0"/>
          <a:chOff x="0" y="0"/>
          <a:chExt cx="0" cy="0"/>
        </a:xfrm>
      </p:grpSpPr>
      <p:sp>
        <p:nvSpPr>
          <p:cNvPr id="708" name="Google Shape;708;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9" name="Google Shape;709;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10" name="Google Shape;710;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5.xml"/><Relationship Id="rId3" Type="http://schemas.openxmlformats.org/officeDocument/2006/relationships/image" Target="../media/image7.png"/><Relationship Id="rId7" Type="http://schemas.openxmlformats.org/officeDocument/2006/relationships/slide" Target="slide18.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17.xml"/><Relationship Id="rId5" Type="http://schemas.openxmlformats.org/officeDocument/2006/relationships/image" Target="../media/image5.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18" Type="http://schemas.openxmlformats.org/officeDocument/2006/relationships/image" Target="../media/image23.png"/><Relationship Id="rId3" Type="http://schemas.openxmlformats.org/officeDocument/2006/relationships/image" Target="../media/image8.png"/><Relationship Id="rId21" Type="http://schemas.openxmlformats.org/officeDocument/2006/relationships/image" Target="../media/image26.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png"/><Relationship Id="rId25" Type="http://schemas.openxmlformats.org/officeDocument/2006/relationships/image" Target="../media/image30.png"/><Relationship Id="rId2" Type="http://schemas.openxmlformats.org/officeDocument/2006/relationships/notesSlide" Target="../notesSlides/notesSlide3.xml"/><Relationship Id="rId16" Type="http://schemas.openxmlformats.org/officeDocument/2006/relationships/image" Target="../media/image21.png"/><Relationship Id="rId20" Type="http://schemas.openxmlformats.org/officeDocument/2006/relationships/image" Target="../media/image25.png"/><Relationship Id="rId1" Type="http://schemas.openxmlformats.org/officeDocument/2006/relationships/slideLayout" Target="../slideLayouts/slideLayout3.xml"/><Relationship Id="rId6" Type="http://schemas.openxmlformats.org/officeDocument/2006/relationships/image" Target="../media/image11.png"/><Relationship Id="rId11" Type="http://schemas.openxmlformats.org/officeDocument/2006/relationships/image" Target="../media/image16.png"/><Relationship Id="rId24" Type="http://schemas.openxmlformats.org/officeDocument/2006/relationships/image" Target="../media/image29.png"/><Relationship Id="rId5" Type="http://schemas.openxmlformats.org/officeDocument/2006/relationships/image" Target="../media/image10.png"/><Relationship Id="rId15" Type="http://schemas.openxmlformats.org/officeDocument/2006/relationships/image" Target="../media/image20.png"/><Relationship Id="rId23" Type="http://schemas.openxmlformats.org/officeDocument/2006/relationships/image" Target="../media/image28.png"/><Relationship Id="rId10" Type="http://schemas.openxmlformats.org/officeDocument/2006/relationships/image" Target="../media/image15.png"/><Relationship Id="rId19" Type="http://schemas.openxmlformats.org/officeDocument/2006/relationships/image" Target="../media/image24.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 Id="rId22" Type="http://schemas.openxmlformats.org/officeDocument/2006/relationships/image" Target="../media/image27.png"/></Relationships>
</file>

<file path=ppt/slides/_rels/slide4.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41.png"/><Relationship Id="rId18" Type="http://schemas.openxmlformats.org/officeDocument/2006/relationships/image" Target="../media/image46.png"/><Relationship Id="rId26" Type="http://schemas.openxmlformats.org/officeDocument/2006/relationships/image" Target="../media/image54.png"/><Relationship Id="rId3" Type="http://schemas.openxmlformats.org/officeDocument/2006/relationships/image" Target="../media/image31.png"/><Relationship Id="rId21" Type="http://schemas.openxmlformats.org/officeDocument/2006/relationships/image" Target="../media/image49.png"/><Relationship Id="rId7" Type="http://schemas.openxmlformats.org/officeDocument/2006/relationships/image" Target="../media/image35.png"/><Relationship Id="rId12" Type="http://schemas.openxmlformats.org/officeDocument/2006/relationships/image" Target="../media/image40.png"/><Relationship Id="rId17" Type="http://schemas.openxmlformats.org/officeDocument/2006/relationships/image" Target="../media/image45.png"/><Relationship Id="rId25" Type="http://schemas.openxmlformats.org/officeDocument/2006/relationships/image" Target="../media/image53.png"/><Relationship Id="rId2" Type="http://schemas.openxmlformats.org/officeDocument/2006/relationships/notesSlide" Target="../notesSlides/notesSlide4.xml"/><Relationship Id="rId16" Type="http://schemas.openxmlformats.org/officeDocument/2006/relationships/image" Target="../media/image44.png"/><Relationship Id="rId20" Type="http://schemas.openxmlformats.org/officeDocument/2006/relationships/image" Target="../media/image48.png"/><Relationship Id="rId29" Type="http://schemas.openxmlformats.org/officeDocument/2006/relationships/image" Target="../media/image57.png"/><Relationship Id="rId1" Type="http://schemas.openxmlformats.org/officeDocument/2006/relationships/slideLayout" Target="../slideLayouts/slideLayout3.xml"/><Relationship Id="rId6" Type="http://schemas.openxmlformats.org/officeDocument/2006/relationships/image" Target="../media/image34.png"/><Relationship Id="rId11" Type="http://schemas.openxmlformats.org/officeDocument/2006/relationships/image" Target="../media/image39.png"/><Relationship Id="rId24" Type="http://schemas.openxmlformats.org/officeDocument/2006/relationships/image" Target="../media/image52.png"/><Relationship Id="rId5" Type="http://schemas.openxmlformats.org/officeDocument/2006/relationships/image" Target="../media/image33.png"/><Relationship Id="rId15" Type="http://schemas.openxmlformats.org/officeDocument/2006/relationships/image" Target="../media/image43.png"/><Relationship Id="rId23" Type="http://schemas.openxmlformats.org/officeDocument/2006/relationships/image" Target="../media/image51.png"/><Relationship Id="rId28" Type="http://schemas.openxmlformats.org/officeDocument/2006/relationships/image" Target="../media/image56.png"/><Relationship Id="rId10" Type="http://schemas.openxmlformats.org/officeDocument/2006/relationships/image" Target="../media/image38.png"/><Relationship Id="rId19" Type="http://schemas.openxmlformats.org/officeDocument/2006/relationships/image" Target="../media/image47.png"/><Relationship Id="rId31" Type="http://schemas.openxmlformats.org/officeDocument/2006/relationships/image" Target="../media/image59.png"/><Relationship Id="rId4" Type="http://schemas.openxmlformats.org/officeDocument/2006/relationships/image" Target="../media/image32.png"/><Relationship Id="rId9" Type="http://schemas.openxmlformats.org/officeDocument/2006/relationships/image" Target="../media/image37.png"/><Relationship Id="rId14" Type="http://schemas.openxmlformats.org/officeDocument/2006/relationships/image" Target="../media/image42.png"/><Relationship Id="rId22" Type="http://schemas.openxmlformats.org/officeDocument/2006/relationships/image" Target="../media/image50.png"/><Relationship Id="rId27" Type="http://schemas.openxmlformats.org/officeDocument/2006/relationships/image" Target="../media/image55.png"/><Relationship Id="rId30" Type="http://schemas.openxmlformats.org/officeDocument/2006/relationships/image" Target="../media/image58.png"/></Relationships>
</file>

<file path=ppt/slides/_rels/slide5.xml.rels><?xml version="1.0" encoding="UTF-8" standalone="yes"?>
<Relationships xmlns="http://schemas.openxmlformats.org/package/2006/relationships"><Relationship Id="rId8" Type="http://schemas.openxmlformats.org/officeDocument/2006/relationships/image" Target="../media/image65.png"/><Relationship Id="rId13" Type="http://schemas.openxmlformats.org/officeDocument/2006/relationships/image" Target="../media/image70.png"/><Relationship Id="rId3" Type="http://schemas.openxmlformats.org/officeDocument/2006/relationships/image" Target="../media/image60.png"/><Relationship Id="rId7" Type="http://schemas.openxmlformats.org/officeDocument/2006/relationships/image" Target="../media/image64.png"/><Relationship Id="rId12" Type="http://schemas.openxmlformats.org/officeDocument/2006/relationships/image" Target="../media/image69.png"/><Relationship Id="rId2" Type="http://schemas.openxmlformats.org/officeDocument/2006/relationships/notesSlide" Target="../notesSlides/notesSlide5.xml"/><Relationship Id="rId16" Type="http://schemas.openxmlformats.org/officeDocument/2006/relationships/image" Target="../media/image73.png"/><Relationship Id="rId1" Type="http://schemas.openxmlformats.org/officeDocument/2006/relationships/slideLayout" Target="../slideLayouts/slideLayout3.xml"/><Relationship Id="rId6" Type="http://schemas.openxmlformats.org/officeDocument/2006/relationships/image" Target="../media/image63.png"/><Relationship Id="rId11" Type="http://schemas.openxmlformats.org/officeDocument/2006/relationships/image" Target="../media/image68.png"/><Relationship Id="rId5" Type="http://schemas.openxmlformats.org/officeDocument/2006/relationships/image" Target="../media/image62.png"/><Relationship Id="rId15" Type="http://schemas.openxmlformats.org/officeDocument/2006/relationships/image" Target="../media/image72.png"/><Relationship Id="rId10" Type="http://schemas.openxmlformats.org/officeDocument/2006/relationships/image" Target="../media/image67.png"/><Relationship Id="rId4" Type="http://schemas.openxmlformats.org/officeDocument/2006/relationships/image" Target="../media/image61.png"/><Relationship Id="rId9" Type="http://schemas.openxmlformats.org/officeDocument/2006/relationships/image" Target="../media/image66.png"/><Relationship Id="rId14" Type="http://schemas.openxmlformats.org/officeDocument/2006/relationships/image" Target="../media/image71.png"/></Relationships>
</file>

<file path=ppt/slides/_rels/slide6.xml.rels><?xml version="1.0" encoding="UTF-8" standalone="yes"?>
<Relationships xmlns="http://schemas.openxmlformats.org/package/2006/relationships"><Relationship Id="rId8" Type="http://schemas.openxmlformats.org/officeDocument/2006/relationships/image" Target="../media/image79.png"/><Relationship Id="rId13" Type="http://schemas.openxmlformats.org/officeDocument/2006/relationships/image" Target="../media/image84.png"/><Relationship Id="rId18" Type="http://schemas.openxmlformats.org/officeDocument/2006/relationships/image" Target="../media/image89.png"/><Relationship Id="rId26" Type="http://schemas.openxmlformats.org/officeDocument/2006/relationships/image" Target="../media/image97.png"/><Relationship Id="rId3" Type="http://schemas.openxmlformats.org/officeDocument/2006/relationships/image" Target="../media/image74.png"/><Relationship Id="rId21" Type="http://schemas.openxmlformats.org/officeDocument/2006/relationships/image" Target="../media/image92.png"/><Relationship Id="rId7" Type="http://schemas.openxmlformats.org/officeDocument/2006/relationships/image" Target="../media/image78.png"/><Relationship Id="rId12" Type="http://schemas.openxmlformats.org/officeDocument/2006/relationships/image" Target="../media/image83.png"/><Relationship Id="rId17" Type="http://schemas.openxmlformats.org/officeDocument/2006/relationships/image" Target="../media/image88.png"/><Relationship Id="rId25" Type="http://schemas.openxmlformats.org/officeDocument/2006/relationships/image" Target="../media/image96.png"/><Relationship Id="rId2" Type="http://schemas.openxmlformats.org/officeDocument/2006/relationships/notesSlide" Target="../notesSlides/notesSlide6.xml"/><Relationship Id="rId16" Type="http://schemas.openxmlformats.org/officeDocument/2006/relationships/image" Target="../media/image87.png"/><Relationship Id="rId20" Type="http://schemas.openxmlformats.org/officeDocument/2006/relationships/image" Target="../media/image91.png"/><Relationship Id="rId29" Type="http://schemas.openxmlformats.org/officeDocument/2006/relationships/image" Target="../media/image100.png"/><Relationship Id="rId1" Type="http://schemas.openxmlformats.org/officeDocument/2006/relationships/slideLayout" Target="../slideLayouts/slideLayout3.xml"/><Relationship Id="rId6" Type="http://schemas.openxmlformats.org/officeDocument/2006/relationships/image" Target="../media/image77.png"/><Relationship Id="rId11" Type="http://schemas.openxmlformats.org/officeDocument/2006/relationships/image" Target="../media/image82.png"/><Relationship Id="rId24" Type="http://schemas.openxmlformats.org/officeDocument/2006/relationships/image" Target="../media/image95.png"/><Relationship Id="rId5" Type="http://schemas.openxmlformats.org/officeDocument/2006/relationships/image" Target="../media/image76.png"/><Relationship Id="rId15" Type="http://schemas.openxmlformats.org/officeDocument/2006/relationships/image" Target="../media/image86.png"/><Relationship Id="rId23" Type="http://schemas.openxmlformats.org/officeDocument/2006/relationships/image" Target="../media/image94.png"/><Relationship Id="rId28" Type="http://schemas.openxmlformats.org/officeDocument/2006/relationships/image" Target="../media/image99.png"/><Relationship Id="rId10" Type="http://schemas.openxmlformats.org/officeDocument/2006/relationships/image" Target="../media/image81.png"/><Relationship Id="rId19" Type="http://schemas.openxmlformats.org/officeDocument/2006/relationships/image" Target="../media/image90.png"/><Relationship Id="rId4" Type="http://schemas.openxmlformats.org/officeDocument/2006/relationships/image" Target="../media/image75.png"/><Relationship Id="rId9" Type="http://schemas.openxmlformats.org/officeDocument/2006/relationships/image" Target="../media/image80.png"/><Relationship Id="rId14" Type="http://schemas.openxmlformats.org/officeDocument/2006/relationships/image" Target="../media/image85.png"/><Relationship Id="rId22" Type="http://schemas.openxmlformats.org/officeDocument/2006/relationships/image" Target="../media/image93.png"/><Relationship Id="rId27" Type="http://schemas.openxmlformats.org/officeDocument/2006/relationships/image" Target="../media/image98.png"/><Relationship Id="rId30" Type="http://schemas.openxmlformats.org/officeDocument/2006/relationships/image" Target="../media/image101.png"/></Relationships>
</file>

<file path=ppt/slides/_rels/slide7.xml.rels><?xml version="1.0" encoding="UTF-8" standalone="yes"?>
<Relationships xmlns="http://schemas.openxmlformats.org/package/2006/relationships"><Relationship Id="rId8" Type="http://schemas.openxmlformats.org/officeDocument/2006/relationships/image" Target="../media/image106.png"/><Relationship Id="rId13" Type="http://schemas.openxmlformats.org/officeDocument/2006/relationships/image" Target="../media/image111.png"/><Relationship Id="rId3" Type="http://schemas.openxmlformats.org/officeDocument/2006/relationships/image" Target="../media/image5.png"/><Relationship Id="rId7" Type="http://schemas.openxmlformats.org/officeDocument/2006/relationships/image" Target="../media/image105.png"/><Relationship Id="rId12" Type="http://schemas.openxmlformats.org/officeDocument/2006/relationships/image" Target="../media/image110.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04.png"/><Relationship Id="rId11" Type="http://schemas.openxmlformats.org/officeDocument/2006/relationships/image" Target="../media/image109.png"/><Relationship Id="rId5" Type="http://schemas.openxmlformats.org/officeDocument/2006/relationships/image" Target="../media/image103.png"/><Relationship Id="rId10" Type="http://schemas.openxmlformats.org/officeDocument/2006/relationships/image" Target="../media/image108.png"/><Relationship Id="rId4" Type="http://schemas.openxmlformats.org/officeDocument/2006/relationships/image" Target="../media/image102.png"/><Relationship Id="rId9" Type="http://schemas.openxmlformats.org/officeDocument/2006/relationships/image" Target="../media/image107.png"/><Relationship Id="rId14" Type="http://schemas.openxmlformats.org/officeDocument/2006/relationships/image" Target="../media/image112.png"/></Relationships>
</file>

<file path=ppt/slides/_rels/slide8.xml.rels><?xml version="1.0" encoding="UTF-8" standalone="yes"?>
<Relationships xmlns="http://schemas.openxmlformats.org/package/2006/relationships"><Relationship Id="rId3" Type="http://schemas.openxmlformats.org/officeDocument/2006/relationships/image" Target="../media/image113.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14"/>
        <p:cNvGrpSpPr/>
        <p:nvPr/>
      </p:nvGrpSpPr>
      <p:grpSpPr>
        <a:xfrm>
          <a:off x="0" y="0"/>
          <a:ext cx="0" cy="0"/>
          <a:chOff x="0" y="0"/>
          <a:chExt cx="0" cy="0"/>
        </a:xfrm>
      </p:grpSpPr>
      <p:sp>
        <p:nvSpPr>
          <p:cNvPr id="715" name="Google Shape;715;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80000"/>
              </a:lnSpc>
              <a:spcBef>
                <a:spcPts val="0"/>
              </a:spcBef>
              <a:spcAft>
                <a:spcPts val="0"/>
              </a:spcAft>
              <a:buClr>
                <a:srgbClr val="262626"/>
              </a:buClr>
              <a:buSzPts val="3600"/>
              <a:buNone/>
            </a:pPr>
            <a:r>
              <a:rPr lang="en-US" sz="3000"/>
              <a:t>Two Syllable Words</a:t>
            </a:r>
            <a:endParaRPr sz="3000"/>
          </a:p>
        </p:txBody>
      </p:sp>
      <p:sp>
        <p:nvSpPr>
          <p:cNvPr id="716" name="Google Shape;716;p1"/>
          <p:cNvSpPr/>
          <p:nvPr/>
        </p:nvSpPr>
        <p:spPr>
          <a:xfrm>
            <a:off x="6328339"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7" name="Google Shape;717;p1"/>
          <p:cNvSpPr/>
          <p:nvPr/>
        </p:nvSpPr>
        <p:spPr>
          <a:xfrm>
            <a:off x="6695332"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8" name="Google Shape;718;p1"/>
          <p:cNvSpPr txBox="1">
            <a:spLocks noGrp="1"/>
          </p:cNvSpPr>
          <p:nvPr>
            <p:ph type="subTitle" idx="2"/>
          </p:nvPr>
        </p:nvSpPr>
        <p:spPr>
          <a:xfrm>
            <a:off x="884092" y="32207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28</a:t>
            </a:r>
            <a:endParaRPr/>
          </a:p>
        </p:txBody>
      </p:sp>
      <p:sp>
        <p:nvSpPr>
          <p:cNvPr id="719" name="Google Shape;719;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720" name="Google Shape;720;p1"/>
          <p:cNvPicPr preferRelativeResize="0"/>
          <p:nvPr/>
        </p:nvPicPr>
        <p:blipFill rotWithShape="1">
          <a:blip r:embed="rId3">
            <a:alphaModFix/>
          </a:blip>
          <a:srcRect/>
          <a:stretch/>
        </p:blipFill>
        <p:spPr>
          <a:xfrm rot="-221313">
            <a:off x="5906462" y="4272840"/>
            <a:ext cx="1800024" cy="1288523"/>
          </a:xfrm>
          <a:prstGeom prst="rect">
            <a:avLst/>
          </a:prstGeom>
          <a:noFill/>
          <a:ln>
            <a:noFill/>
          </a:ln>
          <a:effectLst>
            <a:outerShdw blurRad="57150" dist="38100" dir="5400000" algn="bl" rotWithShape="0">
              <a:srgbClr val="000000">
                <a:alpha val="20000"/>
              </a:srgbClr>
            </a:outerShdw>
          </a:effectLst>
        </p:spPr>
      </p:pic>
      <p:pic>
        <p:nvPicPr>
          <p:cNvPr id="721" name="Google Shape;721;p1"/>
          <p:cNvPicPr preferRelativeResize="0"/>
          <p:nvPr/>
        </p:nvPicPr>
        <p:blipFill rotWithShape="1">
          <a:blip r:embed="rId4">
            <a:alphaModFix/>
          </a:blip>
          <a:srcRect t="89" b="99"/>
          <a:stretch/>
        </p:blipFill>
        <p:spPr>
          <a:xfrm rot="479435">
            <a:off x="7451381" y="4168364"/>
            <a:ext cx="1078930" cy="1497455"/>
          </a:xfrm>
          <a:prstGeom prst="rect">
            <a:avLst/>
          </a:prstGeom>
          <a:noFill/>
          <a:ln>
            <a:noFill/>
          </a:ln>
          <a:effectLst>
            <a:outerShdw blurRad="71438" dist="19050" dir="5220000" algn="bl" rotWithShape="0">
              <a:srgbClr val="000000">
                <a:alpha val="17254"/>
              </a:srgbClr>
            </a:outerShdw>
          </a:effectLst>
        </p:spPr>
      </p:pic>
      <p:graphicFrame>
        <p:nvGraphicFramePr>
          <p:cNvPr id="722" name="Google Shape;722;p1"/>
          <p:cNvGraphicFramePr/>
          <p:nvPr/>
        </p:nvGraphicFramePr>
        <p:xfrm>
          <a:off x="4844200" y="1891197"/>
          <a:ext cx="3785000" cy="1678950"/>
        </p:xfrm>
        <a:graphic>
          <a:graphicData uri="http://schemas.openxmlformats.org/drawingml/2006/table">
            <a:tbl>
              <a:tblPr firstRow="1" bandRow="1">
                <a:noFill/>
                <a:tableStyleId>{E2ADE50F-AA2C-4146-8014-F1F7BFFDE61B}</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CVCC (nd mp nt,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nk ft st, lt lk sk)</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CCVC (fr br, cr tr,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gr dr pr)</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CCVC (pl bl gl, sl fl cl,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st sp sn, sm sw)</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CCVCC (short vowel)</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CVCC CCVC CCVCC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(long vowel)</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CCCVC CVCCC</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7"/>
        <p:cNvGrpSpPr/>
        <p:nvPr/>
      </p:nvGrpSpPr>
      <p:grpSpPr>
        <a:xfrm>
          <a:off x="0" y="0"/>
          <a:ext cx="0" cy="0"/>
          <a:chOff x="0" y="0"/>
          <a:chExt cx="0" cy="0"/>
        </a:xfrm>
      </p:grpSpPr>
      <p:sp>
        <p:nvSpPr>
          <p:cNvPr id="728" name="Google Shape;728;g2bee4f4af4b_0_204"/>
          <p:cNvSpPr txBox="1"/>
          <p:nvPr/>
        </p:nvSpPr>
        <p:spPr>
          <a:xfrm>
            <a:off x="115583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729" name="Google Shape;729;g2bee4f4af4b_0_204"/>
          <p:cNvSpPr txBox="1"/>
          <p:nvPr/>
        </p:nvSpPr>
        <p:spPr>
          <a:xfrm>
            <a:off x="94853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30" name="Google Shape;730;g2bee4f4af4b_0_204"/>
          <p:cNvPicPr preferRelativeResize="0"/>
          <p:nvPr/>
        </p:nvPicPr>
        <p:blipFill rotWithShape="1">
          <a:blip r:embed="rId3">
            <a:alphaModFix/>
          </a:blip>
          <a:srcRect l="89" r="79"/>
          <a:stretch/>
        </p:blipFill>
        <p:spPr>
          <a:xfrm>
            <a:off x="1155831" y="4169988"/>
            <a:ext cx="813600" cy="977432"/>
          </a:xfrm>
          <a:prstGeom prst="rect">
            <a:avLst/>
          </a:prstGeom>
          <a:noFill/>
          <a:ln>
            <a:noFill/>
          </a:ln>
          <a:effectLst>
            <a:outerShdw blurRad="71438" dist="19050" dir="5220000" algn="bl" rotWithShape="0">
              <a:srgbClr val="D8D8D8"/>
            </a:outerShdw>
          </a:effectLst>
        </p:spPr>
      </p:pic>
      <p:sp>
        <p:nvSpPr>
          <p:cNvPr id="731" name="Google Shape;731;g2bee4f4af4b_0_204"/>
          <p:cNvSpPr txBox="1"/>
          <p:nvPr/>
        </p:nvSpPr>
        <p:spPr>
          <a:xfrm>
            <a:off x="353094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32" name="Google Shape;732;g2bee4f4af4b_0_204"/>
          <p:cNvSpPr txBox="1"/>
          <p:nvPr/>
        </p:nvSpPr>
        <p:spPr>
          <a:xfrm>
            <a:off x="3208674" y="5256525"/>
            <a:ext cx="14580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sp>
        <p:nvSpPr>
          <p:cNvPr id="733" name="Google Shape;733;g2bee4f4af4b_0_204"/>
          <p:cNvSpPr txBox="1"/>
          <p:nvPr/>
        </p:nvSpPr>
        <p:spPr>
          <a:xfrm>
            <a:off x="234338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734" name="Google Shape;734;g2bee4f4af4b_0_204"/>
          <p:cNvSpPr txBox="1"/>
          <p:nvPr/>
        </p:nvSpPr>
        <p:spPr>
          <a:xfrm>
            <a:off x="2228786"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35" name="Google Shape;735;g2bee4f4af4b_0_204"/>
          <p:cNvPicPr preferRelativeResize="0"/>
          <p:nvPr/>
        </p:nvPicPr>
        <p:blipFill rotWithShape="1">
          <a:blip r:embed="rId4">
            <a:alphaModFix/>
          </a:blip>
          <a:srcRect t="89" b="99"/>
          <a:stretch/>
        </p:blipFill>
        <p:spPr>
          <a:xfrm>
            <a:off x="2442924" y="4232253"/>
            <a:ext cx="614525" cy="852902"/>
          </a:xfrm>
          <a:prstGeom prst="rect">
            <a:avLst/>
          </a:prstGeom>
          <a:noFill/>
          <a:ln>
            <a:noFill/>
          </a:ln>
          <a:effectLst>
            <a:outerShdw blurRad="71438" dist="19050" dir="5220000" algn="bl" rotWithShape="0">
              <a:srgbClr val="D8D8D8"/>
            </a:outerShdw>
          </a:effectLst>
        </p:spPr>
      </p:pic>
      <p:pic>
        <p:nvPicPr>
          <p:cNvPr id="736" name="Google Shape;736;g2bee4f4af4b_0_204"/>
          <p:cNvPicPr preferRelativeResize="0"/>
          <p:nvPr/>
        </p:nvPicPr>
        <p:blipFill rotWithShape="1">
          <a:blip r:embed="rId5">
            <a:alphaModFix/>
          </a:blip>
          <a:srcRect t="149" b="139"/>
          <a:stretch/>
        </p:blipFill>
        <p:spPr>
          <a:xfrm>
            <a:off x="3471754" y="4326104"/>
            <a:ext cx="931973" cy="665199"/>
          </a:xfrm>
          <a:prstGeom prst="rect">
            <a:avLst/>
          </a:prstGeom>
          <a:noFill/>
          <a:ln>
            <a:noFill/>
          </a:ln>
          <a:effectLst>
            <a:outerShdw blurRad="71438" dist="19050" dir="5220000" algn="bl" rotWithShape="0">
              <a:srgbClr val="D8D8D8"/>
            </a:outerShdw>
          </a:effectLst>
        </p:spPr>
      </p:pic>
      <p:sp>
        <p:nvSpPr>
          <p:cNvPr id="737" name="Google Shape;737;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two syllable words containing adjacent consonants.</a:t>
            </a:r>
            <a:endParaRPr/>
          </a:p>
        </p:txBody>
      </p:sp>
      <p:sp>
        <p:nvSpPr>
          <p:cNvPr id="738" name="Google Shape;738;g2bee4f4af4b_0_204"/>
          <p:cNvSpPr txBox="1">
            <a:spLocks noGrp="1"/>
          </p:cNvSpPr>
          <p:nvPr>
            <p:ph type="body" idx="2"/>
          </p:nvPr>
        </p:nvSpPr>
        <p:spPr>
          <a:xfrm>
            <a:off x="3298550" y="1785453"/>
            <a:ext cx="4850100" cy="15975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Review Phase 3 Common Exception Words </a:t>
            </a:r>
            <a:r>
              <a:rPr lang="en-US">
                <a:solidFill>
                  <a:srgbClr val="2356AF"/>
                </a:solidFill>
              </a:rPr>
              <a:t>push they me we be he she my by looked you are there here were all sure.</a:t>
            </a:r>
            <a:endParaRPr>
              <a:solidFill>
                <a:srgbClr val="2356AF"/>
              </a:solidFill>
            </a:endParaRPr>
          </a:p>
        </p:txBody>
      </p:sp>
      <p:sp>
        <p:nvSpPr>
          <p:cNvPr id="739" name="Google Shape;739;g2bee4f4af4b_0_204"/>
          <p:cNvSpPr txBox="1">
            <a:spLocks noGrp="1"/>
          </p:cNvSpPr>
          <p:nvPr>
            <p:ph type="body" idx="3"/>
          </p:nvPr>
        </p:nvSpPr>
        <p:spPr>
          <a:xfrm>
            <a:off x="856325" y="39901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r>
              <a:rPr lang="en-US"/>
              <a:t> </a:t>
            </a:r>
            <a:endParaRPr/>
          </a:p>
        </p:txBody>
      </p:sp>
      <p:sp>
        <p:nvSpPr>
          <p:cNvPr id="740" name="Google Shape;740;g2bee4f4af4b_0_204">
            <a:hlinkClick r:id="rId6" action="ppaction://hlinksldjump"/>
          </p:cNvPr>
          <p:cNvSpPr/>
          <p:nvPr/>
        </p:nvSpPr>
        <p:spPr>
          <a:xfrm>
            <a:off x="2235607" y="3817425"/>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1" name="Google Shape;741;g2bee4f4af4b_0_204">
            <a:hlinkClick r:id="rId7" action="ppaction://hlinksldjump"/>
          </p:cNvPr>
          <p:cNvSpPr/>
          <p:nvPr/>
        </p:nvSpPr>
        <p:spPr>
          <a:xfrm>
            <a:off x="3351619" y="3817425"/>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2" name="Google Shape;742;g2bee4f4af4b_0_204">
            <a:hlinkClick r:id="rId8" action="ppaction://hlinksldjump"/>
          </p:cNvPr>
          <p:cNvSpPr/>
          <p:nvPr/>
        </p:nvSpPr>
        <p:spPr>
          <a:xfrm>
            <a:off x="1000585" y="3817425"/>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7"/>
        <p:cNvGrpSpPr/>
        <p:nvPr/>
      </p:nvGrpSpPr>
      <p:grpSpPr>
        <a:xfrm>
          <a:off x="0" y="0"/>
          <a:ext cx="0" cy="0"/>
          <a:chOff x="0" y="0"/>
          <a:chExt cx="0" cy="0"/>
        </a:xfrm>
      </p:grpSpPr>
      <p:sp>
        <p:nvSpPr>
          <p:cNvPr id="748" name="Google Shape;748;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49" name="Google Shape;749;g26b641b03cd_0_165"/>
          <p:cNvGrpSpPr/>
          <p:nvPr/>
        </p:nvGrpSpPr>
        <p:grpSpPr>
          <a:xfrm>
            <a:off x="930400" y="2129444"/>
            <a:ext cx="7283200" cy="3724851"/>
            <a:chOff x="930400" y="2129444"/>
            <a:chExt cx="7283200" cy="3724851"/>
          </a:xfrm>
        </p:grpSpPr>
        <p:pic>
          <p:nvPicPr>
            <p:cNvPr id="750" name="Google Shape;750;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51" name="Google Shape;751;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52" name="Google Shape;752;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53" name="Google Shape;753;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54" name="Google Shape;754;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55" name="Google Shape;755;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56" name="Google Shape;756;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57" name="Google Shape;757;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58" name="Google Shape;758;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59" name="Google Shape;759;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60" name="Google Shape;760;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61" name="Google Shape;761;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62" name="Google Shape;762;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63" name="Google Shape;763;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64" name="Google Shape;764;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65" name="Google Shape;765;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66" name="Google Shape;766;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67" name="Google Shape;767;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68" name="Google Shape;768;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69" name="Google Shape;769;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70" name="Google Shape;770;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71" name="Google Shape;771;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72" name="Google Shape;772;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7"/>
        <p:cNvGrpSpPr/>
        <p:nvPr/>
      </p:nvGrpSpPr>
      <p:grpSpPr>
        <a:xfrm>
          <a:off x="0" y="0"/>
          <a:ext cx="0" cy="0"/>
          <a:chOff x="0" y="0"/>
          <a:chExt cx="0" cy="0"/>
        </a:xfrm>
      </p:grpSpPr>
      <p:sp>
        <p:nvSpPr>
          <p:cNvPr id="778" name="Google Shape;778;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79" name="Google Shape;779;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80" name="Google Shape;780;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81" name="Google Shape;781;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82" name="Google Shape;782;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83" name="Google Shape;783;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84" name="Google Shape;784;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85" name="Google Shape;785;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86" name="Google Shape;786;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87" name="Google Shape;787;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88" name="Google Shape;788;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89" name="Google Shape;789;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90" name="Google Shape;790;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91" name="Google Shape;791;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92" name="Google Shape;792;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93" name="Google Shape;793;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94" name="Google Shape;794;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95" name="Google Shape;795;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96" name="Google Shape;796;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97" name="Google Shape;797;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98" name="Google Shape;798;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99" name="Google Shape;799;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800" name="Google Shape;800;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801" name="Google Shape;801;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802" name="Google Shape;802;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03" name="Google Shape;803;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804" name="Google Shape;804;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805" name="Google Shape;805;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806" name="Google Shape;806;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807" name="Google Shape;807;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12"/>
        <p:cNvGrpSpPr/>
        <p:nvPr/>
      </p:nvGrpSpPr>
      <p:grpSpPr>
        <a:xfrm>
          <a:off x="0" y="0"/>
          <a:ext cx="0" cy="0"/>
          <a:chOff x="0" y="0"/>
          <a:chExt cx="0" cy="0"/>
        </a:xfrm>
      </p:grpSpPr>
      <p:sp>
        <p:nvSpPr>
          <p:cNvPr id="813" name="Google Shape;813;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endParaRPr/>
          </a:p>
        </p:txBody>
      </p:sp>
      <p:grpSp>
        <p:nvGrpSpPr>
          <p:cNvPr id="814" name="Google Shape;814;g26b7edf6e71_0_109"/>
          <p:cNvGrpSpPr/>
          <p:nvPr/>
        </p:nvGrpSpPr>
        <p:grpSpPr>
          <a:xfrm>
            <a:off x="865957" y="2135925"/>
            <a:ext cx="7282807" cy="2686611"/>
            <a:chOff x="867357" y="2129450"/>
            <a:chExt cx="7282807" cy="2686611"/>
          </a:xfrm>
        </p:grpSpPr>
        <p:pic>
          <p:nvPicPr>
            <p:cNvPr id="815" name="Google Shape;815;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6" name="Google Shape;816;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7" name="Google Shape;817;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18" name="Google Shape;818;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19" name="Google Shape;819;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20" name="Google Shape;820;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1" name="Google Shape;821;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2" name="Google Shape;822;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23" name="Google Shape;823;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4" name="Google Shape;824;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25" name="Google Shape;825;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26" name="Google Shape;826;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27" name="Google Shape;827;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28" name="Google Shape;828;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3"/>
        <p:cNvGrpSpPr/>
        <p:nvPr/>
      </p:nvGrpSpPr>
      <p:grpSpPr>
        <a:xfrm>
          <a:off x="0" y="0"/>
          <a:ext cx="0" cy="0"/>
          <a:chOff x="0" y="0"/>
          <a:chExt cx="0" cy="0"/>
        </a:xfrm>
      </p:grpSpPr>
      <p:sp>
        <p:nvSpPr>
          <p:cNvPr id="834" name="Google Shape;834;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endParaRPr/>
          </a:p>
        </p:txBody>
      </p:sp>
      <p:grpSp>
        <p:nvGrpSpPr>
          <p:cNvPr id="835" name="Google Shape;835;g2c298d33e0c_0_6"/>
          <p:cNvGrpSpPr/>
          <p:nvPr/>
        </p:nvGrpSpPr>
        <p:grpSpPr>
          <a:xfrm>
            <a:off x="866900" y="2155300"/>
            <a:ext cx="7281864" cy="2684601"/>
            <a:chOff x="868300" y="2129450"/>
            <a:chExt cx="7281864" cy="2684601"/>
          </a:xfrm>
        </p:grpSpPr>
        <p:pic>
          <p:nvPicPr>
            <p:cNvPr id="836" name="Google Shape;836;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37" name="Google Shape;837;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38" name="Google Shape;838;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39" name="Google Shape;839;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40" name="Google Shape;840;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41" name="Google Shape;841;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42" name="Google Shape;842;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43" name="Google Shape;843;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44" name="Google Shape;844;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45" name="Google Shape;845;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46" name="Google Shape;846;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47" name="Google Shape;847;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48" name="Google Shape;848;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49" name="Google Shape;849;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51" name="Google Shape;851;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8" name="Google Shape;858;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60" name="Google Shape;860;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61" name="Google Shape;861;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2" name="Google Shape;862;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63" name="Google Shape;863;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68"/>
        <p:cNvGrpSpPr/>
        <p:nvPr/>
      </p:nvGrpSpPr>
      <p:grpSpPr>
        <a:xfrm>
          <a:off x="0" y="0"/>
          <a:ext cx="0" cy="0"/>
          <a:chOff x="0" y="0"/>
          <a:chExt cx="0" cy="0"/>
        </a:xfrm>
      </p:grpSpPr>
      <p:sp>
        <p:nvSpPr>
          <p:cNvPr id="869" name="Google Shape;869;g26b94af6077_0_0"/>
          <p:cNvSpPr txBox="1">
            <a:spLocks noGrp="1"/>
          </p:cNvSpPr>
          <p:nvPr>
            <p:ph type="title"/>
          </p:nvPr>
        </p:nvSpPr>
        <p:spPr>
          <a:xfrm>
            <a:off x="993825" y="582900"/>
            <a:ext cx="7156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Phase 4 Common Exception Words </a:t>
            </a:r>
            <a:br>
              <a:rPr lang="en-US">
                <a:solidFill>
                  <a:schemeClr val="dk1"/>
                </a:solidFill>
              </a:rPr>
            </a:br>
            <a:r>
              <a:rPr lang="en-US">
                <a:solidFill>
                  <a:srgbClr val="2356AF"/>
                </a:solidFill>
              </a:rPr>
              <a:t>said like out have some come what was so old do little</a:t>
            </a:r>
            <a:r>
              <a:rPr lang="en-US">
                <a:solidFill>
                  <a:schemeClr val="dk1"/>
                </a:solidFill>
              </a:rPr>
              <a:t>.</a:t>
            </a:r>
            <a:endParaRPr/>
          </a:p>
        </p:txBody>
      </p:sp>
      <p:pic>
        <p:nvPicPr>
          <p:cNvPr id="870" name="Google Shape;870;g26b94af6077_0_0"/>
          <p:cNvPicPr preferRelativeResize="0"/>
          <p:nvPr/>
        </p:nvPicPr>
        <p:blipFill rotWithShape="1">
          <a:blip r:embed="rId3">
            <a:alphaModFix/>
          </a:blip>
          <a:srcRect l="39" r="3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71" name="Google Shape;871;g26b94af6077_0_0"/>
          <p:cNvPicPr preferRelativeResize="0"/>
          <p:nvPr/>
        </p:nvPicPr>
        <p:blipFill rotWithShape="1">
          <a:blip r:embed="rId4">
            <a:alphaModFix/>
          </a:blip>
          <a:srcRect l="39" r="3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72" name="Google Shape;872;g26b94af6077_0_0"/>
          <p:cNvPicPr preferRelativeResize="0"/>
          <p:nvPr/>
        </p:nvPicPr>
        <p:blipFill rotWithShape="1">
          <a:blip r:embed="rId5">
            <a:alphaModFix/>
          </a:blip>
          <a:srcRect l="39" r="3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73" name="Google Shape;873;g26b94af6077_0_0"/>
          <p:cNvPicPr preferRelativeResize="0"/>
          <p:nvPr/>
        </p:nvPicPr>
        <p:blipFill rotWithShape="1">
          <a:blip r:embed="rId6">
            <a:alphaModFix/>
          </a:blip>
          <a:srcRect l="39" r="39"/>
          <a:stretch/>
        </p:blipFill>
        <p:spPr>
          <a:xfrm>
            <a:off x="4547639" y="3060270"/>
            <a:ext cx="1148707" cy="822955"/>
          </a:xfrm>
          <a:prstGeom prst="rect">
            <a:avLst/>
          </a:prstGeom>
          <a:noFill/>
          <a:ln>
            <a:noFill/>
          </a:ln>
          <a:effectLst>
            <a:outerShdw blurRad="71438" dist="19050" dir="5400000" algn="bl" rotWithShape="0">
              <a:srgbClr val="000000">
                <a:alpha val="17650"/>
              </a:srgbClr>
            </a:outerShdw>
          </a:effectLst>
        </p:spPr>
      </p:pic>
      <p:pic>
        <p:nvPicPr>
          <p:cNvPr id="874" name="Google Shape;874;g26b94af6077_0_0"/>
          <p:cNvPicPr preferRelativeResize="0"/>
          <p:nvPr/>
        </p:nvPicPr>
        <p:blipFill rotWithShape="1">
          <a:blip r:embed="rId7">
            <a:alphaModFix/>
          </a:blip>
          <a:srcRect l="189" r="179"/>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75" name="Google Shape;875;g26b94af6077_0_0"/>
          <p:cNvPicPr preferRelativeResize="0"/>
          <p:nvPr/>
        </p:nvPicPr>
        <p:blipFill rotWithShape="1">
          <a:blip r:embed="rId8">
            <a:alphaModFix/>
          </a:blip>
          <a:srcRect t="39" b="49"/>
          <a:stretch/>
        </p:blipFill>
        <p:spPr>
          <a:xfrm>
            <a:off x="2093821" y="3060270"/>
            <a:ext cx="1148707" cy="821566"/>
          </a:xfrm>
          <a:prstGeom prst="rect">
            <a:avLst/>
          </a:prstGeom>
          <a:noFill/>
          <a:ln>
            <a:noFill/>
          </a:ln>
          <a:effectLst>
            <a:outerShdw blurRad="71438" dist="19050" dir="5400000" algn="bl" rotWithShape="0">
              <a:srgbClr val="000000">
                <a:alpha val="17650"/>
              </a:srgbClr>
            </a:outerShdw>
          </a:effectLst>
        </p:spPr>
      </p:pic>
      <p:pic>
        <p:nvPicPr>
          <p:cNvPr id="876" name="Google Shape;876;g26b94af6077_0_0"/>
          <p:cNvPicPr preferRelativeResize="0"/>
          <p:nvPr/>
        </p:nvPicPr>
        <p:blipFill rotWithShape="1">
          <a:blip r:embed="rId9">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77" name="Google Shape;877;g26b94af6077_0_0"/>
          <p:cNvPicPr preferRelativeResize="0"/>
          <p:nvPr/>
        </p:nvPicPr>
        <p:blipFill rotWithShape="1">
          <a:blip r:embed="rId1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040"/>
              </a:srgbClr>
            </a:outerShdw>
          </a:effectLst>
        </p:spPr>
      </p:pic>
      <p:pic>
        <p:nvPicPr>
          <p:cNvPr id="878" name="Google Shape;878;g26b94af6077_0_0"/>
          <p:cNvPicPr preferRelativeResize="0"/>
          <p:nvPr/>
        </p:nvPicPr>
        <p:blipFill rotWithShape="1">
          <a:blip r:embed="rId1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040"/>
              </a:srgbClr>
            </a:outerShdw>
          </a:effectLst>
        </p:spPr>
      </p:pic>
      <p:pic>
        <p:nvPicPr>
          <p:cNvPr id="879" name="Google Shape;879;g26b94af6077_0_0"/>
          <p:cNvPicPr preferRelativeResize="0"/>
          <p:nvPr/>
        </p:nvPicPr>
        <p:blipFill rotWithShape="1">
          <a:blip r:embed="rId1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880" name="Google Shape;880;g26b94af6077_0_0"/>
          <p:cNvPicPr preferRelativeResize="0"/>
          <p:nvPr/>
        </p:nvPicPr>
        <p:blipFill rotWithShape="1">
          <a:blip r:embed="rId1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881" name="Google Shape;881;g26b94af6077_0_0"/>
          <p:cNvPicPr preferRelativeResize="0"/>
          <p:nvPr/>
        </p:nvPicPr>
        <p:blipFill rotWithShape="1">
          <a:blip r:embed="rId14">
            <a:alphaModFix/>
          </a:blip>
          <a:srcRect l="79" r="69"/>
          <a:stretch/>
        </p:blipFill>
        <p:spPr>
          <a:xfrm>
            <a:off x="7001457" y="2129450"/>
            <a:ext cx="1147320" cy="821566"/>
          </a:xfrm>
          <a:prstGeom prst="rect">
            <a:avLst/>
          </a:prstGeom>
          <a:noFill/>
          <a:ln>
            <a:noFill/>
          </a:ln>
          <a:effectLst>
            <a:outerShdw blurRad="71438" dist="19050" dir="5400000" algn="bl" rotWithShape="0">
              <a:srgbClr val="000000">
                <a:alpha val="1804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86"/>
        <p:cNvGrpSpPr/>
        <p:nvPr/>
      </p:nvGrpSpPr>
      <p:grpSpPr>
        <a:xfrm>
          <a:off x="0" y="0"/>
          <a:ext cx="0" cy="0"/>
          <a:chOff x="0" y="0"/>
          <a:chExt cx="0" cy="0"/>
        </a:xfrm>
      </p:grpSpPr>
      <p:sp>
        <p:nvSpPr>
          <p:cNvPr id="887" name="Google Shape;887;g2cf1f75ecdd_0_15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Alphabet Song</a:t>
            </a:r>
            <a:endParaRPr/>
          </a:p>
        </p:txBody>
      </p:sp>
      <p:sp>
        <p:nvSpPr>
          <p:cNvPr id="888" name="Google Shape;888;g2cf1f75ecdd_0_158"/>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Now I know my abc's, </a:t>
            </a:r>
            <a:br>
              <a:rPr lang="en-US" sz="2500" b="0" i="0" u="none" strike="noStrike" cap="none">
                <a:solidFill>
                  <a:schemeClr val="dk1"/>
                </a:solidFill>
                <a:latin typeface="Poppins"/>
                <a:ea typeface="Poppins"/>
                <a:cs typeface="Poppins"/>
                <a:sym typeface="Poppins"/>
              </a:rPr>
            </a:br>
            <a:r>
              <a:rPr lang="en-US" sz="2500" b="0" i="0" u="none" strike="noStrike" cap="none">
                <a:solidFill>
                  <a:schemeClr val="dk1"/>
                </a:solidFill>
                <a:latin typeface="Poppins"/>
                <a:ea typeface="Poppins"/>
                <a:cs typeface="Poppins"/>
                <a:sym typeface="Poppins"/>
              </a:rPr>
              <a:t>Next time won't you sing with me.</a:t>
            </a:r>
            <a:endParaRPr sz="2500" b="0" i="0" u="none" strike="noStrike" cap="none">
              <a:solidFill>
                <a:schemeClr val="dk1"/>
              </a:solidFill>
              <a:latin typeface="Poppins"/>
              <a:ea typeface="Poppins"/>
              <a:cs typeface="Poppins"/>
              <a:sym typeface="Poppins"/>
            </a:endParaRPr>
          </a:p>
        </p:txBody>
      </p:sp>
      <p:pic>
        <p:nvPicPr>
          <p:cNvPr id="889" name="Google Shape;889;g2cf1f75ecdd_0_158"/>
          <p:cNvPicPr preferRelativeResize="0"/>
          <p:nvPr/>
        </p:nvPicPr>
        <p:blipFill rotWithShape="1">
          <a:blip r:embed="rId3">
            <a:alphaModFix/>
          </a:blip>
          <a:srcRect/>
          <a:stretch/>
        </p:blipFill>
        <p:spPr>
          <a:xfrm>
            <a:off x="2506700" y="4770088"/>
            <a:ext cx="4130601" cy="1243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94"/>
        <p:cNvGrpSpPr/>
        <p:nvPr/>
      </p:nvGrpSpPr>
      <p:grpSpPr>
        <a:xfrm>
          <a:off x="0" y="0"/>
          <a:ext cx="0" cy="0"/>
          <a:chOff x="0" y="0"/>
          <a:chExt cx="0" cy="0"/>
        </a:xfrm>
      </p:grpSpPr>
      <p:sp>
        <p:nvSpPr>
          <p:cNvPr id="895" name="Google Shape;895;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896" name="Google Shape;896;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97" name="Google Shape;897;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02"/>
        <p:cNvGrpSpPr/>
        <p:nvPr/>
      </p:nvGrpSpPr>
      <p:grpSpPr>
        <a:xfrm>
          <a:off x="0" y="0"/>
          <a:ext cx="0" cy="0"/>
          <a:chOff x="0" y="0"/>
          <a:chExt cx="0" cy="0"/>
        </a:xfrm>
      </p:grpSpPr>
      <p:sp>
        <p:nvSpPr>
          <p:cNvPr id="903" name="Google Shape;903;g2c4feb0fda9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04" name="Google Shape;904;g2c4feb0fda9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05" name="Google Shape;905;g2c4feb0fda9_1_0"/>
          <p:cNvSpPr/>
          <p:nvPr/>
        </p:nvSpPr>
        <p:spPr>
          <a:xfrm>
            <a:off x="246699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6" name="Google Shape;906;g2c4feb0fda9_1_0"/>
          <p:cNvSpPr/>
          <p:nvPr/>
        </p:nvSpPr>
        <p:spPr>
          <a:xfrm>
            <a:off x="3099390"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07" name="Google Shape;907;g2c4feb0fda9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08" name="Google Shape;908;g2c4feb0fda9_1_0"/>
          <p:cNvSpPr txBox="1">
            <a:spLocks noGrp="1"/>
          </p:cNvSpPr>
          <p:nvPr>
            <p:ph type="subTitle" idx="4294967295"/>
          </p:nvPr>
        </p:nvSpPr>
        <p:spPr>
          <a:xfrm>
            <a:off x="189729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r</a:t>
            </a:r>
            <a:endParaRPr sz="15000" b="0" i="0" u="none" strike="noStrike" cap="none">
              <a:solidFill>
                <a:srgbClr val="2356AF"/>
              </a:solidFill>
              <a:latin typeface="Jost"/>
              <a:ea typeface="Jost"/>
              <a:cs typeface="Jost"/>
              <a:sym typeface="Jost"/>
            </a:endParaRPr>
          </a:p>
        </p:txBody>
      </p:sp>
      <p:sp>
        <p:nvSpPr>
          <p:cNvPr id="909" name="Google Shape;909;g2c4feb0fda9_1_0"/>
          <p:cNvSpPr txBox="1">
            <a:spLocks noGrp="1"/>
          </p:cNvSpPr>
          <p:nvPr>
            <p:ph type="subTitle" idx="4294967295"/>
          </p:nvPr>
        </p:nvSpPr>
        <p:spPr>
          <a:xfrm>
            <a:off x="252971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i</a:t>
            </a:r>
            <a:endParaRPr sz="15000" b="0" i="0" u="none" strike="noStrike" cap="none">
              <a:solidFill>
                <a:srgbClr val="ED1C24"/>
              </a:solidFill>
              <a:latin typeface="Jost"/>
              <a:ea typeface="Jost"/>
              <a:cs typeface="Jost"/>
              <a:sym typeface="Jost"/>
            </a:endParaRPr>
          </a:p>
        </p:txBody>
      </p:sp>
      <p:sp>
        <p:nvSpPr>
          <p:cNvPr id="910" name="Google Shape;910;g2c4feb0fda9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1" name="Google Shape;911;g2c4feb0fda9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2" name="Google Shape;912;g2c4feb0fda9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3" name="Google Shape;913;g2c4feb0fda9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4" name="Google Shape;914;g2c4feb0fda9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5" name="Google Shape;915;g2c4feb0fda9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16" name="Google Shape;916;g2c4feb0fda9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17" name="Google Shape;917;g2c4feb0fda9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18" name="Google Shape;918;g2c4feb0fda9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19" name="Google Shape;919;g2c4feb0fda9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20" name="Google Shape;920;g2c4feb0fda9_1_0"/>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21" name="Google Shape;921;g2c4feb0fda9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22" name="Google Shape;922;g2c4feb0fda9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23" name="Google Shape;923;g2c4feb0fda9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4" name="Google Shape;924;g2c4feb0fda9_1_0"/>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5" name="Google Shape;925;g2c4feb0fda9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6" name="Google Shape;926;g2c4feb0fda9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27" name="Google Shape;927;g2c4feb0fda9_1_0"/>
          <p:cNvSpPr/>
          <p:nvPr/>
        </p:nvSpPr>
        <p:spPr>
          <a:xfrm>
            <a:off x="162879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8" name="Google Shape;928;g2c4feb0fda9_1_0"/>
          <p:cNvSpPr txBox="1">
            <a:spLocks noGrp="1"/>
          </p:cNvSpPr>
          <p:nvPr>
            <p:ph type="subTitle" idx="4294967295"/>
          </p:nvPr>
        </p:nvSpPr>
        <p:spPr>
          <a:xfrm>
            <a:off x="105909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d</a:t>
            </a:r>
            <a:endParaRPr sz="15000" b="0" i="0" u="none" strike="noStrike" cap="none">
              <a:solidFill>
                <a:srgbClr val="2356AF"/>
              </a:solidFill>
              <a:latin typeface="Jost"/>
              <a:ea typeface="Jost"/>
              <a:cs typeface="Jost"/>
              <a:sym typeface="Jost"/>
            </a:endParaRPr>
          </a:p>
        </p:txBody>
      </p:sp>
      <p:sp>
        <p:nvSpPr>
          <p:cNvPr id="929" name="Google Shape;929;g2c4feb0fda9_1_0"/>
          <p:cNvSpPr/>
          <p:nvPr/>
        </p:nvSpPr>
        <p:spPr>
          <a:xfrm>
            <a:off x="5471931"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0" name="Google Shape;930;g2c4feb0fda9_1_0"/>
          <p:cNvSpPr txBox="1">
            <a:spLocks noGrp="1"/>
          </p:cNvSpPr>
          <p:nvPr>
            <p:ph type="subTitle" idx="4294967295"/>
          </p:nvPr>
        </p:nvSpPr>
        <p:spPr>
          <a:xfrm>
            <a:off x="489708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i</a:t>
            </a:r>
            <a:endParaRPr sz="15000" b="0" i="0" u="none" strike="noStrike" cap="none">
              <a:solidFill>
                <a:srgbClr val="ED1C24"/>
              </a:solidFill>
              <a:latin typeface="Jost"/>
              <a:ea typeface="Jost"/>
              <a:cs typeface="Jost"/>
              <a:sym typeface="Jost"/>
            </a:endParaRPr>
          </a:p>
        </p:txBody>
      </p:sp>
      <p:sp>
        <p:nvSpPr>
          <p:cNvPr id="931" name="Google Shape;931;g2c4feb0fda9_1_0"/>
          <p:cNvSpPr txBox="1">
            <a:spLocks noGrp="1"/>
          </p:cNvSpPr>
          <p:nvPr>
            <p:ph type="subTitle" idx="4294967295"/>
          </p:nvPr>
        </p:nvSpPr>
        <p:spPr>
          <a:xfrm>
            <a:off x="5758110" y="1308025"/>
            <a:ext cx="23268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ng</a:t>
            </a:r>
            <a:endParaRPr sz="15000" b="0" i="0" u="none" strike="noStrike" cap="none">
              <a:solidFill>
                <a:srgbClr val="FFD400"/>
              </a:solidFill>
              <a:latin typeface="Jost"/>
              <a:ea typeface="Jost"/>
              <a:cs typeface="Jost"/>
              <a:sym typeface="Jost"/>
            </a:endParaRPr>
          </a:p>
        </p:txBody>
      </p:sp>
      <p:sp>
        <p:nvSpPr>
          <p:cNvPr id="932" name="Google Shape;932;g2c4feb0fda9_1_0"/>
          <p:cNvSpPr/>
          <p:nvPr/>
        </p:nvSpPr>
        <p:spPr>
          <a:xfrm>
            <a:off x="6066660" y="4011900"/>
            <a:ext cx="170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3" name="Google Shape;933;g2c4feb0fda9_1_0"/>
          <p:cNvSpPr/>
          <p:nvPr/>
        </p:nvSpPr>
        <p:spPr>
          <a:xfrm>
            <a:off x="384101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4" name="Google Shape;934;g2c4feb0fda9_1_0"/>
          <p:cNvSpPr txBox="1">
            <a:spLocks noGrp="1"/>
          </p:cNvSpPr>
          <p:nvPr>
            <p:ph type="subTitle" idx="4294967295"/>
          </p:nvPr>
        </p:nvSpPr>
        <p:spPr>
          <a:xfrm>
            <a:off x="327131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935" name="Google Shape;935;g2c4feb0fda9_1_0"/>
          <p:cNvSpPr/>
          <p:nvPr/>
        </p:nvSpPr>
        <p:spPr>
          <a:xfrm>
            <a:off x="4750414"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6" name="Google Shape;936;g2c4feb0fda9_1_0"/>
          <p:cNvSpPr txBox="1">
            <a:spLocks noGrp="1"/>
          </p:cNvSpPr>
          <p:nvPr>
            <p:ph type="subTitle" idx="4294967295"/>
          </p:nvPr>
        </p:nvSpPr>
        <p:spPr>
          <a:xfrm>
            <a:off x="4129857"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k</a:t>
            </a:r>
            <a:endParaRPr sz="15000" b="0" i="0" u="none" strike="noStrike" cap="none">
              <a:solidFill>
                <a:srgbClr val="2356AF"/>
              </a:solidFill>
              <a:latin typeface="Jost"/>
              <a:ea typeface="Jost"/>
              <a:cs typeface="Jost"/>
              <a:sym typeface="Jost"/>
            </a:endParaRPr>
          </a:p>
        </p:txBody>
      </p:sp>
      <p:sp>
        <p:nvSpPr>
          <p:cNvPr id="937" name="Google Shape;937;g2c4feb0fda9_1_0"/>
          <p:cNvSpPr/>
          <p:nvPr/>
        </p:nvSpPr>
        <p:spPr>
          <a:xfrm>
            <a:off x="5259029"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42"/>
        <p:cNvGrpSpPr/>
        <p:nvPr/>
      </p:nvGrpSpPr>
      <p:grpSpPr>
        <a:xfrm>
          <a:off x="0" y="0"/>
          <a:ext cx="0" cy="0"/>
          <a:chOff x="0" y="0"/>
          <a:chExt cx="0" cy="0"/>
        </a:xfrm>
      </p:grpSpPr>
      <p:sp>
        <p:nvSpPr>
          <p:cNvPr id="943" name="Google Shape;943;g2d0bf6fb1f2_0_6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44" name="Google Shape;944;g2d0bf6fb1f2_0_6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45" name="Google Shape;945;g2d0bf6fb1f2_0_62"/>
          <p:cNvSpPr/>
          <p:nvPr/>
        </p:nvSpPr>
        <p:spPr>
          <a:xfrm>
            <a:off x="183448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6" name="Google Shape;946;g2d0bf6fb1f2_0_62"/>
          <p:cNvSpPr/>
          <p:nvPr/>
        </p:nvSpPr>
        <p:spPr>
          <a:xfrm>
            <a:off x="2619288"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47" name="Google Shape;947;g2d0bf6fb1f2_0_62"/>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48" name="Google Shape;948;g2d0bf6fb1f2_0_62"/>
          <p:cNvSpPr txBox="1">
            <a:spLocks noGrp="1"/>
          </p:cNvSpPr>
          <p:nvPr>
            <p:ph type="subTitle" idx="4294967295"/>
          </p:nvPr>
        </p:nvSpPr>
        <p:spPr>
          <a:xfrm>
            <a:off x="3994138" y="1308025"/>
            <a:ext cx="2105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ch</a:t>
            </a:r>
            <a:endParaRPr sz="15000" b="0" i="0" u="none" strike="noStrike" cap="none">
              <a:solidFill>
                <a:srgbClr val="FFD400"/>
              </a:solidFill>
              <a:latin typeface="Jost"/>
              <a:ea typeface="Jost"/>
              <a:cs typeface="Jost"/>
              <a:sym typeface="Jost"/>
            </a:endParaRPr>
          </a:p>
        </p:txBody>
      </p:sp>
      <p:sp>
        <p:nvSpPr>
          <p:cNvPr id="949" name="Google Shape;949;g2d0bf6fb1f2_0_62"/>
          <p:cNvSpPr txBox="1">
            <a:spLocks noGrp="1"/>
          </p:cNvSpPr>
          <p:nvPr>
            <p:ph type="subTitle" idx="4294967295"/>
          </p:nvPr>
        </p:nvSpPr>
        <p:spPr>
          <a:xfrm>
            <a:off x="126478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r</a:t>
            </a:r>
            <a:endParaRPr sz="15000" b="0" i="0" u="none" strike="noStrike" cap="none">
              <a:solidFill>
                <a:srgbClr val="2356AF"/>
              </a:solidFill>
              <a:latin typeface="Jost"/>
              <a:ea typeface="Jost"/>
              <a:cs typeface="Jost"/>
              <a:sym typeface="Jost"/>
            </a:endParaRPr>
          </a:p>
        </p:txBody>
      </p:sp>
      <p:sp>
        <p:nvSpPr>
          <p:cNvPr id="950" name="Google Shape;950;g2d0bf6fb1f2_0_62"/>
          <p:cNvSpPr txBox="1">
            <a:spLocks noGrp="1"/>
          </p:cNvSpPr>
          <p:nvPr>
            <p:ph type="subTitle" idx="4294967295"/>
          </p:nvPr>
        </p:nvSpPr>
        <p:spPr>
          <a:xfrm>
            <a:off x="204961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u</a:t>
            </a:r>
            <a:endParaRPr sz="15000" b="0" i="0" u="none" strike="noStrike" cap="none">
              <a:solidFill>
                <a:srgbClr val="ED1C24"/>
              </a:solidFill>
              <a:latin typeface="Jost"/>
              <a:ea typeface="Jost"/>
              <a:cs typeface="Jost"/>
              <a:sym typeface="Jost"/>
            </a:endParaRPr>
          </a:p>
        </p:txBody>
      </p:sp>
      <p:sp>
        <p:nvSpPr>
          <p:cNvPr id="951" name="Google Shape;951;g2d0bf6fb1f2_0_62"/>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2" name="Google Shape;952;g2d0bf6fb1f2_0_62"/>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3" name="Google Shape;953;g2d0bf6fb1f2_0_62"/>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4" name="Google Shape;954;g2d0bf6fb1f2_0_62"/>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5" name="Google Shape;955;g2d0bf6fb1f2_0_62"/>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6" name="Google Shape;956;g2d0bf6fb1f2_0_62"/>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57" name="Google Shape;957;g2d0bf6fb1f2_0_62"/>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58" name="Google Shape;958;g2d0bf6fb1f2_0_62"/>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59" name="Google Shape;959;g2d0bf6fb1f2_0_62"/>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60" name="Google Shape;960;g2d0bf6fb1f2_0_62"/>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61" name="Google Shape;961;g2d0bf6fb1f2_0_62"/>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62" name="Google Shape;962;g2d0bf6fb1f2_0_62"/>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63" name="Google Shape;963;g2d0bf6fb1f2_0_62"/>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64" name="Google Shape;964;g2d0bf6fb1f2_0_62"/>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5" name="Google Shape;965;g2d0bf6fb1f2_0_62"/>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6" name="Google Shape;966;g2d0bf6fb1f2_0_62"/>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7" name="Google Shape;967;g2d0bf6fb1f2_0_62"/>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68" name="Google Shape;968;g2d0bf6fb1f2_0_62"/>
          <p:cNvSpPr/>
          <p:nvPr/>
        </p:nvSpPr>
        <p:spPr>
          <a:xfrm>
            <a:off x="107248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9" name="Google Shape;969;g2d0bf6fb1f2_0_62"/>
          <p:cNvSpPr txBox="1">
            <a:spLocks noGrp="1"/>
          </p:cNvSpPr>
          <p:nvPr>
            <p:ph type="subTitle" idx="4294967295"/>
          </p:nvPr>
        </p:nvSpPr>
        <p:spPr>
          <a:xfrm>
            <a:off x="50278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c</a:t>
            </a:r>
            <a:endParaRPr sz="15000" b="0" i="0" u="none" strike="noStrike" cap="none">
              <a:solidFill>
                <a:srgbClr val="2356AF"/>
              </a:solidFill>
              <a:latin typeface="Jost"/>
              <a:ea typeface="Jost"/>
              <a:cs typeface="Jost"/>
              <a:sym typeface="Jost"/>
            </a:endParaRPr>
          </a:p>
        </p:txBody>
      </p:sp>
      <p:sp>
        <p:nvSpPr>
          <p:cNvPr id="970" name="Google Shape;970;g2d0bf6fb1f2_0_62"/>
          <p:cNvSpPr/>
          <p:nvPr/>
        </p:nvSpPr>
        <p:spPr>
          <a:xfrm>
            <a:off x="6007720"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1" name="Google Shape;971;g2d0bf6fb1f2_0_62"/>
          <p:cNvSpPr txBox="1">
            <a:spLocks noGrp="1"/>
          </p:cNvSpPr>
          <p:nvPr>
            <p:ph type="subTitle" idx="4294967295"/>
          </p:nvPr>
        </p:nvSpPr>
        <p:spPr>
          <a:xfrm>
            <a:off x="543804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i</a:t>
            </a:r>
            <a:endParaRPr sz="15000" b="0" i="0" u="none" strike="noStrike" cap="none">
              <a:solidFill>
                <a:srgbClr val="ED1C24"/>
              </a:solidFill>
              <a:latin typeface="Jost"/>
              <a:ea typeface="Jost"/>
              <a:cs typeface="Jost"/>
              <a:sym typeface="Jost"/>
            </a:endParaRPr>
          </a:p>
        </p:txBody>
      </p:sp>
      <p:sp>
        <p:nvSpPr>
          <p:cNvPr id="972" name="Google Shape;972;g2d0bf6fb1f2_0_62"/>
          <p:cNvSpPr txBox="1">
            <a:spLocks noGrp="1"/>
          </p:cNvSpPr>
          <p:nvPr>
            <p:ph type="subTitle" idx="4294967295"/>
          </p:nvPr>
        </p:nvSpPr>
        <p:spPr>
          <a:xfrm>
            <a:off x="6243213" y="1308025"/>
            <a:ext cx="23268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ng</a:t>
            </a:r>
            <a:endParaRPr sz="15000" b="0" i="0" u="none" strike="noStrike" cap="none">
              <a:solidFill>
                <a:srgbClr val="FFD400"/>
              </a:solidFill>
              <a:latin typeface="Jost"/>
              <a:ea typeface="Jost"/>
              <a:cs typeface="Jost"/>
              <a:sym typeface="Jost"/>
            </a:endParaRPr>
          </a:p>
        </p:txBody>
      </p:sp>
      <p:sp>
        <p:nvSpPr>
          <p:cNvPr id="973" name="Google Shape;973;g2d0bf6fb1f2_0_62"/>
          <p:cNvSpPr/>
          <p:nvPr/>
        </p:nvSpPr>
        <p:spPr>
          <a:xfrm>
            <a:off x="4282283" y="4011900"/>
            <a:ext cx="14850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4" name="Google Shape;974;g2d0bf6fb1f2_0_62"/>
          <p:cNvSpPr/>
          <p:nvPr/>
        </p:nvSpPr>
        <p:spPr>
          <a:xfrm>
            <a:off x="6551763" y="4011900"/>
            <a:ext cx="170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5" name="Google Shape;975;g2d0bf6fb1f2_0_62"/>
          <p:cNvSpPr/>
          <p:nvPr/>
        </p:nvSpPr>
        <p:spPr>
          <a:xfrm>
            <a:off x="347658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6" name="Google Shape;976;g2d0bf6fb1f2_0_62"/>
          <p:cNvSpPr txBox="1">
            <a:spLocks noGrp="1"/>
          </p:cNvSpPr>
          <p:nvPr>
            <p:ph type="subTitle" idx="4294967295"/>
          </p:nvPr>
        </p:nvSpPr>
        <p:spPr>
          <a:xfrm>
            <a:off x="290688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977" name="Google Shape;977;g2d0bf6fb1f2_0_62"/>
          <p:cNvSpPr/>
          <p:nvPr/>
        </p:nvSpPr>
        <p:spPr>
          <a:xfrm>
            <a:off x="5847304"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82"/>
        <p:cNvGrpSpPr/>
        <p:nvPr/>
      </p:nvGrpSpPr>
      <p:grpSpPr>
        <a:xfrm>
          <a:off x="0" y="0"/>
          <a:ext cx="0" cy="0"/>
          <a:chOff x="0" y="0"/>
          <a:chExt cx="0" cy="0"/>
        </a:xfrm>
      </p:grpSpPr>
      <p:sp>
        <p:nvSpPr>
          <p:cNvPr id="983" name="Google Shape;983;g2d0bf6fb1f2_0_9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84" name="Google Shape;984;g2d0bf6fb1f2_0_9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85" name="Google Shape;985;g2d0bf6fb1f2_0_98"/>
          <p:cNvSpPr/>
          <p:nvPr/>
        </p:nvSpPr>
        <p:spPr>
          <a:xfrm>
            <a:off x="3566729"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6" name="Google Shape;986;g2d0bf6fb1f2_0_98"/>
          <p:cNvSpPr/>
          <p:nvPr/>
        </p:nvSpPr>
        <p:spPr>
          <a:xfrm>
            <a:off x="2675129"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87" name="Google Shape;987;g2d0bf6fb1f2_0_98"/>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88" name="Google Shape;988;g2d0bf6fb1f2_0_98"/>
          <p:cNvSpPr txBox="1">
            <a:spLocks noGrp="1"/>
          </p:cNvSpPr>
          <p:nvPr>
            <p:ph type="subTitle" idx="4294967295"/>
          </p:nvPr>
        </p:nvSpPr>
        <p:spPr>
          <a:xfrm>
            <a:off x="2997029"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s</a:t>
            </a:r>
            <a:endParaRPr sz="15000" b="0" i="0" u="none" strike="noStrike" cap="none">
              <a:solidFill>
                <a:srgbClr val="2356AF"/>
              </a:solidFill>
              <a:latin typeface="Jost"/>
              <a:ea typeface="Jost"/>
              <a:cs typeface="Jost"/>
              <a:sym typeface="Jost"/>
            </a:endParaRPr>
          </a:p>
        </p:txBody>
      </p:sp>
      <p:sp>
        <p:nvSpPr>
          <p:cNvPr id="989" name="Google Shape;989;g2d0bf6fb1f2_0_98"/>
          <p:cNvSpPr txBox="1">
            <a:spLocks noGrp="1"/>
          </p:cNvSpPr>
          <p:nvPr>
            <p:ph type="subTitle" idx="4294967295"/>
          </p:nvPr>
        </p:nvSpPr>
        <p:spPr>
          <a:xfrm>
            <a:off x="2105454"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e</a:t>
            </a:r>
            <a:endParaRPr sz="15000" b="0" i="0" u="none" strike="noStrike" cap="none">
              <a:solidFill>
                <a:srgbClr val="ED1C24"/>
              </a:solidFill>
              <a:latin typeface="Jost"/>
              <a:ea typeface="Jost"/>
              <a:cs typeface="Jost"/>
              <a:sym typeface="Jost"/>
            </a:endParaRPr>
          </a:p>
        </p:txBody>
      </p:sp>
      <p:sp>
        <p:nvSpPr>
          <p:cNvPr id="990" name="Google Shape;990;g2d0bf6fb1f2_0_98"/>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1" name="Google Shape;991;g2d0bf6fb1f2_0_98"/>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2" name="Google Shape;992;g2d0bf6fb1f2_0_98"/>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3" name="Google Shape;993;g2d0bf6fb1f2_0_98"/>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4" name="Google Shape;994;g2d0bf6fb1f2_0_98"/>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5" name="Google Shape;995;g2d0bf6fb1f2_0_98"/>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96" name="Google Shape;996;g2d0bf6fb1f2_0_98"/>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97" name="Google Shape;997;g2d0bf6fb1f2_0_98"/>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98" name="Google Shape;998;g2d0bf6fb1f2_0_98"/>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99" name="Google Shape;999;g2d0bf6fb1f2_0_98"/>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00" name="Google Shape;1000;g2d0bf6fb1f2_0_98"/>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01" name="Google Shape;1001;g2d0bf6fb1f2_0_98"/>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02" name="Google Shape;1002;g2d0bf6fb1f2_0_98"/>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03" name="Google Shape;1003;g2d0bf6fb1f2_0_98"/>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4" name="Google Shape;1004;g2d0bf6fb1f2_0_98"/>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5" name="Google Shape;1005;g2d0bf6fb1f2_0_98"/>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6" name="Google Shape;1006;g2d0bf6fb1f2_0_98"/>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1007" name="Google Shape;1007;g2d0bf6fb1f2_0_98"/>
          <p:cNvSpPr/>
          <p:nvPr/>
        </p:nvSpPr>
        <p:spPr>
          <a:xfrm>
            <a:off x="1661729"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8" name="Google Shape;1008;g2d0bf6fb1f2_0_98"/>
          <p:cNvSpPr txBox="1">
            <a:spLocks noGrp="1"/>
          </p:cNvSpPr>
          <p:nvPr>
            <p:ph type="subTitle" idx="4294967295"/>
          </p:nvPr>
        </p:nvSpPr>
        <p:spPr>
          <a:xfrm>
            <a:off x="1092029"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d</a:t>
            </a:r>
            <a:endParaRPr sz="15000" b="0" i="0" u="none" strike="noStrike" cap="none">
              <a:solidFill>
                <a:srgbClr val="2356AF"/>
              </a:solidFill>
              <a:latin typeface="Jost"/>
              <a:ea typeface="Jost"/>
              <a:cs typeface="Jost"/>
              <a:sym typeface="Jost"/>
            </a:endParaRPr>
          </a:p>
        </p:txBody>
      </p:sp>
      <p:sp>
        <p:nvSpPr>
          <p:cNvPr id="1009" name="Google Shape;1009;g2d0bf6fb1f2_0_98"/>
          <p:cNvSpPr/>
          <p:nvPr/>
        </p:nvSpPr>
        <p:spPr>
          <a:xfrm>
            <a:off x="4425271"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0" name="Google Shape;1010;g2d0bf6fb1f2_0_98"/>
          <p:cNvSpPr txBox="1">
            <a:spLocks noGrp="1"/>
          </p:cNvSpPr>
          <p:nvPr>
            <p:ph type="subTitle" idx="4294967295"/>
          </p:nvPr>
        </p:nvSpPr>
        <p:spPr>
          <a:xfrm>
            <a:off x="3855571"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k</a:t>
            </a:r>
            <a:endParaRPr sz="15000" b="0" i="0" u="none" strike="noStrike" cap="none">
              <a:solidFill>
                <a:srgbClr val="2356AF"/>
              </a:solidFill>
              <a:latin typeface="Jost"/>
              <a:ea typeface="Jost"/>
              <a:cs typeface="Jost"/>
              <a:sym typeface="Jost"/>
            </a:endParaRPr>
          </a:p>
        </p:txBody>
      </p:sp>
      <p:sp>
        <p:nvSpPr>
          <p:cNvPr id="1011" name="Google Shape;1011;g2d0bf6fb1f2_0_98"/>
          <p:cNvSpPr/>
          <p:nvPr/>
        </p:nvSpPr>
        <p:spPr>
          <a:xfrm>
            <a:off x="7092271"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2" name="Google Shape;1012;g2d0bf6fb1f2_0_98"/>
          <p:cNvSpPr/>
          <p:nvPr/>
        </p:nvSpPr>
        <p:spPr>
          <a:xfrm>
            <a:off x="6048271"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3" name="Google Shape;1013;g2d0bf6fb1f2_0_98"/>
          <p:cNvSpPr txBox="1">
            <a:spLocks noGrp="1"/>
          </p:cNvSpPr>
          <p:nvPr>
            <p:ph type="subTitle" idx="4294967295"/>
          </p:nvPr>
        </p:nvSpPr>
        <p:spPr>
          <a:xfrm>
            <a:off x="6522571"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1014" name="Google Shape;1014;g2d0bf6fb1f2_0_98"/>
          <p:cNvSpPr txBox="1">
            <a:spLocks noGrp="1"/>
          </p:cNvSpPr>
          <p:nvPr>
            <p:ph type="subTitle" idx="4294967295"/>
          </p:nvPr>
        </p:nvSpPr>
        <p:spPr>
          <a:xfrm>
            <a:off x="5478596"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o</a:t>
            </a:r>
            <a:endParaRPr sz="15000" b="0" i="0" u="none" strike="noStrike" cap="none">
              <a:solidFill>
                <a:srgbClr val="ED1C24"/>
              </a:solidFill>
              <a:latin typeface="Jost"/>
              <a:ea typeface="Jost"/>
              <a:cs typeface="Jost"/>
              <a:sym typeface="Jost"/>
            </a:endParaRPr>
          </a:p>
        </p:txBody>
      </p:sp>
      <p:sp>
        <p:nvSpPr>
          <p:cNvPr id="1015" name="Google Shape;1015;g2d0bf6fb1f2_0_98"/>
          <p:cNvSpPr/>
          <p:nvPr/>
        </p:nvSpPr>
        <p:spPr>
          <a:xfrm>
            <a:off x="5263471"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6" name="Google Shape;1016;g2d0bf6fb1f2_0_98"/>
          <p:cNvSpPr txBox="1">
            <a:spLocks noGrp="1"/>
          </p:cNvSpPr>
          <p:nvPr>
            <p:ph type="subTitle" idx="4294967295"/>
          </p:nvPr>
        </p:nvSpPr>
        <p:spPr>
          <a:xfrm>
            <a:off x="4693771"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1017" name="Google Shape;1017;g2d0bf6fb1f2_0_98"/>
          <p:cNvSpPr/>
          <p:nvPr/>
        </p:nvSpPr>
        <p:spPr>
          <a:xfrm>
            <a:off x="4976975"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22"/>
        <p:cNvGrpSpPr/>
        <p:nvPr/>
      </p:nvGrpSpPr>
      <p:grpSpPr>
        <a:xfrm>
          <a:off x="0" y="0"/>
          <a:ext cx="0" cy="0"/>
          <a:chOff x="0" y="0"/>
          <a:chExt cx="0" cy="0"/>
        </a:xfrm>
      </p:grpSpPr>
      <p:sp>
        <p:nvSpPr>
          <p:cNvPr id="1023" name="Google Shape;1023;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1024" name="Google Shape;1024;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25" name="Google Shape;1025;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30"/>
        <p:cNvGrpSpPr/>
        <p:nvPr/>
      </p:nvGrpSpPr>
      <p:grpSpPr>
        <a:xfrm>
          <a:off x="0" y="0"/>
          <a:ext cx="0" cy="0"/>
          <a:chOff x="0" y="0"/>
          <a:chExt cx="0" cy="0"/>
        </a:xfrm>
      </p:grpSpPr>
      <p:sp>
        <p:nvSpPr>
          <p:cNvPr id="1031" name="Google Shape;1031;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32" name="Google Shape;1032;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33" name="Google Shape;1033;g26b641b03cd_0_204"/>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34" name="Google Shape;1034;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39"/>
        <p:cNvGrpSpPr/>
        <p:nvPr/>
      </p:nvGrpSpPr>
      <p:grpSpPr>
        <a:xfrm>
          <a:off x="0" y="0"/>
          <a:ext cx="0" cy="0"/>
          <a:chOff x="0" y="0"/>
          <a:chExt cx="0" cy="0"/>
        </a:xfrm>
      </p:grpSpPr>
      <p:sp>
        <p:nvSpPr>
          <p:cNvPr id="1040" name="Google Shape;1040;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41" name="Google Shape;1041;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42" name="Google Shape;1042;g2c186218c5a_0_48"/>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43" name="Google Shape;1043;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48"/>
        <p:cNvGrpSpPr/>
        <p:nvPr/>
      </p:nvGrpSpPr>
      <p:grpSpPr>
        <a:xfrm>
          <a:off x="0" y="0"/>
          <a:ext cx="0" cy="0"/>
          <a:chOff x="0" y="0"/>
          <a:chExt cx="0" cy="0"/>
        </a:xfrm>
      </p:grpSpPr>
      <p:sp>
        <p:nvSpPr>
          <p:cNvPr id="1049" name="Google Shape;1049;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50" name="Google Shape;1050;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51" name="Google Shape;1051;g26b641b03cd_0_213"/>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52" name="Google Shape;1052;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57"/>
        <p:cNvGrpSpPr/>
        <p:nvPr/>
      </p:nvGrpSpPr>
      <p:grpSpPr>
        <a:xfrm>
          <a:off x="0" y="0"/>
          <a:ext cx="0" cy="0"/>
          <a:chOff x="0" y="0"/>
          <a:chExt cx="0" cy="0"/>
        </a:xfrm>
      </p:grpSpPr>
      <p:sp>
        <p:nvSpPr>
          <p:cNvPr id="1058" name="Google Shape;1058;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59" name="Google Shape;1059;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60" name="Google Shape;1060;g2c186218c5a_0_149"/>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61" name="Google Shape;1061;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66"/>
        <p:cNvGrpSpPr/>
        <p:nvPr/>
      </p:nvGrpSpPr>
      <p:grpSpPr>
        <a:xfrm>
          <a:off x="0" y="0"/>
          <a:ext cx="0" cy="0"/>
          <a:chOff x="0" y="0"/>
          <a:chExt cx="0" cy="0"/>
        </a:xfrm>
      </p:grpSpPr>
      <p:sp>
        <p:nvSpPr>
          <p:cNvPr id="1067" name="Google Shape;1067;g26b641b03cd_0_301"/>
          <p:cNvSpPr txBox="1">
            <a:spLocks noGrp="1"/>
          </p:cNvSpPr>
          <p:nvPr>
            <p:ph type="title"/>
          </p:nvPr>
        </p:nvSpPr>
        <p:spPr>
          <a:xfrm>
            <a:off x="973800" y="5568500"/>
            <a:ext cx="71964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68" name="Google Shape;1068;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69" name="Google Shape;1069;g26b641b03cd_0_301"/>
          <p:cNvPicPr preferRelativeResize="0"/>
          <p:nvPr/>
        </p:nvPicPr>
        <p:blipFill rotWithShape="1">
          <a:blip r:embed="rId3">
            <a:alphaModFix/>
          </a:blip>
          <a:srcRect t="79" b="89"/>
          <a:stretch/>
        </p:blipFill>
        <p:spPr>
          <a:xfrm>
            <a:off x="2122875" y="1424725"/>
            <a:ext cx="4898249" cy="3500450"/>
          </a:xfrm>
          <a:prstGeom prst="rect">
            <a:avLst/>
          </a:prstGeom>
          <a:noFill/>
          <a:ln>
            <a:noFill/>
          </a:ln>
          <a:effectLst>
            <a:outerShdw blurRad="57150" dist="19050" dir="5400000" algn="bl" rotWithShape="0">
              <a:srgbClr val="000000">
                <a:alpha val="20000"/>
              </a:srgbClr>
            </a:outerShdw>
          </a:effectLst>
        </p:spPr>
      </p:pic>
      <p:sp>
        <p:nvSpPr>
          <p:cNvPr id="1070" name="Google Shape;1070;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75"/>
        <p:cNvGrpSpPr/>
        <p:nvPr/>
      </p:nvGrpSpPr>
      <p:grpSpPr>
        <a:xfrm>
          <a:off x="0" y="0"/>
          <a:ext cx="0" cy="0"/>
          <a:chOff x="0" y="0"/>
          <a:chExt cx="0" cy="0"/>
        </a:xfrm>
      </p:grpSpPr>
      <p:sp>
        <p:nvSpPr>
          <p:cNvPr id="1076" name="Google Shape;1076;g2d0bf6fb1f2_0_152"/>
          <p:cNvSpPr txBox="1">
            <a:spLocks noGrp="1"/>
          </p:cNvSpPr>
          <p:nvPr>
            <p:ph type="title"/>
          </p:nvPr>
        </p:nvSpPr>
        <p:spPr>
          <a:xfrm>
            <a:off x="1006100" y="5568500"/>
            <a:ext cx="71316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77" name="Google Shape;1077;g2d0bf6fb1f2_0_15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78" name="Google Shape;1078;g2d0bf6fb1f2_0_152"/>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79" name="Google Shape;1079;g2d0bf6fb1f2_0_15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84"/>
        <p:cNvGrpSpPr/>
        <p:nvPr/>
      </p:nvGrpSpPr>
      <p:grpSpPr>
        <a:xfrm>
          <a:off x="0" y="0"/>
          <a:ext cx="0" cy="0"/>
          <a:chOff x="0" y="0"/>
          <a:chExt cx="0" cy="0"/>
        </a:xfrm>
      </p:grpSpPr>
      <p:sp>
        <p:nvSpPr>
          <p:cNvPr id="1085" name="Google Shape;1085;g2d0bf6fb1f2_0_144"/>
          <p:cNvSpPr txBox="1">
            <a:spLocks noGrp="1"/>
          </p:cNvSpPr>
          <p:nvPr>
            <p:ph type="title"/>
          </p:nvPr>
        </p:nvSpPr>
        <p:spPr>
          <a:xfrm>
            <a:off x="980250" y="5568500"/>
            <a:ext cx="71835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86" name="Google Shape;1086;g2d0bf6fb1f2_0_1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87" name="Google Shape;1087;g2d0bf6fb1f2_0_144"/>
          <p:cNvPicPr preferRelativeResize="0"/>
          <p:nvPr/>
        </p:nvPicPr>
        <p:blipFill rotWithShape="1">
          <a:blip r:embed="rId3">
            <a:alphaModFix/>
          </a:blip>
          <a:srcRect/>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88" name="Google Shape;1088;g2d0bf6fb1f2_0_14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93"/>
        <p:cNvGrpSpPr/>
        <p:nvPr/>
      </p:nvGrpSpPr>
      <p:grpSpPr>
        <a:xfrm>
          <a:off x="0" y="0"/>
          <a:ext cx="0" cy="0"/>
          <a:chOff x="0" y="0"/>
          <a:chExt cx="0" cy="0"/>
        </a:xfrm>
      </p:grpSpPr>
      <p:sp>
        <p:nvSpPr>
          <p:cNvPr id="1094" name="Google Shape;1094;g26b641b03cd_0_308"/>
          <p:cNvSpPr txBox="1">
            <a:spLocks noGrp="1"/>
          </p:cNvSpPr>
          <p:nvPr>
            <p:ph type="title"/>
          </p:nvPr>
        </p:nvSpPr>
        <p:spPr>
          <a:xfrm>
            <a:off x="973800" y="5568500"/>
            <a:ext cx="71964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95" name="Google Shape;1095;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96" name="Google Shape;1096;g26b641b03cd_0_308"/>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97" name="Google Shape;1097;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02"/>
        <p:cNvGrpSpPr/>
        <p:nvPr/>
      </p:nvGrpSpPr>
      <p:grpSpPr>
        <a:xfrm>
          <a:off x="0" y="0"/>
          <a:ext cx="0" cy="0"/>
          <a:chOff x="0" y="0"/>
          <a:chExt cx="0" cy="0"/>
        </a:xfrm>
      </p:grpSpPr>
      <p:sp>
        <p:nvSpPr>
          <p:cNvPr id="1103" name="Google Shape;1103;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04" name="Google Shape;1104;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05" name="Google Shape;1105;g1f3daf8a844_0_64"/>
          <p:cNvGrpSpPr/>
          <p:nvPr/>
        </p:nvGrpSpPr>
        <p:grpSpPr>
          <a:xfrm>
            <a:off x="3024000" y="209875"/>
            <a:ext cx="3096000" cy="454800"/>
            <a:chOff x="3024000" y="209875"/>
            <a:chExt cx="3096000" cy="454800"/>
          </a:xfrm>
        </p:grpSpPr>
        <p:sp>
          <p:nvSpPr>
            <p:cNvPr id="1106" name="Google Shape;1106;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7" name="Google Shape;1107;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08" name="Google Shape;1108;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09" name="Google Shape;1109;g1f3daf8a844_0_64"/>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10" name="Google Shape;1110;g1f3daf8a844_0_64"/>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11" name="Google Shape;1111;g1f3daf8a844_0_64"/>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12" name="Google Shape;1112;g1f3daf8a844_0_64"/>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13" name="Google Shape;1113;g1f3daf8a844_0_64"/>
          <p:cNvSpPr txBox="1"/>
          <p:nvPr/>
        </p:nvSpPr>
        <p:spPr>
          <a:xfrm>
            <a:off x="598464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14" name="Google Shape;1114;g1f3daf8a844_0_64"/>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15" name="Google Shape;1115;g1f3daf8a844_0_64"/>
          <p:cNvSpPr txBox="1"/>
          <p:nvPr/>
        </p:nvSpPr>
        <p:spPr>
          <a:xfrm>
            <a:off x="3102518" y="85476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16" name="Google Shape;1116;g1f3daf8a844_0_64"/>
          <p:cNvSpPr txBox="1"/>
          <p:nvPr/>
        </p:nvSpPr>
        <p:spPr>
          <a:xfrm>
            <a:off x="5023937"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17" name="Google Shape;1117;g1f3daf8a844_0_64"/>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w</a:t>
            </a:r>
            <a:endParaRPr sz="5500" b="0" i="0" u="none" strike="noStrike" cap="none">
              <a:solidFill>
                <a:srgbClr val="2356AF"/>
              </a:solidFill>
              <a:latin typeface="Jost"/>
              <a:ea typeface="Jost"/>
              <a:cs typeface="Jost"/>
              <a:sym typeface="Jost"/>
            </a:endParaRPr>
          </a:p>
        </p:txBody>
      </p:sp>
      <p:sp>
        <p:nvSpPr>
          <p:cNvPr id="1118" name="Google Shape;1118;g1f3daf8a844_0_64"/>
          <p:cNvSpPr txBox="1"/>
          <p:nvPr/>
        </p:nvSpPr>
        <p:spPr>
          <a:xfrm>
            <a:off x="2141809"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19" name="Google Shape;1119;g1f3daf8a844_0_64"/>
          <p:cNvSpPr txBox="1"/>
          <p:nvPr/>
        </p:nvSpPr>
        <p:spPr>
          <a:xfrm>
            <a:off x="598464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20" name="Google Shape;1120;g1f3daf8a844_0_64"/>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21" name="Google Shape;1121;g1f3daf8a844_0_64"/>
          <p:cNvSpPr txBox="1"/>
          <p:nvPr/>
        </p:nvSpPr>
        <p:spPr>
          <a:xfrm>
            <a:off x="3102518"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22" name="Google Shape;1122;g1f3daf8a844_0_64"/>
          <p:cNvSpPr txBox="1"/>
          <p:nvPr/>
        </p:nvSpPr>
        <p:spPr>
          <a:xfrm>
            <a:off x="5023937"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23" name="Google Shape;1123;g1f3daf8a844_0_64"/>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v</a:t>
            </a:r>
            <a:endParaRPr sz="5500" b="0" i="0" u="none" strike="noStrike" cap="none">
              <a:solidFill>
                <a:srgbClr val="00904D"/>
              </a:solidFill>
              <a:latin typeface="Jost"/>
              <a:ea typeface="Jost"/>
              <a:cs typeface="Jost"/>
              <a:sym typeface="Jost"/>
            </a:endParaRPr>
          </a:p>
        </p:txBody>
      </p:sp>
      <p:sp>
        <p:nvSpPr>
          <p:cNvPr id="1124" name="Google Shape;1124;g1f3daf8a844_0_64"/>
          <p:cNvSpPr txBox="1"/>
          <p:nvPr/>
        </p:nvSpPr>
        <p:spPr>
          <a:xfrm>
            <a:off x="2141809" y="2740189"/>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25" name="Google Shape;1125;g1f3daf8a844_0_64"/>
          <p:cNvSpPr txBox="1"/>
          <p:nvPr/>
        </p:nvSpPr>
        <p:spPr>
          <a:xfrm>
            <a:off x="5023937"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ng</a:t>
            </a:r>
            <a:endParaRPr sz="5500" b="0" i="0" u="none" strike="noStrike" cap="none">
              <a:solidFill>
                <a:srgbClr val="FFD400"/>
              </a:solidFill>
              <a:latin typeface="Jost"/>
              <a:ea typeface="Jost"/>
              <a:cs typeface="Jost"/>
              <a:sym typeface="Jost"/>
            </a:endParaRPr>
          </a:p>
        </p:txBody>
      </p:sp>
      <p:sp>
        <p:nvSpPr>
          <p:cNvPr id="1126" name="Google Shape;1126;g1f3daf8a844_0_64"/>
          <p:cNvSpPr txBox="1"/>
          <p:nvPr/>
        </p:nvSpPr>
        <p:spPr>
          <a:xfrm>
            <a:off x="11811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th</a:t>
            </a:r>
            <a:endParaRPr sz="5500" b="0" i="0" u="none" strike="noStrike" cap="none">
              <a:solidFill>
                <a:srgbClr val="FFD400"/>
              </a:solidFill>
              <a:latin typeface="Jost"/>
              <a:ea typeface="Jost"/>
              <a:cs typeface="Jost"/>
              <a:sym typeface="Jost"/>
            </a:endParaRPr>
          </a:p>
        </p:txBody>
      </p:sp>
      <p:sp>
        <p:nvSpPr>
          <p:cNvPr id="1127" name="Google Shape;1127;g1f3daf8a844_0_64"/>
          <p:cNvSpPr txBox="1"/>
          <p:nvPr/>
        </p:nvSpPr>
        <p:spPr>
          <a:xfrm>
            <a:off x="3102518"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128" name="Google Shape;1128;g1f3daf8a844_0_64"/>
          <p:cNvSpPr txBox="1"/>
          <p:nvPr/>
        </p:nvSpPr>
        <p:spPr>
          <a:xfrm>
            <a:off x="4063228"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29" name="Google Shape;1129;g1f3daf8a844_0_64"/>
          <p:cNvSpPr txBox="1"/>
          <p:nvPr/>
        </p:nvSpPr>
        <p:spPr>
          <a:xfrm>
            <a:off x="6945355"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ll</a:t>
            </a:r>
            <a:endParaRPr sz="5500" b="0" i="0" u="none" strike="noStrike" cap="none">
              <a:solidFill>
                <a:srgbClr val="FFD400"/>
              </a:solidFill>
              <a:latin typeface="Jost"/>
              <a:ea typeface="Jost"/>
              <a:cs typeface="Jost"/>
              <a:sym typeface="Jost"/>
            </a:endParaRPr>
          </a:p>
        </p:txBody>
      </p:sp>
      <p:sp>
        <p:nvSpPr>
          <p:cNvPr id="1130" name="Google Shape;1130;g1f3daf8a844_0_64"/>
          <p:cNvSpPr txBox="1"/>
          <p:nvPr/>
        </p:nvSpPr>
        <p:spPr>
          <a:xfrm>
            <a:off x="4063228" y="85476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31" name="Google Shape;1131;g1f3daf8a844_0_64"/>
          <p:cNvSpPr txBox="1"/>
          <p:nvPr/>
        </p:nvSpPr>
        <p:spPr>
          <a:xfrm>
            <a:off x="4063228"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1132" name="Google Shape;1132;g1f3daf8a844_0_64"/>
          <p:cNvSpPr txBox="1"/>
          <p:nvPr/>
        </p:nvSpPr>
        <p:spPr>
          <a:xfrm>
            <a:off x="5984646"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cxnSp>
        <p:nvCxnSpPr>
          <p:cNvPr id="1133" name="Google Shape;1133;g1f3daf8a844_0_64"/>
          <p:cNvCxnSpPr/>
          <p:nvPr/>
        </p:nvCxnSpPr>
        <p:spPr>
          <a:xfrm>
            <a:off x="1181100" y="3953325"/>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34" name="Google Shape;1134;g1f3daf8a844_0_64"/>
          <p:cNvSpPr txBox="1"/>
          <p:nvPr/>
        </p:nvSpPr>
        <p:spPr>
          <a:xfrm>
            <a:off x="2125599" y="895448"/>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39"/>
        <p:cNvGrpSpPr/>
        <p:nvPr/>
      </p:nvGrpSpPr>
      <p:grpSpPr>
        <a:xfrm>
          <a:off x="0" y="0"/>
          <a:ext cx="0" cy="0"/>
          <a:chOff x="0" y="0"/>
          <a:chExt cx="0" cy="0"/>
        </a:xfrm>
      </p:grpSpPr>
      <p:sp>
        <p:nvSpPr>
          <p:cNvPr id="1140" name="Google Shape;1140;g2d0bf6fb1f2_0_2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41" name="Google Shape;1141;g2d0bf6fb1f2_0_2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42" name="Google Shape;1142;g2d0bf6fb1f2_0_217"/>
          <p:cNvGrpSpPr/>
          <p:nvPr/>
        </p:nvGrpSpPr>
        <p:grpSpPr>
          <a:xfrm>
            <a:off x="3024000" y="209875"/>
            <a:ext cx="3096000" cy="454800"/>
            <a:chOff x="3024000" y="209875"/>
            <a:chExt cx="3096000" cy="454800"/>
          </a:xfrm>
        </p:grpSpPr>
        <p:sp>
          <p:nvSpPr>
            <p:cNvPr id="1143" name="Google Shape;1143;g2d0bf6fb1f2_0_217"/>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44" name="Google Shape;1144;g2d0bf6fb1f2_0_217"/>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45" name="Google Shape;1145;g2d0bf6fb1f2_0_217"/>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1146" name="Google Shape;1146;g2d0bf6fb1f2_0_217"/>
          <p:cNvSpPr txBox="1">
            <a:spLocks noGrp="1"/>
          </p:cNvSpPr>
          <p:nvPr>
            <p:ph type="subTitle" idx="4294967295"/>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800" b="0" i="0" u="none" strike="noStrike" cap="none">
                <a:solidFill>
                  <a:srgbClr val="B7B7B7"/>
                </a:solidFill>
                <a:latin typeface="Jost"/>
                <a:ea typeface="Jost"/>
                <a:cs typeface="Jost"/>
                <a:sym typeface="Jost"/>
              </a:rPr>
              <a:t>s</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ndwich seventh softest twisting windmill</a:t>
            </a:r>
            <a:endParaRPr sz="1800" b="0" i="0" u="none" strike="noStrike" cap="none">
              <a:solidFill>
                <a:srgbClr val="B7B7B7"/>
              </a:solidFill>
              <a:latin typeface="Jost"/>
              <a:ea typeface="Jost"/>
              <a:cs typeface="Jost"/>
              <a:sym typeface="Jost"/>
            </a:endParaRPr>
          </a:p>
        </p:txBody>
      </p:sp>
      <p:cxnSp>
        <p:nvCxnSpPr>
          <p:cNvPr id="1147" name="Google Shape;1147;g2d0bf6fb1f2_0_217"/>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48" name="Google Shape;1148;g2d0bf6fb1f2_0_217"/>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49" name="Google Shape;1149;g2d0bf6fb1f2_0_217"/>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50" name="Google Shape;1150;g2d0bf6fb1f2_0_217"/>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51" name="Google Shape;1151;g2d0bf6fb1f2_0_217"/>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52" name="Google Shape;1152;g2d0bf6fb1f2_0_217"/>
          <p:cNvSpPr txBox="1"/>
          <p:nvPr/>
        </p:nvSpPr>
        <p:spPr>
          <a:xfrm>
            <a:off x="598464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53" name="Google Shape;1153;g2d0bf6fb1f2_0_217"/>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54" name="Google Shape;1154;g2d0bf6fb1f2_0_217"/>
          <p:cNvSpPr txBox="1"/>
          <p:nvPr/>
        </p:nvSpPr>
        <p:spPr>
          <a:xfrm>
            <a:off x="3102518" y="85476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55" name="Google Shape;1155;g2d0bf6fb1f2_0_217"/>
          <p:cNvSpPr txBox="1"/>
          <p:nvPr/>
        </p:nvSpPr>
        <p:spPr>
          <a:xfrm>
            <a:off x="5023937"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cxnSp>
        <p:nvCxnSpPr>
          <p:cNvPr id="1156" name="Google Shape;1156;g2d0bf6fb1f2_0_217"/>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57" name="Google Shape;1157;g2d0bf6fb1f2_0_217"/>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w</a:t>
            </a:r>
            <a:endParaRPr sz="5500" b="0" i="0" u="none" strike="noStrike" cap="none">
              <a:solidFill>
                <a:srgbClr val="2356AF"/>
              </a:solidFill>
              <a:latin typeface="Jost"/>
              <a:ea typeface="Jost"/>
              <a:cs typeface="Jost"/>
              <a:sym typeface="Jost"/>
            </a:endParaRPr>
          </a:p>
        </p:txBody>
      </p:sp>
      <p:sp>
        <p:nvSpPr>
          <p:cNvPr id="1158" name="Google Shape;1158;g2d0bf6fb1f2_0_217"/>
          <p:cNvSpPr txBox="1"/>
          <p:nvPr/>
        </p:nvSpPr>
        <p:spPr>
          <a:xfrm>
            <a:off x="2141809"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59" name="Google Shape;1159;g2d0bf6fb1f2_0_217"/>
          <p:cNvSpPr txBox="1"/>
          <p:nvPr/>
        </p:nvSpPr>
        <p:spPr>
          <a:xfrm>
            <a:off x="598464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60" name="Google Shape;1160;g2d0bf6fb1f2_0_217"/>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61" name="Google Shape;1161;g2d0bf6fb1f2_0_217"/>
          <p:cNvSpPr txBox="1"/>
          <p:nvPr/>
        </p:nvSpPr>
        <p:spPr>
          <a:xfrm>
            <a:off x="3102518"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62" name="Google Shape;1162;g2d0bf6fb1f2_0_217"/>
          <p:cNvSpPr txBox="1"/>
          <p:nvPr/>
        </p:nvSpPr>
        <p:spPr>
          <a:xfrm>
            <a:off x="5023937"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63" name="Google Shape;1163;g2d0bf6fb1f2_0_217"/>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v</a:t>
            </a:r>
            <a:endParaRPr sz="5500" b="0" i="0" u="none" strike="noStrike" cap="none">
              <a:solidFill>
                <a:srgbClr val="00904D"/>
              </a:solidFill>
              <a:latin typeface="Jost"/>
              <a:ea typeface="Jost"/>
              <a:cs typeface="Jost"/>
              <a:sym typeface="Jost"/>
            </a:endParaRPr>
          </a:p>
        </p:txBody>
      </p:sp>
      <p:sp>
        <p:nvSpPr>
          <p:cNvPr id="1164" name="Google Shape;1164;g2d0bf6fb1f2_0_217"/>
          <p:cNvSpPr txBox="1"/>
          <p:nvPr/>
        </p:nvSpPr>
        <p:spPr>
          <a:xfrm>
            <a:off x="2141809" y="2740189"/>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65" name="Google Shape;1165;g2d0bf6fb1f2_0_217"/>
          <p:cNvSpPr txBox="1"/>
          <p:nvPr/>
        </p:nvSpPr>
        <p:spPr>
          <a:xfrm>
            <a:off x="5023937"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ng</a:t>
            </a:r>
            <a:endParaRPr sz="5500" b="0" i="0" u="none" strike="noStrike" cap="none">
              <a:solidFill>
                <a:srgbClr val="FFD400"/>
              </a:solidFill>
              <a:latin typeface="Jost"/>
              <a:ea typeface="Jost"/>
              <a:cs typeface="Jost"/>
              <a:sym typeface="Jost"/>
            </a:endParaRPr>
          </a:p>
        </p:txBody>
      </p:sp>
      <p:sp>
        <p:nvSpPr>
          <p:cNvPr id="1166" name="Google Shape;1166;g2d0bf6fb1f2_0_217"/>
          <p:cNvSpPr txBox="1"/>
          <p:nvPr/>
        </p:nvSpPr>
        <p:spPr>
          <a:xfrm>
            <a:off x="11811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th</a:t>
            </a:r>
            <a:endParaRPr sz="5500" b="0" i="0" u="none" strike="noStrike" cap="none">
              <a:solidFill>
                <a:srgbClr val="FFD400"/>
              </a:solidFill>
              <a:latin typeface="Jost"/>
              <a:ea typeface="Jost"/>
              <a:cs typeface="Jost"/>
              <a:sym typeface="Jost"/>
            </a:endParaRPr>
          </a:p>
        </p:txBody>
      </p:sp>
      <p:sp>
        <p:nvSpPr>
          <p:cNvPr id="1167" name="Google Shape;1167;g2d0bf6fb1f2_0_217"/>
          <p:cNvSpPr txBox="1"/>
          <p:nvPr/>
        </p:nvSpPr>
        <p:spPr>
          <a:xfrm>
            <a:off x="3102518"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168" name="Google Shape;1168;g2d0bf6fb1f2_0_217"/>
          <p:cNvSpPr txBox="1"/>
          <p:nvPr/>
        </p:nvSpPr>
        <p:spPr>
          <a:xfrm>
            <a:off x="4063228"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69" name="Google Shape;1169;g2d0bf6fb1f2_0_217"/>
          <p:cNvSpPr txBox="1"/>
          <p:nvPr/>
        </p:nvSpPr>
        <p:spPr>
          <a:xfrm>
            <a:off x="6945355"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ll</a:t>
            </a:r>
            <a:endParaRPr sz="5500" b="0" i="0" u="none" strike="noStrike" cap="none">
              <a:solidFill>
                <a:srgbClr val="FFD400"/>
              </a:solidFill>
              <a:latin typeface="Jost"/>
              <a:ea typeface="Jost"/>
              <a:cs typeface="Jost"/>
              <a:sym typeface="Jost"/>
            </a:endParaRPr>
          </a:p>
        </p:txBody>
      </p:sp>
      <p:sp>
        <p:nvSpPr>
          <p:cNvPr id="1170" name="Google Shape;1170;g2d0bf6fb1f2_0_217"/>
          <p:cNvSpPr txBox="1"/>
          <p:nvPr/>
        </p:nvSpPr>
        <p:spPr>
          <a:xfrm>
            <a:off x="4063228" y="85476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71" name="Google Shape;1171;g2d0bf6fb1f2_0_217"/>
          <p:cNvSpPr txBox="1"/>
          <p:nvPr/>
        </p:nvSpPr>
        <p:spPr>
          <a:xfrm>
            <a:off x="4063228"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1172" name="Google Shape;1172;g2d0bf6fb1f2_0_217"/>
          <p:cNvSpPr txBox="1"/>
          <p:nvPr/>
        </p:nvSpPr>
        <p:spPr>
          <a:xfrm>
            <a:off x="5984646"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173" name="Google Shape;1173;g2d0bf6fb1f2_0_217"/>
          <p:cNvSpPr txBox="1"/>
          <p:nvPr/>
        </p:nvSpPr>
        <p:spPr>
          <a:xfrm>
            <a:off x="2125599" y="895448"/>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536</Words>
  <Application>Microsoft Office PowerPoint</Application>
  <PresentationFormat>On-screen Show (4:3)</PresentationFormat>
  <Paragraphs>182</Paragraphs>
  <Slides>23</Slides>
  <Notes>23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Calibri</vt:lpstr>
      <vt:lpstr>Jost</vt:lpstr>
      <vt:lpstr>Nunito Black</vt:lpstr>
      <vt:lpstr>Poppins</vt:lpstr>
      <vt:lpstr>Poppins Medium</vt:lpstr>
      <vt:lpstr>Arial</vt:lpstr>
      <vt:lpstr>Poppins SemiBold</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vt:lpstr>
      <vt:lpstr>Review Alphabet Song</vt:lpstr>
      <vt:lpstr>Explain Decoding</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Common Exception Words</vt:lpstr>
      <vt:lpstr>Practise Common Exception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2026-05-20T02:02:10Z</dcterms:modified>
</cp:coreProperties>
</file>