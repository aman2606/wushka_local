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g18dWItMqyjgu+IC8YSZ0Rtlo0Y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61F7D57-ED85-4A2B-8971-FF16D38D5BF5}">
  <a:tblStyle styleId="{D61F7D57-ED85-4A2B-8971-FF16D38D5BF5}"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56" autoAdjust="0"/>
    <p:restoredTop sz="94660"/>
  </p:normalViewPr>
  <p:slideViewPr>
    <p:cSldViewPr snapToGrid="0">
      <p:cViewPr>
        <p:scale>
          <a:sx n="100" d="100"/>
          <a:sy n="100" d="100"/>
        </p:scale>
        <p:origin x="52"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1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1" name="Google Shape;741;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9" name="Google Shape;749;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50" name="Google Shape;750;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6" name="Google Shape;776;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7" name="Google Shape;777;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6" name="Google Shape;806;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7" name="Google Shape;807;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1" name="Google Shape;841;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2" name="Google Shape;842;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2" name="Google Shape;862;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3" name="Google Shape;863;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8" name="Google Shape;898;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7" name="Google Shape;907;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8" name="Google Shape;908;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5" name="Google Shape;915;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6" name="Google Shape;916;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6" name="Google Shape;926;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7" name="Google Shape;927;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2d188a2273e_0_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7" name="Google Shape;937;g2d188a2273e_0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8" name="Google Shape;938;g2d188a2273e_0_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2d188a2273e_0_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4" name="Google Shape;944;g2d188a2273e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5" name="Google Shape;945;g2d188a2273e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2d188a2273e_0_86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0" name="Google Shape;960;g2d188a2273e_0_8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1" name="Google Shape;961;g2d188a2273e_0_8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g2d188a2273e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6" name="Google Shape;976;g2d188a2273e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7" name="Google Shape;977;g2d188a2273e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g2d188a2273e_0_4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4" name="Google Shape;984;g2d188a2273e_0_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truck grain</a:t>
            </a:r>
            <a:endParaRPr/>
          </a:p>
        </p:txBody>
      </p:sp>
      <p:sp>
        <p:nvSpPr>
          <p:cNvPr id="985" name="Google Shape;985;g2d188a2273e_0_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7" name="Google Shape;1007;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8" name="Google Shape;1008;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6"/>
        <p:cNvGrpSpPr/>
        <p:nvPr/>
      </p:nvGrpSpPr>
      <p:grpSpPr>
        <a:xfrm>
          <a:off x="0" y="0"/>
          <a:ext cx="0" cy="0"/>
          <a:chOff x="0" y="0"/>
          <a:chExt cx="0" cy="0"/>
        </a:xfrm>
      </p:grpSpPr>
      <p:sp>
        <p:nvSpPr>
          <p:cNvPr id="1017" name="Google Shape;1017;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8" name="Google Shape;1018;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9" name="Google Shape;1019;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9" name="Google Shape;102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0" name="Google Shape;103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0" name="Google Shape;1040;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1" name="Google Shape;1041;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1" name="Google Shape;1051;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2" name="Google Shape;1052;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1" name="Google Shape;1061;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2" name="Google Shape;1062;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g31ee3ed5268_0_1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1" name="Google Shape;1071;g31ee3ed5268_0_1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2" name="Google Shape;1072;g31ee3ed5268_0_1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8"/>
        <p:cNvGrpSpPr/>
        <p:nvPr/>
      </p:nvGrpSpPr>
      <p:grpSpPr>
        <a:xfrm>
          <a:off x="0" y="0"/>
          <a:ext cx="0" cy="0"/>
          <a:chOff x="0" y="0"/>
          <a:chExt cx="0" cy="0"/>
        </a:xfrm>
      </p:grpSpPr>
      <p:sp>
        <p:nvSpPr>
          <p:cNvPr id="1079" name="Google Shape;1079;g31ee3ed5268_0_77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0" name="Google Shape;1080;g31ee3ed5268_0_7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1" name="Google Shape;1081;g31ee3ed5268_0_7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p:cNvGrpSpPr/>
        <p:nvPr/>
      </p:nvGrpSpPr>
      <p:grpSpPr>
        <a:xfrm>
          <a:off x="0" y="0"/>
          <a:ext cx="0" cy="0"/>
          <a:chOff x="0" y="0"/>
          <a:chExt cx="0" cy="0"/>
        </a:xfrm>
      </p:grpSpPr>
      <p:sp>
        <p:nvSpPr>
          <p:cNvPr id="1088" name="Google Shape;1088;g2d188a2273e_0_9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9" name="Google Shape;1089;g2d188a2273e_0_9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0" name="Google Shape;1090;g2d188a2273e_0_9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937850"/>
            <a:ext cx="4850100" cy="13692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276798"/>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CCVC (long vowel)</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2 - Thursday</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9</a:t>
            </a:r>
            <a:endParaRPr sz="18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Title Slide-Phase, week, lesson_1">
    <p:spTree>
      <p:nvGrpSpPr>
        <p:cNvPr id="1" name="Shape 126"/>
        <p:cNvGrpSpPr/>
        <p:nvPr/>
      </p:nvGrpSpPr>
      <p:grpSpPr>
        <a:xfrm>
          <a:off x="0" y="0"/>
          <a:ext cx="0" cy="0"/>
          <a:chOff x="0" y="0"/>
          <a:chExt cx="0" cy="0"/>
        </a:xfrm>
      </p:grpSpPr>
      <p:sp>
        <p:nvSpPr>
          <p:cNvPr id="127" name="Google Shape;127;g26fb94498d9_0_7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9" name="Google Shape;129;g26fb94498d9_0_70"/>
          <p:cNvGrpSpPr/>
          <p:nvPr/>
        </p:nvGrpSpPr>
        <p:grpSpPr>
          <a:xfrm>
            <a:off x="8199150" y="5983875"/>
            <a:ext cx="586800" cy="571500"/>
            <a:chOff x="7894350" y="6212475"/>
            <a:chExt cx="586800" cy="571500"/>
          </a:xfrm>
        </p:grpSpPr>
        <p:sp>
          <p:nvSpPr>
            <p:cNvPr id="130" name="Google Shape;130;g26fb94498d9_0_7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1" name="Google Shape;131;g26fb94498d9_0_7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2" name="Google Shape;132;g26fb94498d9_0_7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3" name="Google Shape;133;g26fb94498d9_0_70"/>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Independent Reading</a:t>
            </a:r>
            <a:endParaRPr sz="3200" b="0" i="0" u="none" strike="noStrike" cap="none">
              <a:solidFill>
                <a:srgbClr val="8DC63F"/>
              </a:solidFill>
              <a:latin typeface="Poppins Medium"/>
              <a:ea typeface="Poppins Medium"/>
              <a:cs typeface="Poppins Medium"/>
              <a:sym typeface="Poppins Medium"/>
            </a:endParaRPr>
          </a:p>
        </p:txBody>
      </p:sp>
      <p:cxnSp>
        <p:nvCxnSpPr>
          <p:cNvPr id="134" name="Google Shape;134;g26fb94498d9_0_70"/>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35" name="Google Shape;135;g26fb94498d9_0_70"/>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Children are given a decodable reader that covers letter sounds previously taught.</a:t>
            </a:r>
            <a:endParaRPr sz="1400" b="0" i="0" u="none" strike="noStrike" cap="none">
              <a:solidFill>
                <a:srgbClr val="000000"/>
              </a:solidFill>
              <a:latin typeface="Poppins"/>
              <a:ea typeface="Poppins"/>
              <a:cs typeface="Poppins"/>
              <a:sym typeface="Poppins"/>
            </a:endParaRPr>
          </a:p>
        </p:txBody>
      </p:sp>
      <p:sp>
        <p:nvSpPr>
          <p:cNvPr id="136" name="Google Shape;136;g26fb94498d9_0_70"/>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8DC63F"/>
                </a:solidFill>
                <a:latin typeface="Poppins Medium"/>
                <a:ea typeface="Poppins Medium"/>
                <a:cs typeface="Poppins Medium"/>
                <a:sym typeface="Poppins Medium"/>
              </a:rPr>
              <a:t>Decodable Readers &amp; Teacher Book Activities</a:t>
            </a:r>
            <a:endParaRPr sz="1100" b="0" i="0" u="none" strike="noStrike" cap="none">
              <a:solidFill>
                <a:srgbClr val="8DC63F"/>
              </a:solidFill>
              <a:latin typeface="Poppins Medium"/>
              <a:ea typeface="Poppins Medium"/>
              <a:cs typeface="Poppins Medium"/>
              <a:sym typeface="Poppins Medium"/>
            </a:endParaRPr>
          </a:p>
        </p:txBody>
      </p:sp>
      <p:sp>
        <p:nvSpPr>
          <p:cNvPr id="137" name="Google Shape;137;g26fb94498d9_0_70"/>
          <p:cNvSpPr txBox="1"/>
          <p:nvPr/>
        </p:nvSpPr>
        <p:spPr>
          <a:xfrm>
            <a:off x="4318141" y="2438500"/>
            <a:ext cx="22023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8DC63F"/>
                </a:solidFill>
                <a:latin typeface="Poppins Medium"/>
                <a:ea typeface="Poppins Medium"/>
                <a:cs typeface="Poppins Medium"/>
                <a:sym typeface="Poppins Medium"/>
              </a:rPr>
              <a:t>Workbooks</a:t>
            </a:r>
            <a:endParaRPr sz="1100" b="0" i="0" u="none" strike="noStrike" cap="none">
              <a:solidFill>
                <a:srgbClr val="8DC63F"/>
              </a:solidFill>
              <a:latin typeface="Poppins Medium"/>
              <a:ea typeface="Poppins Medium"/>
              <a:cs typeface="Poppins Medium"/>
              <a:sym typeface="Poppins Medium"/>
            </a:endParaRPr>
          </a:p>
        </p:txBody>
      </p:sp>
      <p:grpSp>
        <p:nvGrpSpPr>
          <p:cNvPr id="138" name="Google Shape;138;g26fb94498d9_0_70"/>
          <p:cNvGrpSpPr/>
          <p:nvPr/>
        </p:nvGrpSpPr>
        <p:grpSpPr>
          <a:xfrm>
            <a:off x="-36800" y="-52000"/>
            <a:ext cx="9236100" cy="543750"/>
            <a:chOff x="-36800" y="-52000"/>
            <a:chExt cx="9236100" cy="543750"/>
          </a:xfrm>
        </p:grpSpPr>
        <p:sp>
          <p:nvSpPr>
            <p:cNvPr id="139" name="Google Shape;139;g26fb94498d9_0_7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0" name="Google Shape;140;g26fb94498d9_0_70"/>
            <p:cNvGrpSpPr/>
            <p:nvPr/>
          </p:nvGrpSpPr>
          <p:grpSpPr>
            <a:xfrm>
              <a:off x="3235760" y="88250"/>
              <a:ext cx="1337400" cy="403500"/>
              <a:chOff x="565600" y="88250"/>
              <a:chExt cx="1337400" cy="403500"/>
            </a:xfrm>
          </p:grpSpPr>
          <p:sp>
            <p:nvSpPr>
              <p:cNvPr id="141" name="Google Shape;141;g26fb94498d9_0_7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42" name="Google Shape;142;g26fb94498d9_0_7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43" name="Google Shape;143;g26fb94498d9_0_7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fb94498d9_0_7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45" name="Google Shape;145;g26fb94498d9_0_7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fb94498d9_0_7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fb94498d9_0_7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fb94498d9_0_7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fb94498d9_0_7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fb94498d9_0_7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fb94498d9_0_7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fb94498d9_0_7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fb94498d9_0_7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8"/>
        <p:cNvGrpSpPr/>
        <p:nvPr/>
      </p:nvGrpSpPr>
      <p:grpSpPr>
        <a:xfrm>
          <a:off x="0" y="0"/>
          <a:ext cx="0" cy="0"/>
          <a:chOff x="0" y="0"/>
          <a:chExt cx="0" cy="0"/>
        </a:xfrm>
      </p:grpSpPr>
      <p:sp>
        <p:nvSpPr>
          <p:cNvPr id="189" name="Google Shape;189;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90" name="Google Shape;190;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91" name="Google Shape;191;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2" name="Google Shape;192;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5" name="Google Shape;195;g26b641b03cd_0_260"/>
          <p:cNvGrpSpPr/>
          <p:nvPr/>
        </p:nvGrpSpPr>
        <p:grpSpPr>
          <a:xfrm>
            <a:off x="8199150" y="5983875"/>
            <a:ext cx="586800" cy="571500"/>
            <a:chOff x="7894350" y="6212475"/>
            <a:chExt cx="586800" cy="571500"/>
          </a:xfrm>
        </p:grpSpPr>
        <p:sp>
          <p:nvSpPr>
            <p:cNvPr id="196" name="Google Shape;196;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9" name="Google Shape;199;g26b641b03cd_0_260"/>
          <p:cNvGrpSpPr/>
          <p:nvPr/>
        </p:nvGrpSpPr>
        <p:grpSpPr>
          <a:xfrm>
            <a:off x="-36800" y="-52000"/>
            <a:ext cx="9236100" cy="543750"/>
            <a:chOff x="-36800" y="-52000"/>
            <a:chExt cx="9236100" cy="543750"/>
          </a:xfrm>
        </p:grpSpPr>
        <p:sp>
          <p:nvSpPr>
            <p:cNvPr id="200" name="Google Shape;200;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1" name="Google Shape;201;g26b641b03cd_0_260"/>
            <p:cNvGrpSpPr/>
            <p:nvPr/>
          </p:nvGrpSpPr>
          <p:grpSpPr>
            <a:xfrm>
              <a:off x="3235760" y="88250"/>
              <a:ext cx="1337400" cy="403500"/>
              <a:chOff x="565600" y="88250"/>
              <a:chExt cx="1337400" cy="403500"/>
            </a:xfrm>
          </p:grpSpPr>
          <p:sp>
            <p:nvSpPr>
              <p:cNvPr id="202" name="Google Shape;202;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3" name="Google Shape;203;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204" name="Google Shape;204;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205" name="Google Shape;20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06" name="Google Shape;20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11" name="Google Shape;211;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3" name="Google Shape;21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4" name="Google Shape;21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5"/>
        <p:cNvGrpSpPr/>
        <p:nvPr/>
      </p:nvGrpSpPr>
      <p:grpSpPr>
        <a:xfrm>
          <a:off x="0" y="0"/>
          <a:ext cx="0" cy="0"/>
          <a:chOff x="0" y="0"/>
          <a:chExt cx="0" cy="0"/>
        </a:xfrm>
      </p:grpSpPr>
      <p:sp>
        <p:nvSpPr>
          <p:cNvPr id="216" name="Google Shape;216;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8" name="Google Shape;218;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9" name="Google Shape;219;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3" name="Google Shape;223;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4" name="Google Shape;224;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5" name="Google Shape;225;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6" name="Google Shape;226;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8" name="Google Shape;228;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29" name="Google Shape;229;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0" name="Google Shape;230;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2c235dd0dad_1_87"/>
          <p:cNvGrpSpPr/>
          <p:nvPr/>
        </p:nvGrpSpPr>
        <p:grpSpPr>
          <a:xfrm>
            <a:off x="662575" y="6212475"/>
            <a:ext cx="586800" cy="571500"/>
            <a:chOff x="662575" y="6212475"/>
            <a:chExt cx="586800" cy="571500"/>
          </a:xfrm>
        </p:grpSpPr>
        <p:sp>
          <p:nvSpPr>
            <p:cNvPr id="239" name="Google Shape;23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2c235dd0dad_1_87"/>
          <p:cNvGrpSpPr/>
          <p:nvPr/>
        </p:nvGrpSpPr>
        <p:grpSpPr>
          <a:xfrm>
            <a:off x="7894350" y="6212475"/>
            <a:ext cx="586800" cy="571500"/>
            <a:chOff x="7894350" y="6212475"/>
            <a:chExt cx="586800" cy="571500"/>
          </a:xfrm>
        </p:grpSpPr>
        <p:sp>
          <p:nvSpPr>
            <p:cNvPr id="243" name="Google Shape;24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6"/>
        <p:cNvGrpSpPr/>
        <p:nvPr/>
      </p:nvGrpSpPr>
      <p:grpSpPr>
        <a:xfrm>
          <a:off x="0" y="0"/>
          <a:ext cx="0" cy="0"/>
          <a:chOff x="0" y="0"/>
          <a:chExt cx="0" cy="0"/>
        </a:xfrm>
      </p:grpSpPr>
      <p:sp>
        <p:nvSpPr>
          <p:cNvPr id="247" name="Google Shape;247;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5" name="Google Shape;255;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6" name="Google Shape;256;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58" name="Google Shape;258;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59" name="Google Shape;259;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0" name="Google Shape;260;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1" name="Google Shape;261;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2" name="Google Shape;262;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3" name="Google Shape;263;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4" name="Google Shape;264;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5" name="Google Shape;265;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6" name="Google Shape;266;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67" name="Google Shape;267;g1f3daf8a844_0_32"/>
          <p:cNvGrpSpPr/>
          <p:nvPr/>
        </p:nvGrpSpPr>
        <p:grpSpPr>
          <a:xfrm>
            <a:off x="662575" y="6212475"/>
            <a:ext cx="586800" cy="571500"/>
            <a:chOff x="662575" y="6212475"/>
            <a:chExt cx="586800" cy="571500"/>
          </a:xfrm>
        </p:grpSpPr>
        <p:sp>
          <p:nvSpPr>
            <p:cNvPr id="268" name="Google Shape;268;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1f3daf8a844_0_32"/>
          <p:cNvGrpSpPr/>
          <p:nvPr/>
        </p:nvGrpSpPr>
        <p:grpSpPr>
          <a:xfrm>
            <a:off x="7894350" y="6212475"/>
            <a:ext cx="586800" cy="571500"/>
            <a:chOff x="7894350" y="6212475"/>
            <a:chExt cx="586800" cy="571500"/>
          </a:xfrm>
        </p:grpSpPr>
        <p:sp>
          <p:nvSpPr>
            <p:cNvPr id="272" name="Google Shape;272;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5"/>
        <p:cNvGrpSpPr/>
        <p:nvPr/>
      </p:nvGrpSpPr>
      <p:grpSpPr>
        <a:xfrm>
          <a:off x="0" y="0"/>
          <a:ext cx="0" cy="0"/>
          <a:chOff x="0" y="0"/>
          <a:chExt cx="0" cy="0"/>
        </a:xfrm>
      </p:grpSpPr>
      <p:sp>
        <p:nvSpPr>
          <p:cNvPr id="276" name="Google Shape;276;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78" name="Google Shape;278;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9" name="Google Shape;279;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2" name="Google Shape;282;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83" name="Google Shape;283;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4" name="Google Shape;284;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5" name="Google Shape;285;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6" name="Google Shape;286;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87" name="Google Shape;287;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88" name="Google Shape;288;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9" name="Google Shape;289;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0" name="Google Shape;290;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1" name="Google Shape;291;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2" name="Google Shape;29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3" name="Google Shape;29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4" name="Google Shape;29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5" name="Google Shape;29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6" name="Google Shape;29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97" name="Google Shape;297;g2c157a2fb06_0_53"/>
          <p:cNvGrpSpPr/>
          <p:nvPr/>
        </p:nvGrpSpPr>
        <p:grpSpPr>
          <a:xfrm>
            <a:off x="1403031" y="6958923"/>
            <a:ext cx="6774848" cy="1291477"/>
            <a:chOff x="717231" y="7263723"/>
            <a:chExt cx="6774848" cy="1291477"/>
          </a:xfrm>
        </p:grpSpPr>
        <p:sp>
          <p:nvSpPr>
            <p:cNvPr id="298" name="Google Shape;29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99" name="Google Shape;29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0" name="Google Shape;30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1" name="Google Shape;30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2" name="Google Shape;30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3" name="Google Shape;30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06" name="Google Shape;30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7" name="Google Shape;30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8" name="Google Shape;30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0" name="Google Shape;31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1" name="Google Shape;311;g2c157a2fb06_0_53"/>
          <p:cNvGrpSpPr/>
          <p:nvPr/>
        </p:nvGrpSpPr>
        <p:grpSpPr>
          <a:xfrm>
            <a:off x="662575" y="6212475"/>
            <a:ext cx="586800" cy="571500"/>
            <a:chOff x="662575" y="6212475"/>
            <a:chExt cx="586800" cy="571500"/>
          </a:xfrm>
        </p:grpSpPr>
        <p:sp>
          <p:nvSpPr>
            <p:cNvPr id="312" name="Google Shape;31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53"/>
          <p:cNvGrpSpPr/>
          <p:nvPr/>
        </p:nvGrpSpPr>
        <p:grpSpPr>
          <a:xfrm>
            <a:off x="7894350" y="6212475"/>
            <a:ext cx="586800" cy="571500"/>
            <a:chOff x="7894350" y="6212475"/>
            <a:chExt cx="586800" cy="571500"/>
          </a:xfrm>
        </p:grpSpPr>
        <p:sp>
          <p:nvSpPr>
            <p:cNvPr id="316" name="Google Shape;31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19"/>
        <p:cNvGrpSpPr/>
        <p:nvPr/>
      </p:nvGrpSpPr>
      <p:grpSpPr>
        <a:xfrm>
          <a:off x="0" y="0"/>
          <a:ext cx="0" cy="0"/>
          <a:chOff x="0" y="0"/>
          <a:chExt cx="0" cy="0"/>
        </a:xfrm>
      </p:grpSpPr>
      <p:sp>
        <p:nvSpPr>
          <p:cNvPr id="320" name="Google Shape;320;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327" name="Google Shape;32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28" name="Google Shape;328;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9" name="Google Shape;329;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30" name="Google Shape;330;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1" name="Google Shape;331;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2" name="Google Shape;332;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33" name="Google Shape;333;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6" name="Google Shape;336;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7" name="Google Shape;337;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38" name="Google Shape;338;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39" name="Google Shape;339;g2c157a2fb06_0_158"/>
          <p:cNvGrpSpPr/>
          <p:nvPr/>
        </p:nvGrpSpPr>
        <p:grpSpPr>
          <a:xfrm>
            <a:off x="662575" y="6212475"/>
            <a:ext cx="586800" cy="571500"/>
            <a:chOff x="662575" y="6212475"/>
            <a:chExt cx="586800" cy="571500"/>
          </a:xfrm>
        </p:grpSpPr>
        <p:sp>
          <p:nvSpPr>
            <p:cNvPr id="340" name="Google Shape;340;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3" name="Google Shape;343;g2c157a2fb06_0_158"/>
          <p:cNvGrpSpPr/>
          <p:nvPr/>
        </p:nvGrpSpPr>
        <p:grpSpPr>
          <a:xfrm>
            <a:off x="7894350" y="6212475"/>
            <a:ext cx="586800" cy="571500"/>
            <a:chOff x="7894350" y="6212475"/>
            <a:chExt cx="586800" cy="571500"/>
          </a:xfrm>
        </p:grpSpPr>
        <p:sp>
          <p:nvSpPr>
            <p:cNvPr id="344" name="Google Shape;344;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47"/>
        <p:cNvGrpSpPr/>
        <p:nvPr/>
      </p:nvGrpSpPr>
      <p:grpSpPr>
        <a:xfrm>
          <a:off x="0" y="0"/>
          <a:ext cx="0" cy="0"/>
          <a:chOff x="0" y="0"/>
          <a:chExt cx="0" cy="0"/>
        </a:xfrm>
      </p:grpSpPr>
      <p:sp>
        <p:nvSpPr>
          <p:cNvPr id="348" name="Google Shape;348;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0" name="Google Shape;350;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1" name="Google Shape;351;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3" name="Google Shape;35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55" name="Google Shape;35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56" name="Google Shape;35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57" name="Google Shape;357;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8" name="Google Shape;358;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9" name="Google Shape;359;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0" name="Google Shape;360;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1" name="Google Shape;361;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3" name="Google Shape;363;g2c157a2fb06_0_263"/>
          <p:cNvSpPr>
            <a:spLocks noGrp="1"/>
          </p:cNvSpPr>
          <p:nvPr>
            <p:ph type="pic" idx="7"/>
          </p:nvPr>
        </p:nvSpPr>
        <p:spPr>
          <a:xfrm>
            <a:off x="5086375" y="4412425"/>
            <a:ext cx="2668800" cy="1291500"/>
          </a:xfrm>
          <a:prstGeom prst="rect">
            <a:avLst/>
          </a:prstGeom>
          <a:noFill/>
          <a:ln>
            <a:noFill/>
          </a:ln>
        </p:spPr>
      </p:sp>
      <p:sp>
        <p:nvSpPr>
          <p:cNvPr id="364" name="Google Shape;364;g2c157a2fb06_0_263"/>
          <p:cNvSpPr>
            <a:spLocks noGrp="1"/>
          </p:cNvSpPr>
          <p:nvPr>
            <p:ph type="pic" idx="8"/>
          </p:nvPr>
        </p:nvSpPr>
        <p:spPr>
          <a:xfrm>
            <a:off x="5086375" y="797675"/>
            <a:ext cx="2668800" cy="1291500"/>
          </a:xfrm>
          <a:prstGeom prst="rect">
            <a:avLst/>
          </a:prstGeom>
          <a:noFill/>
          <a:ln>
            <a:noFill/>
          </a:ln>
        </p:spPr>
      </p:sp>
      <p:sp>
        <p:nvSpPr>
          <p:cNvPr id="365" name="Google Shape;365;g2c157a2fb06_0_263"/>
          <p:cNvSpPr>
            <a:spLocks noGrp="1"/>
          </p:cNvSpPr>
          <p:nvPr>
            <p:ph type="pic" idx="9"/>
          </p:nvPr>
        </p:nvSpPr>
        <p:spPr>
          <a:xfrm>
            <a:off x="5086375" y="2002592"/>
            <a:ext cx="2668800" cy="1291500"/>
          </a:xfrm>
          <a:prstGeom prst="rect">
            <a:avLst/>
          </a:prstGeom>
          <a:noFill/>
          <a:ln>
            <a:noFill/>
          </a:ln>
        </p:spPr>
      </p:sp>
      <p:sp>
        <p:nvSpPr>
          <p:cNvPr id="366" name="Google Shape;366;g2c157a2fb06_0_263"/>
          <p:cNvSpPr>
            <a:spLocks noGrp="1"/>
          </p:cNvSpPr>
          <p:nvPr>
            <p:ph type="pic" idx="13"/>
          </p:nvPr>
        </p:nvSpPr>
        <p:spPr>
          <a:xfrm>
            <a:off x="5086375" y="3207508"/>
            <a:ext cx="2668800" cy="1291500"/>
          </a:xfrm>
          <a:prstGeom prst="rect">
            <a:avLst/>
          </a:prstGeom>
          <a:noFill/>
          <a:ln>
            <a:noFill/>
          </a:ln>
        </p:spPr>
      </p:sp>
      <p:sp>
        <p:nvSpPr>
          <p:cNvPr id="367" name="Google Shape;367;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8" name="Google Shape;368;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9" name="Google Shape;369;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0" name="Google Shape;370;g2c157a2fb06_0_263"/>
          <p:cNvGrpSpPr/>
          <p:nvPr/>
        </p:nvGrpSpPr>
        <p:grpSpPr>
          <a:xfrm>
            <a:off x="662575" y="6212475"/>
            <a:ext cx="586800" cy="571500"/>
            <a:chOff x="662575" y="6212475"/>
            <a:chExt cx="586800" cy="571500"/>
          </a:xfrm>
        </p:grpSpPr>
        <p:sp>
          <p:nvSpPr>
            <p:cNvPr id="371" name="Google Shape;371;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4" name="Google Shape;374;g2c157a2fb06_0_263"/>
          <p:cNvGrpSpPr/>
          <p:nvPr/>
        </p:nvGrpSpPr>
        <p:grpSpPr>
          <a:xfrm>
            <a:off x="7894350" y="6212475"/>
            <a:ext cx="586800" cy="571500"/>
            <a:chOff x="7894350" y="6212475"/>
            <a:chExt cx="586800" cy="571500"/>
          </a:xfrm>
        </p:grpSpPr>
        <p:sp>
          <p:nvSpPr>
            <p:cNvPr id="375" name="Google Shape;375;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78"/>
        <p:cNvGrpSpPr/>
        <p:nvPr/>
      </p:nvGrpSpPr>
      <p:grpSpPr>
        <a:xfrm>
          <a:off x="0" y="0"/>
          <a:ext cx="0" cy="0"/>
          <a:chOff x="0" y="0"/>
          <a:chExt cx="0" cy="0"/>
        </a:xfrm>
      </p:grpSpPr>
      <p:sp>
        <p:nvSpPr>
          <p:cNvPr id="379" name="Google Shape;379;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81" name="Google Shape;381;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5" name="Google Shape;385;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6" name="Google Shape;38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7" name="Google Shape;38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88" name="Google Shape;38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89" name="Google Shape;38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0" name="Google Shape;39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1" name="Google Shape;39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2" name="Google Shape;39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3" name="Google Shape;39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94" name="Google Shape;39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5" name="Google Shape;39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6" name="Google Shape;396;g2c157a2fb06_0_467"/>
          <p:cNvGrpSpPr/>
          <p:nvPr/>
        </p:nvGrpSpPr>
        <p:grpSpPr>
          <a:xfrm>
            <a:off x="662575" y="6212475"/>
            <a:ext cx="586800" cy="571500"/>
            <a:chOff x="662575" y="6212475"/>
            <a:chExt cx="586800" cy="571500"/>
          </a:xfrm>
        </p:grpSpPr>
        <p:sp>
          <p:nvSpPr>
            <p:cNvPr id="397" name="Google Shape;39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467"/>
          <p:cNvGrpSpPr/>
          <p:nvPr/>
        </p:nvGrpSpPr>
        <p:grpSpPr>
          <a:xfrm>
            <a:off x="7894350" y="6212475"/>
            <a:ext cx="586800" cy="571500"/>
            <a:chOff x="7894350" y="6212475"/>
            <a:chExt cx="586800" cy="571500"/>
          </a:xfrm>
        </p:grpSpPr>
        <p:sp>
          <p:nvSpPr>
            <p:cNvPr id="401" name="Google Shape;40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04"/>
        <p:cNvGrpSpPr/>
        <p:nvPr/>
      </p:nvGrpSpPr>
      <p:grpSpPr>
        <a:xfrm>
          <a:off x="0" y="0"/>
          <a:ext cx="0" cy="0"/>
          <a:chOff x="0" y="0"/>
          <a:chExt cx="0" cy="0"/>
        </a:xfrm>
      </p:grpSpPr>
      <p:sp>
        <p:nvSpPr>
          <p:cNvPr id="405" name="Google Shape;405;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7" name="Google Shape;40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1" name="Google Shape;411;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2" name="Google Shape;41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3" name="Google Shape;41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0" name="Google Shape;420;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2" name="Google Shape;422;g2c157a2fb06_0_629"/>
          <p:cNvGrpSpPr/>
          <p:nvPr/>
        </p:nvGrpSpPr>
        <p:grpSpPr>
          <a:xfrm>
            <a:off x="662575" y="6212475"/>
            <a:ext cx="586800" cy="571500"/>
            <a:chOff x="662575" y="6212475"/>
            <a:chExt cx="586800" cy="571500"/>
          </a:xfrm>
        </p:grpSpPr>
        <p:sp>
          <p:nvSpPr>
            <p:cNvPr id="423" name="Google Shape;423;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6" name="Google Shape;426;g2c157a2fb06_0_629"/>
          <p:cNvGrpSpPr/>
          <p:nvPr/>
        </p:nvGrpSpPr>
        <p:grpSpPr>
          <a:xfrm>
            <a:off x="7894350" y="6212475"/>
            <a:ext cx="586800" cy="571500"/>
            <a:chOff x="7894350" y="6212475"/>
            <a:chExt cx="586800" cy="571500"/>
          </a:xfrm>
        </p:grpSpPr>
        <p:sp>
          <p:nvSpPr>
            <p:cNvPr id="427" name="Google Shape;427;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0"/>
        <p:cNvGrpSpPr/>
        <p:nvPr/>
      </p:nvGrpSpPr>
      <p:grpSpPr>
        <a:xfrm>
          <a:off x="0" y="0"/>
          <a:ext cx="0" cy="0"/>
          <a:chOff x="0" y="0"/>
          <a:chExt cx="0" cy="0"/>
        </a:xfrm>
      </p:grpSpPr>
      <p:sp>
        <p:nvSpPr>
          <p:cNvPr id="431" name="Google Shape;431;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3" name="Google Shape;433;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4" name="Google Shape;434;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7" name="Google Shape;437;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8" name="Google Shape;43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9" name="Google Shape;43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0" name="Google Shape;44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1" name="Google Shape;44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42" name="Google Shape;44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3" name="Google Shape;44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5" name="Google Shape;44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47" name="Google Shape;44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8" name="Google Shape;44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9" name="Google Shape;449;g2c157a2fb06_0_798"/>
          <p:cNvGrpSpPr/>
          <p:nvPr/>
        </p:nvGrpSpPr>
        <p:grpSpPr>
          <a:xfrm>
            <a:off x="662575" y="6212475"/>
            <a:ext cx="586800" cy="571500"/>
            <a:chOff x="662575" y="6212475"/>
            <a:chExt cx="586800" cy="571500"/>
          </a:xfrm>
        </p:grpSpPr>
        <p:sp>
          <p:nvSpPr>
            <p:cNvPr id="450" name="Google Shape;450;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3" name="Google Shape;453;g2c157a2fb06_0_798"/>
          <p:cNvGrpSpPr/>
          <p:nvPr/>
        </p:nvGrpSpPr>
        <p:grpSpPr>
          <a:xfrm>
            <a:off x="7894350" y="6212475"/>
            <a:ext cx="586800" cy="571500"/>
            <a:chOff x="7894350" y="6212475"/>
            <a:chExt cx="586800" cy="571500"/>
          </a:xfrm>
        </p:grpSpPr>
        <p:sp>
          <p:nvSpPr>
            <p:cNvPr id="454" name="Google Shape;454;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57"/>
        <p:cNvGrpSpPr/>
        <p:nvPr/>
      </p:nvGrpSpPr>
      <p:grpSpPr>
        <a:xfrm>
          <a:off x="0" y="0"/>
          <a:ext cx="0" cy="0"/>
          <a:chOff x="0" y="0"/>
          <a:chExt cx="0" cy="0"/>
        </a:xfrm>
      </p:grpSpPr>
      <p:sp>
        <p:nvSpPr>
          <p:cNvPr id="458" name="Google Shape;458;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0" name="Google Shape;46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1" name="Google Shape;461;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65" name="Google Shape;46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66" name="Google Shape;46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67" name="Google Shape;46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68" name="Google Shape;46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69" name="Google Shape;469;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70" name="Google Shape;470;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71" name="Google Shape;471;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2" name="Google Shape;472;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3" name="Google Shape;473;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74" name="Google Shape;474;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75" name="Google Shape;475;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76" name="Google Shape;476;g2c157a2fb06_0_825"/>
          <p:cNvGrpSpPr/>
          <p:nvPr/>
        </p:nvGrpSpPr>
        <p:grpSpPr>
          <a:xfrm>
            <a:off x="662575" y="6212475"/>
            <a:ext cx="586800" cy="571500"/>
            <a:chOff x="662575" y="6212475"/>
            <a:chExt cx="586800" cy="571500"/>
          </a:xfrm>
        </p:grpSpPr>
        <p:sp>
          <p:nvSpPr>
            <p:cNvPr id="477" name="Google Shape;477;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0" name="Google Shape;480;g2c157a2fb06_0_825"/>
          <p:cNvGrpSpPr/>
          <p:nvPr/>
        </p:nvGrpSpPr>
        <p:grpSpPr>
          <a:xfrm>
            <a:off x="7894350" y="6212475"/>
            <a:ext cx="586800" cy="571500"/>
            <a:chOff x="7894350" y="6212475"/>
            <a:chExt cx="586800" cy="571500"/>
          </a:xfrm>
        </p:grpSpPr>
        <p:sp>
          <p:nvSpPr>
            <p:cNvPr id="481" name="Google Shape;481;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84"/>
        <p:cNvGrpSpPr/>
        <p:nvPr/>
      </p:nvGrpSpPr>
      <p:grpSpPr>
        <a:xfrm>
          <a:off x="0" y="0"/>
          <a:ext cx="0" cy="0"/>
          <a:chOff x="0" y="0"/>
          <a:chExt cx="0" cy="0"/>
        </a:xfrm>
      </p:grpSpPr>
      <p:sp>
        <p:nvSpPr>
          <p:cNvPr id="485" name="Google Shape;485;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87" name="Google Shape;487;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88" name="Google Shape;488;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1" name="Google Shape;49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92" name="Google Shape;49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5" name="Google Shape;495;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6" name="Google Shape;496;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7" name="Google Shape;497;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8" name="Google Shape;498;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99" name="Google Shape;499;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00" name="Google Shape;500;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1" name="Google Shape;501;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3" name="Google Shape;503;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5" name="Google Shape;505;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7" name="Google Shape;507;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9" name="Google Shape;509;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1" name="Google Shape;511;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4" name="Google Shape;514;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15" name="Google Shape;515;g2c157a2fb06_0_700"/>
          <p:cNvGrpSpPr/>
          <p:nvPr/>
        </p:nvGrpSpPr>
        <p:grpSpPr>
          <a:xfrm>
            <a:off x="662575" y="6212475"/>
            <a:ext cx="586800" cy="571500"/>
            <a:chOff x="662575" y="6212475"/>
            <a:chExt cx="586800" cy="571500"/>
          </a:xfrm>
        </p:grpSpPr>
        <p:sp>
          <p:nvSpPr>
            <p:cNvPr id="516" name="Google Shape;516;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9" name="Google Shape;519;g2c157a2fb06_0_700"/>
          <p:cNvGrpSpPr/>
          <p:nvPr/>
        </p:nvGrpSpPr>
        <p:grpSpPr>
          <a:xfrm>
            <a:off x="7894350" y="6212475"/>
            <a:ext cx="586800" cy="571500"/>
            <a:chOff x="7894350" y="6212475"/>
            <a:chExt cx="586800" cy="571500"/>
          </a:xfrm>
        </p:grpSpPr>
        <p:sp>
          <p:nvSpPr>
            <p:cNvPr id="520" name="Google Shape;520;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23"/>
        <p:cNvGrpSpPr/>
        <p:nvPr/>
      </p:nvGrpSpPr>
      <p:grpSpPr>
        <a:xfrm>
          <a:off x="0" y="0"/>
          <a:ext cx="0" cy="0"/>
          <a:chOff x="0" y="0"/>
          <a:chExt cx="0" cy="0"/>
        </a:xfrm>
      </p:grpSpPr>
      <p:sp>
        <p:nvSpPr>
          <p:cNvPr id="524" name="Google Shape;524;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5" name="Google Shape;525;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6" name="Google Shape;526;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7" name="Google Shape;527;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0" name="Google Shape;530;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31" name="Google Shape;531;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2" name="Google Shape;532;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3" name="Google Shape;533;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4" name="Google Shape;534;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35" name="Google Shape;535;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9" name="Google Shape;539;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0" name="Google Shape;540;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1" name="Google Shape;541;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2" name="Google Shape;542;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43" name="Google Shape;543;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4" name="Google Shape;544;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5" name="Google Shape;545;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0" name="Google Shape;550;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1" name="Google Shape;551;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2" name="Google Shape;552;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3" name="Google Shape;553;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54" name="Google Shape;554;g2c157a2fb06_0_932"/>
          <p:cNvGrpSpPr/>
          <p:nvPr/>
        </p:nvGrpSpPr>
        <p:grpSpPr>
          <a:xfrm>
            <a:off x="662575" y="6212475"/>
            <a:ext cx="586800" cy="571500"/>
            <a:chOff x="662575" y="6212475"/>
            <a:chExt cx="586800" cy="571500"/>
          </a:xfrm>
        </p:grpSpPr>
        <p:sp>
          <p:nvSpPr>
            <p:cNvPr id="555" name="Google Shape;555;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6" name="Google Shape;556;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7" name="Google Shape;557;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8" name="Google Shape;558;g2c157a2fb06_0_932"/>
          <p:cNvGrpSpPr/>
          <p:nvPr/>
        </p:nvGrpSpPr>
        <p:grpSpPr>
          <a:xfrm>
            <a:off x="7894350" y="6212475"/>
            <a:ext cx="586800" cy="571500"/>
            <a:chOff x="7894350" y="6212475"/>
            <a:chExt cx="586800" cy="571500"/>
          </a:xfrm>
        </p:grpSpPr>
        <p:sp>
          <p:nvSpPr>
            <p:cNvPr id="559" name="Google Shape;559;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0" name="Google Shape;560;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1" name="Google Shape;561;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62"/>
        <p:cNvGrpSpPr/>
        <p:nvPr/>
      </p:nvGrpSpPr>
      <p:grpSpPr>
        <a:xfrm>
          <a:off x="0" y="0"/>
          <a:ext cx="0" cy="0"/>
          <a:chOff x="0" y="0"/>
          <a:chExt cx="0" cy="0"/>
        </a:xfrm>
      </p:grpSpPr>
      <p:sp>
        <p:nvSpPr>
          <p:cNvPr id="563" name="Google Shape;563;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5" name="Google Shape;565;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6" name="Google Shape;566;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9" name="Google Shape;569;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70" name="Google Shape;57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71" name="Google Shape;57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72" name="Google Shape;57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4" name="Google Shape;57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5" name="Google Shape;57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6" name="Google Shape;57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7" name="Google Shape;57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1" name="Google Shape;581;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2" name="Google Shape;582;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3" name="Google Shape;583;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5" name="Google Shape;585;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86" name="Google Shape;586;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8" name="Google Shape;588;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9" name="Google Shape;589;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90" name="Google Shape;590;g2c157a2fb06_0_1045"/>
          <p:cNvGrpSpPr/>
          <p:nvPr/>
        </p:nvGrpSpPr>
        <p:grpSpPr>
          <a:xfrm>
            <a:off x="662575" y="6212475"/>
            <a:ext cx="586800" cy="571500"/>
            <a:chOff x="662575" y="6212475"/>
            <a:chExt cx="586800" cy="571500"/>
          </a:xfrm>
        </p:grpSpPr>
        <p:sp>
          <p:nvSpPr>
            <p:cNvPr id="591" name="Google Shape;591;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4" name="Google Shape;594;g2c157a2fb06_0_1045"/>
          <p:cNvGrpSpPr/>
          <p:nvPr/>
        </p:nvGrpSpPr>
        <p:grpSpPr>
          <a:xfrm>
            <a:off x="7894350" y="6212475"/>
            <a:ext cx="586800" cy="571500"/>
            <a:chOff x="7894350" y="6212475"/>
            <a:chExt cx="586800" cy="571500"/>
          </a:xfrm>
        </p:grpSpPr>
        <p:sp>
          <p:nvSpPr>
            <p:cNvPr id="595" name="Google Shape;595;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98"/>
        <p:cNvGrpSpPr/>
        <p:nvPr/>
      </p:nvGrpSpPr>
      <p:grpSpPr>
        <a:xfrm>
          <a:off x="0" y="0"/>
          <a:ext cx="0" cy="0"/>
          <a:chOff x="0" y="0"/>
          <a:chExt cx="0" cy="0"/>
        </a:xfrm>
      </p:grpSpPr>
      <p:sp>
        <p:nvSpPr>
          <p:cNvPr id="599" name="Google Shape;599;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1" name="Google Shape;601;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2" name="Google Shape;602;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5" name="Google Shape;605;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06" name="Google Shape;606;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7" name="Google Shape;607;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8" name="Google Shape;608;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9" name="Google Shape;609;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610" name="Google Shape;610;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2" name="Google Shape;612;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3" name="Google Shape;613;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4" name="Google Shape;614;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5" name="Google Shape;615;g2c157a2fb06_0_1110"/>
          <p:cNvGrpSpPr/>
          <p:nvPr/>
        </p:nvGrpSpPr>
        <p:grpSpPr>
          <a:xfrm>
            <a:off x="5806200" y="1807463"/>
            <a:ext cx="756300" cy="146700"/>
            <a:chOff x="5806200" y="1807463"/>
            <a:chExt cx="756300" cy="146700"/>
          </a:xfrm>
        </p:grpSpPr>
        <p:sp>
          <p:nvSpPr>
            <p:cNvPr id="616" name="Google Shape;616;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9" name="Google Shape;619;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0" name="Google Shape;620;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1" name="Google Shape;621;g2c157a2fb06_0_1110"/>
          <p:cNvGrpSpPr/>
          <p:nvPr/>
        </p:nvGrpSpPr>
        <p:grpSpPr>
          <a:xfrm>
            <a:off x="5806200" y="2842438"/>
            <a:ext cx="756300" cy="146700"/>
            <a:chOff x="5806200" y="1807463"/>
            <a:chExt cx="756300" cy="146700"/>
          </a:xfrm>
        </p:grpSpPr>
        <p:sp>
          <p:nvSpPr>
            <p:cNvPr id="622" name="Google Shape;622;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5" name="Google Shape;625;g2c157a2fb06_0_1110"/>
          <p:cNvGrpSpPr/>
          <p:nvPr/>
        </p:nvGrpSpPr>
        <p:grpSpPr>
          <a:xfrm>
            <a:off x="5806200" y="3877413"/>
            <a:ext cx="756300" cy="146700"/>
            <a:chOff x="5806200" y="1807463"/>
            <a:chExt cx="756300" cy="146700"/>
          </a:xfrm>
        </p:grpSpPr>
        <p:sp>
          <p:nvSpPr>
            <p:cNvPr id="626" name="Google Shape;626;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9" name="Google Shape;629;g2c157a2fb06_0_1110"/>
          <p:cNvGrpSpPr/>
          <p:nvPr/>
        </p:nvGrpSpPr>
        <p:grpSpPr>
          <a:xfrm>
            <a:off x="662575" y="6212475"/>
            <a:ext cx="586800" cy="571500"/>
            <a:chOff x="662575" y="6212475"/>
            <a:chExt cx="586800" cy="571500"/>
          </a:xfrm>
        </p:grpSpPr>
        <p:sp>
          <p:nvSpPr>
            <p:cNvPr id="630" name="Google Shape;630;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1" name="Google Shape;631;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3" name="Google Shape;633;g2c157a2fb06_0_1110"/>
          <p:cNvGrpSpPr/>
          <p:nvPr/>
        </p:nvGrpSpPr>
        <p:grpSpPr>
          <a:xfrm>
            <a:off x="7894350" y="6212475"/>
            <a:ext cx="586800" cy="571500"/>
            <a:chOff x="7894350" y="6212475"/>
            <a:chExt cx="586800" cy="571500"/>
          </a:xfrm>
        </p:grpSpPr>
        <p:sp>
          <p:nvSpPr>
            <p:cNvPr id="634" name="Google Shape;634;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37"/>
        <p:cNvGrpSpPr/>
        <p:nvPr/>
      </p:nvGrpSpPr>
      <p:grpSpPr>
        <a:xfrm>
          <a:off x="0" y="0"/>
          <a:ext cx="0" cy="0"/>
          <a:chOff x="0" y="0"/>
          <a:chExt cx="0" cy="0"/>
        </a:xfrm>
      </p:grpSpPr>
      <p:sp>
        <p:nvSpPr>
          <p:cNvPr id="638" name="Google Shape;638;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9" name="Google Shape;639;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40" name="Google Shape;640;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1" name="Google Shape;641;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4" name="Google Shape;644;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45" name="Google Shape;645;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46" name="Google Shape;646;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47" name="Google Shape;647;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48" name="Google Shape;648;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49" name="Google Shape;649;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50" name="Google Shape;650;g2cf1f75ecdd_0_56"/>
          <p:cNvGrpSpPr/>
          <p:nvPr/>
        </p:nvGrpSpPr>
        <p:grpSpPr>
          <a:xfrm>
            <a:off x="662575" y="6212475"/>
            <a:ext cx="586800" cy="571500"/>
            <a:chOff x="662575" y="6212475"/>
            <a:chExt cx="586800" cy="571500"/>
          </a:xfrm>
        </p:grpSpPr>
        <p:sp>
          <p:nvSpPr>
            <p:cNvPr id="651" name="Google Shape;651;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3" name="Google Shape;653;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54" name="Google Shape;654;g2cf1f75ecdd_0_56"/>
          <p:cNvGrpSpPr/>
          <p:nvPr/>
        </p:nvGrpSpPr>
        <p:grpSpPr>
          <a:xfrm>
            <a:off x="7894350" y="6212475"/>
            <a:ext cx="586800" cy="571500"/>
            <a:chOff x="7894350" y="6212475"/>
            <a:chExt cx="586800" cy="571500"/>
          </a:xfrm>
        </p:grpSpPr>
        <p:sp>
          <p:nvSpPr>
            <p:cNvPr id="655" name="Google Shape;655;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6" name="Google Shape;656;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7" name="Google Shape;657;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58" name="Google Shape;658;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59" name="Google Shape;659;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60" name="Google Shape;660;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61" name="Google Shape;661;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62" name="Google Shape;662;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63" name="Google Shape;663;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64" name="Google Shape;664;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65" name="Google Shape;665;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66" name="Google Shape;666;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67" name="Google Shape;667;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68" name="Google Shape;668;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69" name="Google Shape;669;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0" name="Google Shape;670;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71" name="Google Shape;671;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72" name="Google Shape;672;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3" name="Google Shape;673;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4" name="Google Shape;674;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75" name="Google Shape;675;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6" name="Google Shape;676;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7" name="Google Shape;677;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8" name="Google Shape;678;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79" name="Google Shape;679;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0" name="Google Shape;680;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81" name="Google Shape;681;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2" name="Google Shape;682;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3" name="Google Shape;683;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4" name="Google Shape;684;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85"/>
        <p:cNvGrpSpPr/>
        <p:nvPr/>
      </p:nvGrpSpPr>
      <p:grpSpPr>
        <a:xfrm>
          <a:off x="0" y="0"/>
          <a:ext cx="0" cy="0"/>
          <a:chOff x="0" y="0"/>
          <a:chExt cx="0" cy="0"/>
        </a:xfrm>
      </p:grpSpPr>
      <p:sp>
        <p:nvSpPr>
          <p:cNvPr id="686" name="Google Shape;686;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90" name="Google Shape;690;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2" name="Google Shape;692;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93" name="Google Shape;693;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94" name="Google Shape;694;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95" name="Google Shape;695;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96" name="Google Shape;696;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97" name="Google Shape;697;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98" name="Google Shape;698;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99" name="Google Shape;699;p30"/>
          <p:cNvGrpSpPr/>
          <p:nvPr/>
        </p:nvGrpSpPr>
        <p:grpSpPr>
          <a:xfrm>
            <a:off x="6022940" y="5341706"/>
            <a:ext cx="594501" cy="305904"/>
            <a:chOff x="5672081" y="1914352"/>
            <a:chExt cx="792668" cy="305904"/>
          </a:xfrm>
        </p:grpSpPr>
        <p:sp>
          <p:nvSpPr>
            <p:cNvPr id="700" name="Google Shape;700;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1" name="Google Shape;701;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702" name="Google Shape;702;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703" name="Google Shape;703;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4" name="Google Shape;704;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5" name="Google Shape;705;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6" name="Google Shape;706;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7" name="Google Shape;707;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8" name="Google Shape;708;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9" name="Google Shape;709;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0" name="Google Shape;710;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711" name="Google Shape;711;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712" name="Google Shape;712;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3" name="Google Shape;713;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4" name="Google Shape;714;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5" name="Google Shape;715;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6" name="Google Shape;716;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8" name="Google Shape;718;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9" name="Google Shape;719;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720" name="Google Shape;720;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721" name="Google Shape;721;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722" name="Google Shape;722;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723" name="Google Shape;723;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724" name="Google Shape;724;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725" name="Google Shape;725;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726" name="Google Shape;726;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7" name="Google Shape;727;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8" name="Google Shape;728;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29" name="Google Shape;729;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30" name="Google Shape;730;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31"/>
        <p:cNvGrpSpPr/>
        <p:nvPr/>
      </p:nvGrpSpPr>
      <p:grpSpPr>
        <a:xfrm>
          <a:off x="0" y="0"/>
          <a:ext cx="0" cy="0"/>
          <a:chOff x="0" y="0"/>
          <a:chExt cx="0" cy="0"/>
        </a:xfrm>
      </p:grpSpPr>
      <p:sp>
        <p:nvSpPr>
          <p:cNvPr id="732" name="Google Shape;732;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3" name="Google Shape;733;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34" name="Google Shape;734;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35"/>
        <p:cNvGrpSpPr/>
        <p:nvPr/>
      </p:nvGrpSpPr>
      <p:grpSpPr>
        <a:xfrm>
          <a:off x="0" y="0"/>
          <a:ext cx="0" cy="0"/>
          <a:chOff x="0" y="0"/>
          <a:chExt cx="0" cy="0"/>
        </a:xfrm>
      </p:grpSpPr>
      <p:sp>
        <p:nvSpPr>
          <p:cNvPr id="736" name="Google Shape;736;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7" name="Google Shape;737;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38" name="Google Shape;738;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image" Target="../media/image5.png"/><Relationship Id="rId7" Type="http://schemas.openxmlformats.org/officeDocument/2006/relationships/slide" Target="slide9.xml"/><Relationship Id="rId12" Type="http://schemas.openxmlformats.org/officeDocument/2006/relationships/slide" Target="slide2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9.png"/><Relationship Id="rId5" Type="http://schemas.openxmlformats.org/officeDocument/2006/relationships/image" Target="../media/image7.png"/><Relationship Id="rId10" Type="http://schemas.openxmlformats.org/officeDocument/2006/relationships/slide" Target="slide17.xml"/><Relationship Id="rId4" Type="http://schemas.openxmlformats.org/officeDocument/2006/relationships/image" Target="../media/image6.png"/><Relationship Id="rId9" Type="http://schemas.openxmlformats.org/officeDocument/2006/relationships/slide" Target="slide20.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png"/><Relationship Id="rId2" Type="http://schemas.openxmlformats.org/officeDocument/2006/relationships/notesSlide" Target="../notesSlides/notesSlide5.xml"/><Relationship Id="rId16" Type="http://schemas.openxmlformats.org/officeDocument/2006/relationships/image" Target="../media/image75.png"/><Relationship Id="rId1" Type="http://schemas.openxmlformats.org/officeDocument/2006/relationships/slideLayout" Target="../slideLayouts/slideLayout3.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s>
</file>

<file path=ppt/slides/_rels/slide6.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 Type="http://schemas.openxmlformats.org/officeDocument/2006/relationships/image" Target="../media/image76.png"/><Relationship Id="rId21" Type="http://schemas.openxmlformats.org/officeDocument/2006/relationships/image" Target="../media/image94.png"/><Relationship Id="rId7" Type="http://schemas.openxmlformats.org/officeDocument/2006/relationships/image" Target="../media/image80.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2" Type="http://schemas.openxmlformats.org/officeDocument/2006/relationships/notesSlide" Target="../notesSlides/notesSlide6.xml"/><Relationship Id="rId16" Type="http://schemas.openxmlformats.org/officeDocument/2006/relationships/image" Target="../media/image89.png"/><Relationship Id="rId20" Type="http://schemas.openxmlformats.org/officeDocument/2006/relationships/image" Target="../media/image93.png"/><Relationship Id="rId29" Type="http://schemas.openxmlformats.org/officeDocument/2006/relationships/image" Target="../media/image102.png"/><Relationship Id="rId1" Type="http://schemas.openxmlformats.org/officeDocument/2006/relationships/slideLayout" Target="../slideLayouts/slideLayout3.xml"/><Relationship Id="rId6" Type="http://schemas.openxmlformats.org/officeDocument/2006/relationships/image" Target="../media/image79.png"/><Relationship Id="rId11" Type="http://schemas.openxmlformats.org/officeDocument/2006/relationships/image" Target="../media/image84.png"/><Relationship Id="rId24" Type="http://schemas.openxmlformats.org/officeDocument/2006/relationships/image" Target="../media/image97.png"/><Relationship Id="rId5" Type="http://schemas.openxmlformats.org/officeDocument/2006/relationships/image" Target="../media/image78.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10" Type="http://schemas.openxmlformats.org/officeDocument/2006/relationships/image" Target="../media/image83.png"/><Relationship Id="rId19" Type="http://schemas.openxmlformats.org/officeDocument/2006/relationships/image" Target="../media/image92.png"/><Relationship Id="rId4" Type="http://schemas.openxmlformats.org/officeDocument/2006/relationships/image" Target="../media/image77.png"/><Relationship Id="rId9" Type="http://schemas.openxmlformats.org/officeDocument/2006/relationships/image" Target="../media/image8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s>
</file>

<file path=ppt/slides/_rels/slide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6.png"/><Relationship Id="rId5" Type="http://schemas.openxmlformats.org/officeDocument/2006/relationships/image" Target="../media/image7.png"/><Relationship Id="rId4" Type="http://schemas.openxmlformats.org/officeDocument/2006/relationships/image" Target="../media/image105.png"/></Relationships>
</file>

<file path=ppt/slides/_rels/slide8.xml.rels><?xml version="1.0" encoding="UTF-8" standalone="yes"?>
<Relationships xmlns="http://schemas.openxmlformats.org/package/2006/relationships"><Relationship Id="rId3" Type="http://schemas.openxmlformats.org/officeDocument/2006/relationships/image" Target="../media/image107.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109.png"/><Relationship Id="rId4" Type="http://schemas.openxmlformats.org/officeDocument/2006/relationships/image" Target="../media/image108.png"/></Relationships>
</file>

<file path=ppt/slides/_rels/slide1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12.png"/><Relationship Id="rId4" Type="http://schemas.openxmlformats.org/officeDocument/2006/relationships/image" Target="../media/image111.png"/></Relationships>
</file>

<file path=ppt/slides/_rels/slide1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117.png"/><Relationship Id="rId4" Type="http://schemas.openxmlformats.org/officeDocument/2006/relationships/image" Target="../media/image116.png"/></Relationships>
</file>

<file path=ppt/slides/_rels/slide1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119.png"/></Relationships>
</file>

<file path=ppt/slides/_rels/slide1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122.png"/><Relationship Id="rId4" Type="http://schemas.openxmlformats.org/officeDocument/2006/relationships/image" Target="../media/image121.png"/></Relationships>
</file>

<file path=ppt/slides/_rels/slide19.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124.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06.png"/></Relationships>
</file>

<file path=ppt/slides/_rels/slide21.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26.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24.xml"/><Relationship Id="rId1" Type="http://schemas.openxmlformats.org/officeDocument/2006/relationships/slideLayout" Target="../slideLayouts/slideLayout5.xml"/><Relationship Id="rId5" Type="http://schemas.openxmlformats.org/officeDocument/2006/relationships/image" Target="../media/image130.png"/><Relationship Id="rId4" Type="http://schemas.openxmlformats.org/officeDocument/2006/relationships/image" Target="../media/image1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1"/>
          <p:cNvSpPr txBox="1">
            <a:spLocks noGrp="1"/>
          </p:cNvSpPr>
          <p:nvPr>
            <p:ph type="subTitle" idx="1"/>
          </p:nvPr>
        </p:nvSpPr>
        <p:spPr>
          <a:xfrm>
            <a:off x="884101" y="2716650"/>
            <a:ext cx="42207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CCVC (long vowel)</a:t>
            </a:r>
            <a:endParaRPr sz="3000"/>
          </a:p>
        </p:txBody>
      </p:sp>
      <p:sp>
        <p:nvSpPr>
          <p:cNvPr id="744" name="Google Shape;744;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9</a:t>
            </a:r>
            <a:endParaRPr/>
          </a:p>
        </p:txBody>
      </p:sp>
      <p:sp>
        <p:nvSpPr>
          <p:cNvPr id="745" name="Google Shape;745;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746" name="Google Shape;746;p1"/>
          <p:cNvGraphicFramePr/>
          <p:nvPr/>
        </p:nvGraphicFramePr>
        <p:xfrm>
          <a:off x="4844200" y="1891197"/>
          <a:ext cx="3785000" cy="1678950"/>
        </p:xfrm>
        <a:graphic>
          <a:graphicData uri="http://schemas.openxmlformats.org/drawingml/2006/table">
            <a:tbl>
              <a:tblPr firstRow="1" bandRow="1">
                <a:noFill/>
                <a:tableStyleId>{D61F7D57-ED85-4A2B-8971-FF16D38D5BF5}</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lt1"/>
                          </a:solidFill>
                          <a:latin typeface="Jost"/>
                          <a:ea typeface="Jost"/>
                          <a:cs typeface="Jost"/>
                          <a:sym typeface="Jost"/>
                        </a:rPr>
                        <a:t>CCVC (fr br, cr tr, </a:t>
                      </a:r>
                      <a:br>
                        <a:rPr lang="en-US" sz="1400" u="none" strike="noStrike" cap="none">
                          <a:solidFill>
                            <a:schemeClr val="lt1"/>
                          </a:solidFill>
                          <a:latin typeface="Jost"/>
                          <a:ea typeface="Jost"/>
                          <a:cs typeface="Jost"/>
                          <a:sym typeface="Jost"/>
                        </a:rPr>
                      </a:br>
                      <a:r>
                        <a:rPr lang="en-US" sz="1400" u="none" strike="noStrike" cap="none">
                          <a:solidFill>
                            <a:schemeClr val="lt1"/>
                          </a:solidFill>
                          <a:latin typeface="Jost"/>
                          <a:ea typeface="Jost"/>
                          <a:cs typeface="Jost"/>
                          <a:sym typeface="Jost"/>
                        </a:rPr>
                        <a:t>gr dr pr)</a:t>
                      </a:r>
                      <a:endParaRPr sz="14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 (pl bl gl, sl fl cl,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st sp sn, sm sw)</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CCVCC (short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CVCC CCVC CCVCC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(long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CCVC words.</a:t>
            </a:r>
            <a:endParaRPr/>
          </a:p>
        </p:txBody>
      </p:sp>
      <p:sp>
        <p:nvSpPr>
          <p:cNvPr id="753" name="Google Shape;753;g2bee4f4af4b_0_204"/>
          <p:cNvSpPr txBox="1">
            <a:spLocks noGrp="1"/>
          </p:cNvSpPr>
          <p:nvPr>
            <p:ph type="body" idx="2"/>
          </p:nvPr>
        </p:nvSpPr>
        <p:spPr>
          <a:xfrm>
            <a:off x="3298550" y="1937850"/>
            <a:ext cx="4850100" cy="13692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754" name="Google Shape;754;g2bee4f4af4b_0_204"/>
          <p:cNvSpPr txBox="1"/>
          <p:nvPr/>
        </p:nvSpPr>
        <p:spPr>
          <a:xfrm>
            <a:off x="27197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55" name="Google Shape;755;g2bee4f4af4b_0_204"/>
          <p:cNvSpPr txBox="1"/>
          <p:nvPr/>
        </p:nvSpPr>
        <p:spPr>
          <a:xfrm>
            <a:off x="25124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56" name="Google Shape;756;g2bee4f4af4b_0_204"/>
          <p:cNvPicPr preferRelativeResize="0"/>
          <p:nvPr/>
        </p:nvPicPr>
        <p:blipFill rotWithShape="1">
          <a:blip r:embed="rId3">
            <a:alphaModFix/>
          </a:blip>
          <a:srcRect l="89" r="79"/>
          <a:stretch/>
        </p:blipFill>
        <p:spPr>
          <a:xfrm>
            <a:off x="2719706" y="4169988"/>
            <a:ext cx="813600" cy="977432"/>
          </a:xfrm>
          <a:prstGeom prst="rect">
            <a:avLst/>
          </a:prstGeom>
          <a:noFill/>
          <a:ln>
            <a:noFill/>
          </a:ln>
          <a:effectLst>
            <a:outerShdw blurRad="71438" dist="19050" dir="5220000" algn="bl" rotWithShape="0">
              <a:srgbClr val="D8D8D8"/>
            </a:outerShdw>
          </a:effectLst>
        </p:spPr>
      </p:pic>
      <p:sp>
        <p:nvSpPr>
          <p:cNvPr id="757" name="Google Shape;757;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758" name="Google Shape;758;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59" name="Google Shape;759;g2bee4f4af4b_0_204"/>
          <p:cNvPicPr preferRelativeResize="0"/>
          <p:nvPr/>
        </p:nvPicPr>
        <p:blipFill rotWithShape="1">
          <a:blip r:embed="rId4">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60" name="Google Shape;760;g2bee4f4af4b_0_204"/>
          <p:cNvSpPr txBox="1"/>
          <p:nvPr/>
        </p:nvSpPr>
        <p:spPr>
          <a:xfrm>
            <a:off x="50948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61" name="Google Shape;761;g2bee4f4af4b_0_204"/>
          <p:cNvSpPr txBox="1"/>
          <p:nvPr/>
        </p:nvSpPr>
        <p:spPr>
          <a:xfrm>
            <a:off x="4785124" y="5256525"/>
            <a:ext cx="14331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62" name="Google Shape;762;g2bee4f4af4b_0_204"/>
          <p:cNvPicPr preferRelativeResize="0"/>
          <p:nvPr/>
        </p:nvPicPr>
        <p:blipFill rotWithShape="1">
          <a:blip r:embed="rId5">
            <a:alphaModFix/>
          </a:blip>
          <a:srcRect/>
          <a:stretch/>
        </p:blipFill>
        <p:spPr>
          <a:xfrm>
            <a:off x="5035629" y="4326104"/>
            <a:ext cx="931974" cy="665200"/>
          </a:xfrm>
          <a:prstGeom prst="rect">
            <a:avLst/>
          </a:prstGeom>
          <a:noFill/>
          <a:ln>
            <a:noFill/>
          </a:ln>
          <a:effectLst>
            <a:outerShdw blurRad="71438" dist="19050" dir="5220000" algn="bl" rotWithShape="0">
              <a:srgbClr val="D8D8D8"/>
            </a:outerShdw>
          </a:effectLst>
        </p:spPr>
      </p:pic>
      <p:sp>
        <p:nvSpPr>
          <p:cNvPr id="763" name="Google Shape;763;g2bee4f4af4b_0_204"/>
          <p:cNvSpPr txBox="1"/>
          <p:nvPr/>
        </p:nvSpPr>
        <p:spPr>
          <a:xfrm>
            <a:off x="39072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64" name="Google Shape;764;g2bee4f4af4b_0_204"/>
          <p:cNvSpPr txBox="1"/>
          <p:nvPr/>
        </p:nvSpPr>
        <p:spPr>
          <a:xfrm>
            <a:off x="37926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65" name="Google Shape;765;g2bee4f4af4b_0_204"/>
          <p:cNvPicPr preferRelativeResize="0"/>
          <p:nvPr/>
        </p:nvPicPr>
        <p:blipFill rotWithShape="1">
          <a:blip r:embed="rId6">
            <a:alphaModFix/>
          </a:blip>
          <a:srcRect/>
          <a:stretch/>
        </p:blipFill>
        <p:spPr>
          <a:xfrm>
            <a:off x="4006799" y="4232253"/>
            <a:ext cx="614525" cy="852902"/>
          </a:xfrm>
          <a:prstGeom prst="rect">
            <a:avLst/>
          </a:prstGeom>
          <a:noFill/>
          <a:ln>
            <a:noFill/>
          </a:ln>
          <a:effectLst>
            <a:outerShdw blurRad="71438" dist="19050" dir="5220000" algn="bl" rotWithShape="0">
              <a:srgbClr val="D8D8D8"/>
            </a:outerShdw>
          </a:effectLst>
        </p:spPr>
      </p:pic>
      <p:sp>
        <p:nvSpPr>
          <p:cNvPr id="766" name="Google Shape;766;g2bee4f4af4b_0_204">
            <a:hlinkClick r:id="rId7" action="ppaction://hlinksldjump"/>
          </p:cNvPr>
          <p:cNvSpPr/>
          <p:nvPr/>
        </p:nvSpPr>
        <p:spPr>
          <a:xfrm>
            <a:off x="939775" y="382350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7" name="Google Shape;767;g2bee4f4af4b_0_204">
            <a:hlinkClick r:id="rId8" action="ppaction://hlinksldjump"/>
          </p:cNvPr>
          <p:cNvSpPr/>
          <p:nvPr/>
        </p:nvSpPr>
        <p:spPr>
          <a:xfrm>
            <a:off x="3845327" y="368706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8" name="Google Shape;768;g2bee4f4af4b_0_204">
            <a:hlinkClick r:id="rId9" action="ppaction://hlinksldjump"/>
          </p:cNvPr>
          <p:cNvSpPr/>
          <p:nvPr/>
        </p:nvSpPr>
        <p:spPr>
          <a:xfrm>
            <a:off x="4913849" y="375450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9" name="Google Shape;769;g2bee4f4af4b_0_204">
            <a:hlinkClick r:id="rId10" action="ppaction://hlinksldjump"/>
          </p:cNvPr>
          <p:cNvSpPr/>
          <p:nvPr/>
        </p:nvSpPr>
        <p:spPr>
          <a:xfrm>
            <a:off x="2558083" y="375450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70" name="Google Shape;770;g2bee4f4af4b_0_204"/>
          <p:cNvSpPr txBox="1"/>
          <p:nvPr/>
        </p:nvSpPr>
        <p:spPr>
          <a:xfrm>
            <a:off x="63750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71" name="Google Shape;771;g2bee4f4af4b_0_204"/>
          <p:cNvSpPr txBox="1"/>
          <p:nvPr/>
        </p:nvSpPr>
        <p:spPr>
          <a:xfrm>
            <a:off x="61677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72" name="Google Shape;772;g2bee4f4af4b_0_204"/>
          <p:cNvPicPr preferRelativeResize="0"/>
          <p:nvPr/>
        </p:nvPicPr>
        <p:blipFill rotWithShape="1">
          <a:blip r:embed="rId11">
            <a:alphaModFix/>
          </a:blip>
          <a:srcRect l="69" r="69"/>
          <a:stretch/>
        </p:blipFill>
        <p:spPr>
          <a:xfrm>
            <a:off x="6388446" y="4363493"/>
            <a:ext cx="786850" cy="590422"/>
          </a:xfrm>
          <a:prstGeom prst="rect">
            <a:avLst/>
          </a:prstGeom>
          <a:noFill/>
          <a:ln>
            <a:noFill/>
          </a:ln>
          <a:effectLst>
            <a:outerShdw blurRad="71438" dist="19050" dir="5220000" algn="bl" rotWithShape="0">
              <a:srgbClr val="D8D8D8"/>
            </a:outerShdw>
          </a:effectLst>
        </p:spPr>
      </p:pic>
      <p:sp>
        <p:nvSpPr>
          <p:cNvPr id="773" name="Google Shape;773;g2bee4f4af4b_0_204">
            <a:hlinkClick r:id="rId12" action="ppaction://hlinksldjump"/>
          </p:cNvPr>
          <p:cNvSpPr/>
          <p:nvPr/>
        </p:nvSpPr>
        <p:spPr>
          <a:xfrm>
            <a:off x="6303613" y="368706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80" name="Google Shape;780;g26b641b03cd_0_165"/>
          <p:cNvGrpSpPr/>
          <p:nvPr/>
        </p:nvGrpSpPr>
        <p:grpSpPr>
          <a:xfrm>
            <a:off x="930400" y="2129444"/>
            <a:ext cx="7283200" cy="3724851"/>
            <a:chOff x="930400" y="2129444"/>
            <a:chExt cx="7283200" cy="3724851"/>
          </a:xfrm>
        </p:grpSpPr>
        <p:pic>
          <p:nvPicPr>
            <p:cNvPr id="781" name="Google Shape;781;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82" name="Google Shape;782;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83" name="Google Shape;783;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84" name="Google Shape;784;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85" name="Google Shape;785;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86" name="Google Shape;786;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87" name="Google Shape;787;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88" name="Google Shape;788;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89" name="Google Shape;789;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90" name="Google Shape;790;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91" name="Google Shape;791;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92" name="Google Shape;792;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93" name="Google Shape;793;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94" name="Google Shape;794;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95" name="Google Shape;795;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96" name="Google Shape;796;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97" name="Google Shape;797;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98" name="Google Shape;798;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99" name="Google Shape;799;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800" name="Google Shape;800;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801" name="Google Shape;801;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802" name="Google Shape;802;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803" name="Google Shape;803;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10" name="Google Shape;810;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811" name="Google Shape;811;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12" name="Google Shape;812;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813" name="Google Shape;813;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14" name="Google Shape;814;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15" name="Google Shape;815;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16" name="Google Shape;816;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17" name="Google Shape;817;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18" name="Google Shape;818;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19" name="Google Shape;819;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820" name="Google Shape;820;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821" name="Google Shape;821;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22" name="Google Shape;822;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23" name="Google Shape;823;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824" name="Google Shape;824;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25" name="Google Shape;825;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26" name="Google Shape;826;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27" name="Google Shape;827;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28" name="Google Shape;828;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29" name="Google Shape;829;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30" name="Google Shape;830;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31" name="Google Shape;831;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32" name="Google Shape;832;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33" name="Google Shape;833;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34" name="Google Shape;834;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35" name="Google Shape;835;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36" name="Google Shape;836;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37" name="Google Shape;837;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38" name="Google Shape;838;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sp>
        <p:nvSpPr>
          <p:cNvPr id="844" name="Google Shape;844;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845" name="Google Shape;845;g26b7edf6e71_0_109"/>
          <p:cNvGrpSpPr/>
          <p:nvPr/>
        </p:nvGrpSpPr>
        <p:grpSpPr>
          <a:xfrm>
            <a:off x="865957" y="2135925"/>
            <a:ext cx="7282807" cy="2686611"/>
            <a:chOff x="867357" y="2129450"/>
            <a:chExt cx="7282807" cy="2686611"/>
          </a:xfrm>
        </p:grpSpPr>
        <p:pic>
          <p:nvPicPr>
            <p:cNvPr id="846" name="Google Shape;846;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7" name="Google Shape;847;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8" name="Google Shape;848;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9" name="Google Shape;849;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50" name="Google Shape;850;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51" name="Google Shape;851;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2" name="Google Shape;852;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3" name="Google Shape;853;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54" name="Google Shape;854;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5" name="Google Shape;855;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6" name="Google Shape;856;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57" name="Google Shape;857;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58" name="Google Shape;858;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59" name="Google Shape;859;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endParaRPr/>
          </a:p>
        </p:txBody>
      </p:sp>
      <p:grpSp>
        <p:nvGrpSpPr>
          <p:cNvPr id="866" name="Google Shape;866;g2c298d33e0c_0_6"/>
          <p:cNvGrpSpPr/>
          <p:nvPr/>
        </p:nvGrpSpPr>
        <p:grpSpPr>
          <a:xfrm>
            <a:off x="868300" y="2129450"/>
            <a:ext cx="7281864" cy="2684601"/>
            <a:chOff x="868300" y="2129450"/>
            <a:chExt cx="7281864" cy="2684601"/>
          </a:xfrm>
        </p:grpSpPr>
        <p:pic>
          <p:nvPicPr>
            <p:cNvPr id="867" name="Google Shape;867;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71" name="Google Shape;871;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72" name="Google Shape;872;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3" name="Google Shape;873;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4" name="Google Shape;874;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5" name="Google Shape;875;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76" name="Google Shape;876;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77" name="Google Shape;877;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8" name="Google Shape;878;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9" name="Google Shape;879;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80" name="Google Shape;880;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81" name="Google Shape;881;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2" name="Google Shape;882;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83" name="Google Shape;883;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84" name="Google Shape;884;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85" name="Google Shape;885;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86" name="Google Shape;886;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87" name="Google Shape;887;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88" name="Google Shape;888;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89" name="Google Shape;889;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90" name="Google Shape;890;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91" name="Google Shape;891;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92" name="Google Shape;892;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93" name="Google Shape;893;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94" name="Google Shape;894;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g26b94af6077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r>
              <a:rPr lang="en-US">
                <a:solidFill>
                  <a:srgbClr val="2356AF"/>
                </a:solidFill>
              </a:rPr>
              <a:t>said like out have</a:t>
            </a:r>
            <a:r>
              <a:rPr lang="en-US">
                <a:solidFill>
                  <a:schemeClr val="dk1"/>
                </a:solidFill>
              </a:rPr>
              <a:t>.</a:t>
            </a:r>
            <a:endParaRPr/>
          </a:p>
        </p:txBody>
      </p:sp>
      <p:pic>
        <p:nvPicPr>
          <p:cNvPr id="901" name="Google Shape;901;g26b94af6077_0_0"/>
          <p:cNvPicPr preferRelativeResize="0"/>
          <p:nvPr/>
        </p:nvPicPr>
        <p:blipFill rotWithShape="1">
          <a:blip r:embed="rId3">
            <a:alphaModFix/>
          </a:blip>
          <a:srcRect l="59" r="59"/>
          <a:stretch/>
        </p:blipFill>
        <p:spPr>
          <a:xfrm>
            <a:off x="868300" y="2129450"/>
            <a:ext cx="1731251" cy="1237205"/>
          </a:xfrm>
          <a:prstGeom prst="rect">
            <a:avLst/>
          </a:prstGeom>
          <a:noFill/>
          <a:ln>
            <a:noFill/>
          </a:ln>
          <a:effectLst>
            <a:outerShdw blurRad="71438" dist="19050" dir="5400000" algn="bl" rotWithShape="0">
              <a:srgbClr val="000000">
                <a:alpha val="18040"/>
              </a:srgbClr>
            </a:outerShdw>
          </a:effectLst>
        </p:spPr>
      </p:pic>
      <p:pic>
        <p:nvPicPr>
          <p:cNvPr id="902" name="Google Shape;902;g26b94af6077_0_0"/>
          <p:cNvPicPr preferRelativeResize="0"/>
          <p:nvPr/>
        </p:nvPicPr>
        <p:blipFill rotWithShape="1">
          <a:blip r:embed="rId4">
            <a:alphaModFix/>
          </a:blip>
          <a:srcRect l="159" r="159"/>
          <a:stretch/>
        </p:blipFill>
        <p:spPr>
          <a:xfrm>
            <a:off x="2719435" y="2129450"/>
            <a:ext cx="1732017" cy="1242350"/>
          </a:xfrm>
          <a:prstGeom prst="rect">
            <a:avLst/>
          </a:prstGeom>
          <a:noFill/>
          <a:ln>
            <a:noFill/>
          </a:ln>
          <a:effectLst>
            <a:outerShdw blurRad="71438" dist="19050" dir="5400000" algn="bl" rotWithShape="0">
              <a:srgbClr val="000000">
                <a:alpha val="18040"/>
              </a:srgbClr>
            </a:outerShdw>
          </a:effectLst>
        </p:spPr>
      </p:pic>
      <p:pic>
        <p:nvPicPr>
          <p:cNvPr id="903" name="Google Shape;903;g26b94af6077_0_0"/>
          <p:cNvPicPr preferRelativeResize="0"/>
          <p:nvPr/>
        </p:nvPicPr>
        <p:blipFill rotWithShape="1">
          <a:blip r:embed="rId5">
            <a:alphaModFix/>
          </a:blip>
          <a:srcRect l="159" r="159"/>
          <a:stretch/>
        </p:blipFill>
        <p:spPr>
          <a:xfrm>
            <a:off x="4571335" y="2129450"/>
            <a:ext cx="1732017" cy="1240252"/>
          </a:xfrm>
          <a:prstGeom prst="rect">
            <a:avLst/>
          </a:prstGeom>
          <a:noFill/>
          <a:ln>
            <a:noFill/>
          </a:ln>
          <a:effectLst>
            <a:outerShdw blurRad="71438" dist="19050" dir="5400000" algn="bl" rotWithShape="0">
              <a:srgbClr val="000000">
                <a:alpha val="18040"/>
              </a:srgbClr>
            </a:outerShdw>
          </a:effectLst>
        </p:spPr>
      </p:pic>
      <p:pic>
        <p:nvPicPr>
          <p:cNvPr id="904" name="Google Shape;904;g26b94af6077_0_0"/>
          <p:cNvPicPr preferRelativeResize="0"/>
          <p:nvPr/>
        </p:nvPicPr>
        <p:blipFill rotWithShape="1">
          <a:blip r:embed="rId6">
            <a:alphaModFix/>
          </a:blip>
          <a:srcRect l="79" r="69"/>
          <a:stretch/>
        </p:blipFill>
        <p:spPr>
          <a:xfrm>
            <a:off x="6423233" y="2129450"/>
            <a:ext cx="1732017" cy="1240252"/>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911" name="Google Shape;911;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912" name="Google Shape;912;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19" name="Google Shape;919;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920" name="Google Shape;920;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21" name="Google Shape;921;g2c186218c5a_0_17"/>
          <p:cNvPicPr preferRelativeResize="0"/>
          <p:nvPr/>
        </p:nvPicPr>
        <p:blipFill rotWithShape="1">
          <a:blip r:embed="rId3">
            <a:alphaModFix/>
          </a:blip>
          <a:srcRect/>
          <a:stretch/>
        </p:blipFill>
        <p:spPr>
          <a:xfrm>
            <a:off x="889350" y="1723975"/>
            <a:ext cx="3588137" cy="1434669"/>
          </a:xfrm>
          <a:prstGeom prst="rect">
            <a:avLst/>
          </a:prstGeom>
          <a:noFill/>
          <a:ln>
            <a:noFill/>
          </a:ln>
          <a:effectLst>
            <a:outerShdw blurRad="71438" dist="19050" dir="5400000" algn="bl" rotWithShape="0">
              <a:srgbClr val="000000">
                <a:alpha val="20000"/>
              </a:srgbClr>
            </a:outerShdw>
          </a:effectLst>
        </p:spPr>
      </p:pic>
      <p:pic>
        <p:nvPicPr>
          <p:cNvPr id="922" name="Google Shape;922;g2c186218c5a_0_17"/>
          <p:cNvPicPr preferRelativeResize="0"/>
          <p:nvPr/>
        </p:nvPicPr>
        <p:blipFill rotWithShape="1">
          <a:blip r:embed="rId4">
            <a:alphaModFix/>
          </a:blip>
          <a:srcRect t="109" b="99"/>
          <a:stretch/>
        </p:blipFill>
        <p:spPr>
          <a:xfrm>
            <a:off x="2777931" y="3516780"/>
            <a:ext cx="3588140" cy="1434669"/>
          </a:xfrm>
          <a:prstGeom prst="rect">
            <a:avLst/>
          </a:prstGeom>
          <a:noFill/>
          <a:ln>
            <a:noFill/>
          </a:ln>
          <a:effectLst>
            <a:outerShdw blurRad="71438" dist="19050" dir="5400000" algn="bl" rotWithShape="0">
              <a:srgbClr val="000000">
                <a:alpha val="20000"/>
              </a:srgbClr>
            </a:outerShdw>
          </a:effectLst>
        </p:spPr>
      </p:pic>
      <p:pic>
        <p:nvPicPr>
          <p:cNvPr id="923" name="Google Shape;923;g2c186218c5a_0_17"/>
          <p:cNvPicPr preferRelativeResize="0"/>
          <p:nvPr/>
        </p:nvPicPr>
        <p:blipFill rotWithShape="1">
          <a:blip r:embed="rId5">
            <a:alphaModFix/>
          </a:blip>
          <a:srcRect/>
          <a:stretch/>
        </p:blipFill>
        <p:spPr>
          <a:xfrm>
            <a:off x="4666512" y="1723975"/>
            <a:ext cx="3588137"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30" name="Google Shape;930;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931" name="Google Shape;931;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32" name="Google Shape;932;g26b641b03cd_0_185"/>
          <p:cNvPicPr preferRelativeResize="0"/>
          <p:nvPr/>
        </p:nvPicPr>
        <p:blipFill rotWithShape="1">
          <a:blip r:embed="rId3">
            <a:alphaModFix/>
          </a:blip>
          <a:srcRect t="39" b="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pic>
        <p:nvPicPr>
          <p:cNvPr id="933" name="Google Shape;933;g26b641b03cd_0_185"/>
          <p:cNvPicPr preferRelativeResize="0"/>
          <p:nvPr/>
        </p:nvPicPr>
        <p:blipFill rotWithShape="1">
          <a:blip r:embed="rId4">
            <a:alphaModFix/>
          </a:blip>
          <a:srcRect t="149" b="139"/>
          <a:stretch/>
        </p:blipFill>
        <p:spPr>
          <a:xfrm>
            <a:off x="2777931" y="3516780"/>
            <a:ext cx="3588138" cy="1434669"/>
          </a:xfrm>
          <a:prstGeom prst="rect">
            <a:avLst/>
          </a:prstGeom>
          <a:noFill/>
          <a:ln>
            <a:noFill/>
          </a:ln>
          <a:effectLst>
            <a:outerShdw blurRad="71438" dist="19050" dir="5400000" algn="bl" rotWithShape="0">
              <a:srgbClr val="000000">
                <a:alpha val="20000"/>
              </a:srgbClr>
            </a:outerShdw>
          </a:effectLst>
        </p:spPr>
      </p:pic>
      <p:pic>
        <p:nvPicPr>
          <p:cNvPr id="934" name="Google Shape;934;g26b641b03cd_0_185"/>
          <p:cNvPicPr preferRelativeResize="0"/>
          <p:nvPr/>
        </p:nvPicPr>
        <p:blipFill rotWithShape="1">
          <a:blip r:embed="rId5">
            <a:alphaModFix/>
          </a:blip>
          <a:srcRect t="39" b="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g2d188a2273e_0_4"/>
          <p:cNvSpPr txBox="1"/>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0000"/>
              </a:buClr>
              <a:buSzPts val="3200"/>
              <a:buFont typeface="Arial"/>
              <a:buNone/>
            </a:pPr>
            <a:r>
              <a:rPr lang="en-US" sz="3200" b="0" i="0" u="none" strike="noStrike" cap="none">
                <a:solidFill>
                  <a:srgbClr val="8DC63F"/>
                </a:solidFill>
                <a:latin typeface="Poppins Medium"/>
                <a:ea typeface="Poppins Medium"/>
                <a:cs typeface="Poppins Medium"/>
                <a:sym typeface="Poppins Medium"/>
              </a:rPr>
              <a:t>Explain Decoding</a:t>
            </a:r>
            <a:endParaRPr sz="3200" b="0" i="0" u="none" strike="noStrike" cap="none">
              <a:solidFill>
                <a:srgbClr val="8DC63F"/>
              </a:solidFill>
              <a:latin typeface="Poppins Medium"/>
              <a:ea typeface="Poppins Medium"/>
              <a:cs typeface="Poppins Medium"/>
              <a:sym typeface="Poppins Medium"/>
            </a:endParaRPr>
          </a:p>
        </p:txBody>
      </p:sp>
      <p:pic>
        <p:nvPicPr>
          <p:cNvPr id="941" name="Google Shape;941;g2d188a2273e_0_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g2d188a2273e_0_1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48" name="Google Shape;948;g2d188a2273e_0_1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SOUND BUTTONS</a:t>
            </a:r>
            <a:endParaRPr/>
          </a:p>
        </p:txBody>
      </p:sp>
      <p:sp>
        <p:nvSpPr>
          <p:cNvPr id="949" name="Google Shape;949;g2d188a2273e_0_10"/>
          <p:cNvSpPr/>
          <p:nvPr/>
        </p:nvSpPr>
        <p:spPr>
          <a:xfrm>
            <a:off x="248109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0" name="Google Shape;950;g2d188a2273e_0_1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1" name="Google Shape;951;g2d188a2273e_0_10"/>
          <p:cNvSpPr txBox="1"/>
          <p:nvPr/>
        </p:nvSpPr>
        <p:spPr>
          <a:xfrm>
            <a:off x="191144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952" name="Google Shape;952;g2d188a2273e_0_10"/>
          <p:cNvSpPr txBox="1"/>
          <p:nvPr/>
        </p:nvSpPr>
        <p:spPr>
          <a:xfrm>
            <a:off x="3752877" y="1391225"/>
            <a:ext cx="2400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00904C"/>
                </a:solidFill>
                <a:latin typeface="Poppins"/>
                <a:ea typeface="Poppins"/>
                <a:cs typeface="Poppins"/>
                <a:sym typeface="Poppins"/>
              </a:rPr>
              <a:t>ee</a:t>
            </a:r>
            <a:endParaRPr sz="14000" b="0" i="0" u="none" strike="noStrike" cap="none">
              <a:solidFill>
                <a:srgbClr val="00904C"/>
              </a:solidFill>
              <a:latin typeface="Jost"/>
              <a:ea typeface="Jost"/>
              <a:cs typeface="Jost"/>
              <a:sym typeface="Jost"/>
            </a:endParaRPr>
          </a:p>
        </p:txBody>
      </p:sp>
      <p:sp>
        <p:nvSpPr>
          <p:cNvPr id="953" name="Google Shape;953;g2d188a2273e_0_10"/>
          <p:cNvSpPr/>
          <p:nvPr/>
        </p:nvSpPr>
        <p:spPr>
          <a:xfrm>
            <a:off x="4046975" y="4011900"/>
            <a:ext cx="18471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4" name="Google Shape;954;g2d188a2273e_0_10"/>
          <p:cNvSpPr/>
          <p:nvPr/>
        </p:nvSpPr>
        <p:spPr>
          <a:xfrm>
            <a:off x="335577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5" name="Google Shape;955;g2d188a2273e_0_10"/>
          <p:cNvSpPr txBox="1"/>
          <p:nvPr/>
        </p:nvSpPr>
        <p:spPr>
          <a:xfrm>
            <a:off x="282445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56" name="Google Shape;956;g2d188a2273e_0_10"/>
          <p:cNvSpPr/>
          <p:nvPr/>
        </p:nvSpPr>
        <p:spPr>
          <a:xfrm>
            <a:off x="627285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7" name="Google Shape;957;g2d188a2273e_0_10"/>
          <p:cNvSpPr txBox="1"/>
          <p:nvPr/>
        </p:nvSpPr>
        <p:spPr>
          <a:xfrm>
            <a:off x="570315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g2d188a2273e_0_86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4" name="Google Shape;964;g2d188a2273e_0_86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SOUND BUTTONS</a:t>
            </a:r>
            <a:endParaRPr/>
          </a:p>
        </p:txBody>
      </p:sp>
      <p:cxnSp>
        <p:nvCxnSpPr>
          <p:cNvPr id="965" name="Google Shape;965;g2d188a2273e_0_86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6" name="Google Shape;966;g2d188a2273e_0_862"/>
          <p:cNvSpPr txBox="1"/>
          <p:nvPr/>
        </p:nvSpPr>
        <p:spPr>
          <a:xfrm>
            <a:off x="3966554"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00904C"/>
                </a:solidFill>
                <a:latin typeface="Poppins"/>
                <a:ea typeface="Poppins"/>
                <a:cs typeface="Poppins"/>
                <a:sym typeface="Poppins"/>
              </a:rPr>
              <a:t>ai</a:t>
            </a:r>
            <a:endParaRPr sz="14000" b="0" i="0" u="none" strike="noStrike" cap="none">
              <a:solidFill>
                <a:srgbClr val="00904C"/>
              </a:solidFill>
              <a:latin typeface="Jost"/>
              <a:ea typeface="Jost"/>
              <a:cs typeface="Jost"/>
              <a:sym typeface="Jost"/>
            </a:endParaRPr>
          </a:p>
        </p:txBody>
      </p:sp>
      <p:sp>
        <p:nvSpPr>
          <p:cNvPr id="967" name="Google Shape;967;g2d188a2273e_0_862"/>
          <p:cNvSpPr/>
          <p:nvPr/>
        </p:nvSpPr>
        <p:spPr>
          <a:xfrm>
            <a:off x="4104689" y="4011888"/>
            <a:ext cx="14991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8" name="Google Shape;968;g2d188a2273e_0_862"/>
          <p:cNvSpPr/>
          <p:nvPr/>
        </p:nvSpPr>
        <p:spPr>
          <a:xfrm>
            <a:off x="274418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9" name="Google Shape;969;g2d188a2273e_0_862"/>
          <p:cNvSpPr txBox="1"/>
          <p:nvPr/>
        </p:nvSpPr>
        <p:spPr>
          <a:xfrm>
            <a:off x="217453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70" name="Google Shape;970;g2d188a2273e_0_862"/>
          <p:cNvSpPr/>
          <p:nvPr/>
        </p:nvSpPr>
        <p:spPr>
          <a:xfrm>
            <a:off x="350479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1" name="Google Shape;971;g2d188a2273e_0_862"/>
          <p:cNvSpPr txBox="1"/>
          <p:nvPr/>
        </p:nvSpPr>
        <p:spPr>
          <a:xfrm>
            <a:off x="293514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72" name="Google Shape;972;g2d188a2273e_0_862"/>
          <p:cNvSpPr/>
          <p:nvPr/>
        </p:nvSpPr>
        <p:spPr>
          <a:xfrm>
            <a:off x="600976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3" name="Google Shape;973;g2d188a2273e_0_862"/>
          <p:cNvSpPr txBox="1"/>
          <p:nvPr/>
        </p:nvSpPr>
        <p:spPr>
          <a:xfrm>
            <a:off x="54400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79" name="Google Shape;979;g2d188a2273e_0_40"/>
          <p:cNvSpPr txBo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1800"/>
              <a:buFont typeface="Arial"/>
              <a:buNone/>
            </a:pPr>
            <a:endParaRPr sz="1800" b="0" i="0" u="none" strike="noStrike" cap="none">
              <a:solidFill>
                <a:srgbClr val="AEABAB"/>
              </a:solidFill>
              <a:latin typeface="Poppins Medium"/>
              <a:ea typeface="Poppins Medium"/>
              <a:cs typeface="Poppins Medium"/>
              <a:sym typeface="Poppins Medium"/>
            </a:endParaRPr>
          </a:p>
        </p:txBody>
      </p:sp>
      <p:sp>
        <p:nvSpPr>
          <p:cNvPr id="980" name="Google Shape;980;g2d188a2273e_0_40"/>
          <p:cNvSpPr txBox="1"/>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0000"/>
              </a:buClr>
              <a:buSzPts val="3200"/>
              <a:buFont typeface="Arial"/>
              <a:buNone/>
            </a:pPr>
            <a:r>
              <a:rPr lang="en-US" sz="3200" b="0" i="0" u="none" strike="noStrike" cap="none">
                <a:solidFill>
                  <a:srgbClr val="8DC63F"/>
                </a:solidFill>
                <a:latin typeface="Poppins Medium"/>
                <a:ea typeface="Poppins Medium"/>
                <a:cs typeface="Poppins Medium"/>
                <a:sym typeface="Poppins Medium"/>
              </a:rPr>
              <a:t>Explain Encoding</a:t>
            </a:r>
            <a:endParaRPr sz="3200" b="0" i="0" u="none" strike="noStrike" cap="none">
              <a:solidFill>
                <a:srgbClr val="8DC63F"/>
              </a:solidFill>
              <a:latin typeface="Poppins Medium"/>
              <a:ea typeface="Poppins Medium"/>
              <a:cs typeface="Poppins Medium"/>
              <a:sym typeface="Poppins Medium"/>
            </a:endParaRPr>
          </a:p>
        </p:txBody>
      </p:sp>
      <p:pic>
        <p:nvPicPr>
          <p:cNvPr id="981" name="Google Shape;981;g2d188a2273e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g2d188a2273e_0_47"/>
          <p:cNvSpPr txBo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 PHONEME FRAME</a:t>
            </a:r>
            <a:endParaRPr sz="1800" b="0" i="0" u="none" strike="noStrike" cap="none">
              <a:solidFill>
                <a:srgbClr val="AEABAB"/>
              </a:solidFill>
              <a:latin typeface="Poppins Medium"/>
              <a:ea typeface="Poppins Medium"/>
              <a:cs typeface="Poppins Medium"/>
              <a:sym typeface="Poppins Medium"/>
            </a:endParaRPr>
          </a:p>
        </p:txBody>
      </p:sp>
      <p:sp>
        <p:nvSpPr>
          <p:cNvPr id="988" name="Google Shape;988;g2d188a2273e_0_47"/>
          <p:cNvSpPr txBox="1"/>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0000"/>
              </a:buClr>
              <a:buSzPts val="32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200" b="0" i="0" u="none" strike="noStrike" cap="none">
              <a:solidFill>
                <a:srgbClr val="8DC63F"/>
              </a:solidFill>
              <a:latin typeface="Poppins Medium"/>
              <a:ea typeface="Poppins Medium"/>
              <a:cs typeface="Poppins Medium"/>
              <a:sym typeface="Poppins Medium"/>
            </a:endParaRPr>
          </a:p>
        </p:txBody>
      </p:sp>
      <p:sp>
        <p:nvSpPr>
          <p:cNvPr id="989" name="Google Shape;989;g2d188a2273e_0_47"/>
          <p:cNvSpPr txBox="1"/>
          <p:nvPr/>
        </p:nvSpPr>
        <p:spPr>
          <a:xfrm>
            <a:off x="3959100" y="1864225"/>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6500" b="0" i="0" u="none" strike="noStrike" cap="none">
                <a:solidFill>
                  <a:srgbClr val="00904C"/>
                </a:solidFill>
                <a:latin typeface="Poppins"/>
                <a:ea typeface="Poppins"/>
                <a:cs typeface="Poppins"/>
                <a:sym typeface="Poppins"/>
              </a:rPr>
              <a:t>a</a:t>
            </a:r>
            <a:r>
              <a:rPr lang="en-US" sz="8000" b="0" i="0" u="none" strike="noStrike" cap="none">
                <a:solidFill>
                  <a:srgbClr val="00904C"/>
                </a:solidFill>
                <a:latin typeface="Jost"/>
                <a:ea typeface="Jost"/>
                <a:cs typeface="Jost"/>
                <a:sym typeface="Jost"/>
              </a:rPr>
              <a:t>i</a:t>
            </a:r>
            <a:endParaRPr sz="8000" b="0" i="0" u="none" strike="noStrike" cap="none">
              <a:solidFill>
                <a:srgbClr val="2356AF"/>
              </a:solidFill>
              <a:latin typeface="Jost"/>
              <a:ea typeface="Jost"/>
              <a:cs typeface="Jost"/>
              <a:sym typeface="Jost"/>
            </a:endParaRPr>
          </a:p>
        </p:txBody>
      </p:sp>
      <p:sp>
        <p:nvSpPr>
          <p:cNvPr id="990" name="Google Shape;990;g2d188a2273e_0_47"/>
          <p:cNvSpPr txBox="1"/>
          <p:nvPr/>
        </p:nvSpPr>
        <p:spPr>
          <a:xfrm>
            <a:off x="1181100" y="8076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991" name="Google Shape;991;g2d188a2273e_0_47"/>
          <p:cNvSpPr txBox="1"/>
          <p:nvPr/>
        </p:nvSpPr>
        <p:spPr>
          <a:xfrm>
            <a:off x="2321165" y="8076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r</a:t>
            </a:r>
            <a:endParaRPr sz="8000" b="0" i="0" u="none" strike="noStrike" cap="none">
              <a:solidFill>
                <a:srgbClr val="2356AF"/>
              </a:solidFill>
              <a:latin typeface="Jost"/>
              <a:ea typeface="Jost"/>
              <a:cs typeface="Jost"/>
              <a:sym typeface="Jost"/>
            </a:endParaRPr>
          </a:p>
        </p:txBody>
      </p:sp>
      <p:sp>
        <p:nvSpPr>
          <p:cNvPr id="992" name="Google Shape;992;g2d188a2273e_0_47"/>
          <p:cNvSpPr txBox="1"/>
          <p:nvPr/>
        </p:nvSpPr>
        <p:spPr>
          <a:xfrm>
            <a:off x="5818007" y="8076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g</a:t>
            </a:r>
            <a:endParaRPr sz="8000" b="0" i="0" u="none" strike="noStrike" cap="none">
              <a:solidFill>
                <a:srgbClr val="2356AF"/>
              </a:solidFill>
              <a:latin typeface="Jost"/>
              <a:ea typeface="Jost"/>
              <a:cs typeface="Jost"/>
              <a:sym typeface="Jost"/>
            </a:endParaRPr>
          </a:p>
        </p:txBody>
      </p:sp>
      <p:sp>
        <p:nvSpPr>
          <p:cNvPr id="993" name="Google Shape;993;g2d188a2273e_0_47"/>
          <p:cNvSpPr txBox="1"/>
          <p:nvPr/>
        </p:nvSpPr>
        <p:spPr>
          <a:xfrm>
            <a:off x="4601295" y="8076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FFD403"/>
                </a:solidFill>
                <a:latin typeface="Jost"/>
                <a:ea typeface="Jost"/>
                <a:cs typeface="Jost"/>
                <a:sym typeface="Jost"/>
              </a:rPr>
              <a:t>ck</a:t>
            </a:r>
            <a:endParaRPr sz="8000" b="0" i="0" u="none" strike="noStrike" cap="none">
              <a:solidFill>
                <a:srgbClr val="FFD403"/>
              </a:solidFill>
              <a:latin typeface="Jost"/>
              <a:ea typeface="Jost"/>
              <a:cs typeface="Jost"/>
              <a:sym typeface="Jost"/>
            </a:endParaRPr>
          </a:p>
        </p:txBody>
      </p:sp>
      <p:cxnSp>
        <p:nvCxnSpPr>
          <p:cNvPr id="994" name="Google Shape;994;g2d188a2273e_0_47"/>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95" name="Google Shape;995;g2d188a2273e_0_47"/>
          <p:cNvSpPr/>
          <p:nvPr/>
        </p:nvSpPr>
        <p:spPr>
          <a:xfrm>
            <a:off x="1181100" y="3632792"/>
            <a:ext cx="67818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96" name="Google Shape;996;g2d188a2273e_0_47"/>
          <p:cNvCxnSpPr/>
          <p:nvPr/>
        </p:nvCxnSpPr>
        <p:spPr>
          <a:xfrm>
            <a:off x="1181250" y="4371217"/>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7" name="Google Shape;997;g2d188a2273e_0_47"/>
          <p:cNvCxnSpPr/>
          <p:nvPr/>
        </p:nvCxnSpPr>
        <p:spPr>
          <a:xfrm>
            <a:off x="1181250" y="4067367"/>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8" name="Google Shape;998;g2d188a2273e_0_47"/>
          <p:cNvCxnSpPr/>
          <p:nvPr/>
        </p:nvCxnSpPr>
        <p:spPr>
          <a:xfrm>
            <a:off x="1181250" y="4974753"/>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99" name="Google Shape;999;g2d188a2273e_0_47"/>
          <p:cNvCxnSpPr/>
          <p:nvPr/>
        </p:nvCxnSpPr>
        <p:spPr>
          <a:xfrm>
            <a:off x="1181250" y="5238092"/>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0" name="Google Shape;1000;g2d188a2273e_0_47"/>
          <p:cNvCxnSpPr/>
          <p:nvPr/>
        </p:nvCxnSpPr>
        <p:spPr>
          <a:xfrm rot="10800000">
            <a:off x="2883723" y="3617567"/>
            <a:ext cx="0" cy="1851900"/>
          </a:xfrm>
          <a:prstGeom prst="straightConnector1">
            <a:avLst/>
          </a:prstGeom>
          <a:noFill/>
          <a:ln w="28575" cap="flat" cmpd="sng">
            <a:solidFill>
              <a:srgbClr val="C2EDFF"/>
            </a:solidFill>
            <a:prstDash val="lgDash"/>
            <a:miter lim="800000"/>
            <a:headEnd type="none" w="sm" len="sm"/>
            <a:tailEnd type="none" w="sm" len="sm"/>
          </a:ln>
        </p:spPr>
      </p:cxnSp>
      <p:cxnSp>
        <p:nvCxnSpPr>
          <p:cNvPr id="1001" name="Google Shape;1001;g2d188a2273e_0_47"/>
          <p:cNvCxnSpPr/>
          <p:nvPr/>
        </p:nvCxnSpPr>
        <p:spPr>
          <a:xfrm rot="10800000">
            <a:off x="6269936" y="3617567"/>
            <a:ext cx="0" cy="1851900"/>
          </a:xfrm>
          <a:prstGeom prst="straightConnector1">
            <a:avLst/>
          </a:prstGeom>
          <a:noFill/>
          <a:ln w="28575" cap="flat" cmpd="sng">
            <a:solidFill>
              <a:srgbClr val="C2EDFF"/>
            </a:solidFill>
            <a:prstDash val="lgDash"/>
            <a:miter lim="800000"/>
            <a:headEnd type="none" w="sm" len="sm"/>
            <a:tailEnd type="none" w="sm" len="sm"/>
          </a:ln>
        </p:spPr>
      </p:cxnSp>
      <p:cxnSp>
        <p:nvCxnSpPr>
          <p:cNvPr id="1002" name="Google Shape;1002;g2d188a2273e_0_47"/>
          <p:cNvCxnSpPr/>
          <p:nvPr/>
        </p:nvCxnSpPr>
        <p:spPr>
          <a:xfrm rot="10800000">
            <a:off x="4576830" y="3617567"/>
            <a:ext cx="0" cy="1851900"/>
          </a:xfrm>
          <a:prstGeom prst="straightConnector1">
            <a:avLst/>
          </a:prstGeom>
          <a:noFill/>
          <a:ln w="28575" cap="flat" cmpd="sng">
            <a:solidFill>
              <a:srgbClr val="C2EDFF"/>
            </a:solidFill>
            <a:prstDash val="lgDash"/>
            <a:miter lim="800000"/>
            <a:headEnd type="none" w="sm" len="sm"/>
            <a:tailEnd type="none" w="sm" len="sm"/>
          </a:ln>
        </p:spPr>
      </p:cxnSp>
      <p:sp>
        <p:nvSpPr>
          <p:cNvPr id="1003" name="Google Shape;1003;g2d188a2273e_0_47"/>
          <p:cNvSpPr txBox="1"/>
          <p:nvPr/>
        </p:nvSpPr>
        <p:spPr>
          <a:xfrm>
            <a:off x="3461230" y="8076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11E26"/>
                </a:solidFill>
                <a:latin typeface="Jost"/>
                <a:ea typeface="Jost"/>
                <a:cs typeface="Jost"/>
                <a:sym typeface="Jost"/>
              </a:rPr>
              <a:t>u</a:t>
            </a:r>
            <a:endParaRPr sz="8000" b="0" i="0" u="none" strike="noStrike" cap="none">
              <a:solidFill>
                <a:srgbClr val="E11E26"/>
              </a:solidFill>
              <a:latin typeface="Jost"/>
              <a:ea typeface="Jost"/>
              <a:cs typeface="Jost"/>
              <a:sym typeface="Jost"/>
            </a:endParaRPr>
          </a:p>
        </p:txBody>
      </p:sp>
      <p:sp>
        <p:nvSpPr>
          <p:cNvPr id="1004" name="Google Shape;1004;g2d188a2273e_0_47"/>
          <p:cNvSpPr txBox="1"/>
          <p:nvPr/>
        </p:nvSpPr>
        <p:spPr>
          <a:xfrm>
            <a:off x="6881425" y="8076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n</a:t>
            </a:r>
            <a:endParaRPr sz="8000" b="0" i="0" u="none" strike="noStrike" cap="none">
              <a:solidFill>
                <a:srgbClr val="2356AF"/>
              </a:solidFill>
              <a:latin typeface="Jost"/>
              <a:ea typeface="Jost"/>
              <a:cs typeface="Jost"/>
              <a:sym typeface="Jos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0" name="Google Shape;1010;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1" name="Google Shape;1011;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12" name="Google Shape;1012;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13" name="Google Shape;1013;g26b641b03cd_0_204"/>
          <p:cNvPicPr preferRelativeResize="0"/>
          <p:nvPr/>
        </p:nvPicPr>
        <p:blipFill rotWithShape="1">
          <a:blip r:embed="rId3">
            <a:alphaModFix/>
          </a:blip>
          <a:srcRect l="79" r="69"/>
          <a:stretch/>
        </p:blipFill>
        <p:spPr>
          <a:xfrm>
            <a:off x="3401583" y="1829324"/>
            <a:ext cx="2340788" cy="2816352"/>
          </a:xfrm>
          <a:prstGeom prst="rect">
            <a:avLst/>
          </a:prstGeom>
          <a:noFill/>
          <a:ln>
            <a:noFill/>
          </a:ln>
          <a:effectLst>
            <a:outerShdw blurRad="114300" dist="19050" dir="5400000" algn="bl" rotWithShape="0">
              <a:srgbClr val="000000">
                <a:alpha val="20000"/>
              </a:srgbClr>
            </a:outerShdw>
          </a:effectLst>
        </p:spPr>
      </p:pic>
      <p:pic>
        <p:nvPicPr>
          <p:cNvPr id="1014" name="Google Shape;1014;g26b641b03cd_0_204"/>
          <p:cNvPicPr preferRelativeResize="0"/>
          <p:nvPr/>
        </p:nvPicPr>
        <p:blipFill rotWithShape="1">
          <a:blip r:embed="rId4">
            <a:alphaModFix/>
          </a:blip>
          <a:srcRect l="149" r="139"/>
          <a:stretch/>
        </p:blipFill>
        <p:spPr>
          <a:xfrm>
            <a:off x="5874078" y="1829324"/>
            <a:ext cx="2340788" cy="2816352"/>
          </a:xfrm>
          <a:prstGeom prst="rect">
            <a:avLst/>
          </a:prstGeom>
          <a:noFill/>
          <a:ln>
            <a:noFill/>
          </a:ln>
          <a:effectLst>
            <a:outerShdw blurRad="114300" dist="19050" dir="5400000" algn="bl" rotWithShape="0">
              <a:srgbClr val="000000">
                <a:alpha val="20000"/>
              </a:srgbClr>
            </a:outerShdw>
          </a:effectLst>
        </p:spPr>
      </p:pic>
      <p:pic>
        <p:nvPicPr>
          <p:cNvPr id="1015" name="Google Shape;1015;g26b641b03cd_0_204"/>
          <p:cNvPicPr preferRelativeResize="0"/>
          <p:nvPr/>
        </p:nvPicPr>
        <p:blipFill rotWithShape="1">
          <a:blip r:embed="rId5">
            <a:alphaModFix/>
          </a:blip>
          <a:srcRect l="79" r="69"/>
          <a:stretch/>
        </p:blipFill>
        <p:spPr>
          <a:xfrm>
            <a:off x="929087" y="1829324"/>
            <a:ext cx="2340788" cy="2816352"/>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20"/>
        <p:cNvGrpSpPr/>
        <p:nvPr/>
      </p:nvGrpSpPr>
      <p:grpSpPr>
        <a:xfrm>
          <a:off x="0" y="0"/>
          <a:ext cx="0" cy="0"/>
          <a:chOff x="0" y="0"/>
          <a:chExt cx="0" cy="0"/>
        </a:xfrm>
      </p:grpSpPr>
      <p:sp>
        <p:nvSpPr>
          <p:cNvPr id="1021" name="Google Shape;1021;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22" name="Google Shape;1022;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23" name="Google Shape;1023;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24" name="Google Shape;1024;g2c186218c5a_0_48"/>
          <p:cNvPicPr preferRelativeResize="0"/>
          <p:nvPr/>
        </p:nvPicPr>
        <p:blipFill rotWithShape="1">
          <a:blip r:embed="rId3">
            <a:alphaModFix/>
          </a:blip>
          <a:srcRect l="99" r="99"/>
          <a:stretch/>
        </p:blipFill>
        <p:spPr>
          <a:xfrm>
            <a:off x="3400229" y="1835050"/>
            <a:ext cx="2343543" cy="2816352"/>
          </a:xfrm>
          <a:prstGeom prst="rect">
            <a:avLst/>
          </a:prstGeom>
          <a:noFill/>
          <a:ln>
            <a:noFill/>
          </a:ln>
          <a:effectLst>
            <a:outerShdw blurRad="114300" dist="19050" dir="5400000" algn="bl" rotWithShape="0">
              <a:srgbClr val="000000">
                <a:alpha val="20000"/>
              </a:srgbClr>
            </a:outerShdw>
          </a:effectLst>
        </p:spPr>
      </p:pic>
      <p:pic>
        <p:nvPicPr>
          <p:cNvPr id="1025" name="Google Shape;1025;g2c186218c5a_0_48"/>
          <p:cNvPicPr preferRelativeResize="0"/>
          <p:nvPr/>
        </p:nvPicPr>
        <p:blipFill rotWithShape="1">
          <a:blip r:embed="rId4">
            <a:alphaModFix/>
          </a:blip>
          <a:srcRect l="169" r="169"/>
          <a:stretch/>
        </p:blipFill>
        <p:spPr>
          <a:xfrm>
            <a:off x="5875633" y="1835050"/>
            <a:ext cx="2343543" cy="2816352"/>
          </a:xfrm>
          <a:prstGeom prst="rect">
            <a:avLst/>
          </a:prstGeom>
          <a:noFill/>
          <a:ln>
            <a:noFill/>
          </a:ln>
          <a:effectLst>
            <a:outerShdw blurRad="114300" dist="19050" dir="5400000" algn="bl" rotWithShape="0">
              <a:srgbClr val="000000">
                <a:alpha val="20000"/>
              </a:srgbClr>
            </a:outerShdw>
          </a:effectLst>
        </p:spPr>
      </p:pic>
      <p:pic>
        <p:nvPicPr>
          <p:cNvPr id="1026" name="Google Shape;1026;g2c186218c5a_0_48"/>
          <p:cNvPicPr preferRelativeResize="0"/>
          <p:nvPr/>
        </p:nvPicPr>
        <p:blipFill rotWithShape="1">
          <a:blip r:embed="rId5">
            <a:alphaModFix/>
          </a:blip>
          <a:srcRect l="99" r="99"/>
          <a:stretch/>
        </p:blipFill>
        <p:spPr>
          <a:xfrm>
            <a:off x="924824" y="1835050"/>
            <a:ext cx="2343543" cy="2816352"/>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33" name="Google Shape;103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34" name="Google Shape;1034;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35" name="Google Shape;1035;g26b641b03cd_0_213"/>
          <p:cNvPicPr preferRelativeResize="0"/>
          <p:nvPr/>
        </p:nvPicPr>
        <p:blipFill rotWithShape="1">
          <a:blip r:embed="rId3">
            <a:alphaModFix/>
          </a:blip>
          <a:srcRect l="199" r="199"/>
          <a:stretch/>
        </p:blipFill>
        <p:spPr>
          <a:xfrm>
            <a:off x="3426827" y="1580526"/>
            <a:ext cx="2290343" cy="3191256"/>
          </a:xfrm>
          <a:prstGeom prst="rect">
            <a:avLst/>
          </a:prstGeom>
          <a:noFill/>
          <a:ln>
            <a:noFill/>
          </a:ln>
          <a:effectLst>
            <a:outerShdw blurRad="85725" dist="19050" dir="5400000" algn="bl" rotWithShape="0">
              <a:srgbClr val="000000">
                <a:alpha val="20000"/>
              </a:srgbClr>
            </a:outerShdw>
          </a:effectLst>
        </p:spPr>
      </p:pic>
      <p:pic>
        <p:nvPicPr>
          <p:cNvPr id="1036" name="Google Shape;1036;g26b641b03cd_0_213"/>
          <p:cNvPicPr preferRelativeResize="0"/>
          <p:nvPr/>
        </p:nvPicPr>
        <p:blipFill rotWithShape="1">
          <a:blip r:embed="rId4">
            <a:alphaModFix/>
          </a:blip>
          <a:srcRect l="199" r="199"/>
          <a:stretch/>
        </p:blipFill>
        <p:spPr>
          <a:xfrm>
            <a:off x="930213" y="1580526"/>
            <a:ext cx="2290343" cy="3191256"/>
          </a:xfrm>
          <a:prstGeom prst="rect">
            <a:avLst/>
          </a:prstGeom>
          <a:noFill/>
          <a:ln>
            <a:noFill/>
          </a:ln>
          <a:effectLst>
            <a:outerShdw blurRad="85725" dist="19050" dir="5400000" algn="bl" rotWithShape="0">
              <a:srgbClr val="000000">
                <a:alpha val="20000"/>
              </a:srgbClr>
            </a:outerShdw>
          </a:effectLst>
        </p:spPr>
      </p:pic>
      <p:pic>
        <p:nvPicPr>
          <p:cNvPr id="1037" name="Google Shape;1037;g26b641b03cd_0_213"/>
          <p:cNvPicPr preferRelativeResize="0"/>
          <p:nvPr/>
        </p:nvPicPr>
        <p:blipFill rotWithShape="1">
          <a:blip r:embed="rId5">
            <a:alphaModFix/>
          </a:blip>
          <a:srcRect l="199" r="199"/>
          <a:stretch/>
        </p:blipFill>
        <p:spPr>
          <a:xfrm>
            <a:off x="5923442" y="1580526"/>
            <a:ext cx="2290343" cy="3191256"/>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2"/>
        <p:cNvGrpSpPr/>
        <p:nvPr/>
      </p:nvGrpSpPr>
      <p:grpSpPr>
        <a:xfrm>
          <a:off x="0" y="0"/>
          <a:ext cx="0" cy="0"/>
          <a:chOff x="0" y="0"/>
          <a:chExt cx="0" cy="0"/>
        </a:xfrm>
      </p:grpSpPr>
      <p:sp>
        <p:nvSpPr>
          <p:cNvPr id="1043" name="Google Shape;1043;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44" name="Google Shape;1044;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45" name="Google Shape;104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46" name="Google Shape;1046;g2c186218c5a_0_149"/>
          <p:cNvPicPr preferRelativeResize="0"/>
          <p:nvPr/>
        </p:nvPicPr>
        <p:blipFill rotWithShape="1">
          <a:blip r:embed="rId3">
            <a:alphaModFix/>
          </a:blip>
          <a:srcRect l="199" r="199"/>
          <a:stretch/>
        </p:blipFill>
        <p:spPr>
          <a:xfrm>
            <a:off x="3426827" y="1580526"/>
            <a:ext cx="2290343" cy="3191256"/>
          </a:xfrm>
          <a:prstGeom prst="rect">
            <a:avLst/>
          </a:prstGeom>
          <a:noFill/>
          <a:ln>
            <a:noFill/>
          </a:ln>
          <a:effectLst>
            <a:outerShdw blurRad="85725" dist="19050" dir="5400000" algn="bl" rotWithShape="0">
              <a:srgbClr val="000000">
                <a:alpha val="20000"/>
              </a:srgbClr>
            </a:outerShdw>
          </a:effectLst>
        </p:spPr>
      </p:pic>
      <p:pic>
        <p:nvPicPr>
          <p:cNvPr id="1047" name="Google Shape;1047;g2c186218c5a_0_149"/>
          <p:cNvPicPr preferRelativeResize="0"/>
          <p:nvPr/>
        </p:nvPicPr>
        <p:blipFill rotWithShape="1">
          <a:blip r:embed="rId4">
            <a:alphaModFix/>
          </a:blip>
          <a:srcRect l="199" r="199"/>
          <a:stretch/>
        </p:blipFill>
        <p:spPr>
          <a:xfrm>
            <a:off x="930213" y="1580526"/>
            <a:ext cx="2290343" cy="3191256"/>
          </a:xfrm>
          <a:prstGeom prst="rect">
            <a:avLst/>
          </a:prstGeom>
          <a:noFill/>
          <a:ln>
            <a:noFill/>
          </a:ln>
          <a:effectLst>
            <a:outerShdw blurRad="85725" dist="19050" dir="5400000" algn="bl" rotWithShape="0">
              <a:srgbClr val="000000">
                <a:alpha val="20000"/>
              </a:srgbClr>
            </a:outerShdw>
          </a:effectLst>
        </p:spPr>
      </p:pic>
      <p:pic>
        <p:nvPicPr>
          <p:cNvPr id="1048" name="Google Shape;1048;g2c186218c5a_0_149"/>
          <p:cNvPicPr preferRelativeResize="0"/>
          <p:nvPr/>
        </p:nvPicPr>
        <p:blipFill rotWithShape="1">
          <a:blip r:embed="rId5">
            <a:alphaModFix/>
          </a:blip>
          <a:srcRect l="199" r="199"/>
          <a:stretch/>
        </p:blipFill>
        <p:spPr>
          <a:xfrm>
            <a:off x="5923442" y="1580526"/>
            <a:ext cx="2290343" cy="3191256"/>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g26b641b03cd_0_301"/>
          <p:cNvSpPr txBox="1">
            <a:spLocks noGrp="1"/>
          </p:cNvSpPr>
          <p:nvPr>
            <p:ph type="title"/>
          </p:nvPr>
        </p:nvSpPr>
        <p:spPr>
          <a:xfrm>
            <a:off x="928550" y="5568500"/>
            <a:ext cx="72867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55" name="Google Shape;1055;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56" name="Google Shape;1056;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57" name="Google Shape;1057;g26b641b03cd_0_301"/>
          <p:cNvPicPr preferRelativeResize="0"/>
          <p:nvPr/>
        </p:nvPicPr>
        <p:blipFill rotWithShape="1">
          <a:blip r:embed="rId3">
            <a:alphaModFix/>
          </a:blip>
          <a:srcRect l="59" r="59"/>
          <a:stretch/>
        </p:blipFill>
        <p:spPr>
          <a:xfrm>
            <a:off x="807712" y="1852050"/>
            <a:ext cx="3680951" cy="2630550"/>
          </a:xfrm>
          <a:prstGeom prst="rect">
            <a:avLst/>
          </a:prstGeom>
          <a:noFill/>
          <a:ln>
            <a:noFill/>
          </a:ln>
          <a:effectLst>
            <a:outerShdw blurRad="57150" dist="19050" dir="5400000" algn="bl" rotWithShape="0">
              <a:srgbClr val="000000">
                <a:alpha val="20000"/>
              </a:srgbClr>
            </a:outerShdw>
          </a:effectLst>
        </p:spPr>
      </p:pic>
      <p:pic>
        <p:nvPicPr>
          <p:cNvPr id="1058" name="Google Shape;1058;g26b641b03cd_0_301"/>
          <p:cNvPicPr preferRelativeResize="0"/>
          <p:nvPr/>
        </p:nvPicPr>
        <p:blipFill rotWithShape="1">
          <a:blip r:embed="rId4">
            <a:alphaModFix/>
          </a:blip>
          <a:srcRect t="19" b="29"/>
          <a:stretch/>
        </p:blipFill>
        <p:spPr>
          <a:xfrm>
            <a:off x="4655337" y="1852050"/>
            <a:ext cx="3680951" cy="2630551"/>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g26b641b03cd_0_308"/>
          <p:cNvSpPr txBox="1">
            <a:spLocks noGrp="1"/>
          </p:cNvSpPr>
          <p:nvPr>
            <p:ph type="title"/>
          </p:nvPr>
        </p:nvSpPr>
        <p:spPr>
          <a:xfrm>
            <a:off x="967325" y="5568500"/>
            <a:ext cx="72093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65" name="Google Shape;1065;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66" name="Google Shape;1066;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67" name="Google Shape;1067;g26b641b03cd_0_308"/>
          <p:cNvPicPr preferRelativeResize="0"/>
          <p:nvPr/>
        </p:nvPicPr>
        <p:blipFill rotWithShape="1">
          <a:blip r:embed="rId3">
            <a:alphaModFix/>
          </a:blip>
          <a:srcRect l="59" r="59"/>
          <a:stretch/>
        </p:blipFill>
        <p:spPr>
          <a:xfrm>
            <a:off x="807712" y="1852050"/>
            <a:ext cx="3680951" cy="2630550"/>
          </a:xfrm>
          <a:prstGeom prst="rect">
            <a:avLst/>
          </a:prstGeom>
          <a:noFill/>
          <a:ln>
            <a:noFill/>
          </a:ln>
          <a:effectLst>
            <a:outerShdw blurRad="57150" dist="19050" dir="5400000" algn="bl" rotWithShape="0">
              <a:srgbClr val="000000">
                <a:alpha val="20000"/>
              </a:srgbClr>
            </a:outerShdw>
          </a:effectLst>
        </p:spPr>
      </p:pic>
      <p:pic>
        <p:nvPicPr>
          <p:cNvPr id="1068" name="Google Shape;1068;g26b641b03cd_0_308"/>
          <p:cNvPicPr preferRelativeResize="0"/>
          <p:nvPr/>
        </p:nvPicPr>
        <p:blipFill rotWithShape="1">
          <a:blip r:embed="rId4">
            <a:alphaModFix/>
          </a:blip>
          <a:srcRect t="19" b="29"/>
          <a:stretch/>
        </p:blipFill>
        <p:spPr>
          <a:xfrm>
            <a:off x="4655337" y="1852050"/>
            <a:ext cx="3680951" cy="2630551"/>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3"/>
        <p:cNvGrpSpPr/>
        <p:nvPr/>
      </p:nvGrpSpPr>
      <p:grpSpPr>
        <a:xfrm>
          <a:off x="0" y="0"/>
          <a:ext cx="0" cy="0"/>
          <a:chOff x="0" y="0"/>
          <a:chExt cx="0" cy="0"/>
        </a:xfrm>
      </p:grpSpPr>
      <p:sp>
        <p:nvSpPr>
          <p:cNvPr id="1074" name="Google Shape;1074;g31ee3ed5268_0_11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75" name="Google Shape;1075;g31ee3ed5268_0_11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076" name="Google Shape;1076;g31ee3ed5268_0_110"/>
          <p:cNvPicPr preferRelativeResize="0"/>
          <p:nvPr/>
        </p:nvPicPr>
        <p:blipFill rotWithShape="1">
          <a:blip r:embed="rId3">
            <a:alphaModFix/>
          </a:blip>
          <a:srcRect l="69" r="6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77" name="Google Shape;1077;g31ee3ed5268_0_11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g31ee3ed5268_0_77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84" name="Google Shape;1084;g31ee3ed5268_0_77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085" name="Google Shape;1085;g31ee3ed5268_0_774"/>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86" name="Google Shape;1086;g31ee3ed5268_0_77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91"/>
        <p:cNvGrpSpPr/>
        <p:nvPr/>
      </p:nvGrpSpPr>
      <p:grpSpPr>
        <a:xfrm>
          <a:off x="0" y="0"/>
          <a:ext cx="0" cy="0"/>
          <a:chOff x="0" y="0"/>
          <a:chExt cx="0" cy="0"/>
        </a:xfrm>
      </p:grpSpPr>
      <p:pic>
        <p:nvPicPr>
          <p:cNvPr id="1092" name="Google Shape;1092;g2d188a2273e_0_910"/>
          <p:cNvPicPr preferRelativeResize="0"/>
          <p:nvPr/>
        </p:nvPicPr>
        <p:blipFill rotWithShape="1">
          <a:blip r:embed="rId3">
            <a:alphaModFix/>
          </a:blip>
          <a:srcRect/>
          <a:stretch/>
        </p:blipFill>
        <p:spPr>
          <a:xfrm>
            <a:off x="4392597" y="2697413"/>
            <a:ext cx="3906212" cy="2453951"/>
          </a:xfrm>
          <a:prstGeom prst="rect">
            <a:avLst/>
          </a:prstGeom>
          <a:noFill/>
          <a:ln>
            <a:noFill/>
          </a:ln>
        </p:spPr>
      </p:pic>
      <p:pic>
        <p:nvPicPr>
          <p:cNvPr id="1093" name="Google Shape;1093;g2d188a2273e_0_910"/>
          <p:cNvPicPr preferRelativeResize="0"/>
          <p:nvPr/>
        </p:nvPicPr>
        <p:blipFill rotWithShape="1">
          <a:blip r:embed="rId4">
            <a:alphaModFix/>
          </a:blip>
          <a:srcRect/>
          <a:stretch/>
        </p:blipFill>
        <p:spPr>
          <a:xfrm>
            <a:off x="912025" y="2687125"/>
            <a:ext cx="3302800" cy="1116325"/>
          </a:xfrm>
          <a:prstGeom prst="rect">
            <a:avLst/>
          </a:prstGeom>
          <a:noFill/>
          <a:ln>
            <a:noFill/>
          </a:ln>
        </p:spPr>
      </p:pic>
      <p:pic>
        <p:nvPicPr>
          <p:cNvPr id="1094" name="Google Shape;1094;g2d188a2273e_0_910"/>
          <p:cNvPicPr preferRelativeResize="0"/>
          <p:nvPr/>
        </p:nvPicPr>
        <p:blipFill rotWithShape="1">
          <a:blip r:embed="rId5">
            <a:alphaModFix/>
          </a:blip>
          <a:srcRect/>
          <a:stretch/>
        </p:blipFill>
        <p:spPr>
          <a:xfrm>
            <a:off x="878125" y="3879400"/>
            <a:ext cx="3484324" cy="11164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391</Words>
  <Application>Microsoft Office PowerPoint</Application>
  <PresentationFormat>On-screen Show (4:3)</PresentationFormat>
  <Paragraphs>109</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Jost</vt:lpstr>
      <vt:lpstr>Nunito Black</vt:lpstr>
      <vt:lpstr>Calibri</vt:lpstr>
      <vt:lpstr>Poppins</vt:lpstr>
      <vt:lpstr>Poppins Medium</vt:lpstr>
      <vt:lpstr>Arial</vt:lpstr>
      <vt:lpstr>Poppins SemiBold</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vt:lpstr>
      <vt:lpstr>Review Alphabet Song</vt:lpstr>
      <vt:lpstr>Hear Phonemes</vt:lpstr>
      <vt:lpstr>Hear Phonemes</vt:lpstr>
      <vt:lpstr>PowerPoint Presentation</vt:lpstr>
      <vt:lpstr>Model Blending Phonemes</vt:lpstr>
      <vt:lpstr>Model Blending Phonemes</vt:lpstr>
      <vt:lpstr>PowerPoint Presentation</vt:lpstr>
      <vt:lpstr>PowerPoint Presentation</vt:lpstr>
      <vt:lpstr>Build a Decodable Word</vt:lpstr>
      <vt:lpstr>Build a Decodable Word</vt:lpstr>
      <vt:lpstr>Practise with Alien Words</vt:lpstr>
      <vt:lpstr>Practise with Alien Words</vt:lpstr>
      <vt:lpstr>Practise Common Exception Words</vt:lpstr>
      <vt:lpstr>Practise Common Exception Words</vt:lpstr>
      <vt:lpstr>Practise High Frequency Words</vt:lpstr>
      <vt:lpstr>Practise High Frequency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2026-05-14T02:45:13Z</dcterms:modified>
</cp:coreProperties>
</file>