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embeddedFontLst>
    <p:embeddedFont>
      <p:font typeface="Jost" panose="020B0604020202020204" charset="0"/>
      <p:regular r:id="rId16"/>
      <p:bold r:id="rId17"/>
      <p:italic r:id="rId18"/>
      <p:boldItalic r:id="rId19"/>
    </p:embeddedFont>
    <p:embeddedFont>
      <p:font typeface="Nunito Black" pitchFamily="2" charset="0"/>
      <p:bold r:id="rId20"/>
      <p:boldItalic r:id="rId21"/>
    </p:embeddedFont>
    <p:embeddedFont>
      <p:font typeface="Poppins" panose="00000500000000000000" pitchFamily="2" charset="0"/>
      <p:regular r:id="rId22"/>
      <p:bold r:id="rId23"/>
      <p:italic r:id="rId24"/>
      <p:boldItalic r:id="rId25"/>
    </p:embeddedFont>
    <p:embeddedFont>
      <p:font typeface="Poppins Medium" panose="00000600000000000000" pitchFamily="2" charset="0"/>
      <p:regular r:id="rId26"/>
      <p:bold r:id="rId27"/>
      <p:italic r:id="rId28"/>
      <p:boldItalic r:id="rId29"/>
    </p:embeddedFont>
    <p:embeddedFont>
      <p:font typeface="Poppins SemiBold" panose="000007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0" roundtripDataSignature="AMtx7mib4uIivVGKVyby1Wl4RYlubNlil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3433F06-5920-4E87-B30F-95FE09A01ACE}">
  <a:tblStyle styleId="{E3433F06-5920-4E87-B30F-95FE09A01ACE}"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794"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21" Type="http://schemas.openxmlformats.org/officeDocument/2006/relationships/font" Target="fonts/font6.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2" name="Google Shape;69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4" name="Google Shape;73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5" name="Google Shape;73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4" name="Google Shape;76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5" name="Google Shape;76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0" name="Google Shape;800;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1" name="Google Shape;801;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3" name="Google Shape;843;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4" name="Google Shape;844;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4" name="Google Shape;864;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5" name="Google Shape;865;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2dacc2541f5_0_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9" name="Google Shape;899;g2dacc2541f5_0_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0" name="Google Shape;900;g2dacc2541f5_0_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g2dacc2541f5_0_10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9" name="Google Shape;919;g2dacc2541f5_0_1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g2dacc2541f5_0_1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7" name="Google Shape;937;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8" name="Google Shape;938;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7" name="Google Shape;957;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8" name="Google Shape;958;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7" name="Google Shape;977;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8" name="Google Shape;978;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4" name="Google Shape;994;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5" name="Google Shape;995;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92278F"/>
                </a:solidFill>
                <a:latin typeface="Poppins SemiBold"/>
                <a:ea typeface="Poppins SemiBold"/>
                <a:cs typeface="Poppins SemiBold"/>
                <a:sym typeface="Poppins SemiBold"/>
              </a:rPr>
              <a:t>Phase 5</a:t>
            </a:r>
            <a:endParaRPr sz="6000">
              <a:solidFill>
                <a:srgbClr val="92278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457084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3120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642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Objective</a:t>
            </a:r>
            <a:endParaRPr sz="3200" b="0" i="0" u="none" strike="noStrike" cap="none">
              <a:solidFill>
                <a:srgbClr val="92278F"/>
              </a:solidFill>
              <a:latin typeface="Poppins Medium"/>
              <a:ea typeface="Poppins Medium"/>
              <a:cs typeface="Poppins Medium"/>
              <a:sym typeface="Poppins Medium"/>
            </a:endParaRPr>
          </a:p>
        </p:txBody>
      </p:sp>
      <p:sp>
        <p:nvSpPr>
          <p:cNvPr id="46" name="Google Shape;46;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7" name="Google Shape;47;p15"/>
          <p:cNvGrpSpPr/>
          <p:nvPr/>
        </p:nvGrpSpPr>
        <p:grpSpPr>
          <a:xfrm>
            <a:off x="357775" y="5983875"/>
            <a:ext cx="586800" cy="571500"/>
            <a:chOff x="662575" y="6212475"/>
            <a:chExt cx="586800" cy="571500"/>
          </a:xfrm>
        </p:grpSpPr>
        <p:sp>
          <p:nvSpPr>
            <p:cNvPr id="48" name="Google Shape;48;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 name="Google Shape;49;p1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 name="Google Shape;51;p15"/>
          <p:cNvGrpSpPr/>
          <p:nvPr/>
        </p:nvGrpSpPr>
        <p:grpSpPr>
          <a:xfrm>
            <a:off x="8199150" y="5983875"/>
            <a:ext cx="586800" cy="571500"/>
            <a:chOff x="7894350" y="6212475"/>
            <a:chExt cx="586800" cy="571500"/>
          </a:xfrm>
        </p:grpSpPr>
        <p:sp>
          <p:nvSpPr>
            <p:cNvPr id="52" name="Google Shape;52;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5" name="Google Shape;55;p15"/>
          <p:cNvSpPr txBox="1"/>
          <p:nvPr/>
        </p:nvSpPr>
        <p:spPr>
          <a:xfrm>
            <a:off x="856314" y="23149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Review</a:t>
            </a:r>
            <a:endParaRPr sz="3200" b="0" i="0" u="none" strike="noStrike" cap="none">
              <a:solidFill>
                <a:srgbClr val="92278F"/>
              </a:solidFill>
              <a:latin typeface="Poppins Medium"/>
              <a:ea typeface="Poppins Medium"/>
              <a:cs typeface="Poppins Medium"/>
              <a:sym typeface="Poppins Medium"/>
            </a:endParaRPr>
          </a:p>
        </p:txBody>
      </p:sp>
      <p:cxnSp>
        <p:nvCxnSpPr>
          <p:cNvPr id="56" name="Google Shape;56;p15"/>
          <p:cNvCxnSpPr/>
          <p:nvPr/>
        </p:nvCxnSpPr>
        <p:spPr>
          <a:xfrm>
            <a:off x="865586" y="36117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7" name="Google Shape;57;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8" name="Google Shape;58;p15"/>
          <p:cNvGrpSpPr/>
          <p:nvPr/>
        </p:nvGrpSpPr>
        <p:grpSpPr>
          <a:xfrm>
            <a:off x="-36800" y="-52000"/>
            <a:ext cx="9236100" cy="543600"/>
            <a:chOff x="-36800" y="-52000"/>
            <a:chExt cx="9236100" cy="543600"/>
          </a:xfrm>
        </p:grpSpPr>
        <p:sp>
          <p:nvSpPr>
            <p:cNvPr id="59" name="Google Shape;59;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0" name="Google Shape;60;p15"/>
            <p:cNvGrpSpPr/>
            <p:nvPr/>
          </p:nvGrpSpPr>
          <p:grpSpPr>
            <a:xfrm>
              <a:off x="4570840" y="88100"/>
              <a:ext cx="1337400" cy="403500"/>
              <a:chOff x="565600" y="88250"/>
              <a:chExt cx="1337400" cy="403500"/>
            </a:xfrm>
          </p:grpSpPr>
          <p:sp>
            <p:nvSpPr>
              <p:cNvPr id="61" name="Google Shape;61;p15"/>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2" name="Google Shape;62;p15"/>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3" name="Google Shape;63;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4" name="Google Shape;64;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0" name="Google Shape;70;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4"/>
        <p:cNvGrpSpPr/>
        <p:nvPr/>
      </p:nvGrpSpPr>
      <p:grpSpPr>
        <a:xfrm>
          <a:off x="0" y="0"/>
          <a:ext cx="0" cy="0"/>
          <a:chOff x="0" y="0"/>
          <a:chExt cx="0" cy="0"/>
        </a:xfrm>
      </p:grpSpPr>
      <p:sp>
        <p:nvSpPr>
          <p:cNvPr id="75" name="Google Shape;75;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7" name="Google Shape;77;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8" name="Google Shape;78;g26b641b03cd_1_92"/>
          <p:cNvGrpSpPr/>
          <p:nvPr/>
        </p:nvGrpSpPr>
        <p:grpSpPr>
          <a:xfrm>
            <a:off x="357775" y="5983875"/>
            <a:ext cx="586800" cy="571500"/>
            <a:chOff x="662575" y="6212475"/>
            <a:chExt cx="586800" cy="571500"/>
          </a:xfrm>
        </p:grpSpPr>
        <p:sp>
          <p:nvSpPr>
            <p:cNvPr id="79" name="Google Shape;79;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 name="Google Shape;80;g26b641b03cd_1_9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2" name="Google Shape;82;g26b641b03cd_1_92"/>
          <p:cNvGrpSpPr/>
          <p:nvPr/>
        </p:nvGrpSpPr>
        <p:grpSpPr>
          <a:xfrm>
            <a:off x="8199150" y="5983875"/>
            <a:ext cx="586800" cy="571500"/>
            <a:chOff x="7894350" y="6212475"/>
            <a:chExt cx="586800" cy="571500"/>
          </a:xfrm>
        </p:grpSpPr>
        <p:sp>
          <p:nvSpPr>
            <p:cNvPr id="83" name="Google Shape;83;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 name="Google Shape;84;g26b641b03cd_1_9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6" name="Google Shape;86;g26b641b03cd_1_92"/>
          <p:cNvGrpSpPr/>
          <p:nvPr/>
        </p:nvGrpSpPr>
        <p:grpSpPr>
          <a:xfrm>
            <a:off x="-36800" y="-52000"/>
            <a:ext cx="9236100" cy="543600"/>
            <a:chOff x="-36800" y="-52000"/>
            <a:chExt cx="9236100" cy="543600"/>
          </a:xfrm>
        </p:grpSpPr>
        <p:sp>
          <p:nvSpPr>
            <p:cNvPr id="87" name="Google Shape;87;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8" name="Google Shape;88;g26b641b03cd_1_92"/>
            <p:cNvGrpSpPr/>
            <p:nvPr/>
          </p:nvGrpSpPr>
          <p:grpSpPr>
            <a:xfrm>
              <a:off x="4570840" y="88100"/>
              <a:ext cx="1337400" cy="403500"/>
              <a:chOff x="565600" y="88250"/>
              <a:chExt cx="1337400" cy="403500"/>
            </a:xfrm>
          </p:grpSpPr>
          <p:sp>
            <p:nvSpPr>
              <p:cNvPr id="89" name="Google Shape;89;g26b641b03cd_1_9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0" name="Google Shape;90;g26b641b03cd_1_9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1" name="Google Shape;91;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2" name="Google Shape;92;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8" name="Google Shape;98;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2"/>
        <p:cNvGrpSpPr/>
        <p:nvPr/>
      </p:nvGrpSpPr>
      <p:grpSpPr>
        <a:xfrm>
          <a:off x="0" y="0"/>
          <a:ext cx="0" cy="0"/>
          <a:chOff x="0" y="0"/>
          <a:chExt cx="0" cy="0"/>
        </a:xfrm>
      </p:grpSpPr>
      <p:sp>
        <p:nvSpPr>
          <p:cNvPr id="103" name="Google Shape;103;g26b641b03cd_0_3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 name="Google Shape;104;g26b641b03cd_0_3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5" name="Google Shape;105;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 name="Google Shape;106;g26b641b03cd_0_3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 name="Google Shape;107;g26b641b03cd_0_3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rot="-5400000" flipH="1">
            <a:off x="-938345"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 name="Google Shape;109;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a:solidFill>
                  <a:srgbClr val="FFFFFF"/>
                </a:solidFill>
                <a:latin typeface="Poppins SemiBold"/>
                <a:ea typeface="Poppins SemiBold"/>
                <a:cs typeface="Poppins SemiBold"/>
                <a:sym typeface="Poppins SemiBold"/>
              </a:rPr>
              <a:t>Common Exception Word</a:t>
            </a:r>
            <a:r>
              <a:rPr lang="en-US" sz="1800" b="0" i="0" u="none" strike="noStrike" cap="none">
                <a:solidFill>
                  <a:srgbClr val="FFFFFF"/>
                </a:solidFill>
                <a:latin typeface="Poppins SemiBold"/>
                <a:ea typeface="Poppins SemiBold"/>
                <a:cs typeface="Poppins SemiBold"/>
                <a:sym typeface="Poppins SemiBold"/>
              </a:rPr>
              <a:t>s</a:t>
            </a:r>
            <a:endParaRPr sz="1800" b="0" i="0" u="none" strike="noStrike" cap="none">
              <a:solidFill>
                <a:srgbClr val="FFFFFF"/>
              </a:solidFill>
              <a:latin typeface="Poppins SemiBold"/>
              <a:ea typeface="Poppins SemiBold"/>
              <a:cs typeface="Poppins SemiBold"/>
              <a:sym typeface="Poppins SemiBold"/>
            </a:endParaRPr>
          </a:p>
        </p:txBody>
      </p:sp>
      <p:sp>
        <p:nvSpPr>
          <p:cNvPr id="110" name="Google Shape;110;g26b641b03cd_0_33"/>
          <p:cNvSpPr txBox="1"/>
          <p:nvPr/>
        </p:nvSpPr>
        <p:spPr>
          <a:xfrm rot="-5400000">
            <a:off x="-1852558" y="59614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Week 5 - Friday</a:t>
            </a:r>
            <a:endParaRPr sz="1800" b="0" i="0" u="none" strike="noStrike" cap="none">
              <a:solidFill>
                <a:srgbClr val="92278F"/>
              </a:solidFill>
              <a:latin typeface="Poppins Medium"/>
              <a:ea typeface="Poppins Medium"/>
              <a:cs typeface="Poppins Medium"/>
              <a:sym typeface="Poppins Medium"/>
            </a:endParaRPr>
          </a:p>
        </p:txBody>
      </p:sp>
      <p:sp>
        <p:nvSpPr>
          <p:cNvPr id="111" name="Google Shape;111;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92278F"/>
                </a:solidFill>
                <a:latin typeface="Poppins Medium"/>
                <a:ea typeface="Poppins Medium"/>
                <a:cs typeface="Poppins Medium"/>
                <a:sym typeface="Poppins Medium"/>
              </a:rPr>
              <a:t>Lesson 25</a:t>
            </a:r>
            <a:endParaRPr sz="1800" b="0" i="0" u="none" strike="noStrike" cap="none">
              <a:solidFill>
                <a:srgbClr val="92278F"/>
              </a:solidFill>
              <a:latin typeface="Poppins Medium"/>
              <a:ea typeface="Poppins Medium"/>
              <a:cs typeface="Poppins Medium"/>
              <a:sym typeface="Poppins Medium"/>
            </a:endParaRPr>
          </a:p>
        </p:txBody>
      </p:sp>
      <p:sp>
        <p:nvSpPr>
          <p:cNvPr id="112" name="Google Shape;112;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113" name="Google Shape;113;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4" name="Google Shape;114;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5" name="Google Shape;115;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92278F"/>
              </a:buClr>
              <a:buSzPts val="3200"/>
              <a:buFont typeface="Poppins Medium"/>
              <a:buNone/>
              <a:defRPr sz="3200">
                <a:solidFill>
                  <a:srgbClr val="92278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6" name="Google Shape;116;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7" name="Google Shape;117;g26b641b03cd_0_33"/>
          <p:cNvGrpSpPr/>
          <p:nvPr/>
        </p:nvGrpSpPr>
        <p:grpSpPr>
          <a:xfrm>
            <a:off x="662575" y="6212475"/>
            <a:ext cx="586800" cy="571500"/>
            <a:chOff x="662575" y="6212475"/>
            <a:chExt cx="586800" cy="571500"/>
          </a:xfrm>
        </p:grpSpPr>
        <p:sp>
          <p:nvSpPr>
            <p:cNvPr id="118" name="Google Shape;118;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1" name="Google Shape;121;g26b641b03cd_0_33"/>
          <p:cNvGrpSpPr/>
          <p:nvPr/>
        </p:nvGrpSpPr>
        <p:grpSpPr>
          <a:xfrm>
            <a:off x="7894350" y="6212475"/>
            <a:ext cx="586800" cy="571500"/>
            <a:chOff x="7894350" y="6212475"/>
            <a:chExt cx="586800" cy="571500"/>
          </a:xfrm>
        </p:grpSpPr>
        <p:sp>
          <p:nvSpPr>
            <p:cNvPr id="122" name="Google Shape;122;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6b641b03cd_0_3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Title Slide-Phase, week, lesson_1">
    <p:spTree>
      <p:nvGrpSpPr>
        <p:cNvPr id="1" name="Shape 158"/>
        <p:cNvGrpSpPr/>
        <p:nvPr/>
      </p:nvGrpSpPr>
      <p:grpSpPr>
        <a:xfrm>
          <a:off x="0" y="0"/>
          <a:ext cx="0" cy="0"/>
          <a:chOff x="0" y="0"/>
          <a:chExt cx="0" cy="0"/>
        </a:xfrm>
      </p:grpSpPr>
      <p:sp>
        <p:nvSpPr>
          <p:cNvPr id="159" name="Google Shape;159;g2d076fa4460_0_8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1" name="Google Shape;161;g2d076fa4460_0_82"/>
          <p:cNvGrpSpPr/>
          <p:nvPr/>
        </p:nvGrpSpPr>
        <p:grpSpPr>
          <a:xfrm>
            <a:off x="8199150" y="5983875"/>
            <a:ext cx="586800" cy="571500"/>
            <a:chOff x="7894350" y="6212475"/>
            <a:chExt cx="586800" cy="571500"/>
          </a:xfrm>
        </p:grpSpPr>
        <p:sp>
          <p:nvSpPr>
            <p:cNvPr id="162" name="Google Shape;162;g2d076fa4460_0_8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3" name="Google Shape;163;g2d076fa4460_0_8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4" name="Google Shape;164;g2d076fa4460_0_8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65" name="Google Shape;165;g2d076fa4460_0_82"/>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93FA2"/>
                </a:solidFill>
                <a:latin typeface="Poppins Medium"/>
                <a:ea typeface="Poppins Medium"/>
                <a:cs typeface="Poppins Medium"/>
                <a:sym typeface="Poppins Medium"/>
              </a:rPr>
              <a:t>Independent Reading</a:t>
            </a:r>
            <a:endParaRPr sz="3200" b="0" i="0" u="none" strike="noStrike" cap="none">
              <a:solidFill>
                <a:srgbClr val="993FA2"/>
              </a:solidFill>
              <a:latin typeface="Poppins Medium"/>
              <a:ea typeface="Poppins Medium"/>
              <a:cs typeface="Poppins Medium"/>
              <a:sym typeface="Poppins Medium"/>
            </a:endParaRPr>
          </a:p>
        </p:txBody>
      </p:sp>
      <p:cxnSp>
        <p:nvCxnSpPr>
          <p:cNvPr id="166" name="Google Shape;166;g2d076fa4460_0_82"/>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67" name="Google Shape;167;g2d076fa4460_0_82"/>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rgbClr val="000000"/>
                </a:solidFill>
                <a:latin typeface="Poppins"/>
                <a:ea typeface="Poppins"/>
                <a:cs typeface="Poppins"/>
                <a:sym typeface="Poppins"/>
              </a:rPr>
              <a:t>Children are given a decodable reader that covers letter sounds previously taught.</a:t>
            </a:r>
            <a:endParaRPr sz="1400" b="0" i="0" u="none" strike="noStrike" cap="none">
              <a:solidFill>
                <a:srgbClr val="000000"/>
              </a:solidFill>
              <a:latin typeface="Poppins"/>
              <a:ea typeface="Poppins"/>
              <a:cs typeface="Poppins"/>
              <a:sym typeface="Poppins"/>
            </a:endParaRPr>
          </a:p>
        </p:txBody>
      </p:sp>
      <p:sp>
        <p:nvSpPr>
          <p:cNvPr id="168" name="Google Shape;168;g2d076fa4460_0_82"/>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993FA2"/>
                </a:solidFill>
                <a:latin typeface="Poppins Medium"/>
                <a:ea typeface="Poppins Medium"/>
                <a:cs typeface="Poppins Medium"/>
                <a:sym typeface="Poppins Medium"/>
              </a:rPr>
              <a:t>Decodable Readers &amp; Teacher Book Activities</a:t>
            </a:r>
            <a:endParaRPr sz="1100" b="0" i="0" u="none" strike="noStrike" cap="none">
              <a:solidFill>
                <a:srgbClr val="993FA2"/>
              </a:solidFill>
              <a:latin typeface="Poppins Medium"/>
              <a:ea typeface="Poppins Medium"/>
              <a:cs typeface="Poppins Medium"/>
              <a:sym typeface="Poppins Medium"/>
            </a:endParaRPr>
          </a:p>
        </p:txBody>
      </p:sp>
      <p:sp>
        <p:nvSpPr>
          <p:cNvPr id="169" name="Google Shape;169;g2d076fa4460_0_82"/>
          <p:cNvSpPr txBox="1"/>
          <p:nvPr/>
        </p:nvSpPr>
        <p:spPr>
          <a:xfrm>
            <a:off x="4318141" y="2438500"/>
            <a:ext cx="22023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993FA2"/>
                </a:solidFill>
                <a:latin typeface="Poppins Medium"/>
                <a:ea typeface="Poppins Medium"/>
                <a:cs typeface="Poppins Medium"/>
                <a:sym typeface="Poppins Medium"/>
              </a:rPr>
              <a:t>Workbooks</a:t>
            </a:r>
            <a:endParaRPr sz="1100" b="0" i="0" u="none" strike="noStrike" cap="none">
              <a:solidFill>
                <a:srgbClr val="993FA2"/>
              </a:solidFill>
              <a:latin typeface="Poppins Medium"/>
              <a:ea typeface="Poppins Medium"/>
              <a:cs typeface="Poppins Medium"/>
              <a:sym typeface="Poppins Medium"/>
            </a:endParaRPr>
          </a:p>
        </p:txBody>
      </p:sp>
      <p:grpSp>
        <p:nvGrpSpPr>
          <p:cNvPr id="170" name="Google Shape;170;g2d076fa4460_0_82"/>
          <p:cNvGrpSpPr/>
          <p:nvPr/>
        </p:nvGrpSpPr>
        <p:grpSpPr>
          <a:xfrm>
            <a:off x="-36800" y="-52000"/>
            <a:ext cx="9236100" cy="543600"/>
            <a:chOff x="-36800" y="-52000"/>
            <a:chExt cx="9236100" cy="543600"/>
          </a:xfrm>
        </p:grpSpPr>
        <p:sp>
          <p:nvSpPr>
            <p:cNvPr id="171" name="Google Shape;171;g2d076fa4460_0_8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d076fa4460_0_82"/>
            <p:cNvGrpSpPr/>
            <p:nvPr/>
          </p:nvGrpSpPr>
          <p:grpSpPr>
            <a:xfrm>
              <a:off x="4570840" y="88100"/>
              <a:ext cx="1337400" cy="403500"/>
              <a:chOff x="565600" y="88250"/>
              <a:chExt cx="1337400" cy="403500"/>
            </a:xfrm>
          </p:grpSpPr>
          <p:sp>
            <p:nvSpPr>
              <p:cNvPr id="173" name="Google Shape;173;g2d076fa4460_0_82"/>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4" name="Google Shape;174;g2d076fa4460_0_82"/>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5" name="Google Shape;175;g2d076fa4460_0_8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d076fa4460_0_8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d076fa4460_0_8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d076fa4460_0_8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d076fa4460_0_8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d076fa4460_0_8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d076fa4460_0_8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2" name="Google Shape;182;g2d076fa4460_0_8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d076fa4460_0_8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d076fa4460_0_8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d076fa4460_0_8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6"/>
        <p:cNvGrpSpPr/>
        <p:nvPr/>
      </p:nvGrpSpPr>
      <p:grpSpPr>
        <a:xfrm>
          <a:off x="0" y="0"/>
          <a:ext cx="0" cy="0"/>
          <a:chOff x="0" y="0"/>
          <a:chExt cx="0" cy="0"/>
        </a:xfrm>
      </p:grpSpPr>
      <p:sp>
        <p:nvSpPr>
          <p:cNvPr id="187" name="Google Shape;18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8" name="Google Shape;18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92278F"/>
                </a:solidFill>
                <a:latin typeface="Poppins Medium"/>
                <a:ea typeface="Poppins Medium"/>
                <a:cs typeface="Poppins Medium"/>
                <a:sym typeface="Poppins Medium"/>
              </a:rPr>
              <a:t>End of Session</a:t>
            </a:r>
            <a:endParaRPr sz="3200" b="0" i="0" u="none" strike="noStrike" cap="none">
              <a:solidFill>
                <a:srgbClr val="92278F"/>
              </a:solidFill>
              <a:latin typeface="Poppins Medium"/>
              <a:ea typeface="Poppins Medium"/>
              <a:cs typeface="Poppins Medium"/>
              <a:sym typeface="Poppins Medium"/>
            </a:endParaRPr>
          </a:p>
        </p:txBody>
      </p:sp>
      <p:cxnSp>
        <p:nvCxnSpPr>
          <p:cNvPr id="189" name="Google Shape;18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0" name="Google Shape;19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3" name="Google Shape;193;g26b641b03cd_0_260"/>
          <p:cNvGrpSpPr/>
          <p:nvPr/>
        </p:nvGrpSpPr>
        <p:grpSpPr>
          <a:xfrm>
            <a:off x="8199150" y="5983875"/>
            <a:ext cx="586800" cy="571500"/>
            <a:chOff x="7894350" y="6212475"/>
            <a:chExt cx="586800" cy="571500"/>
          </a:xfrm>
        </p:grpSpPr>
        <p:sp>
          <p:nvSpPr>
            <p:cNvPr id="194" name="Google Shape;194;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6b641b03cd_0_26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7" name="Google Shape;197;g26b641b03cd_0_260"/>
          <p:cNvGrpSpPr/>
          <p:nvPr/>
        </p:nvGrpSpPr>
        <p:grpSpPr>
          <a:xfrm>
            <a:off x="-36800" y="-52000"/>
            <a:ext cx="9236100" cy="543600"/>
            <a:chOff x="-36800" y="-52000"/>
            <a:chExt cx="9236100" cy="543600"/>
          </a:xfrm>
        </p:grpSpPr>
        <p:sp>
          <p:nvSpPr>
            <p:cNvPr id="198" name="Google Shape;19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9" name="Google Shape;199;g26b641b03cd_0_260"/>
            <p:cNvGrpSpPr/>
            <p:nvPr/>
          </p:nvGrpSpPr>
          <p:grpSpPr>
            <a:xfrm>
              <a:off x="4570840" y="88100"/>
              <a:ext cx="1337400" cy="403500"/>
              <a:chOff x="565600" y="88250"/>
              <a:chExt cx="1337400" cy="403500"/>
            </a:xfrm>
          </p:grpSpPr>
          <p:sp>
            <p:nvSpPr>
              <p:cNvPr id="200" name="Google Shape;200;g26b641b03cd_0_260"/>
              <p:cNvSpPr/>
              <p:nvPr/>
            </p:nvSpPr>
            <p:spPr>
              <a:xfrm>
                <a:off x="565600" y="88250"/>
                <a:ext cx="1337400" cy="240000"/>
              </a:xfrm>
              <a:prstGeom prst="roundRect">
                <a:avLst>
                  <a:gd name="adj" fmla="val 16667"/>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01" name="Google Shape;201;g26b641b03cd_0_260"/>
              <p:cNvSpPr/>
              <p:nvPr/>
            </p:nvSpPr>
            <p:spPr>
              <a:xfrm>
                <a:off x="565600" y="251750"/>
                <a:ext cx="1337400" cy="2400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02" name="Google Shape;202;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3" name="Google Shape;203;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04" name="Google Shape;20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05" name="Google Shape;20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07" name="Google Shape;20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09" name="Google Shape;209;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0" name="Google Shape;210;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3"/>
        <p:cNvGrpSpPr/>
        <p:nvPr/>
      </p:nvGrpSpPr>
      <p:grpSpPr>
        <a:xfrm>
          <a:off x="0" y="0"/>
          <a:ext cx="0" cy="0"/>
          <a:chOff x="0" y="0"/>
          <a:chExt cx="0" cy="0"/>
        </a:xfrm>
      </p:grpSpPr>
      <p:sp>
        <p:nvSpPr>
          <p:cNvPr id="214" name="Google Shape;214;g2c235dd0dad_1_8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6" name="Google Shape;216;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7" name="Google Shape;217;g2c235dd0dad_1_8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21" name="Google Shape;221;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2" name="Google Shape;222;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3" name="Google Shape;223;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4" name="Google Shape;224;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5" name="Google Shape;225;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6" name="Google Shape;226;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sp>
        <p:nvSpPr>
          <p:cNvPr id="227" name="Google Shape;227;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28" name="Google Shape;228;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9" name="Google Shape;229;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0" name="Google Shape;230;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1" name="Google Shape;231;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2" name="Google Shape;232;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3" name="Google Shape;233;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4" name="Google Shape;234;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5" name="Google Shape;235;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6" name="Google Shape;236;g2c235dd0dad_1_87"/>
          <p:cNvGrpSpPr/>
          <p:nvPr/>
        </p:nvGrpSpPr>
        <p:grpSpPr>
          <a:xfrm>
            <a:off x="662575" y="6212475"/>
            <a:ext cx="586800" cy="571500"/>
            <a:chOff x="662575" y="6212475"/>
            <a:chExt cx="586800" cy="571500"/>
          </a:xfrm>
        </p:grpSpPr>
        <p:sp>
          <p:nvSpPr>
            <p:cNvPr id="237" name="Google Shape;237;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2c235dd0dad_1_8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2c235dd0dad_1_8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0" name="Google Shape;240;g2c235dd0dad_1_87"/>
          <p:cNvGrpSpPr/>
          <p:nvPr/>
        </p:nvGrpSpPr>
        <p:grpSpPr>
          <a:xfrm>
            <a:off x="7894350" y="6212475"/>
            <a:ext cx="586800" cy="571500"/>
            <a:chOff x="7894350" y="6212475"/>
            <a:chExt cx="586800" cy="571500"/>
          </a:xfrm>
        </p:grpSpPr>
        <p:sp>
          <p:nvSpPr>
            <p:cNvPr id="241" name="Google Shape;241;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c235dd0dad_1_8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4"/>
        <p:cNvGrpSpPr/>
        <p:nvPr/>
      </p:nvGrpSpPr>
      <p:grpSpPr>
        <a:xfrm>
          <a:off x="0" y="0"/>
          <a:ext cx="0" cy="0"/>
          <a:chOff x="0" y="0"/>
          <a:chExt cx="0" cy="0"/>
        </a:xfrm>
      </p:grpSpPr>
      <p:sp>
        <p:nvSpPr>
          <p:cNvPr id="245" name="Google Shape;245;g1f3daf8a844_0_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7" name="Google Shape;247;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8" name="Google Shape;248;g1f3daf8a844_0_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52" name="Google Shape;252;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3" name="Google Shape;253;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4" name="Google Shape;254;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5" name="Google Shape;255;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56" name="Google Shape;256;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92278F"/>
                </a:solidFill>
                <a:latin typeface="Poppins Medium"/>
                <a:ea typeface="Poppins Medium"/>
                <a:cs typeface="Poppins Medium"/>
                <a:sym typeface="Poppins Medium"/>
              </a:rPr>
              <a:t>Practise</a:t>
            </a:r>
            <a:r>
              <a:rPr lang="en-US" sz="3000" b="0" i="0" u="none" strike="noStrike" cap="none">
                <a:solidFill>
                  <a:srgbClr val="92278F"/>
                </a:solidFill>
                <a:latin typeface="Poppins Medium"/>
                <a:ea typeface="Poppins Medium"/>
                <a:cs typeface="Poppins Medium"/>
                <a:sym typeface="Poppins Medium"/>
              </a:rPr>
              <a:t> Building Words</a:t>
            </a:r>
            <a:endParaRPr sz="3000" b="0" i="0" u="none" strike="noStrike" cap="none">
              <a:solidFill>
                <a:srgbClr val="92278F"/>
              </a:solidFill>
              <a:latin typeface="Poppins Medium"/>
              <a:ea typeface="Poppins Medium"/>
              <a:cs typeface="Poppins Medium"/>
              <a:sym typeface="Poppins Medium"/>
            </a:endParaRPr>
          </a:p>
        </p:txBody>
      </p:sp>
      <p:cxnSp>
        <p:nvCxnSpPr>
          <p:cNvPr id="257" name="Google Shape;257;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8" name="Google Shape;258;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9" name="Google Shape;259;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0" name="Google Shape;260;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1" name="Google Shape;261;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2" name="Google Shape;262;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3" name="Google Shape;263;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4" name="Google Shape;264;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5" name="Google Shape;265;g1f3daf8a844_0_32"/>
          <p:cNvGrpSpPr/>
          <p:nvPr/>
        </p:nvGrpSpPr>
        <p:grpSpPr>
          <a:xfrm>
            <a:off x="662575" y="6212475"/>
            <a:ext cx="586800" cy="571500"/>
            <a:chOff x="662575" y="6212475"/>
            <a:chExt cx="586800" cy="571500"/>
          </a:xfrm>
        </p:grpSpPr>
        <p:sp>
          <p:nvSpPr>
            <p:cNvPr id="266" name="Google Shape;266;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1f3daf8a844_0_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1f3daf8a844_0_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9" name="Google Shape;269;g1f3daf8a844_0_32"/>
          <p:cNvGrpSpPr/>
          <p:nvPr/>
        </p:nvGrpSpPr>
        <p:grpSpPr>
          <a:xfrm>
            <a:off x="7894350" y="6212475"/>
            <a:ext cx="586800" cy="571500"/>
            <a:chOff x="7894350" y="6212475"/>
            <a:chExt cx="586800" cy="571500"/>
          </a:xfrm>
        </p:grpSpPr>
        <p:sp>
          <p:nvSpPr>
            <p:cNvPr id="270" name="Google Shape;270;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1f3daf8a844_0_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3"/>
        <p:cNvGrpSpPr/>
        <p:nvPr/>
      </p:nvGrpSpPr>
      <p:grpSpPr>
        <a:xfrm>
          <a:off x="0" y="0"/>
          <a:ext cx="0" cy="0"/>
          <a:chOff x="0" y="0"/>
          <a:chExt cx="0" cy="0"/>
        </a:xfrm>
      </p:grpSpPr>
      <p:sp>
        <p:nvSpPr>
          <p:cNvPr id="274" name="Google Shape;274;g2c157a2fb06_0_5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5" name="Google Shape;275;g2c157a2fb06_0_5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76" name="Google Shape;276;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7" name="Google Shape;277;g2c157a2fb06_0_5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0" name="Google Shape;280;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281" name="Google Shape;281;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82" name="Google Shape;282;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Quickwrite</a:t>
            </a:r>
            <a:endParaRPr sz="3000" b="0" i="0" u="none" strike="noStrike" cap="none">
              <a:solidFill>
                <a:srgbClr val="92278F"/>
              </a:solidFill>
              <a:latin typeface="Poppins Medium"/>
              <a:ea typeface="Poppins Medium"/>
              <a:cs typeface="Poppins Medium"/>
              <a:sym typeface="Poppins Medium"/>
            </a:endParaRPr>
          </a:p>
        </p:txBody>
      </p:sp>
      <p:sp>
        <p:nvSpPr>
          <p:cNvPr id="283" name="Google Shape;283;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4" name="Google Shape;284;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5" name="Google Shape;285;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6" name="Google Shape;286;g2c157a2fb06_0_5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7" name="Google Shape;287;g2c157a2fb06_0_5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8" name="Google Shape;288;g2c157a2fb06_0_53"/>
          <p:cNvSpPr txBox="1">
            <a:spLocks noGrp="1"/>
          </p:cNvSpPr>
          <p:nvPr>
            <p:ph type="subTitle" idx="6"/>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0" name="Google Shape;29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1" name="Google Shape;29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2" name="Google Shape;29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3" name="Google Shape;29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94" name="Google Shape;294;g2c157a2fb06_0_53"/>
          <p:cNvGrpSpPr/>
          <p:nvPr/>
        </p:nvGrpSpPr>
        <p:grpSpPr>
          <a:xfrm>
            <a:off x="1403031" y="6958923"/>
            <a:ext cx="6774848" cy="1291477"/>
            <a:chOff x="717231" y="7263723"/>
            <a:chExt cx="6774848" cy="1291477"/>
          </a:xfrm>
        </p:grpSpPr>
        <p:sp>
          <p:nvSpPr>
            <p:cNvPr id="295" name="Google Shape;29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96" name="Google Shape;29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97" name="Google Shape;29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98" name="Google Shape;29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99" name="Google Shape;29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0" name="Google Shape;30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1" name="Google Shape;30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02" name="Google Shape;30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03" name="Google Shape;30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6" name="Google Shape;30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07" name="Google Shape;30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08" name="Google Shape;308;g2c157a2fb06_0_53"/>
          <p:cNvGrpSpPr/>
          <p:nvPr/>
        </p:nvGrpSpPr>
        <p:grpSpPr>
          <a:xfrm>
            <a:off x="662575" y="6212475"/>
            <a:ext cx="586800" cy="571500"/>
            <a:chOff x="662575" y="6212475"/>
            <a:chExt cx="586800" cy="571500"/>
          </a:xfrm>
        </p:grpSpPr>
        <p:sp>
          <p:nvSpPr>
            <p:cNvPr id="309" name="Google Shape;30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0" name="Google Shape;310;g2c157a2fb06_0_5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1" name="Google Shape;311;g2c157a2fb06_0_5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2" name="Google Shape;312;g2c157a2fb06_0_53"/>
          <p:cNvGrpSpPr/>
          <p:nvPr/>
        </p:nvGrpSpPr>
        <p:grpSpPr>
          <a:xfrm>
            <a:off x="7894350" y="6212475"/>
            <a:ext cx="586800" cy="571500"/>
            <a:chOff x="7894350" y="6212475"/>
            <a:chExt cx="586800" cy="571500"/>
          </a:xfrm>
        </p:grpSpPr>
        <p:sp>
          <p:nvSpPr>
            <p:cNvPr id="313" name="Google Shape;31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5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5" name="Google Shape;315;g2c157a2fb06_0_5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6" name="Google Shape;316;g2c157a2fb06_0_53"/>
          <p:cNvSpPr txBox="1">
            <a:spLocks noGrp="1"/>
          </p:cNvSpPr>
          <p:nvPr>
            <p:ph type="subTitle" idx="7"/>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17"/>
        <p:cNvGrpSpPr/>
        <p:nvPr/>
      </p:nvGrpSpPr>
      <p:grpSpPr>
        <a:xfrm>
          <a:off x="0" y="0"/>
          <a:ext cx="0" cy="0"/>
          <a:chOff x="0" y="0"/>
          <a:chExt cx="0" cy="0"/>
        </a:xfrm>
      </p:grpSpPr>
      <p:sp>
        <p:nvSpPr>
          <p:cNvPr id="318" name="Google Shape;318;g2c157a2fb06_0_15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0" name="Google Shape;320;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1" name="Google Shape;321;g2c157a2fb06_0_15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15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4" name="Google Shape;324;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pic>
        <p:nvPicPr>
          <p:cNvPr id="325" name="Google Shape;32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26" name="Google Shape;32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27" name="Google Shape;32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8" name="Google Shape;32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9" name="Google Shape;32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0" name="Google Shape;33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Full Circle</a:t>
            </a:r>
            <a:endParaRPr sz="3000" b="0" i="0" u="none" strike="noStrike" cap="none">
              <a:solidFill>
                <a:srgbClr val="92278F"/>
              </a:solidFill>
              <a:latin typeface="Poppins Medium"/>
              <a:ea typeface="Poppins Medium"/>
              <a:cs typeface="Poppins Medium"/>
              <a:sym typeface="Poppins Medium"/>
            </a:endParaRPr>
          </a:p>
        </p:txBody>
      </p:sp>
      <p:sp>
        <p:nvSpPr>
          <p:cNvPr id="331" name="Google Shape;33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3" name="Google Shape;33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36" name="Google Shape;33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37" name="Google Shape;337;g2c157a2fb06_0_158"/>
          <p:cNvGrpSpPr/>
          <p:nvPr/>
        </p:nvGrpSpPr>
        <p:grpSpPr>
          <a:xfrm>
            <a:off x="662575" y="6212475"/>
            <a:ext cx="586800" cy="571500"/>
            <a:chOff x="662575" y="6212475"/>
            <a:chExt cx="586800" cy="571500"/>
          </a:xfrm>
        </p:grpSpPr>
        <p:sp>
          <p:nvSpPr>
            <p:cNvPr id="338" name="Google Shape;33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9" name="Google Shape;339;g2c157a2fb06_0_15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0" name="Google Shape;340;g2c157a2fb06_0_15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1" name="Google Shape;341;g2c157a2fb06_0_158"/>
          <p:cNvGrpSpPr/>
          <p:nvPr/>
        </p:nvGrpSpPr>
        <p:grpSpPr>
          <a:xfrm>
            <a:off x="7894350" y="6212475"/>
            <a:ext cx="586800" cy="571500"/>
            <a:chOff x="7894350" y="6212475"/>
            <a:chExt cx="586800" cy="571500"/>
          </a:xfrm>
        </p:grpSpPr>
        <p:sp>
          <p:nvSpPr>
            <p:cNvPr id="342" name="Google Shape;34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15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15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45"/>
        <p:cNvGrpSpPr/>
        <p:nvPr/>
      </p:nvGrpSpPr>
      <p:grpSpPr>
        <a:xfrm>
          <a:off x="0" y="0"/>
          <a:ext cx="0" cy="0"/>
          <a:chOff x="0" y="0"/>
          <a:chExt cx="0" cy="0"/>
        </a:xfrm>
      </p:grpSpPr>
      <p:sp>
        <p:nvSpPr>
          <p:cNvPr id="346" name="Google Shape;346;g2c157a2fb06_0_263"/>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8" name="Google Shape;34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263"/>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263"/>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2" name="Google Shape;352;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353" name="Google Shape;353;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54" name="Google Shape;354;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5" name="Google Shape;355;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6" name="Google Shape;35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57" name="Google Shape;35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Picture Match</a:t>
            </a:r>
            <a:endParaRPr sz="3000" b="0" i="0" u="none" strike="noStrike" cap="none">
              <a:solidFill>
                <a:srgbClr val="92278F"/>
              </a:solidFill>
              <a:latin typeface="Poppins Medium"/>
              <a:ea typeface="Poppins Medium"/>
              <a:cs typeface="Poppins Medium"/>
              <a:sym typeface="Poppins Medium"/>
            </a:endParaRPr>
          </a:p>
        </p:txBody>
      </p:sp>
      <p:sp>
        <p:nvSpPr>
          <p:cNvPr id="358" name="Google Shape;358;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9" name="Google Shape;359;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0" name="Google Shape;360;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1" name="Google Shape;361;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2" name="Google Shape;362;g2c157a2fb06_0_263"/>
          <p:cNvSpPr>
            <a:spLocks noGrp="1"/>
          </p:cNvSpPr>
          <p:nvPr>
            <p:ph type="pic" idx="8"/>
          </p:nvPr>
        </p:nvSpPr>
        <p:spPr>
          <a:xfrm>
            <a:off x="5086375" y="4412425"/>
            <a:ext cx="2668800" cy="1291500"/>
          </a:xfrm>
          <a:prstGeom prst="rect">
            <a:avLst/>
          </a:prstGeom>
          <a:noFill/>
          <a:ln>
            <a:noFill/>
          </a:ln>
        </p:spPr>
      </p:sp>
      <p:sp>
        <p:nvSpPr>
          <p:cNvPr id="363" name="Google Shape;363;g2c157a2fb06_0_263"/>
          <p:cNvSpPr>
            <a:spLocks noGrp="1"/>
          </p:cNvSpPr>
          <p:nvPr>
            <p:ph type="pic" idx="9"/>
          </p:nvPr>
        </p:nvSpPr>
        <p:spPr>
          <a:xfrm>
            <a:off x="5086375" y="797675"/>
            <a:ext cx="2668800" cy="1291500"/>
          </a:xfrm>
          <a:prstGeom prst="rect">
            <a:avLst/>
          </a:prstGeom>
          <a:noFill/>
          <a:ln>
            <a:noFill/>
          </a:ln>
        </p:spPr>
      </p:sp>
      <p:sp>
        <p:nvSpPr>
          <p:cNvPr id="364" name="Google Shape;364;g2c157a2fb06_0_263"/>
          <p:cNvSpPr>
            <a:spLocks noGrp="1"/>
          </p:cNvSpPr>
          <p:nvPr>
            <p:ph type="pic" idx="13"/>
          </p:nvPr>
        </p:nvSpPr>
        <p:spPr>
          <a:xfrm>
            <a:off x="5086375" y="2002592"/>
            <a:ext cx="2668800" cy="1291500"/>
          </a:xfrm>
          <a:prstGeom prst="rect">
            <a:avLst/>
          </a:prstGeom>
          <a:noFill/>
          <a:ln>
            <a:noFill/>
          </a:ln>
        </p:spPr>
      </p:sp>
      <p:sp>
        <p:nvSpPr>
          <p:cNvPr id="365" name="Google Shape;365;g2c157a2fb06_0_263"/>
          <p:cNvSpPr>
            <a:spLocks noGrp="1"/>
          </p:cNvSpPr>
          <p:nvPr>
            <p:ph type="pic" idx="14"/>
          </p:nvPr>
        </p:nvSpPr>
        <p:spPr>
          <a:xfrm>
            <a:off x="5086375" y="3207508"/>
            <a:ext cx="2668800" cy="1291500"/>
          </a:xfrm>
          <a:prstGeom prst="rect">
            <a:avLst/>
          </a:prstGeom>
          <a:noFill/>
          <a:ln>
            <a:noFill/>
          </a:ln>
        </p:spPr>
      </p:sp>
      <p:sp>
        <p:nvSpPr>
          <p:cNvPr id="366" name="Google Shape;366;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263"/>
          <p:cNvGrpSpPr/>
          <p:nvPr/>
        </p:nvGrpSpPr>
        <p:grpSpPr>
          <a:xfrm>
            <a:off x="662575" y="6212475"/>
            <a:ext cx="586800" cy="571500"/>
            <a:chOff x="662575" y="6212475"/>
            <a:chExt cx="586800" cy="571500"/>
          </a:xfrm>
        </p:grpSpPr>
        <p:sp>
          <p:nvSpPr>
            <p:cNvPr id="369" name="Google Shape;369;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263">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263">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263"/>
          <p:cNvGrpSpPr/>
          <p:nvPr/>
        </p:nvGrpSpPr>
        <p:grpSpPr>
          <a:xfrm>
            <a:off x="7894350" y="6212475"/>
            <a:ext cx="586800" cy="571500"/>
            <a:chOff x="7894350" y="6212475"/>
            <a:chExt cx="586800" cy="571500"/>
          </a:xfrm>
        </p:grpSpPr>
        <p:sp>
          <p:nvSpPr>
            <p:cNvPr id="373" name="Google Shape;373;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263">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263">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76"/>
        <p:cNvGrpSpPr/>
        <p:nvPr/>
      </p:nvGrpSpPr>
      <p:grpSpPr>
        <a:xfrm>
          <a:off x="0" y="0"/>
          <a:ext cx="0" cy="0"/>
          <a:chOff x="0" y="0"/>
          <a:chExt cx="0" cy="0"/>
        </a:xfrm>
      </p:grpSpPr>
      <p:sp>
        <p:nvSpPr>
          <p:cNvPr id="377" name="Google Shape;377;g2c157a2fb06_0_467"/>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467"/>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86" name="Google Shape;38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87" name="Google Shape;38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8" name="Google Shape;388;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0" name="Google Shape;390;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Caption</a:t>
            </a:r>
            <a:endParaRPr sz="3000" b="0" i="0" u="none" strike="noStrike" cap="none">
              <a:solidFill>
                <a:srgbClr val="92278F"/>
              </a:solidFill>
              <a:latin typeface="Poppins Medium"/>
              <a:ea typeface="Poppins Medium"/>
              <a:cs typeface="Poppins Medium"/>
              <a:sym typeface="Poppins Medium"/>
            </a:endParaRPr>
          </a:p>
        </p:txBody>
      </p:sp>
      <p:sp>
        <p:nvSpPr>
          <p:cNvPr id="392" name="Google Shape;392;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467"/>
          <p:cNvGrpSpPr/>
          <p:nvPr/>
        </p:nvGrpSpPr>
        <p:grpSpPr>
          <a:xfrm>
            <a:off x="662575" y="6212475"/>
            <a:ext cx="586800" cy="571500"/>
            <a:chOff x="662575" y="6212475"/>
            <a:chExt cx="586800" cy="571500"/>
          </a:xfrm>
        </p:grpSpPr>
        <p:sp>
          <p:nvSpPr>
            <p:cNvPr id="395" name="Google Shape;395;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467">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467">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467"/>
          <p:cNvGrpSpPr/>
          <p:nvPr/>
        </p:nvGrpSpPr>
        <p:grpSpPr>
          <a:xfrm>
            <a:off x="7894350" y="6212475"/>
            <a:ext cx="586800" cy="571500"/>
            <a:chOff x="7894350" y="6212475"/>
            <a:chExt cx="586800" cy="571500"/>
          </a:xfrm>
        </p:grpSpPr>
        <p:sp>
          <p:nvSpPr>
            <p:cNvPr id="399" name="Google Shape;399;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467">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467">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02"/>
        <p:cNvGrpSpPr/>
        <p:nvPr/>
      </p:nvGrpSpPr>
      <p:grpSpPr>
        <a:xfrm>
          <a:off x="0" y="0"/>
          <a:ext cx="0" cy="0"/>
          <a:chOff x="0" y="0"/>
          <a:chExt cx="0" cy="0"/>
        </a:xfrm>
      </p:grpSpPr>
      <p:sp>
        <p:nvSpPr>
          <p:cNvPr id="403" name="Google Shape;403;g2c157a2fb06_0_629"/>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629"/>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629"/>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629"/>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12" name="Google Shape;412;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3" name="Google Shape;413;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4" name="Google Shape;414;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6" name="Google Shape;416;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Caption</a:t>
            </a:r>
            <a:endParaRPr sz="3000" b="0" i="0" u="none" strike="noStrike" cap="none">
              <a:solidFill>
                <a:srgbClr val="92278F"/>
              </a:solidFill>
              <a:latin typeface="Poppins Medium"/>
              <a:ea typeface="Poppins Medium"/>
              <a:cs typeface="Poppins Medium"/>
              <a:sym typeface="Poppins Medium"/>
            </a:endParaRPr>
          </a:p>
        </p:txBody>
      </p:sp>
      <p:sp>
        <p:nvSpPr>
          <p:cNvPr id="417" name="Google Shape;417;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629"/>
          <p:cNvGrpSpPr/>
          <p:nvPr/>
        </p:nvGrpSpPr>
        <p:grpSpPr>
          <a:xfrm>
            <a:off x="662575" y="6212475"/>
            <a:ext cx="586800" cy="571500"/>
            <a:chOff x="662575" y="6212475"/>
            <a:chExt cx="586800" cy="571500"/>
          </a:xfrm>
        </p:grpSpPr>
        <p:sp>
          <p:nvSpPr>
            <p:cNvPr id="421" name="Google Shape;421;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629">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629">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629"/>
          <p:cNvGrpSpPr/>
          <p:nvPr/>
        </p:nvGrpSpPr>
        <p:grpSpPr>
          <a:xfrm>
            <a:off x="7894350" y="6212475"/>
            <a:ext cx="586800" cy="571500"/>
            <a:chOff x="7894350" y="6212475"/>
            <a:chExt cx="586800" cy="571500"/>
          </a:xfrm>
        </p:grpSpPr>
        <p:sp>
          <p:nvSpPr>
            <p:cNvPr id="425" name="Google Shape;425;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629">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629">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28"/>
        <p:cNvGrpSpPr/>
        <p:nvPr/>
      </p:nvGrpSpPr>
      <p:grpSpPr>
        <a:xfrm>
          <a:off x="0" y="0"/>
          <a:ext cx="0" cy="0"/>
          <a:chOff x="0" y="0"/>
          <a:chExt cx="0" cy="0"/>
        </a:xfrm>
      </p:grpSpPr>
      <p:sp>
        <p:nvSpPr>
          <p:cNvPr id="429" name="Google Shape;429;g2c157a2fb06_0_798"/>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798"/>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798"/>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6" name="Google Shape;436;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7" name="Google Shape;437;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8" name="Google Shape;438;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39" name="Google Shape;439;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40" name="Google Shape;440;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1" name="Google Shape;441;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2" name="Google Shape;442;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3" name="Google Shape;443;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44" name="Google Shape;444;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Write a Sentence</a:t>
            </a:r>
            <a:endParaRPr sz="3000" b="0" i="0" u="none" strike="noStrike" cap="none">
              <a:solidFill>
                <a:srgbClr val="92278F"/>
              </a:solidFill>
              <a:latin typeface="Poppins Medium"/>
              <a:ea typeface="Poppins Medium"/>
              <a:cs typeface="Poppins Medium"/>
              <a:sym typeface="Poppins Medium"/>
            </a:endParaRPr>
          </a:p>
        </p:txBody>
      </p:sp>
      <p:sp>
        <p:nvSpPr>
          <p:cNvPr id="445" name="Google Shape;445;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6" name="Google Shape;446;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7" name="Google Shape;447;g2c157a2fb06_0_798"/>
          <p:cNvGrpSpPr/>
          <p:nvPr/>
        </p:nvGrpSpPr>
        <p:grpSpPr>
          <a:xfrm>
            <a:off x="662575" y="6212475"/>
            <a:ext cx="586800" cy="571500"/>
            <a:chOff x="662575" y="6212475"/>
            <a:chExt cx="586800" cy="571500"/>
          </a:xfrm>
        </p:grpSpPr>
        <p:sp>
          <p:nvSpPr>
            <p:cNvPr id="448" name="Google Shape;448;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798">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98">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1" name="Google Shape;451;g2c157a2fb06_0_798"/>
          <p:cNvGrpSpPr/>
          <p:nvPr/>
        </p:nvGrpSpPr>
        <p:grpSpPr>
          <a:xfrm>
            <a:off x="7894350" y="6212475"/>
            <a:ext cx="586800" cy="571500"/>
            <a:chOff x="7894350" y="6212475"/>
            <a:chExt cx="586800" cy="571500"/>
          </a:xfrm>
        </p:grpSpPr>
        <p:sp>
          <p:nvSpPr>
            <p:cNvPr id="452" name="Google Shape;452;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98">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98">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55"/>
        <p:cNvGrpSpPr/>
        <p:nvPr/>
      </p:nvGrpSpPr>
      <p:grpSpPr>
        <a:xfrm>
          <a:off x="0" y="0"/>
          <a:ext cx="0" cy="0"/>
          <a:chOff x="0" y="0"/>
          <a:chExt cx="0" cy="0"/>
        </a:xfrm>
      </p:grpSpPr>
      <p:sp>
        <p:nvSpPr>
          <p:cNvPr id="456" name="Google Shape;456;g2c157a2fb06_0_82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82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8" name="Google Shape;458;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9" name="Google Shape;459;g2c157a2fb06_0_82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2" name="Google Shape;462;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63" name="Google Shape;46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cxnSp>
        <p:nvCxnSpPr>
          <p:cNvPr id="464" name="Google Shape;46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65" name="Google Shape;46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66" name="Google Shape;46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67" name="Google Shape;46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68" name="Google Shape;468;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9" name="Google Shape;469;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70" name="Google Shape;470;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1" name="Google Shape;471;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Read a Sentence</a:t>
            </a:r>
            <a:endParaRPr sz="3000" b="0" i="0" u="none" strike="noStrike" cap="none">
              <a:solidFill>
                <a:srgbClr val="92278F"/>
              </a:solidFill>
              <a:latin typeface="Poppins Medium"/>
              <a:ea typeface="Poppins Medium"/>
              <a:cs typeface="Poppins Medium"/>
              <a:sym typeface="Poppins Medium"/>
            </a:endParaRPr>
          </a:p>
        </p:txBody>
      </p:sp>
      <p:sp>
        <p:nvSpPr>
          <p:cNvPr id="473" name="Google Shape;473;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74" name="Google Shape;474;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75" name="Google Shape;475;g2c157a2fb06_0_825"/>
          <p:cNvGrpSpPr/>
          <p:nvPr/>
        </p:nvGrpSpPr>
        <p:grpSpPr>
          <a:xfrm>
            <a:off x="662575" y="6212475"/>
            <a:ext cx="586800" cy="571500"/>
            <a:chOff x="662575" y="6212475"/>
            <a:chExt cx="586800" cy="571500"/>
          </a:xfrm>
        </p:grpSpPr>
        <p:sp>
          <p:nvSpPr>
            <p:cNvPr id="476" name="Google Shape;476;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82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82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9" name="Google Shape;479;g2c157a2fb06_0_825"/>
          <p:cNvGrpSpPr/>
          <p:nvPr/>
        </p:nvGrpSpPr>
        <p:grpSpPr>
          <a:xfrm>
            <a:off x="7894350" y="6212475"/>
            <a:ext cx="586800" cy="571500"/>
            <a:chOff x="7894350" y="6212475"/>
            <a:chExt cx="586800" cy="571500"/>
          </a:xfrm>
        </p:grpSpPr>
        <p:sp>
          <p:nvSpPr>
            <p:cNvPr id="480" name="Google Shape;480;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82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82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83"/>
        <p:cNvGrpSpPr/>
        <p:nvPr/>
      </p:nvGrpSpPr>
      <p:grpSpPr>
        <a:xfrm>
          <a:off x="0" y="0"/>
          <a:ext cx="0" cy="0"/>
          <a:chOff x="0" y="0"/>
          <a:chExt cx="0" cy="0"/>
        </a:xfrm>
      </p:grpSpPr>
      <p:sp>
        <p:nvSpPr>
          <p:cNvPr id="484" name="Google Shape;484;g2c157a2fb06_0_70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86" name="Google Shape;48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87" name="Google Shape;487;g2c157a2fb06_0_70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0" name="Google Shape;490;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491" name="Google Shape;49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5" name="Google Shape;495;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6" name="Google Shape;496;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7" name="Google Shape;497;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Hands Up, Pair Up</a:t>
            </a:r>
            <a:endParaRPr sz="3000" b="0" i="0" u="none" strike="noStrike" cap="none">
              <a:solidFill>
                <a:srgbClr val="92278F"/>
              </a:solidFill>
              <a:latin typeface="Poppins Medium"/>
              <a:ea typeface="Poppins Medium"/>
              <a:cs typeface="Poppins Medium"/>
              <a:sym typeface="Poppins Medium"/>
            </a:endParaRPr>
          </a:p>
        </p:txBody>
      </p:sp>
      <p:sp>
        <p:nvSpPr>
          <p:cNvPr id="498" name="Google Shape;498;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9" name="Google Shape;499;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1" name="Google Shape;501;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4" name="Google Shape;504;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8" name="Google Shape;508;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0" name="Google Shape;510;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1" name="Google Shape;511;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2" name="Google Shape;512;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3" name="Google Shape;513;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14" name="Google Shape;514;g2c157a2fb06_0_700"/>
          <p:cNvGrpSpPr/>
          <p:nvPr/>
        </p:nvGrpSpPr>
        <p:grpSpPr>
          <a:xfrm>
            <a:off x="662575" y="6212475"/>
            <a:ext cx="586800" cy="571500"/>
            <a:chOff x="662575" y="6212475"/>
            <a:chExt cx="586800" cy="571500"/>
          </a:xfrm>
        </p:grpSpPr>
        <p:sp>
          <p:nvSpPr>
            <p:cNvPr id="515" name="Google Shape;515;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70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8" name="Google Shape;518;g2c157a2fb06_0_700"/>
          <p:cNvGrpSpPr/>
          <p:nvPr/>
        </p:nvGrpSpPr>
        <p:grpSpPr>
          <a:xfrm>
            <a:off x="7894350" y="6212475"/>
            <a:ext cx="586800" cy="571500"/>
            <a:chOff x="7894350" y="6212475"/>
            <a:chExt cx="586800" cy="571500"/>
          </a:xfrm>
        </p:grpSpPr>
        <p:sp>
          <p:nvSpPr>
            <p:cNvPr id="519" name="Google Shape;519;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1" name="Google Shape;521;g2c157a2fb06_0_70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22"/>
        <p:cNvGrpSpPr/>
        <p:nvPr/>
      </p:nvGrpSpPr>
      <p:grpSpPr>
        <a:xfrm>
          <a:off x="0" y="0"/>
          <a:ext cx="0" cy="0"/>
          <a:chOff x="0" y="0"/>
          <a:chExt cx="0" cy="0"/>
        </a:xfrm>
      </p:grpSpPr>
      <p:sp>
        <p:nvSpPr>
          <p:cNvPr id="523" name="Google Shape;523;g2c157a2fb06_0_932"/>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932"/>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5" name="Google Shape;525;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6" name="Google Shape;526;g2c157a2fb06_0_932"/>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7" name="Google Shape;527;g2c157a2fb06_0_932"/>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29" name="Google Shape;529;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530" name="Google Shape;530;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1" name="Google Shape;531;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2" name="Google Shape;532;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Bingo</a:t>
            </a:r>
            <a:endParaRPr sz="3000" b="0" i="0" u="none" strike="noStrike" cap="none">
              <a:solidFill>
                <a:srgbClr val="92278F"/>
              </a:solidFill>
              <a:latin typeface="Poppins Medium"/>
              <a:ea typeface="Poppins Medium"/>
              <a:cs typeface="Poppins Medium"/>
              <a:sym typeface="Poppins Medium"/>
            </a:endParaRPr>
          </a:p>
        </p:txBody>
      </p:sp>
      <p:cxnSp>
        <p:nvCxnSpPr>
          <p:cNvPr id="533" name="Google Shape;533;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535" name="Google Shape;53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cxnSp>
        <p:nvCxnSpPr>
          <p:cNvPr id="536" name="Google Shape;536;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9" name="Google Shape;539;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0" name="Google Shape;540;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41" name="Google Shape;541;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42" name="Google Shape;542;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3" name="Google Shape;543;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4" name="Google Shape;544;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0" name="Google Shape;550;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1" name="Google Shape;551;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2" name="Google Shape;552;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53" name="Google Shape;553;g2c157a2fb06_0_932"/>
          <p:cNvGrpSpPr/>
          <p:nvPr/>
        </p:nvGrpSpPr>
        <p:grpSpPr>
          <a:xfrm>
            <a:off x="662575" y="6212475"/>
            <a:ext cx="586800" cy="571500"/>
            <a:chOff x="662575" y="6212475"/>
            <a:chExt cx="586800" cy="571500"/>
          </a:xfrm>
        </p:grpSpPr>
        <p:sp>
          <p:nvSpPr>
            <p:cNvPr id="554" name="Google Shape;554;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5" name="Google Shape;555;g2c157a2fb06_0_932">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6" name="Google Shape;556;g2c157a2fb06_0_932">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7" name="Google Shape;557;g2c157a2fb06_0_932"/>
          <p:cNvGrpSpPr/>
          <p:nvPr/>
        </p:nvGrpSpPr>
        <p:grpSpPr>
          <a:xfrm>
            <a:off x="7894350" y="6212475"/>
            <a:ext cx="586800" cy="571500"/>
            <a:chOff x="7894350" y="6212475"/>
            <a:chExt cx="586800" cy="571500"/>
          </a:xfrm>
        </p:grpSpPr>
        <p:sp>
          <p:nvSpPr>
            <p:cNvPr id="558" name="Google Shape;558;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9" name="Google Shape;559;g2c157a2fb06_0_932">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0" name="Google Shape;560;g2c157a2fb06_0_932">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61"/>
        <p:cNvGrpSpPr/>
        <p:nvPr/>
      </p:nvGrpSpPr>
      <p:grpSpPr>
        <a:xfrm>
          <a:off x="0" y="0"/>
          <a:ext cx="0" cy="0"/>
          <a:chOff x="0" y="0"/>
          <a:chExt cx="0" cy="0"/>
        </a:xfrm>
      </p:grpSpPr>
      <p:sp>
        <p:nvSpPr>
          <p:cNvPr id="562" name="Google Shape;562;g2c157a2fb06_0_1045"/>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4" name="Google Shape;564;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5" name="Google Shape;565;g2c157a2fb06_0_1045"/>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1045"/>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8" name="Google Shape;568;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cxnSp>
        <p:nvCxnSpPr>
          <p:cNvPr id="569" name="Google Shape;56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70" name="Google Shape;57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71" name="Google Shape;57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2" name="Google Shape;57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4" name="Google Shape;57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5" name="Google Shape;57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6" name="Google Shape;57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7" name="Google Shape;57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1" name="Google Shape;581;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2" name="Google Shape;582;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3" name="Google Shape;583;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4" name="Google Shape;584;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Lucky Dip</a:t>
            </a:r>
            <a:endParaRPr sz="3000" b="0" i="0" u="none" strike="noStrike" cap="none">
              <a:solidFill>
                <a:srgbClr val="92278F"/>
              </a:solidFill>
              <a:latin typeface="Poppins Medium"/>
              <a:ea typeface="Poppins Medium"/>
              <a:cs typeface="Poppins Medium"/>
              <a:sym typeface="Poppins Medium"/>
            </a:endParaRPr>
          </a:p>
        </p:txBody>
      </p:sp>
      <p:sp>
        <p:nvSpPr>
          <p:cNvPr id="585" name="Google Shape;585;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6" name="Google Shape;586;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7" name="Google Shape;587;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8" name="Google Shape;588;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89" name="Google Shape;589;g2c157a2fb06_0_1045"/>
          <p:cNvGrpSpPr/>
          <p:nvPr/>
        </p:nvGrpSpPr>
        <p:grpSpPr>
          <a:xfrm>
            <a:off x="662575" y="6212475"/>
            <a:ext cx="586800" cy="571500"/>
            <a:chOff x="662575" y="6212475"/>
            <a:chExt cx="586800" cy="571500"/>
          </a:xfrm>
        </p:grpSpPr>
        <p:sp>
          <p:nvSpPr>
            <p:cNvPr id="590" name="Google Shape;590;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045">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045">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3" name="Google Shape;593;g2c157a2fb06_0_1045"/>
          <p:cNvGrpSpPr/>
          <p:nvPr/>
        </p:nvGrpSpPr>
        <p:grpSpPr>
          <a:xfrm>
            <a:off x="7894350" y="6212475"/>
            <a:ext cx="586800" cy="571500"/>
            <a:chOff x="7894350" y="6212475"/>
            <a:chExt cx="586800" cy="571500"/>
          </a:xfrm>
        </p:grpSpPr>
        <p:sp>
          <p:nvSpPr>
            <p:cNvPr id="594" name="Google Shape;594;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045">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045">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97"/>
        <p:cNvGrpSpPr/>
        <p:nvPr/>
      </p:nvGrpSpPr>
      <p:grpSpPr>
        <a:xfrm>
          <a:off x="0" y="0"/>
          <a:ext cx="0" cy="0"/>
          <a:chOff x="0" y="0"/>
          <a:chExt cx="0" cy="0"/>
        </a:xfrm>
      </p:grpSpPr>
      <p:sp>
        <p:nvSpPr>
          <p:cNvPr id="598" name="Google Shape;598;g2c157a2fb06_0_1110"/>
          <p:cNvSpPr/>
          <p:nvPr/>
        </p:nvSpPr>
        <p:spPr>
          <a:xfrm>
            <a:off x="8557475"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8562263"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0" name="Google Shape;600;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1" name="Google Shape;601;g2c157a2fb06_0_1110"/>
          <p:cNvSpPr/>
          <p:nvPr/>
        </p:nvSpPr>
        <p:spPr>
          <a:xfrm flipH="1">
            <a:off x="-258" y="-4275"/>
            <a:ext cx="586500" cy="6862200"/>
          </a:xfrm>
          <a:prstGeom prst="rect">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2" name="Google Shape;602;g2c157a2fb06_0_1110"/>
          <p:cNvSpPr/>
          <p:nvPr/>
        </p:nvSpPr>
        <p:spPr>
          <a:xfrm flipH="1">
            <a:off x="-5045" y="-2100"/>
            <a:ext cx="586500" cy="2453100"/>
          </a:xfrm>
          <a:prstGeom prst="rect">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4" name="Google Shape;604;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5 - Vowel Sounds</a:t>
            </a:r>
            <a:endParaRPr sz="1800" b="0" i="0" u="none" strike="noStrike" cap="none">
              <a:solidFill>
                <a:srgbClr val="FFFFFF"/>
              </a:solidFill>
              <a:latin typeface="Poppins SemiBold"/>
              <a:ea typeface="Poppins SemiBold"/>
              <a:cs typeface="Poppins SemiBold"/>
              <a:sym typeface="Poppins SemiBold"/>
            </a:endParaRPr>
          </a:p>
        </p:txBody>
      </p:sp>
      <p:sp>
        <p:nvSpPr>
          <p:cNvPr id="605" name="Google Shape;605;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6" name="Google Shape;606;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92278F"/>
              </a:buClr>
              <a:buSzPts val="1800"/>
              <a:buFont typeface="Poppins Medium"/>
              <a:buNone/>
              <a:defRPr sz="1800">
                <a:solidFill>
                  <a:srgbClr val="92278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7" name="Google Shape;607;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8" name="Google Shape;608;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9" name="Google Shape;609;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92278F"/>
                </a:solidFill>
                <a:latin typeface="Poppins Medium"/>
                <a:ea typeface="Poppins Medium"/>
                <a:cs typeface="Poppins Medium"/>
                <a:sym typeface="Poppins Medium"/>
              </a:rPr>
              <a:t>Countdown</a:t>
            </a:r>
            <a:endParaRPr sz="3000" b="0" i="0" u="none" strike="noStrike" cap="none">
              <a:solidFill>
                <a:srgbClr val="92278F"/>
              </a:solidFill>
              <a:latin typeface="Poppins Medium"/>
              <a:ea typeface="Poppins Medium"/>
              <a:cs typeface="Poppins Medium"/>
              <a:sym typeface="Poppins Medium"/>
            </a:endParaRPr>
          </a:p>
        </p:txBody>
      </p:sp>
      <p:sp>
        <p:nvSpPr>
          <p:cNvPr id="610" name="Google Shape;610;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2" name="Google Shape;612;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3" name="Google Shape;613;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4" name="Google Shape;614;g2c157a2fb06_0_1110"/>
          <p:cNvGrpSpPr/>
          <p:nvPr/>
        </p:nvGrpSpPr>
        <p:grpSpPr>
          <a:xfrm>
            <a:off x="5806200" y="1807463"/>
            <a:ext cx="756300" cy="146700"/>
            <a:chOff x="5806200" y="1807463"/>
            <a:chExt cx="756300" cy="146700"/>
          </a:xfrm>
        </p:grpSpPr>
        <p:sp>
          <p:nvSpPr>
            <p:cNvPr id="615" name="Google Shape;615;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8" name="Google Shape;618;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9" name="Google Shape;619;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0" name="Google Shape;620;g2c157a2fb06_0_1110"/>
          <p:cNvGrpSpPr/>
          <p:nvPr/>
        </p:nvGrpSpPr>
        <p:grpSpPr>
          <a:xfrm>
            <a:off x="5806200" y="2842438"/>
            <a:ext cx="756300" cy="146700"/>
            <a:chOff x="5806200" y="1807463"/>
            <a:chExt cx="756300" cy="146700"/>
          </a:xfrm>
        </p:grpSpPr>
        <p:sp>
          <p:nvSpPr>
            <p:cNvPr id="621" name="Google Shape;621;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4" name="Google Shape;624;g2c157a2fb06_0_1110"/>
          <p:cNvGrpSpPr/>
          <p:nvPr/>
        </p:nvGrpSpPr>
        <p:grpSpPr>
          <a:xfrm>
            <a:off x="5806200" y="3877413"/>
            <a:ext cx="756300" cy="146700"/>
            <a:chOff x="5806200" y="1807463"/>
            <a:chExt cx="756300" cy="146700"/>
          </a:xfrm>
        </p:grpSpPr>
        <p:sp>
          <p:nvSpPr>
            <p:cNvPr id="625" name="Google Shape;625;g2c157a2fb06_0_1110"/>
            <p:cNvSpPr/>
            <p:nvPr/>
          </p:nvSpPr>
          <p:spPr>
            <a:xfrm>
              <a:off x="58062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110"/>
            <p:cNvSpPr/>
            <p:nvPr/>
          </p:nvSpPr>
          <p:spPr>
            <a:xfrm>
              <a:off x="61110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157a2fb06_0_1110"/>
            <p:cNvSpPr/>
            <p:nvPr/>
          </p:nvSpPr>
          <p:spPr>
            <a:xfrm>
              <a:off x="6415800" y="1807463"/>
              <a:ext cx="146700" cy="146700"/>
            </a:xfrm>
            <a:prstGeom prst="ellipse">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8" name="Google Shape;628;g2c157a2fb06_0_1110"/>
          <p:cNvGrpSpPr/>
          <p:nvPr/>
        </p:nvGrpSpPr>
        <p:grpSpPr>
          <a:xfrm>
            <a:off x="662575" y="6212475"/>
            <a:ext cx="586800" cy="571500"/>
            <a:chOff x="662575" y="6212475"/>
            <a:chExt cx="586800" cy="571500"/>
          </a:xfrm>
        </p:grpSpPr>
        <p:sp>
          <p:nvSpPr>
            <p:cNvPr id="629" name="Google Shape;629;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0" name="Google Shape;630;g2c157a2fb06_0_1110">
              <a:hlinkClick r:id="" action="ppaction://hlinkshowjump?jump=previousslide"/>
            </p:cNvPr>
            <p:cNvSpPr/>
            <p:nvPr/>
          </p:nvSpPr>
          <p:spPr>
            <a:xfrm>
              <a:off x="767700"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1" name="Google Shape;631;g2c157a2fb06_0_1110">
              <a:hlinkClick r:id="" action="ppaction://hlinkshowjump?jump=previousslide"/>
            </p:cNvPr>
            <p:cNvSpPr/>
            <p:nvPr/>
          </p:nvSpPr>
          <p:spPr>
            <a:xfrm flipH="1">
              <a:off x="869175"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32" name="Google Shape;632;g2c157a2fb06_0_1110"/>
          <p:cNvGrpSpPr/>
          <p:nvPr/>
        </p:nvGrpSpPr>
        <p:grpSpPr>
          <a:xfrm>
            <a:off x="7894350" y="6212475"/>
            <a:ext cx="586800" cy="571500"/>
            <a:chOff x="7894350" y="6212475"/>
            <a:chExt cx="586800" cy="571500"/>
          </a:xfrm>
        </p:grpSpPr>
        <p:sp>
          <p:nvSpPr>
            <p:cNvPr id="633" name="Google Shape;633;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4" name="Google Shape;634;g2c157a2fb06_0_1110">
              <a:hlinkClick r:id="" action="ppaction://hlinkshowjump?jump=nextslide"/>
            </p:cNvPr>
            <p:cNvSpPr/>
            <p:nvPr/>
          </p:nvSpPr>
          <p:spPr>
            <a:xfrm flipH="1">
              <a:off x="8000425" y="6313675"/>
              <a:ext cx="375600" cy="375600"/>
            </a:xfrm>
            <a:prstGeom prst="ellipse">
              <a:avLst/>
            </a:prstGeom>
            <a:solidFill>
              <a:srgbClr val="EBE3E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g2c157a2fb06_0_1110">
              <a:hlinkClick r:id="" action="ppaction://hlinkshowjump?jump=nextslide"/>
            </p:cNvPr>
            <p:cNvSpPr/>
            <p:nvPr/>
          </p:nvSpPr>
          <p:spPr>
            <a:xfrm>
              <a:off x="8120950" y="6409225"/>
              <a:ext cx="153600" cy="184500"/>
            </a:xfrm>
            <a:prstGeom prst="chevron">
              <a:avLst>
                <a:gd name="adj" fmla="val 50000"/>
              </a:avLst>
            </a:prstGeom>
            <a:solidFill>
              <a:srgbClr val="92278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36"/>
        <p:cNvGrpSpPr/>
        <p:nvPr/>
      </p:nvGrpSpPr>
      <p:grpSpPr>
        <a:xfrm>
          <a:off x="0" y="0"/>
          <a:ext cx="0" cy="0"/>
          <a:chOff x="0" y="0"/>
          <a:chExt cx="0" cy="0"/>
        </a:xfrm>
      </p:grpSpPr>
      <p:sp>
        <p:nvSpPr>
          <p:cNvPr id="637" name="Google Shape;637;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8" name="Google Shape;638;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41" name="Google Shape;641;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44" name="Google Shape;644;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45" name="Google Shape;645;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46" name="Google Shape;646;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47" name="Google Shape;647;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48" name="Google Shape;648;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49" name="Google Shape;649;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50" name="Google Shape;650;p30"/>
          <p:cNvGrpSpPr/>
          <p:nvPr/>
        </p:nvGrpSpPr>
        <p:grpSpPr>
          <a:xfrm>
            <a:off x="6022940" y="5341706"/>
            <a:ext cx="594501" cy="305904"/>
            <a:chOff x="5672081" y="1914352"/>
            <a:chExt cx="792668" cy="305904"/>
          </a:xfrm>
        </p:grpSpPr>
        <p:sp>
          <p:nvSpPr>
            <p:cNvPr id="651" name="Google Shape;651;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53" name="Google Shape;653;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54" name="Google Shape;654;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63" name="Google Shape;663;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5" name="Google Shape;665;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6" name="Google Shape;666;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7" name="Google Shape;667;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9" name="Google Shape;669;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0" name="Google Shape;670;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71" name="Google Shape;671;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72" name="Google Shape;672;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73" name="Google Shape;673;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74" name="Google Shape;674;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75" name="Google Shape;675;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76" name="Google Shape;676;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77" name="Google Shape;677;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8" name="Google Shape;678;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9" name="Google Shape;679;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80" name="Google Shape;680;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81" name="Google Shape;681;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82"/>
        <p:cNvGrpSpPr/>
        <p:nvPr/>
      </p:nvGrpSpPr>
      <p:grpSpPr>
        <a:xfrm>
          <a:off x="0" y="0"/>
          <a:ext cx="0" cy="0"/>
          <a:chOff x="0" y="0"/>
          <a:chExt cx="0" cy="0"/>
        </a:xfrm>
      </p:grpSpPr>
      <p:sp>
        <p:nvSpPr>
          <p:cNvPr id="683" name="Google Shape;683;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84" name="Google Shape;684;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85" name="Google Shape;685;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86"/>
        <p:cNvGrpSpPr/>
        <p:nvPr/>
      </p:nvGrpSpPr>
      <p:grpSpPr>
        <a:xfrm>
          <a:off x="0" y="0"/>
          <a:ext cx="0" cy="0"/>
          <a:chOff x="0" y="0"/>
          <a:chExt cx="0" cy="0"/>
        </a:xfrm>
      </p:grpSpPr>
      <p:sp>
        <p:nvSpPr>
          <p:cNvPr id="687" name="Google Shape;687;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88" name="Google Shape;688;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89" name="Google Shape;689;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slide" Target="slide10.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slide" Target="slide8.xml"/><Relationship Id="rId5" Type="http://schemas.openxmlformats.org/officeDocument/2006/relationships/image" Target="../media/image10.png"/><Relationship Id="rId10" Type="http://schemas.openxmlformats.org/officeDocument/2006/relationships/slide" Target="slide6.xml"/><Relationship Id="rId4" Type="http://schemas.openxmlformats.org/officeDocument/2006/relationships/image" Target="../media/image9.png"/><Relationship Id="rId9" Type="http://schemas.openxmlformats.org/officeDocument/2006/relationships/slide" Target="slide7.xml"/></Relationships>
</file>

<file path=ppt/slides/_rels/slide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notesSlide" Target="../notesSlides/notesSlide3.xml"/><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s>
</file>

<file path=ppt/slides/_rels/slide4.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1.png"/><Relationship Id="rId26" Type="http://schemas.openxmlformats.org/officeDocument/2006/relationships/image" Target="../media/image59.png"/><Relationship Id="rId3" Type="http://schemas.openxmlformats.org/officeDocument/2006/relationships/image" Target="../media/image36.png"/><Relationship Id="rId21" Type="http://schemas.openxmlformats.org/officeDocument/2006/relationships/image" Target="../media/image54.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5" Type="http://schemas.openxmlformats.org/officeDocument/2006/relationships/image" Target="../media/image58.png"/><Relationship Id="rId2" Type="http://schemas.openxmlformats.org/officeDocument/2006/relationships/notesSlide" Target="../notesSlides/notesSlide4.xml"/><Relationship Id="rId16" Type="http://schemas.openxmlformats.org/officeDocument/2006/relationships/image" Target="../media/image49.png"/><Relationship Id="rId20" Type="http://schemas.openxmlformats.org/officeDocument/2006/relationships/image" Target="../media/image53.png"/><Relationship Id="rId29" Type="http://schemas.openxmlformats.org/officeDocument/2006/relationships/image" Target="../media/image62.png"/><Relationship Id="rId1" Type="http://schemas.openxmlformats.org/officeDocument/2006/relationships/slideLayout" Target="../slideLayouts/slideLayout3.xml"/><Relationship Id="rId6" Type="http://schemas.openxmlformats.org/officeDocument/2006/relationships/image" Target="../media/image39.png"/><Relationship Id="rId11" Type="http://schemas.openxmlformats.org/officeDocument/2006/relationships/image" Target="../media/image44.png"/><Relationship Id="rId24" Type="http://schemas.openxmlformats.org/officeDocument/2006/relationships/image" Target="../media/image57.png"/><Relationship Id="rId5" Type="http://schemas.openxmlformats.org/officeDocument/2006/relationships/image" Target="../media/image38.png"/><Relationship Id="rId15" Type="http://schemas.openxmlformats.org/officeDocument/2006/relationships/image" Target="../media/image48.png"/><Relationship Id="rId23" Type="http://schemas.openxmlformats.org/officeDocument/2006/relationships/image" Target="../media/image56.png"/><Relationship Id="rId28" Type="http://schemas.openxmlformats.org/officeDocument/2006/relationships/image" Target="../media/image61.png"/><Relationship Id="rId10" Type="http://schemas.openxmlformats.org/officeDocument/2006/relationships/image" Target="../media/image43.png"/><Relationship Id="rId19" Type="http://schemas.openxmlformats.org/officeDocument/2006/relationships/image" Target="../media/image52.png"/><Relationship Id="rId31" Type="http://schemas.openxmlformats.org/officeDocument/2006/relationships/image" Target="../media/image64.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 Id="rId22" Type="http://schemas.openxmlformats.org/officeDocument/2006/relationships/image" Target="../media/image55.png"/><Relationship Id="rId27" Type="http://schemas.openxmlformats.org/officeDocument/2006/relationships/image" Target="../media/image60.png"/><Relationship Id="rId30" Type="http://schemas.openxmlformats.org/officeDocument/2006/relationships/image" Target="../media/image63.png"/></Relationships>
</file>

<file path=ppt/slides/_rels/slide5.xml.rels><?xml version="1.0" encoding="UTF-8" standalone="yes"?>
<Relationships xmlns="http://schemas.openxmlformats.org/package/2006/relationships"><Relationship Id="rId13" Type="http://schemas.openxmlformats.org/officeDocument/2006/relationships/image" Target="../media/image75.png"/><Relationship Id="rId18" Type="http://schemas.openxmlformats.org/officeDocument/2006/relationships/image" Target="../media/image80.png"/><Relationship Id="rId26" Type="http://schemas.openxmlformats.org/officeDocument/2006/relationships/image" Target="../media/image88.png"/><Relationship Id="rId39" Type="http://schemas.openxmlformats.org/officeDocument/2006/relationships/image" Target="../media/image101.png"/><Relationship Id="rId21" Type="http://schemas.openxmlformats.org/officeDocument/2006/relationships/image" Target="../media/image83.png"/><Relationship Id="rId34" Type="http://schemas.openxmlformats.org/officeDocument/2006/relationships/image" Target="../media/image96.png"/><Relationship Id="rId7" Type="http://schemas.openxmlformats.org/officeDocument/2006/relationships/image" Target="../media/image69.png"/><Relationship Id="rId12" Type="http://schemas.openxmlformats.org/officeDocument/2006/relationships/image" Target="../media/image74.png"/><Relationship Id="rId17" Type="http://schemas.openxmlformats.org/officeDocument/2006/relationships/image" Target="../media/image79.png"/><Relationship Id="rId25" Type="http://schemas.openxmlformats.org/officeDocument/2006/relationships/image" Target="../media/image87.png"/><Relationship Id="rId33" Type="http://schemas.openxmlformats.org/officeDocument/2006/relationships/image" Target="../media/image95.png"/><Relationship Id="rId38" Type="http://schemas.openxmlformats.org/officeDocument/2006/relationships/image" Target="../media/image100.png"/><Relationship Id="rId2" Type="http://schemas.openxmlformats.org/officeDocument/2006/relationships/notesSlide" Target="../notesSlides/notesSlide5.xml"/><Relationship Id="rId16" Type="http://schemas.openxmlformats.org/officeDocument/2006/relationships/image" Target="../media/image78.png"/><Relationship Id="rId20" Type="http://schemas.openxmlformats.org/officeDocument/2006/relationships/image" Target="../media/image82.png"/><Relationship Id="rId29" Type="http://schemas.openxmlformats.org/officeDocument/2006/relationships/image" Target="../media/image91.png"/><Relationship Id="rId1" Type="http://schemas.openxmlformats.org/officeDocument/2006/relationships/slideLayout" Target="../slideLayouts/slideLayout3.xml"/><Relationship Id="rId6" Type="http://schemas.openxmlformats.org/officeDocument/2006/relationships/image" Target="../media/image68.png"/><Relationship Id="rId11" Type="http://schemas.openxmlformats.org/officeDocument/2006/relationships/image" Target="../media/image73.png"/><Relationship Id="rId24" Type="http://schemas.openxmlformats.org/officeDocument/2006/relationships/image" Target="../media/image86.png"/><Relationship Id="rId32" Type="http://schemas.openxmlformats.org/officeDocument/2006/relationships/image" Target="../media/image94.png"/><Relationship Id="rId37" Type="http://schemas.openxmlformats.org/officeDocument/2006/relationships/image" Target="../media/image99.png"/><Relationship Id="rId5" Type="http://schemas.openxmlformats.org/officeDocument/2006/relationships/image" Target="../media/image67.png"/><Relationship Id="rId15" Type="http://schemas.openxmlformats.org/officeDocument/2006/relationships/image" Target="../media/image77.png"/><Relationship Id="rId23" Type="http://schemas.openxmlformats.org/officeDocument/2006/relationships/image" Target="../media/image85.png"/><Relationship Id="rId28" Type="http://schemas.openxmlformats.org/officeDocument/2006/relationships/image" Target="../media/image90.png"/><Relationship Id="rId36" Type="http://schemas.openxmlformats.org/officeDocument/2006/relationships/image" Target="../media/image98.png"/><Relationship Id="rId10" Type="http://schemas.openxmlformats.org/officeDocument/2006/relationships/image" Target="../media/image72.png"/><Relationship Id="rId19" Type="http://schemas.openxmlformats.org/officeDocument/2006/relationships/image" Target="../media/image81.png"/><Relationship Id="rId31" Type="http://schemas.openxmlformats.org/officeDocument/2006/relationships/image" Target="../media/image93.png"/><Relationship Id="rId4" Type="http://schemas.openxmlformats.org/officeDocument/2006/relationships/image" Target="../media/image66.png"/><Relationship Id="rId9" Type="http://schemas.openxmlformats.org/officeDocument/2006/relationships/image" Target="../media/image71.png"/><Relationship Id="rId14" Type="http://schemas.openxmlformats.org/officeDocument/2006/relationships/image" Target="../media/image76.png"/><Relationship Id="rId22" Type="http://schemas.openxmlformats.org/officeDocument/2006/relationships/image" Target="../media/image84.png"/><Relationship Id="rId27" Type="http://schemas.openxmlformats.org/officeDocument/2006/relationships/image" Target="../media/image89.png"/><Relationship Id="rId30" Type="http://schemas.openxmlformats.org/officeDocument/2006/relationships/image" Target="../media/image92.png"/><Relationship Id="rId35" Type="http://schemas.openxmlformats.org/officeDocument/2006/relationships/image" Target="../media/image97.png"/><Relationship Id="rId8" Type="http://schemas.openxmlformats.org/officeDocument/2006/relationships/image" Target="../media/image70.png"/><Relationship Id="rId3" Type="http://schemas.openxmlformats.org/officeDocument/2006/relationships/image" Target="../media/image65.png"/></Relationships>
</file>

<file path=ppt/slides/_rels/slide6.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png"/><Relationship Id="rId3" Type="http://schemas.openxmlformats.org/officeDocument/2006/relationships/image" Target="../media/image12.png"/><Relationship Id="rId7" Type="http://schemas.openxmlformats.org/officeDocument/2006/relationships/image" Target="../media/image105.png"/><Relationship Id="rId12" Type="http://schemas.openxmlformats.org/officeDocument/2006/relationships/image" Target="../media/image110.png"/><Relationship Id="rId2" Type="http://schemas.openxmlformats.org/officeDocument/2006/relationships/notesSlide" Target="../notesSlides/notesSlide6.xml"/><Relationship Id="rId16" Type="http://schemas.openxmlformats.org/officeDocument/2006/relationships/image" Target="../media/image114.png"/><Relationship Id="rId1" Type="http://schemas.openxmlformats.org/officeDocument/2006/relationships/slideLayout" Target="../slideLayouts/slideLayout3.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5" Type="http://schemas.openxmlformats.org/officeDocument/2006/relationships/image" Target="../media/image113.png"/><Relationship Id="rId10" Type="http://schemas.openxmlformats.org/officeDocument/2006/relationships/image" Target="../media/image108.png"/><Relationship Id="rId4" Type="http://schemas.openxmlformats.org/officeDocument/2006/relationships/image" Target="../media/image102.png"/><Relationship Id="rId9" Type="http://schemas.openxmlformats.org/officeDocument/2006/relationships/image" Target="../media/image107.png"/><Relationship Id="rId14" Type="http://schemas.openxmlformats.org/officeDocument/2006/relationships/image" Target="../media/image112.png"/></Relationships>
</file>

<file path=ppt/slides/_rels/slide7.xml.rels><?xml version="1.0" encoding="UTF-8" standalone="yes"?>
<Relationships xmlns="http://schemas.openxmlformats.org/package/2006/relationships"><Relationship Id="rId8" Type="http://schemas.openxmlformats.org/officeDocument/2006/relationships/image" Target="../media/image120.png"/><Relationship Id="rId13" Type="http://schemas.openxmlformats.org/officeDocument/2006/relationships/image" Target="../media/image125.png"/><Relationship Id="rId18" Type="http://schemas.openxmlformats.org/officeDocument/2006/relationships/image" Target="../media/image130.png"/><Relationship Id="rId26" Type="http://schemas.openxmlformats.org/officeDocument/2006/relationships/image" Target="../media/image137.png"/><Relationship Id="rId3" Type="http://schemas.openxmlformats.org/officeDocument/2006/relationships/image" Target="../media/image115.png"/><Relationship Id="rId21" Type="http://schemas.openxmlformats.org/officeDocument/2006/relationships/image" Target="../media/image132.png"/><Relationship Id="rId7" Type="http://schemas.openxmlformats.org/officeDocument/2006/relationships/image" Target="../media/image119.png"/><Relationship Id="rId12" Type="http://schemas.openxmlformats.org/officeDocument/2006/relationships/image" Target="../media/image124.png"/><Relationship Id="rId17" Type="http://schemas.openxmlformats.org/officeDocument/2006/relationships/image" Target="../media/image129.png"/><Relationship Id="rId25" Type="http://schemas.openxmlformats.org/officeDocument/2006/relationships/image" Target="../media/image136.png"/><Relationship Id="rId2" Type="http://schemas.openxmlformats.org/officeDocument/2006/relationships/notesSlide" Target="../notesSlides/notesSlide7.xml"/><Relationship Id="rId16" Type="http://schemas.openxmlformats.org/officeDocument/2006/relationships/image" Target="../media/image128.png"/><Relationship Id="rId20" Type="http://schemas.openxmlformats.org/officeDocument/2006/relationships/image" Target="../media/image131.png"/><Relationship Id="rId29" Type="http://schemas.openxmlformats.org/officeDocument/2006/relationships/image" Target="../media/image140.png"/><Relationship Id="rId1" Type="http://schemas.openxmlformats.org/officeDocument/2006/relationships/slideLayout" Target="../slideLayouts/slideLayout3.xml"/><Relationship Id="rId6" Type="http://schemas.openxmlformats.org/officeDocument/2006/relationships/image" Target="../media/image118.png"/><Relationship Id="rId11" Type="http://schemas.openxmlformats.org/officeDocument/2006/relationships/image" Target="../media/image123.png"/><Relationship Id="rId24" Type="http://schemas.openxmlformats.org/officeDocument/2006/relationships/image" Target="../media/image135.png"/><Relationship Id="rId5" Type="http://schemas.openxmlformats.org/officeDocument/2006/relationships/image" Target="../media/image117.png"/><Relationship Id="rId15" Type="http://schemas.openxmlformats.org/officeDocument/2006/relationships/image" Target="../media/image127.png"/><Relationship Id="rId23" Type="http://schemas.openxmlformats.org/officeDocument/2006/relationships/image" Target="../media/image134.png"/><Relationship Id="rId28" Type="http://schemas.openxmlformats.org/officeDocument/2006/relationships/image" Target="../media/image139.png"/><Relationship Id="rId10" Type="http://schemas.openxmlformats.org/officeDocument/2006/relationships/image" Target="../media/image122.png"/><Relationship Id="rId19" Type="http://schemas.openxmlformats.org/officeDocument/2006/relationships/image" Target="../media/image11.png"/><Relationship Id="rId4" Type="http://schemas.openxmlformats.org/officeDocument/2006/relationships/image" Target="../media/image116.png"/><Relationship Id="rId9" Type="http://schemas.openxmlformats.org/officeDocument/2006/relationships/image" Target="../media/image121.png"/><Relationship Id="rId14" Type="http://schemas.openxmlformats.org/officeDocument/2006/relationships/image" Target="../media/image126.png"/><Relationship Id="rId22" Type="http://schemas.openxmlformats.org/officeDocument/2006/relationships/image" Target="../media/image133.png"/><Relationship Id="rId27" Type="http://schemas.openxmlformats.org/officeDocument/2006/relationships/image" Target="../media/image138.png"/><Relationship Id="rId30" Type="http://schemas.openxmlformats.org/officeDocument/2006/relationships/image" Target="../media/image141.png"/></Relationships>
</file>

<file path=ppt/slides/_rels/slide8.xml.rels><?xml version="1.0" encoding="UTF-8" standalone="yes"?>
<Relationships xmlns="http://schemas.openxmlformats.org/package/2006/relationships"><Relationship Id="rId8" Type="http://schemas.openxmlformats.org/officeDocument/2006/relationships/image" Target="../media/image147.png"/><Relationship Id="rId13" Type="http://schemas.openxmlformats.org/officeDocument/2006/relationships/image" Target="../media/image151.png"/><Relationship Id="rId3" Type="http://schemas.openxmlformats.org/officeDocument/2006/relationships/image" Target="../media/image142.png"/><Relationship Id="rId7" Type="http://schemas.openxmlformats.org/officeDocument/2006/relationships/image" Target="../media/image146.png"/><Relationship Id="rId12" Type="http://schemas.openxmlformats.org/officeDocument/2006/relationships/image" Target="../media/image150.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45.png"/><Relationship Id="rId11" Type="http://schemas.openxmlformats.org/officeDocument/2006/relationships/image" Target="../media/image149.png"/><Relationship Id="rId5" Type="http://schemas.openxmlformats.org/officeDocument/2006/relationships/image" Target="../media/image144.png"/><Relationship Id="rId15" Type="http://schemas.openxmlformats.org/officeDocument/2006/relationships/image" Target="../media/image153.png"/><Relationship Id="rId10" Type="http://schemas.openxmlformats.org/officeDocument/2006/relationships/image" Target="../media/image10.png"/><Relationship Id="rId4" Type="http://schemas.openxmlformats.org/officeDocument/2006/relationships/image" Target="../media/image143.png"/><Relationship Id="rId9" Type="http://schemas.openxmlformats.org/officeDocument/2006/relationships/image" Target="../media/image148.png"/><Relationship Id="rId14" Type="http://schemas.openxmlformats.org/officeDocument/2006/relationships/image" Target="../media/image152.png"/></Relationships>
</file>

<file path=ppt/slides/_rels/slide9.xml.rels><?xml version="1.0" encoding="UTF-8" standalone="yes"?>
<Relationships xmlns="http://schemas.openxmlformats.org/package/2006/relationships"><Relationship Id="rId8" Type="http://schemas.openxmlformats.org/officeDocument/2006/relationships/image" Target="../media/image159.png"/><Relationship Id="rId13" Type="http://schemas.openxmlformats.org/officeDocument/2006/relationships/image" Target="../media/image160.png"/><Relationship Id="rId3" Type="http://schemas.openxmlformats.org/officeDocument/2006/relationships/image" Target="../media/image154.png"/><Relationship Id="rId7" Type="http://schemas.openxmlformats.org/officeDocument/2006/relationships/image" Target="../media/image158.png"/><Relationship Id="rId12"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57.png"/><Relationship Id="rId11" Type="http://schemas.openxmlformats.org/officeDocument/2006/relationships/image" Target="../media/image6.png"/><Relationship Id="rId5" Type="http://schemas.openxmlformats.org/officeDocument/2006/relationships/image" Target="../media/image156.png"/><Relationship Id="rId10" Type="http://schemas.openxmlformats.org/officeDocument/2006/relationships/image" Target="../media/image7.png"/><Relationship Id="rId4" Type="http://schemas.openxmlformats.org/officeDocument/2006/relationships/image" Target="../media/image155.png"/><Relationship Id="rId9" Type="http://schemas.openxmlformats.org/officeDocument/2006/relationships/image" Target="../media/image8.png"/><Relationship Id="rId14" Type="http://schemas.openxmlformats.org/officeDocument/2006/relationships/image" Target="../media/image161.png"/></Relationships>
</file>

<file path=ppt/slides/_rels/slide10.xml.rels><?xml version="1.0" encoding="UTF-8" standalone="yes"?>
<Relationships xmlns="http://schemas.openxmlformats.org/package/2006/relationships"><Relationship Id="rId8" Type="http://schemas.openxmlformats.org/officeDocument/2006/relationships/image" Target="../media/image161.png"/><Relationship Id="rId13" Type="http://schemas.openxmlformats.org/officeDocument/2006/relationships/image" Target="../media/image154.png"/><Relationship Id="rId3" Type="http://schemas.openxmlformats.org/officeDocument/2006/relationships/image" Target="../media/image8.png"/><Relationship Id="rId7" Type="http://schemas.openxmlformats.org/officeDocument/2006/relationships/image" Target="../media/image160.png"/><Relationship Id="rId12" Type="http://schemas.openxmlformats.org/officeDocument/2006/relationships/image" Target="../media/image157.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5.png"/><Relationship Id="rId11" Type="http://schemas.openxmlformats.org/officeDocument/2006/relationships/image" Target="../media/image156.png"/><Relationship Id="rId5" Type="http://schemas.openxmlformats.org/officeDocument/2006/relationships/image" Target="../media/image6.png"/><Relationship Id="rId10" Type="http://schemas.openxmlformats.org/officeDocument/2006/relationships/image" Target="../media/image159.png"/><Relationship Id="rId4" Type="http://schemas.openxmlformats.org/officeDocument/2006/relationships/image" Target="../media/image7.png"/><Relationship Id="rId9" Type="http://schemas.openxmlformats.org/officeDocument/2006/relationships/image" Target="../media/image158.png"/><Relationship Id="rId14" Type="http://schemas.openxmlformats.org/officeDocument/2006/relationships/image" Target="../media/image155.png"/></Relationships>
</file>

<file path=ppt/slides/_rels/slide11.xml.rels><?xml version="1.0" encoding="UTF-8" standalone="yes"?>
<Relationships xmlns="http://schemas.openxmlformats.org/package/2006/relationships"><Relationship Id="rId8" Type="http://schemas.openxmlformats.org/officeDocument/2006/relationships/image" Target="../media/image167.png"/><Relationship Id="rId13" Type="http://schemas.openxmlformats.org/officeDocument/2006/relationships/image" Target="../media/image172.png"/><Relationship Id="rId3" Type="http://schemas.openxmlformats.org/officeDocument/2006/relationships/image" Target="../media/image162.png"/><Relationship Id="rId7" Type="http://schemas.openxmlformats.org/officeDocument/2006/relationships/image" Target="../media/image166.png"/><Relationship Id="rId12" Type="http://schemas.openxmlformats.org/officeDocument/2006/relationships/image" Target="../media/image171.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65.png"/><Relationship Id="rId11" Type="http://schemas.openxmlformats.org/officeDocument/2006/relationships/image" Target="../media/image170.png"/><Relationship Id="rId5" Type="http://schemas.openxmlformats.org/officeDocument/2006/relationships/image" Target="../media/image164.png"/><Relationship Id="rId10" Type="http://schemas.openxmlformats.org/officeDocument/2006/relationships/image" Target="../media/image169.png"/><Relationship Id="rId4" Type="http://schemas.openxmlformats.org/officeDocument/2006/relationships/image" Target="../media/image163.png"/><Relationship Id="rId9" Type="http://schemas.openxmlformats.org/officeDocument/2006/relationships/image" Target="../media/image168.png"/><Relationship Id="rId14" Type="http://schemas.openxmlformats.org/officeDocument/2006/relationships/image" Target="../media/image173.png"/></Relationships>
</file>

<file path=ppt/slides/_rels/slide12.xml.rels><?xml version="1.0" encoding="UTF-8" standalone="yes"?>
<Relationships xmlns="http://schemas.openxmlformats.org/package/2006/relationships"><Relationship Id="rId8" Type="http://schemas.openxmlformats.org/officeDocument/2006/relationships/image" Target="../media/image178.png"/><Relationship Id="rId3" Type="http://schemas.openxmlformats.org/officeDocument/2006/relationships/image" Target="../media/image174.png"/><Relationship Id="rId7" Type="http://schemas.openxmlformats.org/officeDocument/2006/relationships/image" Target="../media/image177.pn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176.png"/><Relationship Id="rId11" Type="http://schemas.openxmlformats.org/officeDocument/2006/relationships/image" Target="../media/image181.png"/><Relationship Id="rId5" Type="http://schemas.openxmlformats.org/officeDocument/2006/relationships/image" Target="../media/image9.png"/><Relationship Id="rId10" Type="http://schemas.openxmlformats.org/officeDocument/2006/relationships/image" Target="../media/image180.png"/><Relationship Id="rId4" Type="http://schemas.openxmlformats.org/officeDocument/2006/relationships/image" Target="../media/image175.png"/><Relationship Id="rId9" Type="http://schemas.openxmlformats.org/officeDocument/2006/relationships/image" Target="../media/image179.png"/></Relationships>
</file>

<file path=ppt/slides/_rels/slide13.xml.rels><?xml version="1.0" encoding="UTF-8" standalone="yes"?>
<Relationships xmlns="http://schemas.openxmlformats.org/package/2006/relationships"><Relationship Id="rId8" Type="http://schemas.openxmlformats.org/officeDocument/2006/relationships/image" Target="../media/image187.png"/><Relationship Id="rId3" Type="http://schemas.openxmlformats.org/officeDocument/2006/relationships/image" Target="../media/image182.png"/><Relationship Id="rId7" Type="http://schemas.openxmlformats.org/officeDocument/2006/relationships/image" Target="../media/image186.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185.png"/><Relationship Id="rId11" Type="http://schemas.openxmlformats.org/officeDocument/2006/relationships/image" Target="../media/image190.png"/><Relationship Id="rId5" Type="http://schemas.openxmlformats.org/officeDocument/2006/relationships/image" Target="../media/image184.png"/><Relationship Id="rId10" Type="http://schemas.openxmlformats.org/officeDocument/2006/relationships/image" Target="../media/image189.png"/><Relationship Id="rId4" Type="http://schemas.openxmlformats.org/officeDocument/2006/relationships/image" Target="../media/image183.png"/><Relationship Id="rId9" Type="http://schemas.openxmlformats.org/officeDocument/2006/relationships/image" Target="../media/image18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93"/>
        <p:cNvGrpSpPr/>
        <p:nvPr/>
      </p:nvGrpSpPr>
      <p:grpSpPr>
        <a:xfrm>
          <a:off x="0" y="0"/>
          <a:ext cx="0" cy="0"/>
          <a:chOff x="0" y="0"/>
          <a:chExt cx="0" cy="0"/>
        </a:xfrm>
      </p:grpSpPr>
      <p:sp>
        <p:nvSpPr>
          <p:cNvPr id="694" name="Google Shape;694;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Common Exception Words</a:t>
            </a:r>
            <a:endParaRPr sz="3000"/>
          </a:p>
        </p:txBody>
      </p:sp>
      <p:sp>
        <p:nvSpPr>
          <p:cNvPr id="695" name="Google Shape;695;p1"/>
          <p:cNvSpPr txBox="1">
            <a:spLocks noGrp="1"/>
          </p:cNvSpPr>
          <p:nvPr>
            <p:ph type="subTitle" idx="2"/>
          </p:nvPr>
        </p:nvSpPr>
        <p:spPr>
          <a:xfrm>
            <a:off x="884092" y="35255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25</a:t>
            </a:r>
            <a:endParaRPr/>
          </a:p>
        </p:txBody>
      </p:sp>
      <p:graphicFrame>
        <p:nvGraphicFramePr>
          <p:cNvPr id="696" name="Google Shape;696;p1"/>
          <p:cNvGraphicFramePr/>
          <p:nvPr/>
        </p:nvGraphicFramePr>
        <p:xfrm>
          <a:off x="4844200" y="1891197"/>
          <a:ext cx="3785000" cy="1678950"/>
        </p:xfrm>
        <a:graphic>
          <a:graphicData uri="http://schemas.openxmlformats.org/drawingml/2006/table">
            <a:tbl>
              <a:tblPr firstRow="1" bandRow="1">
                <a:noFill/>
                <a:tableStyleId>{E3433F06-5920-4E87-B30F-95FE09A01ACE}</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chemeClr val="dk1"/>
                        </a:buClr>
                        <a:buSzPts val="18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a:t>
                      </a:r>
                      <a:r>
                        <a:rPr lang="en-US" sz="1500" u="none" strike="noStrike" cap="none">
                          <a:solidFill>
                            <a:schemeClr val="dk1"/>
                          </a:solidFill>
                          <a:latin typeface="Poppins"/>
                          <a:ea typeface="Poppins"/>
                          <a:cs typeface="Poppins"/>
                          <a:sym typeface="Poppins"/>
                        </a:rPr>
                        <a:t>a</a:t>
                      </a:r>
                      <a:endParaRPr sz="17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ir</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ue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wh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ph</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ew</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oe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u</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ey</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500" u="none" strike="noStrike" cap="none">
                          <a:solidFill>
                            <a:schemeClr val="dk1"/>
                          </a:solidFill>
                          <a:latin typeface="Poppins"/>
                          <a:ea typeface="Poppins"/>
                          <a:cs typeface="Poppins"/>
                          <a:sym typeface="Poppins"/>
                        </a:rPr>
                        <a:t>a</a:t>
                      </a:r>
                      <a:r>
                        <a:rPr lang="en-US" sz="1800" u="none" strike="noStrike" cap="none">
                          <a:solidFill>
                            <a:schemeClr val="dk1"/>
                          </a:solidFill>
                          <a:latin typeface="Jost"/>
                          <a:ea typeface="Jost"/>
                          <a:cs typeface="Jost"/>
                          <a:sym typeface="Jost"/>
                        </a:rPr>
                        <a:t>-e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e-e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chemeClr val="dk1"/>
                          </a:solidFill>
                          <a:latin typeface="Jost"/>
                          <a:ea typeface="Jost"/>
                          <a:cs typeface="Jost"/>
                          <a:sym typeface="Jost"/>
                        </a:rPr>
                        <a:t>i-e</a:t>
                      </a:r>
                      <a:endParaRPr sz="18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pSp>
        <p:nvGrpSpPr>
          <p:cNvPr id="697" name="Google Shape;697;p1"/>
          <p:cNvGrpSpPr/>
          <p:nvPr/>
        </p:nvGrpSpPr>
        <p:grpSpPr>
          <a:xfrm>
            <a:off x="4190473" y="4149529"/>
            <a:ext cx="4588402" cy="1407735"/>
            <a:chOff x="4190473" y="4149529"/>
            <a:chExt cx="4588402" cy="1407735"/>
          </a:xfrm>
        </p:grpSpPr>
        <p:sp>
          <p:nvSpPr>
            <p:cNvPr id="698" name="Google Shape;698;p1"/>
            <p:cNvSpPr/>
            <p:nvPr/>
          </p:nvSpPr>
          <p:spPr>
            <a:xfrm>
              <a:off x="5177314"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99" name="Google Shape;699;p1"/>
            <p:cNvSpPr/>
            <p:nvPr/>
          </p:nvSpPr>
          <p:spPr>
            <a:xfrm>
              <a:off x="5544307" y="5109622"/>
              <a:ext cx="157800" cy="91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700" name="Google Shape;700;p1"/>
            <p:cNvSpPr/>
            <p:nvPr/>
          </p:nvSpPr>
          <p:spPr>
            <a:xfrm>
              <a:off x="5255759" y="5049197"/>
              <a:ext cx="183600" cy="106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701" name="Google Shape;701;p1"/>
            <p:cNvPicPr preferRelativeResize="0"/>
            <p:nvPr/>
          </p:nvPicPr>
          <p:blipFill rotWithShape="1">
            <a:blip r:embed="rId3">
              <a:alphaModFix/>
            </a:blip>
            <a:srcRect t="19" b="29"/>
            <a:stretch/>
          </p:blipFill>
          <p:spPr>
            <a:xfrm rot="648185">
              <a:off x="7367470" y="4487461"/>
              <a:ext cx="1333890" cy="953241"/>
            </a:xfrm>
            <a:prstGeom prst="rect">
              <a:avLst/>
            </a:prstGeom>
            <a:noFill/>
            <a:ln>
              <a:noFill/>
            </a:ln>
            <a:effectLst>
              <a:outerShdw blurRad="71438" dist="19050" dir="5400000" algn="bl" rotWithShape="0">
                <a:srgbClr val="000000">
                  <a:alpha val="17647"/>
                </a:srgbClr>
              </a:outerShdw>
            </a:effectLst>
          </p:spPr>
        </p:pic>
        <p:pic>
          <p:nvPicPr>
            <p:cNvPr id="702" name="Google Shape;702;p1"/>
            <p:cNvPicPr preferRelativeResize="0"/>
            <p:nvPr/>
          </p:nvPicPr>
          <p:blipFill rotWithShape="1">
            <a:blip r:embed="rId4">
              <a:alphaModFix/>
            </a:blip>
            <a:srcRect l="159" r="159"/>
            <a:stretch/>
          </p:blipFill>
          <p:spPr>
            <a:xfrm rot="133661">
              <a:off x="6292709" y="4219695"/>
              <a:ext cx="1334478" cy="955591"/>
            </a:xfrm>
            <a:prstGeom prst="rect">
              <a:avLst/>
            </a:prstGeom>
            <a:noFill/>
            <a:ln>
              <a:noFill/>
            </a:ln>
            <a:effectLst>
              <a:outerShdw blurRad="71438" dist="19050" dir="5400000" algn="bl" rotWithShape="0">
                <a:srgbClr val="000000">
                  <a:alpha val="17647"/>
                </a:srgbClr>
              </a:outerShdw>
            </a:effectLst>
          </p:spPr>
        </p:pic>
        <p:pic>
          <p:nvPicPr>
            <p:cNvPr id="703" name="Google Shape;703;p1"/>
            <p:cNvPicPr preferRelativeResize="0"/>
            <p:nvPr/>
          </p:nvPicPr>
          <p:blipFill rotWithShape="1">
            <a:blip r:embed="rId5">
              <a:alphaModFix/>
            </a:blip>
            <a:srcRect l="99" r="99"/>
            <a:stretch/>
          </p:blipFill>
          <p:spPr>
            <a:xfrm rot="-305105">
              <a:off x="5255740" y="4206861"/>
              <a:ext cx="1336093" cy="955590"/>
            </a:xfrm>
            <a:prstGeom prst="rect">
              <a:avLst/>
            </a:prstGeom>
            <a:noFill/>
            <a:ln>
              <a:noFill/>
            </a:ln>
            <a:effectLst>
              <a:outerShdw blurRad="71438" dist="19050" dir="5400000" algn="bl" rotWithShape="0">
                <a:srgbClr val="000000">
                  <a:alpha val="17647"/>
                </a:srgbClr>
              </a:outerShdw>
            </a:effectLst>
          </p:spPr>
        </p:pic>
        <p:pic>
          <p:nvPicPr>
            <p:cNvPr id="704" name="Google Shape;704;p1"/>
            <p:cNvPicPr preferRelativeResize="0"/>
            <p:nvPr/>
          </p:nvPicPr>
          <p:blipFill rotWithShape="1">
            <a:blip r:embed="rId6">
              <a:alphaModFix/>
            </a:blip>
            <a:srcRect l="59" r="59"/>
            <a:stretch/>
          </p:blipFill>
          <p:spPr>
            <a:xfrm rot="-511407">
              <a:off x="4253749" y="4487467"/>
              <a:ext cx="1333892" cy="953243"/>
            </a:xfrm>
            <a:prstGeom prst="rect">
              <a:avLst/>
            </a:prstGeom>
            <a:noFill/>
            <a:ln>
              <a:noFill/>
            </a:ln>
            <a:effectLst>
              <a:outerShdw blurRad="71438" dist="19050" dir="5400000" algn="bl" rotWithShape="0">
                <a:srgbClr val="000000">
                  <a:alpha val="17647"/>
                </a:srgbClr>
              </a:outerShdw>
            </a:effectLst>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Common Exception Words.</a:t>
            </a:r>
            <a:endParaRPr/>
          </a:p>
        </p:txBody>
      </p:sp>
      <p:sp>
        <p:nvSpPr>
          <p:cNvPr id="711" name="Google Shape;711;g2bee4f4af4b_0_204"/>
          <p:cNvSpPr txBox="1">
            <a:spLocks noGrp="1"/>
          </p:cNvSpPr>
          <p:nvPr>
            <p:ph type="body" idx="2"/>
          </p:nvPr>
        </p:nvSpPr>
        <p:spPr>
          <a:xfrm>
            <a:off x="3298550" y="2350150"/>
            <a:ext cx="54753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all Phase 4 &amp; Phase 5 Common Exception Words: </a:t>
            </a:r>
            <a:endParaRPr/>
          </a:p>
          <a:p>
            <a:pPr marL="457200" lvl="0" indent="-330200" algn="l" rtl="0">
              <a:lnSpc>
                <a:spcPct val="100000"/>
              </a:lnSpc>
              <a:spcBef>
                <a:spcPts val="0"/>
              </a:spcBef>
              <a:spcAft>
                <a:spcPts val="0"/>
              </a:spcAft>
              <a:buSzPts val="1600"/>
              <a:buChar char="•"/>
            </a:pPr>
            <a:r>
              <a:rPr lang="en-US">
                <a:solidFill>
                  <a:srgbClr val="2356AF"/>
                </a:solidFill>
              </a:rPr>
              <a:t>said like out have some come was what so old do little one</a:t>
            </a:r>
            <a:endParaRPr/>
          </a:p>
          <a:p>
            <a:pPr marL="457200" lvl="0" indent="-330200" algn="l" rtl="0">
              <a:lnSpc>
                <a:spcPct val="100000"/>
              </a:lnSpc>
              <a:spcBef>
                <a:spcPts val="0"/>
              </a:spcBef>
              <a:spcAft>
                <a:spcPts val="0"/>
              </a:spcAft>
              <a:buSzPts val="1600"/>
              <a:buChar char="•"/>
            </a:pPr>
            <a:r>
              <a:rPr lang="en-US">
                <a:solidFill>
                  <a:srgbClr val="2356AF"/>
                </a:solidFill>
              </a:rPr>
              <a:t>today house mouse hour because Mr Mrs Ms where</a:t>
            </a:r>
            <a:endParaRPr/>
          </a:p>
        </p:txBody>
      </p:sp>
      <p:sp>
        <p:nvSpPr>
          <p:cNvPr id="712" name="Google Shape;712;g2bee4f4af4b_0_204"/>
          <p:cNvSpPr txBox="1"/>
          <p:nvPr/>
        </p:nvSpPr>
        <p:spPr>
          <a:xfrm>
            <a:off x="49424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13" name="Google Shape;713;g2bee4f4af4b_0_204"/>
          <p:cNvSpPr txBox="1"/>
          <p:nvPr/>
        </p:nvSpPr>
        <p:spPr>
          <a:xfrm>
            <a:off x="4638512" y="5117929"/>
            <a:ext cx="14214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5</a:t>
            </a:r>
            <a:endParaRPr sz="900" b="0" i="0" u="none" strike="noStrike" cap="none">
              <a:solidFill>
                <a:srgbClr val="757070"/>
              </a:solidFill>
              <a:latin typeface="Poppins Medium"/>
              <a:ea typeface="Poppins Medium"/>
              <a:cs typeface="Poppins Medium"/>
              <a:sym typeface="Poppins Medium"/>
            </a:endParaRPr>
          </a:p>
        </p:txBody>
      </p:sp>
      <p:pic>
        <p:nvPicPr>
          <p:cNvPr id="714" name="Google Shape;714;g2bee4f4af4b_0_204"/>
          <p:cNvPicPr preferRelativeResize="0"/>
          <p:nvPr/>
        </p:nvPicPr>
        <p:blipFill rotWithShape="1">
          <a:blip r:embed="rId3">
            <a:alphaModFix/>
          </a:blip>
          <a:srcRect/>
          <a:stretch/>
        </p:blipFill>
        <p:spPr>
          <a:xfrm>
            <a:off x="4883229" y="4326104"/>
            <a:ext cx="931974" cy="665200"/>
          </a:xfrm>
          <a:prstGeom prst="rect">
            <a:avLst/>
          </a:prstGeom>
          <a:noFill/>
          <a:ln>
            <a:noFill/>
          </a:ln>
          <a:effectLst>
            <a:outerShdw blurRad="71438" dist="19050" dir="5220000" algn="bl" rotWithShape="0">
              <a:srgbClr val="D8D8D8"/>
            </a:outerShdw>
          </a:effectLst>
        </p:spPr>
      </p:pic>
      <p:sp>
        <p:nvSpPr>
          <p:cNvPr id="715" name="Google Shape;715;g2bee4f4af4b_0_204"/>
          <p:cNvSpPr txBox="1"/>
          <p:nvPr/>
        </p:nvSpPr>
        <p:spPr>
          <a:xfrm>
            <a:off x="62226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16" name="Google Shape;716;g2bee4f4af4b_0_204"/>
          <p:cNvSpPr txBox="1"/>
          <p:nvPr/>
        </p:nvSpPr>
        <p:spPr>
          <a:xfrm>
            <a:off x="6059750" y="5133391"/>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dirty="0">
                <a:solidFill>
                  <a:srgbClr val="757070"/>
                </a:solidFill>
                <a:latin typeface="Poppins Medium"/>
                <a:ea typeface="Poppins Medium"/>
                <a:cs typeface="Poppins Medium"/>
                <a:sym typeface="Poppins Medium"/>
              </a:rPr>
              <a:t>High Frequency Word Cards</a:t>
            </a:r>
            <a:endParaRPr sz="1400" b="0" i="0" u="none" strike="noStrike" cap="none" dirty="0">
              <a:solidFill>
                <a:srgbClr val="000000"/>
              </a:solidFill>
              <a:latin typeface="Poppins Medium"/>
              <a:ea typeface="Poppins Medium"/>
              <a:cs typeface="Poppins Medium"/>
              <a:sym typeface="Poppins Medium"/>
            </a:endParaRPr>
          </a:p>
        </p:txBody>
      </p:sp>
      <p:pic>
        <p:nvPicPr>
          <p:cNvPr id="717" name="Google Shape;717;g2bee4f4af4b_0_204"/>
          <p:cNvPicPr preferRelativeResize="0"/>
          <p:nvPr/>
        </p:nvPicPr>
        <p:blipFill rotWithShape="1">
          <a:blip r:embed="rId4">
            <a:alphaModFix/>
          </a:blip>
          <a:srcRect t="19" b="29"/>
          <a:stretch/>
        </p:blipFill>
        <p:spPr>
          <a:xfrm>
            <a:off x="6236046" y="4363493"/>
            <a:ext cx="786850" cy="590421"/>
          </a:xfrm>
          <a:prstGeom prst="rect">
            <a:avLst/>
          </a:prstGeom>
          <a:noFill/>
          <a:ln>
            <a:noFill/>
          </a:ln>
          <a:effectLst>
            <a:outerShdw blurRad="71438" dist="19050" dir="5220000" algn="bl" rotWithShape="0">
              <a:srgbClr val="D8D8D8"/>
            </a:outerShdw>
          </a:effectLst>
        </p:spPr>
      </p:pic>
      <p:sp>
        <p:nvSpPr>
          <p:cNvPr id="718" name="Google Shape;718;g2bee4f4af4b_0_204"/>
          <p:cNvSpPr txBox="1"/>
          <p:nvPr/>
        </p:nvSpPr>
        <p:spPr>
          <a:xfrm>
            <a:off x="36470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19" name="Google Shape;719;g2bee4f4af4b_0_204"/>
          <p:cNvSpPr txBox="1"/>
          <p:nvPr/>
        </p:nvSpPr>
        <p:spPr>
          <a:xfrm>
            <a:off x="3343201" y="5117929"/>
            <a:ext cx="14214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b="0" i="0" u="none" strike="noStrike" cap="none">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4</a:t>
            </a:r>
            <a:endParaRPr sz="900" b="0" i="0" u="none" strike="noStrike" cap="none">
              <a:solidFill>
                <a:srgbClr val="757070"/>
              </a:solidFill>
              <a:latin typeface="Poppins Medium"/>
              <a:ea typeface="Poppins Medium"/>
              <a:cs typeface="Poppins Medium"/>
              <a:sym typeface="Poppins Medium"/>
            </a:endParaRPr>
          </a:p>
        </p:txBody>
      </p:sp>
      <p:pic>
        <p:nvPicPr>
          <p:cNvPr id="720" name="Google Shape;720;g2bee4f4af4b_0_204"/>
          <p:cNvPicPr preferRelativeResize="0"/>
          <p:nvPr/>
        </p:nvPicPr>
        <p:blipFill rotWithShape="1">
          <a:blip r:embed="rId5">
            <a:alphaModFix/>
          </a:blip>
          <a:srcRect/>
          <a:stretch/>
        </p:blipFill>
        <p:spPr>
          <a:xfrm>
            <a:off x="3587829" y="4326104"/>
            <a:ext cx="931974" cy="665200"/>
          </a:xfrm>
          <a:prstGeom prst="rect">
            <a:avLst/>
          </a:prstGeom>
          <a:noFill/>
          <a:ln>
            <a:noFill/>
          </a:ln>
          <a:effectLst>
            <a:outerShdw blurRad="71438" dist="19050" dir="5220000" algn="bl" rotWithShape="0">
              <a:srgbClr val="D8D8D8"/>
            </a:outerShdw>
          </a:effectLst>
        </p:spPr>
      </p:pic>
      <p:sp>
        <p:nvSpPr>
          <p:cNvPr id="721" name="Google Shape;721;g2bee4f4af4b_0_204"/>
          <p:cNvSpPr txBox="1"/>
          <p:nvPr/>
        </p:nvSpPr>
        <p:spPr>
          <a:xfrm>
            <a:off x="235159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22" name="Google Shape;722;g2bee4f4af4b_0_204"/>
          <p:cNvSpPr txBox="1"/>
          <p:nvPr/>
        </p:nvSpPr>
        <p:spPr>
          <a:xfrm>
            <a:off x="2033914" y="5117929"/>
            <a:ext cx="14490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3</a:t>
            </a:r>
            <a:endParaRPr sz="1400" b="0" i="0" u="none" strike="noStrike" cap="none">
              <a:solidFill>
                <a:srgbClr val="000000"/>
              </a:solidFill>
              <a:latin typeface="Poppins Medium"/>
              <a:ea typeface="Poppins Medium"/>
              <a:cs typeface="Poppins Medium"/>
              <a:sym typeface="Poppins Medium"/>
            </a:endParaRPr>
          </a:p>
        </p:txBody>
      </p:sp>
      <p:pic>
        <p:nvPicPr>
          <p:cNvPr id="723" name="Google Shape;723;g2bee4f4af4b_0_204"/>
          <p:cNvPicPr preferRelativeResize="0"/>
          <p:nvPr/>
        </p:nvPicPr>
        <p:blipFill rotWithShape="1">
          <a:blip r:embed="rId6">
            <a:alphaModFix/>
          </a:blip>
          <a:srcRect t="89" b="79"/>
          <a:stretch/>
        </p:blipFill>
        <p:spPr>
          <a:xfrm>
            <a:off x="2292429" y="4326104"/>
            <a:ext cx="931974" cy="665199"/>
          </a:xfrm>
          <a:prstGeom prst="rect">
            <a:avLst/>
          </a:prstGeom>
          <a:noFill/>
          <a:ln>
            <a:noFill/>
          </a:ln>
          <a:effectLst>
            <a:outerShdw blurRad="71438" dist="19050" dir="5220000" algn="bl" rotWithShape="0">
              <a:srgbClr val="D8D8D8"/>
            </a:outerShdw>
          </a:effectLst>
        </p:spPr>
      </p:pic>
      <p:sp>
        <p:nvSpPr>
          <p:cNvPr id="724" name="Google Shape;724;g2bee4f4af4b_0_204"/>
          <p:cNvSpPr txBox="1"/>
          <p:nvPr/>
        </p:nvSpPr>
        <p:spPr>
          <a:xfrm>
            <a:off x="10562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25" name="Google Shape;725;g2bee4f4af4b_0_204"/>
          <p:cNvSpPr txBox="1"/>
          <p:nvPr/>
        </p:nvSpPr>
        <p:spPr>
          <a:xfrm>
            <a:off x="686549" y="5117929"/>
            <a:ext cx="15528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900">
              <a:solidFill>
                <a:srgbClr val="757070"/>
              </a:solidFill>
              <a:latin typeface="Poppins Medium"/>
              <a:ea typeface="Poppins Medium"/>
              <a:cs typeface="Poppins Medium"/>
              <a:sym typeface="Poppins Medium"/>
            </a:endParaRPr>
          </a:p>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Phase 2</a:t>
            </a:r>
            <a:endParaRPr sz="1400" b="0" i="0" u="none" strike="noStrike" cap="none">
              <a:solidFill>
                <a:srgbClr val="000000"/>
              </a:solidFill>
              <a:latin typeface="Poppins Medium"/>
              <a:ea typeface="Poppins Medium"/>
              <a:cs typeface="Poppins Medium"/>
              <a:sym typeface="Poppins Medium"/>
            </a:endParaRPr>
          </a:p>
        </p:txBody>
      </p:sp>
      <p:pic>
        <p:nvPicPr>
          <p:cNvPr id="726" name="Google Shape;726;g2bee4f4af4b_0_204"/>
          <p:cNvPicPr preferRelativeResize="0"/>
          <p:nvPr/>
        </p:nvPicPr>
        <p:blipFill rotWithShape="1">
          <a:blip r:embed="rId7">
            <a:alphaModFix/>
          </a:blip>
          <a:srcRect t="59" b="59"/>
          <a:stretch/>
        </p:blipFill>
        <p:spPr>
          <a:xfrm>
            <a:off x="997029" y="4326104"/>
            <a:ext cx="931973" cy="665200"/>
          </a:xfrm>
          <a:prstGeom prst="rect">
            <a:avLst/>
          </a:prstGeom>
          <a:noFill/>
          <a:ln>
            <a:noFill/>
          </a:ln>
          <a:effectLst>
            <a:outerShdw blurRad="71438" dist="19050" dir="5220000" algn="bl" rotWithShape="0">
              <a:srgbClr val="D8D8D8"/>
            </a:outerShdw>
          </a:effectLst>
        </p:spPr>
      </p:pic>
      <p:sp>
        <p:nvSpPr>
          <p:cNvPr id="727" name="Google Shape;727;g2bee4f4af4b_0_204">
            <a:hlinkClick r:id="rId8" action="ppaction://hlinksldjump"/>
          </p:cNvPr>
          <p:cNvSpPr/>
          <p:nvPr/>
        </p:nvSpPr>
        <p:spPr>
          <a:xfrm>
            <a:off x="6236046" y="3602866"/>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8" name="Google Shape;728;g2bee4f4af4b_0_204">
            <a:hlinkClick r:id="rId9" action="ppaction://hlinksldjump"/>
          </p:cNvPr>
          <p:cNvSpPr/>
          <p:nvPr/>
        </p:nvSpPr>
        <p:spPr>
          <a:xfrm>
            <a:off x="2235628" y="381742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9" name="Google Shape;729;g2bee4f4af4b_0_204">
            <a:hlinkClick r:id="rId10" action="ppaction://hlinksldjump"/>
          </p:cNvPr>
          <p:cNvSpPr/>
          <p:nvPr/>
        </p:nvSpPr>
        <p:spPr>
          <a:xfrm>
            <a:off x="916082" y="37576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0" name="Google Shape;730;g2bee4f4af4b_0_204">
            <a:hlinkClick r:id="rId11" action="ppaction://hlinksldjump"/>
          </p:cNvPr>
          <p:cNvSpPr/>
          <p:nvPr/>
        </p:nvSpPr>
        <p:spPr>
          <a:xfrm>
            <a:off x="3510621" y="381742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1" name="Google Shape;731;g2bee4f4af4b_0_204">
            <a:hlinkClick r:id="rId12" action="ppaction://hlinksldjump"/>
          </p:cNvPr>
          <p:cNvSpPr/>
          <p:nvPr/>
        </p:nvSpPr>
        <p:spPr>
          <a:xfrm>
            <a:off x="4808000" y="3720221"/>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38" name="Google Shape;738;g26b641b03cd_0_165"/>
          <p:cNvGrpSpPr/>
          <p:nvPr/>
        </p:nvGrpSpPr>
        <p:grpSpPr>
          <a:xfrm>
            <a:off x="930400" y="2053244"/>
            <a:ext cx="7283200" cy="3724851"/>
            <a:chOff x="930400" y="2129444"/>
            <a:chExt cx="7283200" cy="3724851"/>
          </a:xfrm>
        </p:grpSpPr>
        <p:pic>
          <p:nvPicPr>
            <p:cNvPr id="739" name="Google Shape;73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68" name="Google Shape;768;g26b7edf6e71_0_26"/>
          <p:cNvGrpSpPr/>
          <p:nvPr/>
        </p:nvGrpSpPr>
        <p:grpSpPr>
          <a:xfrm>
            <a:off x="930400" y="2053250"/>
            <a:ext cx="7283201" cy="2971674"/>
            <a:chOff x="930400" y="2129450"/>
            <a:chExt cx="7283201" cy="2971674"/>
          </a:xfrm>
        </p:grpSpPr>
        <p:pic>
          <p:nvPicPr>
            <p:cNvPr id="769" name="Google Shape;76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70" name="Google Shape;77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1" name="Google Shape;77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72" name="Google Shape;77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73" name="Google Shape;77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4" name="Google Shape;77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75" name="Google Shape;77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76" name="Google Shape;77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7" name="Google Shape;77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78" name="Google Shape;77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79" name="Google Shape;77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80" name="Google Shape;78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1" name="Google Shape;78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2" name="Google Shape;78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7" name="Google Shape;78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89" name="Google Shape;78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90" name="Google Shape;79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1" name="Google Shape;79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92" name="Google Shape;79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3" name="Google Shape;79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94" name="Google Shape;79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04" name="Google Shape;804;g2c298da1f27_0_417"/>
          <p:cNvPicPr preferRelativeResize="0"/>
          <p:nvPr/>
        </p:nvPicPr>
        <p:blipFill rotWithShape="1">
          <a:blip r:embed="rId3">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1"/>
              </a:srgbClr>
            </a:outerShdw>
          </a:effectLst>
        </p:spPr>
      </p:pic>
      <p:pic>
        <p:nvPicPr>
          <p:cNvPr id="805" name="Google Shape;805;g2c298da1f27_0_417"/>
          <p:cNvPicPr preferRelativeResize="0"/>
          <p:nvPr/>
        </p:nvPicPr>
        <p:blipFill rotWithShape="1">
          <a:blip r:embed="rId4">
            <a:alphaModFix/>
          </a:blip>
          <a:srcRect l="19" r="28"/>
          <a:stretch/>
        </p:blipFill>
        <p:spPr>
          <a:xfrm>
            <a:off x="3139400" y="2053250"/>
            <a:ext cx="656212" cy="928836"/>
          </a:xfrm>
          <a:prstGeom prst="rect">
            <a:avLst/>
          </a:prstGeom>
          <a:noFill/>
          <a:ln>
            <a:noFill/>
          </a:ln>
          <a:effectLst>
            <a:outerShdw blurRad="71438" dist="28575" dir="5400000" algn="bl" rotWithShape="0">
              <a:srgbClr val="000000">
                <a:alpha val="14901"/>
              </a:srgbClr>
            </a:outerShdw>
          </a:effectLst>
        </p:spPr>
      </p:pic>
      <p:pic>
        <p:nvPicPr>
          <p:cNvPr id="806" name="Google Shape;806;g2c298da1f27_0_417"/>
          <p:cNvPicPr preferRelativeResize="0"/>
          <p:nvPr/>
        </p:nvPicPr>
        <p:blipFill rotWithShape="1">
          <a:blip r:embed="rId5">
            <a:alphaModFix/>
          </a:blip>
          <a:srcRect l="19" r="28"/>
          <a:stretch/>
        </p:blipFill>
        <p:spPr>
          <a:xfrm>
            <a:off x="1666733" y="2053250"/>
            <a:ext cx="656212" cy="928836"/>
          </a:xfrm>
          <a:prstGeom prst="rect">
            <a:avLst/>
          </a:prstGeom>
          <a:noFill/>
          <a:ln>
            <a:noFill/>
          </a:ln>
          <a:effectLst>
            <a:outerShdw blurRad="71438" dist="28575" dir="5400000" algn="bl" rotWithShape="0">
              <a:srgbClr val="000000">
                <a:alpha val="14901"/>
              </a:srgbClr>
            </a:outerShdw>
          </a:effectLst>
        </p:spPr>
      </p:pic>
      <p:pic>
        <p:nvPicPr>
          <p:cNvPr id="807" name="Google Shape;807;g2c298da1f27_0_417"/>
          <p:cNvPicPr preferRelativeResize="0"/>
          <p:nvPr/>
        </p:nvPicPr>
        <p:blipFill rotWithShape="1">
          <a:blip r:embed="rId6">
            <a:alphaModFix/>
          </a:blip>
          <a:srcRect l="19" r="28"/>
          <a:stretch/>
        </p:blipFill>
        <p:spPr>
          <a:xfrm>
            <a:off x="2403067" y="2053250"/>
            <a:ext cx="656212" cy="928836"/>
          </a:xfrm>
          <a:prstGeom prst="rect">
            <a:avLst/>
          </a:prstGeom>
          <a:noFill/>
          <a:ln>
            <a:noFill/>
          </a:ln>
          <a:effectLst>
            <a:outerShdw blurRad="71438" dist="28575" dir="5400000" algn="bl" rotWithShape="0">
              <a:srgbClr val="000000">
                <a:alpha val="14901"/>
              </a:srgbClr>
            </a:outerShdw>
          </a:effectLst>
        </p:spPr>
      </p:pic>
      <p:pic>
        <p:nvPicPr>
          <p:cNvPr id="808" name="Google Shape;808;g2c298da1f27_0_417"/>
          <p:cNvPicPr preferRelativeResize="0"/>
          <p:nvPr/>
        </p:nvPicPr>
        <p:blipFill rotWithShape="1">
          <a:blip r:embed="rId7">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1"/>
              </a:srgbClr>
            </a:outerShdw>
          </a:effectLst>
        </p:spPr>
      </p:pic>
      <p:pic>
        <p:nvPicPr>
          <p:cNvPr id="809" name="Google Shape;809;g2c298da1f27_0_417"/>
          <p:cNvPicPr preferRelativeResize="0"/>
          <p:nvPr/>
        </p:nvPicPr>
        <p:blipFill rotWithShape="1">
          <a:blip r:embed="rId8">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1"/>
              </a:srgbClr>
            </a:outerShdw>
          </a:effectLst>
        </p:spPr>
      </p:pic>
      <p:pic>
        <p:nvPicPr>
          <p:cNvPr id="810" name="Google Shape;810;g2c298da1f27_0_417"/>
          <p:cNvPicPr preferRelativeResize="0"/>
          <p:nvPr/>
        </p:nvPicPr>
        <p:blipFill rotWithShape="1">
          <a:blip r:embed="rId9">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1"/>
              </a:srgbClr>
            </a:outerShdw>
          </a:effectLst>
        </p:spPr>
      </p:pic>
      <p:pic>
        <p:nvPicPr>
          <p:cNvPr id="811" name="Google Shape;811;g2c298da1f27_0_417"/>
          <p:cNvPicPr preferRelativeResize="0"/>
          <p:nvPr/>
        </p:nvPicPr>
        <p:blipFill rotWithShape="1">
          <a:blip r:embed="rId10">
            <a:alphaModFix/>
          </a:blip>
          <a:srcRect l="19" r="28"/>
          <a:stretch/>
        </p:blipFill>
        <p:spPr>
          <a:xfrm>
            <a:off x="5348400" y="2053250"/>
            <a:ext cx="656212" cy="928836"/>
          </a:xfrm>
          <a:prstGeom prst="rect">
            <a:avLst/>
          </a:prstGeom>
          <a:noFill/>
          <a:ln>
            <a:noFill/>
          </a:ln>
          <a:effectLst>
            <a:outerShdw blurRad="71438" dist="28575" dir="5400000" algn="bl" rotWithShape="0">
              <a:srgbClr val="000000">
                <a:alpha val="14901"/>
              </a:srgbClr>
            </a:outerShdw>
          </a:effectLst>
        </p:spPr>
      </p:pic>
      <p:pic>
        <p:nvPicPr>
          <p:cNvPr id="812" name="Google Shape;812;g2c298da1f27_0_417"/>
          <p:cNvPicPr preferRelativeResize="0"/>
          <p:nvPr/>
        </p:nvPicPr>
        <p:blipFill rotWithShape="1">
          <a:blip r:embed="rId1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1"/>
              </a:srgbClr>
            </a:outerShdw>
          </a:effectLst>
        </p:spPr>
      </p:pic>
      <p:pic>
        <p:nvPicPr>
          <p:cNvPr id="813" name="Google Shape;813;g2c298da1f27_0_417"/>
          <p:cNvPicPr preferRelativeResize="0"/>
          <p:nvPr/>
        </p:nvPicPr>
        <p:blipFill rotWithShape="1">
          <a:blip r:embed="rId12">
            <a:alphaModFix/>
          </a:blip>
          <a:srcRect l="19" r="28"/>
          <a:stretch/>
        </p:blipFill>
        <p:spPr>
          <a:xfrm>
            <a:off x="930400" y="3074669"/>
            <a:ext cx="656212" cy="928836"/>
          </a:xfrm>
          <a:prstGeom prst="rect">
            <a:avLst/>
          </a:prstGeom>
          <a:noFill/>
          <a:ln>
            <a:noFill/>
          </a:ln>
          <a:effectLst>
            <a:outerShdw blurRad="71438" dist="28575" dir="5400000" algn="bl" rotWithShape="0">
              <a:srgbClr val="000000">
                <a:alpha val="14901"/>
              </a:srgbClr>
            </a:outerShdw>
          </a:effectLst>
        </p:spPr>
      </p:pic>
      <p:pic>
        <p:nvPicPr>
          <p:cNvPr id="814" name="Google Shape;814;g2c298da1f27_0_417"/>
          <p:cNvPicPr preferRelativeResize="0"/>
          <p:nvPr/>
        </p:nvPicPr>
        <p:blipFill rotWithShape="1">
          <a:blip r:embed="rId13">
            <a:alphaModFix/>
          </a:blip>
          <a:srcRect l="19" r="28"/>
          <a:stretch/>
        </p:blipFill>
        <p:spPr>
          <a:xfrm>
            <a:off x="1666733" y="3074669"/>
            <a:ext cx="656212" cy="928836"/>
          </a:xfrm>
          <a:prstGeom prst="rect">
            <a:avLst/>
          </a:prstGeom>
          <a:noFill/>
          <a:ln>
            <a:noFill/>
          </a:ln>
          <a:effectLst>
            <a:outerShdw blurRad="71438" dist="28575" dir="5400000" algn="bl" rotWithShape="0">
              <a:srgbClr val="000000">
                <a:alpha val="14901"/>
              </a:srgbClr>
            </a:outerShdw>
          </a:effectLst>
        </p:spPr>
      </p:pic>
      <p:pic>
        <p:nvPicPr>
          <p:cNvPr id="815" name="Google Shape;815;g2c298da1f27_0_417"/>
          <p:cNvPicPr preferRelativeResize="0"/>
          <p:nvPr/>
        </p:nvPicPr>
        <p:blipFill rotWithShape="1">
          <a:blip r:embed="rId14">
            <a:alphaModFix/>
          </a:blip>
          <a:srcRect l="19" r="28"/>
          <a:stretch/>
        </p:blipFill>
        <p:spPr>
          <a:xfrm>
            <a:off x="3139400" y="3074669"/>
            <a:ext cx="656212" cy="928836"/>
          </a:xfrm>
          <a:prstGeom prst="rect">
            <a:avLst/>
          </a:prstGeom>
          <a:noFill/>
          <a:ln>
            <a:noFill/>
          </a:ln>
          <a:effectLst>
            <a:outerShdw blurRad="71438" dist="28575" dir="5400000" algn="bl" rotWithShape="0">
              <a:srgbClr val="000000">
                <a:alpha val="14901"/>
              </a:srgbClr>
            </a:outerShdw>
          </a:effectLst>
        </p:spPr>
      </p:pic>
      <p:pic>
        <p:nvPicPr>
          <p:cNvPr id="816" name="Google Shape;816;g2c298da1f27_0_417"/>
          <p:cNvPicPr preferRelativeResize="0"/>
          <p:nvPr/>
        </p:nvPicPr>
        <p:blipFill rotWithShape="1">
          <a:blip r:embed="rId15">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1"/>
              </a:srgbClr>
            </a:outerShdw>
          </a:effectLst>
        </p:spPr>
      </p:pic>
      <p:pic>
        <p:nvPicPr>
          <p:cNvPr id="817" name="Google Shape;817;g2c298da1f27_0_417"/>
          <p:cNvPicPr preferRelativeResize="0"/>
          <p:nvPr/>
        </p:nvPicPr>
        <p:blipFill rotWithShape="1">
          <a:blip r:embed="rId16">
            <a:alphaModFix/>
          </a:blip>
          <a:srcRect l="19" r="28"/>
          <a:stretch/>
        </p:blipFill>
        <p:spPr>
          <a:xfrm>
            <a:off x="3875733" y="3074669"/>
            <a:ext cx="656212" cy="928836"/>
          </a:xfrm>
          <a:prstGeom prst="rect">
            <a:avLst/>
          </a:prstGeom>
          <a:noFill/>
          <a:ln>
            <a:noFill/>
          </a:ln>
          <a:effectLst>
            <a:outerShdw blurRad="71438" dist="28575" dir="5400000" algn="bl" rotWithShape="0">
              <a:srgbClr val="000000">
                <a:alpha val="14901"/>
              </a:srgbClr>
            </a:outerShdw>
          </a:effectLst>
        </p:spPr>
      </p:pic>
      <p:pic>
        <p:nvPicPr>
          <p:cNvPr id="818" name="Google Shape;818;g2c298da1f27_0_417"/>
          <p:cNvPicPr preferRelativeResize="0"/>
          <p:nvPr/>
        </p:nvPicPr>
        <p:blipFill rotWithShape="1">
          <a:blip r:embed="rId17">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1"/>
              </a:srgbClr>
            </a:outerShdw>
          </a:effectLst>
        </p:spPr>
      </p:pic>
      <p:pic>
        <p:nvPicPr>
          <p:cNvPr id="819" name="Google Shape;819;g2c298da1f27_0_417"/>
          <p:cNvPicPr preferRelativeResize="0"/>
          <p:nvPr/>
        </p:nvPicPr>
        <p:blipFill rotWithShape="1">
          <a:blip r:embed="rId18">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820" name="Google Shape;820;g2c298da1f27_0_417"/>
          <p:cNvPicPr preferRelativeResize="0"/>
          <p:nvPr/>
        </p:nvPicPr>
        <p:blipFill rotWithShape="1">
          <a:blip r:embed="rId19">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1"/>
              </a:srgbClr>
            </a:outerShdw>
          </a:effectLst>
        </p:spPr>
      </p:pic>
      <p:pic>
        <p:nvPicPr>
          <p:cNvPr id="821" name="Google Shape;821;g2c298da1f27_0_417"/>
          <p:cNvPicPr preferRelativeResize="0"/>
          <p:nvPr/>
        </p:nvPicPr>
        <p:blipFill rotWithShape="1">
          <a:blip r:embed="rId20">
            <a:alphaModFix/>
          </a:blip>
          <a:srcRect l="19" r="28"/>
          <a:stretch/>
        </p:blipFill>
        <p:spPr>
          <a:xfrm>
            <a:off x="6084733" y="3074669"/>
            <a:ext cx="656212" cy="928836"/>
          </a:xfrm>
          <a:prstGeom prst="rect">
            <a:avLst/>
          </a:prstGeom>
          <a:noFill/>
          <a:ln>
            <a:noFill/>
          </a:ln>
          <a:effectLst>
            <a:outerShdw blurRad="71438" dist="28575" dir="5400000" algn="bl" rotWithShape="0">
              <a:srgbClr val="000000">
                <a:alpha val="14901"/>
              </a:srgbClr>
            </a:outerShdw>
          </a:effectLst>
        </p:spPr>
      </p:pic>
      <p:pic>
        <p:nvPicPr>
          <p:cNvPr id="822" name="Google Shape;822;g2c298da1f27_0_417"/>
          <p:cNvPicPr preferRelativeResize="0"/>
          <p:nvPr/>
        </p:nvPicPr>
        <p:blipFill rotWithShape="1">
          <a:blip r:embed="rId21">
            <a:alphaModFix/>
          </a:blip>
          <a:srcRect l="19" r="28"/>
          <a:stretch/>
        </p:blipFill>
        <p:spPr>
          <a:xfrm>
            <a:off x="7557389" y="2053250"/>
            <a:ext cx="656212" cy="928836"/>
          </a:xfrm>
          <a:prstGeom prst="rect">
            <a:avLst/>
          </a:prstGeom>
          <a:noFill/>
          <a:ln>
            <a:noFill/>
          </a:ln>
          <a:effectLst>
            <a:outerShdw blurRad="71438" dist="28575" dir="5400000" algn="bl" rotWithShape="0">
              <a:srgbClr val="000000">
                <a:alpha val="14901"/>
              </a:srgbClr>
            </a:outerShdw>
          </a:effectLst>
        </p:spPr>
      </p:pic>
      <p:pic>
        <p:nvPicPr>
          <p:cNvPr id="823" name="Google Shape;823;g2c298da1f27_0_417"/>
          <p:cNvPicPr preferRelativeResize="0"/>
          <p:nvPr/>
        </p:nvPicPr>
        <p:blipFill rotWithShape="1">
          <a:blip r:embed="rId22">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24" name="Google Shape;824;g2c298da1f27_0_417"/>
          <p:cNvPicPr preferRelativeResize="0"/>
          <p:nvPr/>
        </p:nvPicPr>
        <p:blipFill rotWithShape="1">
          <a:blip r:embed="rId23">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825" name="Google Shape;825;g2c298da1f27_0_417"/>
          <p:cNvPicPr preferRelativeResize="0"/>
          <p:nvPr/>
        </p:nvPicPr>
        <p:blipFill rotWithShape="1">
          <a:blip r:embed="rId24">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26" name="Google Shape;826;g2c298da1f27_0_417"/>
          <p:cNvPicPr preferRelativeResize="0"/>
          <p:nvPr/>
        </p:nvPicPr>
        <p:blipFill rotWithShape="1">
          <a:blip r:embed="rId25">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27" name="Google Shape;827;g2c298da1f27_0_417"/>
          <p:cNvPicPr preferRelativeResize="0"/>
          <p:nvPr/>
        </p:nvPicPr>
        <p:blipFill rotWithShape="1">
          <a:blip r:embed="rId26">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828" name="Google Shape;828;g2c298da1f27_0_417"/>
          <p:cNvPicPr preferRelativeResize="0"/>
          <p:nvPr/>
        </p:nvPicPr>
        <p:blipFill rotWithShape="1">
          <a:blip r:embed="rId27">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829" name="Google Shape;829;g2c298da1f27_0_417"/>
          <p:cNvPicPr preferRelativeResize="0"/>
          <p:nvPr/>
        </p:nvPicPr>
        <p:blipFill rotWithShape="1">
          <a:blip r:embed="rId28">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30" name="Google Shape;830;g2c298da1f27_0_417"/>
          <p:cNvPicPr preferRelativeResize="0"/>
          <p:nvPr/>
        </p:nvPicPr>
        <p:blipFill rotWithShape="1">
          <a:blip r:embed="rId29">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31" name="Google Shape;831;g2c298da1f27_0_417"/>
          <p:cNvPicPr preferRelativeResize="0"/>
          <p:nvPr/>
        </p:nvPicPr>
        <p:blipFill rotWithShape="1">
          <a:blip r:embed="rId30">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32" name="Google Shape;832;g2c298da1f27_0_417"/>
          <p:cNvPicPr preferRelativeResize="0"/>
          <p:nvPr/>
        </p:nvPicPr>
        <p:blipFill rotWithShape="1">
          <a:blip r:embed="rId31">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33" name="Google Shape;833;g2c298da1f27_0_417"/>
          <p:cNvPicPr preferRelativeResize="0"/>
          <p:nvPr/>
        </p:nvPicPr>
        <p:blipFill rotWithShape="1">
          <a:blip r:embed="rId32">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34" name="Google Shape;834;g2c298da1f27_0_417"/>
          <p:cNvPicPr preferRelativeResize="0"/>
          <p:nvPr/>
        </p:nvPicPr>
        <p:blipFill rotWithShape="1">
          <a:blip r:embed="rId33">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35" name="Google Shape;835;g2c298da1f27_0_417"/>
          <p:cNvPicPr preferRelativeResize="0"/>
          <p:nvPr/>
        </p:nvPicPr>
        <p:blipFill rotWithShape="1">
          <a:blip r:embed="rId34">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36" name="Google Shape;836;g2c298da1f27_0_417"/>
          <p:cNvPicPr preferRelativeResize="0"/>
          <p:nvPr/>
        </p:nvPicPr>
        <p:blipFill rotWithShape="1">
          <a:blip r:embed="rId35">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37" name="Google Shape;837;g2c298da1f27_0_417"/>
          <p:cNvPicPr preferRelativeResize="0"/>
          <p:nvPr/>
        </p:nvPicPr>
        <p:blipFill rotWithShape="1">
          <a:blip r:embed="rId36">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38" name="Google Shape;838;g2c298da1f27_0_417"/>
          <p:cNvPicPr preferRelativeResize="0"/>
          <p:nvPr/>
        </p:nvPicPr>
        <p:blipFill rotWithShape="1">
          <a:blip r:embed="rId37">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39" name="Google Shape;839;g2c298da1f27_0_417"/>
          <p:cNvPicPr preferRelativeResize="0"/>
          <p:nvPr/>
        </p:nvPicPr>
        <p:blipFill rotWithShape="1">
          <a:blip r:embed="rId38">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40" name="Google Shape;840;g2c298da1f27_0_417"/>
          <p:cNvPicPr preferRelativeResize="0"/>
          <p:nvPr/>
        </p:nvPicPr>
        <p:blipFill rotWithShape="1">
          <a:blip r:embed="rId39">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47" name="Google Shape;847;g26b7edf6e71_0_109"/>
          <p:cNvGrpSpPr/>
          <p:nvPr/>
        </p:nvGrpSpPr>
        <p:grpSpPr>
          <a:xfrm>
            <a:off x="865957" y="2135925"/>
            <a:ext cx="7282807" cy="2686611"/>
            <a:chOff x="867357" y="2129450"/>
            <a:chExt cx="7282807" cy="2686611"/>
          </a:xfrm>
        </p:grpSpPr>
        <p:pic>
          <p:nvPicPr>
            <p:cNvPr id="848" name="Google Shape;848;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9" name="Google Shape;849;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0" name="Google Shape;850;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1" name="Google Shape;851;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53" name="Google Shape;853;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4" name="Google Shape;854;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5" name="Google Shape;855;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56" name="Google Shape;856;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7" name="Google Shape;857;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8" name="Google Shape;858;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59" name="Google Shape;859;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60" name="Google Shape;860;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61" name="Google Shape;861;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68" name="Google Shape;868;g2c298d33e0c_0_6"/>
          <p:cNvGrpSpPr/>
          <p:nvPr/>
        </p:nvGrpSpPr>
        <p:grpSpPr>
          <a:xfrm>
            <a:off x="866900" y="2079100"/>
            <a:ext cx="7281864" cy="2684601"/>
            <a:chOff x="868300" y="2129450"/>
            <a:chExt cx="7281864" cy="2684601"/>
          </a:xfrm>
        </p:grpSpPr>
        <p:pic>
          <p:nvPicPr>
            <p:cNvPr id="869" name="Google Shape;869;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70" name="Google Shape;870;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71" name="Google Shape;871;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72" name="Google Shape;872;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73" name="Google Shape;873;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74" name="Google Shape;874;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5" name="Google Shape;875;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6" name="Google Shape;876;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7" name="Google Shape;877;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78" name="Google Shape;878;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79" name="Google Shape;879;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80" name="Google Shape;880;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81" name="Google Shape;881;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82" name="Google Shape;882;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3" name="Google Shape;883;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4" name="Google Shape;884;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85" name="Google Shape;885;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86" name="Google Shape;886;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87" name="Google Shape;887;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88" name="Google Shape;888;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89" name="Google Shape;889;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90" name="Google Shape;890;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91" name="Google Shape;891;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92" name="Google Shape;892;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93" name="Google Shape;893;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94" name="Google Shape;894;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95" name="Google Shape;895;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96" name="Google Shape;896;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g2dacc2541f5_0_8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903" name="Google Shape;903;g2dacc2541f5_0_85"/>
          <p:cNvGrpSpPr/>
          <p:nvPr/>
        </p:nvGrpSpPr>
        <p:grpSpPr>
          <a:xfrm>
            <a:off x="868300" y="2129450"/>
            <a:ext cx="7281864" cy="2684601"/>
            <a:chOff x="868300" y="2053250"/>
            <a:chExt cx="7281864" cy="2684601"/>
          </a:xfrm>
        </p:grpSpPr>
        <p:pic>
          <p:nvPicPr>
            <p:cNvPr id="904" name="Google Shape;904;g2dacc2541f5_0_8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905" name="Google Shape;905;g2dacc2541f5_0_8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906" name="Google Shape;906;g2dacc2541f5_0_8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907" name="Google Shape;907;g2dacc2541f5_0_8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908" name="Google Shape;908;g2dacc2541f5_0_8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909" name="Google Shape;909;g2dacc2541f5_0_8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910" name="Google Shape;910;g2dacc2541f5_0_8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911" name="Google Shape;911;g2dacc2541f5_0_8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912" name="Google Shape;912;g2dacc2541f5_0_8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913" name="Google Shape;913;g2dacc2541f5_0_8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914" name="Google Shape;914;g2dacc2541f5_0_8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915" name="Google Shape;915;g2dacc2541f5_0_8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16" name="Google Shape;916;g2dacc2541f5_0_8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g2dacc2541f5_0_103"/>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5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r>
              <a:rPr lang="en-US" sz="2400">
                <a:solidFill>
                  <a:srgbClr val="2356AF"/>
                </a:solidFill>
                <a:latin typeface="Poppins"/>
                <a:ea typeface="Poppins"/>
                <a:cs typeface="Poppins"/>
                <a:sym typeface="Poppins"/>
              </a:rPr>
              <a:t>today house mouse hour because Mr Mrs Ms where should could would</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pic>
        <p:nvPicPr>
          <p:cNvPr id="923" name="Google Shape;923;g2dacc2541f5_0_103"/>
          <p:cNvPicPr preferRelativeResize="0"/>
          <p:nvPr/>
        </p:nvPicPr>
        <p:blipFill rotWithShape="1">
          <a:blip r:embed="rId3">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24" name="Google Shape;924;g2dacc2541f5_0_103"/>
          <p:cNvPicPr preferRelativeResize="0"/>
          <p:nvPr/>
        </p:nvPicPr>
        <p:blipFill rotWithShape="1">
          <a:blip r:embed="rId4">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25" name="Google Shape;925;g2dacc2541f5_0_103"/>
          <p:cNvPicPr preferRelativeResize="0"/>
          <p:nvPr/>
        </p:nvPicPr>
        <p:blipFill rotWithShape="1">
          <a:blip r:embed="rId5">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26" name="Google Shape;926;g2dacc2541f5_0_103"/>
          <p:cNvPicPr preferRelativeResize="0"/>
          <p:nvPr/>
        </p:nvPicPr>
        <p:blipFill rotWithShape="1">
          <a:blip r:embed="rId6">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27" name="Google Shape;927;g2dacc2541f5_0_103"/>
          <p:cNvPicPr preferRelativeResize="0"/>
          <p:nvPr/>
        </p:nvPicPr>
        <p:blipFill rotWithShape="1">
          <a:blip r:embed="rId7">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28" name="Google Shape;928;g2dacc2541f5_0_103"/>
          <p:cNvPicPr preferRelativeResize="0"/>
          <p:nvPr/>
        </p:nvPicPr>
        <p:blipFill rotWithShape="1">
          <a:blip r:embed="rId8">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29" name="Google Shape;929;g2dacc2541f5_0_103"/>
          <p:cNvPicPr preferRelativeResize="0"/>
          <p:nvPr/>
        </p:nvPicPr>
        <p:blipFill rotWithShape="1">
          <a:blip r:embed="rId9">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30" name="Google Shape;930;g2dacc2541f5_0_103"/>
          <p:cNvPicPr preferRelativeResize="0"/>
          <p:nvPr/>
        </p:nvPicPr>
        <p:blipFill rotWithShape="1">
          <a:blip r:embed="rId10">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31" name="Google Shape;931;g2dacc2541f5_0_103"/>
          <p:cNvPicPr preferRelativeResize="0"/>
          <p:nvPr/>
        </p:nvPicPr>
        <p:blipFill rotWithShape="1">
          <a:blip r:embed="rId11">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32" name="Google Shape;932;g2dacc2541f5_0_103"/>
          <p:cNvPicPr preferRelativeResize="0"/>
          <p:nvPr/>
        </p:nvPicPr>
        <p:blipFill rotWithShape="1">
          <a:blip r:embed="rId1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33" name="Google Shape;933;g2dacc2541f5_0_103"/>
          <p:cNvPicPr preferRelativeResize="0"/>
          <p:nvPr/>
        </p:nvPicPr>
        <p:blipFill rotWithShape="1">
          <a:blip r:embed="rId1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34" name="Google Shape;934;g2dacc2541f5_0_103"/>
          <p:cNvPicPr preferRelativeResize="0"/>
          <p:nvPr/>
        </p:nvPicPr>
        <p:blipFill rotWithShape="1">
          <a:blip r:embed="rId1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g26b641b03cd_0_301"/>
          <p:cNvSpPr txBox="1">
            <a:spLocks noGrp="1"/>
          </p:cNvSpPr>
          <p:nvPr>
            <p:ph type="title"/>
          </p:nvPr>
        </p:nvSpPr>
        <p:spPr>
          <a:xfrm>
            <a:off x="820450" y="5568500"/>
            <a:ext cx="750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941" name="Google Shape;941;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42" name="Google Shape;942;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43" name="Google Shape;943;g26b641b03cd_0_301"/>
          <p:cNvPicPr preferRelativeResize="0"/>
          <p:nvPr/>
        </p:nvPicPr>
        <p:blipFill rotWithShape="1">
          <a:blip r:embed="rId3">
            <a:alphaModFix/>
          </a:blip>
          <a:srcRect l="59" r="59"/>
          <a:stretch/>
        </p:blipFill>
        <p:spPr>
          <a:xfrm>
            <a:off x="993563" y="1300150"/>
            <a:ext cx="1655503" cy="1183058"/>
          </a:xfrm>
          <a:prstGeom prst="rect">
            <a:avLst/>
          </a:prstGeom>
          <a:noFill/>
          <a:ln>
            <a:noFill/>
          </a:ln>
          <a:effectLst>
            <a:outerShdw blurRad="71438" dist="19050" dir="5400000" algn="bl" rotWithShape="0">
              <a:srgbClr val="000000">
                <a:alpha val="17647"/>
              </a:srgbClr>
            </a:outerShdw>
          </a:effectLst>
        </p:spPr>
      </p:pic>
      <p:pic>
        <p:nvPicPr>
          <p:cNvPr id="944" name="Google Shape;944;g26b641b03cd_0_301"/>
          <p:cNvPicPr preferRelativeResize="0"/>
          <p:nvPr/>
        </p:nvPicPr>
        <p:blipFill rotWithShape="1">
          <a:blip r:embed="rId4">
            <a:alphaModFix/>
          </a:blip>
          <a:srcRect l="248" r="238"/>
          <a:stretch/>
        </p:blipFill>
        <p:spPr>
          <a:xfrm>
            <a:off x="2837334" y="1300150"/>
            <a:ext cx="1655503" cy="1187458"/>
          </a:xfrm>
          <a:prstGeom prst="rect">
            <a:avLst/>
          </a:prstGeom>
          <a:noFill/>
          <a:ln>
            <a:noFill/>
          </a:ln>
          <a:effectLst>
            <a:outerShdw blurRad="71438" dist="19050" dir="5400000" algn="bl" rotWithShape="0">
              <a:srgbClr val="000000">
                <a:alpha val="17647"/>
              </a:srgbClr>
            </a:outerShdw>
          </a:effectLst>
        </p:spPr>
      </p:pic>
      <p:pic>
        <p:nvPicPr>
          <p:cNvPr id="945" name="Google Shape;945;g26b641b03cd_0_301"/>
          <p:cNvPicPr preferRelativeResize="0"/>
          <p:nvPr/>
        </p:nvPicPr>
        <p:blipFill rotWithShape="1">
          <a:blip r:embed="rId5">
            <a:alphaModFix/>
          </a:blip>
          <a:srcRect l="59" r="59"/>
          <a:stretch/>
        </p:blipFill>
        <p:spPr>
          <a:xfrm>
            <a:off x="4651163" y="1300150"/>
            <a:ext cx="1655503" cy="1183056"/>
          </a:xfrm>
          <a:prstGeom prst="rect">
            <a:avLst/>
          </a:prstGeom>
          <a:noFill/>
          <a:ln>
            <a:noFill/>
          </a:ln>
          <a:effectLst>
            <a:outerShdw blurRad="71438" dist="19050" dir="5400000" algn="bl" rotWithShape="0">
              <a:srgbClr val="000000">
                <a:alpha val="17647"/>
              </a:srgbClr>
            </a:outerShdw>
          </a:effectLst>
        </p:spPr>
      </p:pic>
      <p:pic>
        <p:nvPicPr>
          <p:cNvPr id="946" name="Google Shape;946;g26b641b03cd_0_301"/>
          <p:cNvPicPr preferRelativeResize="0"/>
          <p:nvPr/>
        </p:nvPicPr>
        <p:blipFill rotWithShape="1">
          <a:blip r:embed="rId6">
            <a:alphaModFix/>
          </a:blip>
          <a:srcRect l="159" r="159"/>
          <a:stretch/>
        </p:blipFill>
        <p:spPr>
          <a:xfrm>
            <a:off x="6494934" y="1300150"/>
            <a:ext cx="1655503" cy="1187457"/>
          </a:xfrm>
          <a:prstGeom prst="rect">
            <a:avLst/>
          </a:prstGeom>
          <a:noFill/>
          <a:ln>
            <a:noFill/>
          </a:ln>
          <a:effectLst>
            <a:outerShdw blurRad="71438" dist="19050" dir="5400000" algn="bl" rotWithShape="0">
              <a:srgbClr val="000000">
                <a:alpha val="17647"/>
              </a:srgbClr>
            </a:outerShdw>
          </a:effectLst>
        </p:spPr>
      </p:pic>
      <p:pic>
        <p:nvPicPr>
          <p:cNvPr id="947" name="Google Shape;947;g26b641b03cd_0_301"/>
          <p:cNvPicPr preferRelativeResize="0"/>
          <p:nvPr/>
        </p:nvPicPr>
        <p:blipFill rotWithShape="1">
          <a:blip r:embed="rId7">
            <a:alphaModFix/>
          </a:blip>
          <a:srcRect t="19" b="29"/>
          <a:stretch/>
        </p:blipFill>
        <p:spPr>
          <a:xfrm>
            <a:off x="993563" y="2693992"/>
            <a:ext cx="1655503" cy="1183057"/>
          </a:xfrm>
          <a:prstGeom prst="rect">
            <a:avLst/>
          </a:prstGeom>
          <a:noFill/>
          <a:ln>
            <a:noFill/>
          </a:ln>
          <a:effectLst>
            <a:outerShdw blurRad="71438" dist="19050" dir="5400000" algn="bl" rotWithShape="0">
              <a:srgbClr val="000000">
                <a:alpha val="17647"/>
              </a:srgbClr>
            </a:outerShdw>
          </a:effectLst>
        </p:spPr>
      </p:pic>
      <p:pic>
        <p:nvPicPr>
          <p:cNvPr id="948" name="Google Shape;948;g26b641b03cd_0_301"/>
          <p:cNvPicPr preferRelativeResize="0"/>
          <p:nvPr/>
        </p:nvPicPr>
        <p:blipFill rotWithShape="1">
          <a:blip r:embed="rId8">
            <a:alphaModFix/>
          </a:blip>
          <a:srcRect l="248" r="238"/>
          <a:stretch/>
        </p:blipFill>
        <p:spPr>
          <a:xfrm>
            <a:off x="2837335" y="2693992"/>
            <a:ext cx="1655503" cy="1187458"/>
          </a:xfrm>
          <a:prstGeom prst="rect">
            <a:avLst/>
          </a:prstGeom>
          <a:noFill/>
          <a:ln>
            <a:noFill/>
          </a:ln>
          <a:effectLst>
            <a:outerShdw blurRad="71438" dist="19050" dir="5400000" algn="bl" rotWithShape="0">
              <a:srgbClr val="000000">
                <a:alpha val="17647"/>
              </a:srgbClr>
            </a:outerShdw>
          </a:effectLst>
        </p:spPr>
      </p:pic>
      <p:pic>
        <p:nvPicPr>
          <p:cNvPr id="949" name="Google Shape;949;g26b641b03cd_0_301"/>
          <p:cNvPicPr preferRelativeResize="0"/>
          <p:nvPr/>
        </p:nvPicPr>
        <p:blipFill rotWithShape="1">
          <a:blip r:embed="rId9">
            <a:alphaModFix/>
          </a:blip>
          <a:srcRect l="59" r="59"/>
          <a:stretch/>
        </p:blipFill>
        <p:spPr>
          <a:xfrm>
            <a:off x="4651163" y="2693992"/>
            <a:ext cx="1655503" cy="1183056"/>
          </a:xfrm>
          <a:prstGeom prst="rect">
            <a:avLst/>
          </a:prstGeom>
          <a:noFill/>
          <a:ln>
            <a:noFill/>
          </a:ln>
          <a:effectLst>
            <a:outerShdw blurRad="71438" dist="19050" dir="5400000" algn="bl" rotWithShape="0">
              <a:srgbClr val="000000">
                <a:alpha val="17647"/>
              </a:srgbClr>
            </a:outerShdw>
          </a:effectLst>
        </p:spPr>
      </p:pic>
      <p:pic>
        <p:nvPicPr>
          <p:cNvPr id="950" name="Google Shape;950;g26b641b03cd_0_301"/>
          <p:cNvPicPr preferRelativeResize="0"/>
          <p:nvPr/>
        </p:nvPicPr>
        <p:blipFill rotWithShape="1">
          <a:blip r:embed="rId10">
            <a:alphaModFix/>
          </a:blip>
          <a:srcRect l="59" r="59"/>
          <a:stretch/>
        </p:blipFill>
        <p:spPr>
          <a:xfrm>
            <a:off x="6494934" y="2698393"/>
            <a:ext cx="1655503" cy="1183058"/>
          </a:xfrm>
          <a:prstGeom prst="rect">
            <a:avLst/>
          </a:prstGeom>
          <a:noFill/>
          <a:ln>
            <a:noFill/>
          </a:ln>
          <a:effectLst>
            <a:outerShdw blurRad="71438" dist="19050" dir="5400000" algn="bl" rotWithShape="0">
              <a:srgbClr val="000000">
                <a:alpha val="17650"/>
              </a:srgbClr>
            </a:outerShdw>
          </a:effectLst>
        </p:spPr>
      </p:pic>
      <p:pic>
        <p:nvPicPr>
          <p:cNvPr id="951" name="Google Shape;951;g26b641b03cd_0_301"/>
          <p:cNvPicPr preferRelativeResize="0"/>
          <p:nvPr/>
        </p:nvPicPr>
        <p:blipFill rotWithShape="1">
          <a:blip r:embed="rId11">
            <a:alphaModFix/>
          </a:blip>
          <a:srcRect t="19" b="29"/>
          <a:stretch/>
        </p:blipFill>
        <p:spPr>
          <a:xfrm>
            <a:off x="993563" y="4065593"/>
            <a:ext cx="1655503" cy="1183057"/>
          </a:xfrm>
          <a:prstGeom prst="rect">
            <a:avLst/>
          </a:prstGeom>
          <a:noFill/>
          <a:ln>
            <a:noFill/>
          </a:ln>
          <a:effectLst>
            <a:outerShdw blurRad="71438" dist="19050" dir="5400000" algn="bl" rotWithShape="0">
              <a:srgbClr val="000000">
                <a:alpha val="17650"/>
              </a:srgbClr>
            </a:outerShdw>
          </a:effectLst>
        </p:spPr>
      </p:pic>
      <p:pic>
        <p:nvPicPr>
          <p:cNvPr id="952" name="Google Shape;952;g26b641b03cd_0_301"/>
          <p:cNvPicPr preferRelativeResize="0"/>
          <p:nvPr/>
        </p:nvPicPr>
        <p:blipFill rotWithShape="1">
          <a:blip r:embed="rId12">
            <a:alphaModFix/>
          </a:blip>
          <a:srcRect l="248" r="238"/>
          <a:stretch/>
        </p:blipFill>
        <p:spPr>
          <a:xfrm>
            <a:off x="2837335" y="4065593"/>
            <a:ext cx="1655503" cy="1187458"/>
          </a:xfrm>
          <a:prstGeom prst="rect">
            <a:avLst/>
          </a:prstGeom>
          <a:noFill/>
          <a:ln>
            <a:noFill/>
          </a:ln>
          <a:effectLst>
            <a:outerShdw blurRad="71438" dist="19050" dir="5400000" algn="bl" rotWithShape="0">
              <a:srgbClr val="000000">
                <a:alpha val="17650"/>
              </a:srgbClr>
            </a:outerShdw>
          </a:effectLst>
        </p:spPr>
      </p:pic>
      <p:pic>
        <p:nvPicPr>
          <p:cNvPr id="953" name="Google Shape;953;g26b641b03cd_0_301"/>
          <p:cNvPicPr preferRelativeResize="0"/>
          <p:nvPr/>
        </p:nvPicPr>
        <p:blipFill rotWithShape="1">
          <a:blip r:embed="rId13">
            <a:alphaModFix/>
          </a:blip>
          <a:srcRect t="19" b="29"/>
          <a:stretch/>
        </p:blipFill>
        <p:spPr>
          <a:xfrm>
            <a:off x="4651163" y="4065593"/>
            <a:ext cx="1655503" cy="1183057"/>
          </a:xfrm>
          <a:prstGeom prst="rect">
            <a:avLst/>
          </a:prstGeom>
          <a:noFill/>
          <a:ln>
            <a:noFill/>
          </a:ln>
          <a:effectLst>
            <a:outerShdw blurRad="71438" dist="19050" dir="5400000" algn="bl" rotWithShape="0">
              <a:srgbClr val="000000">
                <a:alpha val="17650"/>
              </a:srgbClr>
            </a:outerShdw>
          </a:effectLst>
        </p:spPr>
      </p:pic>
      <p:pic>
        <p:nvPicPr>
          <p:cNvPr id="954" name="Google Shape;954;g26b641b03cd_0_301"/>
          <p:cNvPicPr preferRelativeResize="0"/>
          <p:nvPr/>
        </p:nvPicPr>
        <p:blipFill rotWithShape="1">
          <a:blip r:embed="rId14">
            <a:alphaModFix/>
          </a:blip>
          <a:srcRect l="59" r="59"/>
          <a:stretch/>
        </p:blipFill>
        <p:spPr>
          <a:xfrm>
            <a:off x="6494934" y="4069993"/>
            <a:ext cx="1655503" cy="1183058"/>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961" name="Google Shape;961;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962" name="Google Shape;962;g26b641b03cd_0_308"/>
          <p:cNvSpPr txBox="1">
            <a:spLocks noGrp="1"/>
          </p:cNvSpPr>
          <p:nvPr>
            <p:ph type="title"/>
          </p:nvPr>
        </p:nvSpPr>
        <p:spPr>
          <a:xfrm>
            <a:off x="775950" y="5568500"/>
            <a:ext cx="7592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963" name="Google Shape;963;g26b641b03cd_0_308"/>
          <p:cNvPicPr preferRelativeResize="0"/>
          <p:nvPr/>
        </p:nvPicPr>
        <p:blipFill rotWithShape="1">
          <a:blip r:embed="rId3">
            <a:alphaModFix/>
          </a:blip>
          <a:srcRect l="59" r="59"/>
          <a:stretch/>
        </p:blipFill>
        <p:spPr>
          <a:xfrm>
            <a:off x="993563" y="1300150"/>
            <a:ext cx="1655503" cy="1183058"/>
          </a:xfrm>
          <a:prstGeom prst="rect">
            <a:avLst/>
          </a:prstGeom>
          <a:noFill/>
          <a:ln>
            <a:noFill/>
          </a:ln>
          <a:effectLst>
            <a:outerShdw blurRad="71438" dist="19050" dir="5400000" algn="bl" rotWithShape="0">
              <a:srgbClr val="000000">
                <a:alpha val="17650"/>
              </a:srgbClr>
            </a:outerShdw>
          </a:effectLst>
        </p:spPr>
      </p:pic>
      <p:pic>
        <p:nvPicPr>
          <p:cNvPr id="964" name="Google Shape;964;g26b641b03cd_0_308"/>
          <p:cNvPicPr preferRelativeResize="0"/>
          <p:nvPr/>
        </p:nvPicPr>
        <p:blipFill rotWithShape="1">
          <a:blip r:embed="rId4">
            <a:alphaModFix/>
          </a:blip>
          <a:srcRect l="248" r="238"/>
          <a:stretch/>
        </p:blipFill>
        <p:spPr>
          <a:xfrm>
            <a:off x="2837334" y="1300150"/>
            <a:ext cx="1655503" cy="1187458"/>
          </a:xfrm>
          <a:prstGeom prst="rect">
            <a:avLst/>
          </a:prstGeom>
          <a:noFill/>
          <a:ln>
            <a:noFill/>
          </a:ln>
          <a:effectLst>
            <a:outerShdw blurRad="71438" dist="19050" dir="5400000" algn="bl" rotWithShape="0">
              <a:srgbClr val="000000">
                <a:alpha val="17650"/>
              </a:srgbClr>
            </a:outerShdw>
          </a:effectLst>
        </p:spPr>
      </p:pic>
      <p:pic>
        <p:nvPicPr>
          <p:cNvPr id="965" name="Google Shape;965;g26b641b03cd_0_308"/>
          <p:cNvPicPr preferRelativeResize="0"/>
          <p:nvPr/>
        </p:nvPicPr>
        <p:blipFill rotWithShape="1">
          <a:blip r:embed="rId5">
            <a:alphaModFix/>
          </a:blip>
          <a:srcRect l="59" r="59"/>
          <a:stretch/>
        </p:blipFill>
        <p:spPr>
          <a:xfrm>
            <a:off x="4651163" y="1300150"/>
            <a:ext cx="1655503" cy="1183056"/>
          </a:xfrm>
          <a:prstGeom prst="rect">
            <a:avLst/>
          </a:prstGeom>
          <a:noFill/>
          <a:ln>
            <a:noFill/>
          </a:ln>
          <a:effectLst>
            <a:outerShdw blurRad="71438" dist="19050" dir="5400000" algn="bl" rotWithShape="0">
              <a:srgbClr val="000000">
                <a:alpha val="17650"/>
              </a:srgbClr>
            </a:outerShdw>
          </a:effectLst>
        </p:spPr>
      </p:pic>
      <p:pic>
        <p:nvPicPr>
          <p:cNvPr id="966" name="Google Shape;966;g26b641b03cd_0_308"/>
          <p:cNvPicPr preferRelativeResize="0"/>
          <p:nvPr/>
        </p:nvPicPr>
        <p:blipFill rotWithShape="1">
          <a:blip r:embed="rId6">
            <a:alphaModFix/>
          </a:blip>
          <a:srcRect l="159" r="159"/>
          <a:stretch/>
        </p:blipFill>
        <p:spPr>
          <a:xfrm>
            <a:off x="6494934" y="1300150"/>
            <a:ext cx="1655503" cy="1187457"/>
          </a:xfrm>
          <a:prstGeom prst="rect">
            <a:avLst/>
          </a:prstGeom>
          <a:noFill/>
          <a:ln>
            <a:noFill/>
          </a:ln>
          <a:effectLst>
            <a:outerShdw blurRad="71438" dist="19050" dir="5400000" algn="bl" rotWithShape="0">
              <a:srgbClr val="000000">
                <a:alpha val="17650"/>
              </a:srgbClr>
            </a:outerShdw>
          </a:effectLst>
        </p:spPr>
      </p:pic>
      <p:pic>
        <p:nvPicPr>
          <p:cNvPr id="967" name="Google Shape;967;g26b641b03cd_0_308"/>
          <p:cNvPicPr preferRelativeResize="0"/>
          <p:nvPr/>
        </p:nvPicPr>
        <p:blipFill rotWithShape="1">
          <a:blip r:embed="rId7">
            <a:alphaModFix/>
          </a:blip>
          <a:srcRect t="19" b="29"/>
          <a:stretch/>
        </p:blipFill>
        <p:spPr>
          <a:xfrm>
            <a:off x="993563" y="2693992"/>
            <a:ext cx="1655503" cy="1183057"/>
          </a:xfrm>
          <a:prstGeom prst="rect">
            <a:avLst/>
          </a:prstGeom>
          <a:noFill/>
          <a:ln>
            <a:noFill/>
          </a:ln>
          <a:effectLst>
            <a:outerShdw blurRad="71438" dist="19050" dir="5400000" algn="bl" rotWithShape="0">
              <a:srgbClr val="000000">
                <a:alpha val="17650"/>
              </a:srgbClr>
            </a:outerShdw>
          </a:effectLst>
        </p:spPr>
      </p:pic>
      <p:pic>
        <p:nvPicPr>
          <p:cNvPr id="968" name="Google Shape;968;g26b641b03cd_0_308"/>
          <p:cNvPicPr preferRelativeResize="0"/>
          <p:nvPr/>
        </p:nvPicPr>
        <p:blipFill rotWithShape="1">
          <a:blip r:embed="rId8">
            <a:alphaModFix/>
          </a:blip>
          <a:srcRect l="248" r="238"/>
          <a:stretch/>
        </p:blipFill>
        <p:spPr>
          <a:xfrm>
            <a:off x="2837335" y="2693992"/>
            <a:ext cx="1655503" cy="1187458"/>
          </a:xfrm>
          <a:prstGeom prst="rect">
            <a:avLst/>
          </a:prstGeom>
          <a:noFill/>
          <a:ln>
            <a:noFill/>
          </a:ln>
          <a:effectLst>
            <a:outerShdw blurRad="71438" dist="19050" dir="5400000" algn="bl" rotWithShape="0">
              <a:srgbClr val="000000">
                <a:alpha val="17650"/>
              </a:srgbClr>
            </a:outerShdw>
          </a:effectLst>
        </p:spPr>
      </p:pic>
      <p:pic>
        <p:nvPicPr>
          <p:cNvPr id="969" name="Google Shape;969;g26b641b03cd_0_308"/>
          <p:cNvPicPr preferRelativeResize="0"/>
          <p:nvPr/>
        </p:nvPicPr>
        <p:blipFill rotWithShape="1">
          <a:blip r:embed="rId9">
            <a:alphaModFix/>
          </a:blip>
          <a:srcRect l="59" r="59"/>
          <a:stretch/>
        </p:blipFill>
        <p:spPr>
          <a:xfrm>
            <a:off x="4651163" y="2693992"/>
            <a:ext cx="1655503" cy="1183056"/>
          </a:xfrm>
          <a:prstGeom prst="rect">
            <a:avLst/>
          </a:prstGeom>
          <a:noFill/>
          <a:ln>
            <a:noFill/>
          </a:ln>
          <a:effectLst>
            <a:outerShdw blurRad="71438" dist="19050" dir="5400000" algn="bl" rotWithShape="0">
              <a:srgbClr val="000000">
                <a:alpha val="17650"/>
              </a:srgbClr>
            </a:outerShdw>
          </a:effectLst>
        </p:spPr>
      </p:pic>
      <p:pic>
        <p:nvPicPr>
          <p:cNvPr id="970" name="Google Shape;970;g26b641b03cd_0_308"/>
          <p:cNvPicPr preferRelativeResize="0"/>
          <p:nvPr/>
        </p:nvPicPr>
        <p:blipFill rotWithShape="1">
          <a:blip r:embed="rId10">
            <a:alphaModFix/>
          </a:blip>
          <a:srcRect l="59" r="59"/>
          <a:stretch/>
        </p:blipFill>
        <p:spPr>
          <a:xfrm>
            <a:off x="6494934" y="2698393"/>
            <a:ext cx="1655503" cy="1183058"/>
          </a:xfrm>
          <a:prstGeom prst="rect">
            <a:avLst/>
          </a:prstGeom>
          <a:noFill/>
          <a:ln>
            <a:noFill/>
          </a:ln>
          <a:effectLst>
            <a:outerShdw blurRad="71438" dist="19050" dir="5400000" algn="bl" rotWithShape="0">
              <a:srgbClr val="000000">
                <a:alpha val="17650"/>
              </a:srgbClr>
            </a:outerShdw>
          </a:effectLst>
        </p:spPr>
      </p:pic>
      <p:pic>
        <p:nvPicPr>
          <p:cNvPr id="971" name="Google Shape;971;g26b641b03cd_0_308"/>
          <p:cNvPicPr preferRelativeResize="0"/>
          <p:nvPr/>
        </p:nvPicPr>
        <p:blipFill rotWithShape="1">
          <a:blip r:embed="rId11">
            <a:alphaModFix/>
          </a:blip>
          <a:srcRect t="19" b="29"/>
          <a:stretch/>
        </p:blipFill>
        <p:spPr>
          <a:xfrm>
            <a:off x="993563" y="4065593"/>
            <a:ext cx="1655503" cy="1183057"/>
          </a:xfrm>
          <a:prstGeom prst="rect">
            <a:avLst/>
          </a:prstGeom>
          <a:noFill/>
          <a:ln>
            <a:noFill/>
          </a:ln>
          <a:effectLst>
            <a:outerShdw blurRad="71438" dist="19050" dir="5400000" algn="bl" rotWithShape="0">
              <a:srgbClr val="000000">
                <a:alpha val="17650"/>
              </a:srgbClr>
            </a:outerShdw>
          </a:effectLst>
        </p:spPr>
      </p:pic>
      <p:pic>
        <p:nvPicPr>
          <p:cNvPr id="972" name="Google Shape;972;g26b641b03cd_0_308"/>
          <p:cNvPicPr preferRelativeResize="0"/>
          <p:nvPr/>
        </p:nvPicPr>
        <p:blipFill rotWithShape="1">
          <a:blip r:embed="rId12">
            <a:alphaModFix/>
          </a:blip>
          <a:srcRect l="248" r="238"/>
          <a:stretch/>
        </p:blipFill>
        <p:spPr>
          <a:xfrm>
            <a:off x="2837335" y="4065593"/>
            <a:ext cx="1655503" cy="1187458"/>
          </a:xfrm>
          <a:prstGeom prst="rect">
            <a:avLst/>
          </a:prstGeom>
          <a:noFill/>
          <a:ln>
            <a:noFill/>
          </a:ln>
          <a:effectLst>
            <a:outerShdw blurRad="71438" dist="19050" dir="5400000" algn="bl" rotWithShape="0">
              <a:srgbClr val="000000">
                <a:alpha val="17650"/>
              </a:srgbClr>
            </a:outerShdw>
          </a:effectLst>
        </p:spPr>
      </p:pic>
      <p:pic>
        <p:nvPicPr>
          <p:cNvPr id="973" name="Google Shape;973;g26b641b03cd_0_308"/>
          <p:cNvPicPr preferRelativeResize="0"/>
          <p:nvPr/>
        </p:nvPicPr>
        <p:blipFill rotWithShape="1">
          <a:blip r:embed="rId13">
            <a:alphaModFix/>
          </a:blip>
          <a:srcRect t="19" b="29"/>
          <a:stretch/>
        </p:blipFill>
        <p:spPr>
          <a:xfrm>
            <a:off x="4651163" y="4065593"/>
            <a:ext cx="1655503" cy="1183057"/>
          </a:xfrm>
          <a:prstGeom prst="rect">
            <a:avLst/>
          </a:prstGeom>
          <a:noFill/>
          <a:ln>
            <a:noFill/>
          </a:ln>
          <a:effectLst>
            <a:outerShdw blurRad="71438" dist="19050" dir="5400000" algn="bl" rotWithShape="0">
              <a:srgbClr val="000000">
                <a:alpha val="17650"/>
              </a:srgbClr>
            </a:outerShdw>
          </a:effectLst>
        </p:spPr>
      </p:pic>
      <p:pic>
        <p:nvPicPr>
          <p:cNvPr id="974" name="Google Shape;974;g26b641b03cd_0_308"/>
          <p:cNvPicPr preferRelativeResize="0"/>
          <p:nvPr/>
        </p:nvPicPr>
        <p:blipFill rotWithShape="1">
          <a:blip r:embed="rId14">
            <a:alphaModFix/>
          </a:blip>
          <a:srcRect l="59" r="59"/>
          <a:stretch/>
        </p:blipFill>
        <p:spPr>
          <a:xfrm>
            <a:off x="6494934" y="4069993"/>
            <a:ext cx="1655503" cy="1183058"/>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81" name="Google Shape;981;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982" name="Google Shape;982;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983" name="Google Shape;983;g26b641b03cd_0_315"/>
          <p:cNvPicPr preferRelativeResize="0"/>
          <p:nvPr/>
        </p:nvPicPr>
        <p:blipFill rotWithShape="1">
          <a:blip r:embed="rId3">
            <a:alphaModFix/>
          </a:blip>
          <a:srcRect t="19" b="29"/>
          <a:stretch/>
        </p:blipFill>
        <p:spPr>
          <a:xfrm>
            <a:off x="3655767" y="949125"/>
            <a:ext cx="1832467" cy="1375015"/>
          </a:xfrm>
          <a:prstGeom prst="rect">
            <a:avLst/>
          </a:prstGeom>
          <a:noFill/>
          <a:ln>
            <a:noFill/>
          </a:ln>
          <a:effectLst>
            <a:outerShdw blurRad="57150" dist="19050" dir="5400000" algn="bl" rotWithShape="0">
              <a:srgbClr val="000000">
                <a:alpha val="20000"/>
              </a:srgbClr>
            </a:outerShdw>
          </a:effectLst>
        </p:spPr>
      </p:pic>
      <p:pic>
        <p:nvPicPr>
          <p:cNvPr id="984" name="Google Shape;984;g26b641b03cd_0_315"/>
          <p:cNvPicPr preferRelativeResize="0"/>
          <p:nvPr/>
        </p:nvPicPr>
        <p:blipFill rotWithShape="1">
          <a:blip r:embed="rId4">
            <a:alphaModFix/>
          </a:blip>
          <a:srcRect l="69" r="69"/>
          <a:stretch/>
        </p:blipFill>
        <p:spPr>
          <a:xfrm>
            <a:off x="5650433" y="949125"/>
            <a:ext cx="1832467" cy="1375014"/>
          </a:xfrm>
          <a:prstGeom prst="rect">
            <a:avLst/>
          </a:prstGeom>
          <a:noFill/>
          <a:ln>
            <a:noFill/>
          </a:ln>
          <a:effectLst>
            <a:outerShdw blurRad="57150" dist="19050" dir="5400000" algn="bl" rotWithShape="0">
              <a:srgbClr val="000000">
                <a:alpha val="20000"/>
              </a:srgbClr>
            </a:outerShdw>
          </a:effectLst>
        </p:spPr>
      </p:pic>
      <p:pic>
        <p:nvPicPr>
          <p:cNvPr id="985" name="Google Shape;985;g26b641b03cd_0_315"/>
          <p:cNvPicPr preferRelativeResize="0"/>
          <p:nvPr/>
        </p:nvPicPr>
        <p:blipFill rotWithShape="1">
          <a:blip r:embed="rId5">
            <a:alphaModFix/>
          </a:blip>
          <a:srcRect t="19" b="29"/>
          <a:stretch/>
        </p:blipFill>
        <p:spPr>
          <a:xfrm>
            <a:off x="1661100" y="949125"/>
            <a:ext cx="1832467" cy="1375015"/>
          </a:xfrm>
          <a:prstGeom prst="rect">
            <a:avLst/>
          </a:prstGeom>
          <a:noFill/>
          <a:ln>
            <a:noFill/>
          </a:ln>
          <a:effectLst>
            <a:outerShdw blurRad="57150" dist="19050" dir="5400000" algn="bl" rotWithShape="0">
              <a:srgbClr val="000000">
                <a:alpha val="20000"/>
              </a:srgbClr>
            </a:outerShdw>
          </a:effectLst>
        </p:spPr>
      </p:pic>
      <p:pic>
        <p:nvPicPr>
          <p:cNvPr id="986" name="Google Shape;986;g26b641b03cd_0_315"/>
          <p:cNvPicPr preferRelativeResize="0"/>
          <p:nvPr/>
        </p:nvPicPr>
        <p:blipFill rotWithShape="1">
          <a:blip r:embed="rId6">
            <a:alphaModFix/>
          </a:blip>
          <a:srcRect t="19" b="29"/>
          <a:stretch/>
        </p:blipFill>
        <p:spPr>
          <a:xfrm>
            <a:off x="3655767" y="2435605"/>
            <a:ext cx="1832467" cy="1375015"/>
          </a:xfrm>
          <a:prstGeom prst="rect">
            <a:avLst/>
          </a:prstGeom>
          <a:noFill/>
          <a:ln>
            <a:noFill/>
          </a:ln>
          <a:effectLst>
            <a:outerShdw blurRad="57150" dist="19050" dir="5400000" algn="bl" rotWithShape="0">
              <a:srgbClr val="000000">
                <a:alpha val="20000"/>
              </a:srgbClr>
            </a:outerShdw>
          </a:effectLst>
        </p:spPr>
      </p:pic>
      <p:pic>
        <p:nvPicPr>
          <p:cNvPr id="987" name="Google Shape;987;g26b641b03cd_0_315"/>
          <p:cNvPicPr preferRelativeResize="0"/>
          <p:nvPr/>
        </p:nvPicPr>
        <p:blipFill rotWithShape="1">
          <a:blip r:embed="rId7">
            <a:alphaModFix/>
          </a:blip>
          <a:srcRect l="69" r="69"/>
          <a:stretch/>
        </p:blipFill>
        <p:spPr>
          <a:xfrm>
            <a:off x="5650433" y="2435605"/>
            <a:ext cx="1832467" cy="1375014"/>
          </a:xfrm>
          <a:prstGeom prst="rect">
            <a:avLst/>
          </a:prstGeom>
          <a:noFill/>
          <a:ln>
            <a:noFill/>
          </a:ln>
          <a:effectLst>
            <a:outerShdw blurRad="57150" dist="19050" dir="5400000" algn="bl" rotWithShape="0">
              <a:srgbClr val="000000">
                <a:alpha val="20000"/>
              </a:srgbClr>
            </a:outerShdw>
          </a:effectLst>
        </p:spPr>
      </p:pic>
      <p:pic>
        <p:nvPicPr>
          <p:cNvPr id="988" name="Google Shape;988;g26b641b03cd_0_315"/>
          <p:cNvPicPr preferRelativeResize="0"/>
          <p:nvPr/>
        </p:nvPicPr>
        <p:blipFill rotWithShape="1">
          <a:blip r:embed="rId8">
            <a:alphaModFix/>
          </a:blip>
          <a:srcRect l="69" r="69"/>
          <a:stretch/>
        </p:blipFill>
        <p:spPr>
          <a:xfrm>
            <a:off x="1661100" y="2435605"/>
            <a:ext cx="1832467" cy="1375014"/>
          </a:xfrm>
          <a:prstGeom prst="rect">
            <a:avLst/>
          </a:prstGeom>
          <a:noFill/>
          <a:ln>
            <a:noFill/>
          </a:ln>
          <a:effectLst>
            <a:outerShdw blurRad="57150" dist="19050" dir="5400000" algn="bl" rotWithShape="0">
              <a:srgbClr val="000000">
                <a:alpha val="20000"/>
              </a:srgbClr>
            </a:outerShdw>
          </a:effectLst>
        </p:spPr>
      </p:pic>
      <p:pic>
        <p:nvPicPr>
          <p:cNvPr id="989" name="Google Shape;989;g26b641b03cd_0_315"/>
          <p:cNvPicPr preferRelativeResize="0"/>
          <p:nvPr/>
        </p:nvPicPr>
        <p:blipFill rotWithShape="1">
          <a:blip r:embed="rId9">
            <a:alphaModFix/>
          </a:blip>
          <a:srcRect t="19" b="29"/>
          <a:stretch/>
        </p:blipFill>
        <p:spPr>
          <a:xfrm>
            <a:off x="3655767" y="3922085"/>
            <a:ext cx="1832467" cy="1375015"/>
          </a:xfrm>
          <a:prstGeom prst="rect">
            <a:avLst/>
          </a:prstGeom>
          <a:noFill/>
          <a:ln>
            <a:noFill/>
          </a:ln>
          <a:effectLst>
            <a:outerShdw blurRad="57150" dist="19050" dir="5400000" algn="bl" rotWithShape="0">
              <a:srgbClr val="000000">
                <a:alpha val="20000"/>
              </a:srgbClr>
            </a:outerShdw>
          </a:effectLst>
        </p:spPr>
      </p:pic>
      <p:pic>
        <p:nvPicPr>
          <p:cNvPr id="990" name="Google Shape;990;g26b641b03cd_0_315"/>
          <p:cNvPicPr preferRelativeResize="0"/>
          <p:nvPr/>
        </p:nvPicPr>
        <p:blipFill rotWithShape="1">
          <a:blip r:embed="rId10">
            <a:alphaModFix/>
          </a:blip>
          <a:srcRect l="69" r="69"/>
          <a:stretch/>
        </p:blipFill>
        <p:spPr>
          <a:xfrm>
            <a:off x="5650433" y="3922085"/>
            <a:ext cx="1832467" cy="1375014"/>
          </a:xfrm>
          <a:prstGeom prst="rect">
            <a:avLst/>
          </a:prstGeom>
          <a:noFill/>
          <a:ln>
            <a:noFill/>
          </a:ln>
          <a:effectLst>
            <a:outerShdw blurRad="57150" dist="19050" dir="5400000" algn="bl" rotWithShape="0">
              <a:srgbClr val="000000">
                <a:alpha val="20000"/>
              </a:srgbClr>
            </a:outerShdw>
          </a:effectLst>
        </p:spPr>
      </p:pic>
      <p:pic>
        <p:nvPicPr>
          <p:cNvPr id="991" name="Google Shape;991;g26b641b03cd_0_315"/>
          <p:cNvPicPr preferRelativeResize="0"/>
          <p:nvPr/>
        </p:nvPicPr>
        <p:blipFill rotWithShape="1">
          <a:blip r:embed="rId11">
            <a:alphaModFix/>
          </a:blip>
          <a:srcRect t="19" b="29"/>
          <a:stretch/>
        </p:blipFill>
        <p:spPr>
          <a:xfrm>
            <a:off x="1661100" y="3922085"/>
            <a:ext cx="1832467" cy="1375015"/>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7" name="Google Shape;997;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998" name="Google Shape;998;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sp>
        <p:nvSpPr>
          <p:cNvPr id="999" name="Google Shape;999;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00" name="Google Shape;1000;g26b641b03cd_1_0"/>
          <p:cNvPicPr preferRelativeResize="0"/>
          <p:nvPr/>
        </p:nvPicPr>
        <p:blipFill rotWithShape="1">
          <a:blip r:embed="rId3">
            <a:alphaModFix/>
          </a:blip>
          <a:srcRect t="69" b="69"/>
          <a:stretch/>
        </p:blipFill>
        <p:spPr>
          <a:xfrm>
            <a:off x="3655263" y="953650"/>
            <a:ext cx="1833474" cy="1376459"/>
          </a:xfrm>
          <a:prstGeom prst="rect">
            <a:avLst/>
          </a:prstGeom>
          <a:noFill/>
          <a:ln>
            <a:noFill/>
          </a:ln>
          <a:effectLst>
            <a:outerShdw blurRad="57150" dist="19050" dir="5400000" algn="bl" rotWithShape="0">
              <a:srgbClr val="000000">
                <a:alpha val="20000"/>
              </a:srgbClr>
            </a:outerShdw>
          </a:effectLst>
        </p:spPr>
      </p:pic>
      <p:pic>
        <p:nvPicPr>
          <p:cNvPr id="1001" name="Google Shape;1001;g26b641b03cd_1_0"/>
          <p:cNvPicPr preferRelativeResize="0"/>
          <p:nvPr/>
        </p:nvPicPr>
        <p:blipFill rotWithShape="1">
          <a:blip r:embed="rId4">
            <a:alphaModFix/>
          </a:blip>
          <a:srcRect l="29" r="19"/>
          <a:stretch/>
        </p:blipFill>
        <p:spPr>
          <a:xfrm>
            <a:off x="5651026" y="953650"/>
            <a:ext cx="1833474" cy="1376460"/>
          </a:xfrm>
          <a:prstGeom prst="rect">
            <a:avLst/>
          </a:prstGeom>
          <a:noFill/>
          <a:ln>
            <a:noFill/>
          </a:ln>
          <a:effectLst>
            <a:outerShdw blurRad="57150" dist="19050" dir="5400000" algn="bl" rotWithShape="0">
              <a:srgbClr val="000000">
                <a:alpha val="20000"/>
              </a:srgbClr>
            </a:outerShdw>
          </a:effectLst>
        </p:spPr>
      </p:pic>
      <p:pic>
        <p:nvPicPr>
          <p:cNvPr id="1002" name="Google Shape;1002;g26b641b03cd_1_0"/>
          <p:cNvPicPr preferRelativeResize="0"/>
          <p:nvPr/>
        </p:nvPicPr>
        <p:blipFill rotWithShape="1">
          <a:blip r:embed="rId5">
            <a:alphaModFix/>
          </a:blip>
          <a:srcRect t="69" b="69"/>
          <a:stretch/>
        </p:blipFill>
        <p:spPr>
          <a:xfrm>
            <a:off x="1659500" y="953650"/>
            <a:ext cx="1833474" cy="1376459"/>
          </a:xfrm>
          <a:prstGeom prst="rect">
            <a:avLst/>
          </a:prstGeom>
          <a:noFill/>
          <a:ln>
            <a:noFill/>
          </a:ln>
          <a:effectLst>
            <a:outerShdw blurRad="57150" dist="19050" dir="5400000" algn="bl" rotWithShape="0">
              <a:srgbClr val="000000">
                <a:alpha val="20000"/>
              </a:srgbClr>
            </a:outerShdw>
          </a:effectLst>
        </p:spPr>
      </p:pic>
      <p:pic>
        <p:nvPicPr>
          <p:cNvPr id="1003" name="Google Shape;1003;g26b641b03cd_1_0"/>
          <p:cNvPicPr preferRelativeResize="0"/>
          <p:nvPr/>
        </p:nvPicPr>
        <p:blipFill rotWithShape="1">
          <a:blip r:embed="rId6">
            <a:alphaModFix/>
          </a:blip>
          <a:srcRect t="69" b="69"/>
          <a:stretch/>
        </p:blipFill>
        <p:spPr>
          <a:xfrm>
            <a:off x="3655263" y="2441692"/>
            <a:ext cx="1833474" cy="1376459"/>
          </a:xfrm>
          <a:prstGeom prst="rect">
            <a:avLst/>
          </a:prstGeom>
          <a:noFill/>
          <a:ln>
            <a:noFill/>
          </a:ln>
          <a:effectLst>
            <a:outerShdw blurRad="57150" dist="19050" dir="5400000" algn="bl" rotWithShape="0">
              <a:srgbClr val="000000">
                <a:alpha val="20000"/>
              </a:srgbClr>
            </a:outerShdw>
          </a:effectLst>
        </p:spPr>
      </p:pic>
      <p:pic>
        <p:nvPicPr>
          <p:cNvPr id="1004" name="Google Shape;1004;g26b641b03cd_1_0"/>
          <p:cNvPicPr preferRelativeResize="0"/>
          <p:nvPr/>
        </p:nvPicPr>
        <p:blipFill rotWithShape="1">
          <a:blip r:embed="rId7">
            <a:alphaModFix/>
          </a:blip>
          <a:srcRect l="29" r="19"/>
          <a:stretch/>
        </p:blipFill>
        <p:spPr>
          <a:xfrm>
            <a:off x="5651026" y="2441692"/>
            <a:ext cx="1833474" cy="1376460"/>
          </a:xfrm>
          <a:prstGeom prst="rect">
            <a:avLst/>
          </a:prstGeom>
          <a:noFill/>
          <a:ln>
            <a:noFill/>
          </a:ln>
          <a:effectLst>
            <a:outerShdw blurRad="57150" dist="19050" dir="5400000" algn="bl" rotWithShape="0">
              <a:srgbClr val="000000">
                <a:alpha val="20000"/>
              </a:srgbClr>
            </a:outerShdw>
          </a:effectLst>
        </p:spPr>
      </p:pic>
      <p:pic>
        <p:nvPicPr>
          <p:cNvPr id="1005" name="Google Shape;1005;g26b641b03cd_1_0"/>
          <p:cNvPicPr preferRelativeResize="0"/>
          <p:nvPr/>
        </p:nvPicPr>
        <p:blipFill rotWithShape="1">
          <a:blip r:embed="rId8">
            <a:alphaModFix/>
          </a:blip>
          <a:srcRect l="29" r="19"/>
          <a:stretch/>
        </p:blipFill>
        <p:spPr>
          <a:xfrm>
            <a:off x="1659500" y="2441692"/>
            <a:ext cx="1833474" cy="1376460"/>
          </a:xfrm>
          <a:prstGeom prst="rect">
            <a:avLst/>
          </a:prstGeom>
          <a:noFill/>
          <a:ln>
            <a:noFill/>
          </a:ln>
          <a:effectLst>
            <a:outerShdw blurRad="57150" dist="19050" dir="5400000" algn="bl" rotWithShape="0">
              <a:srgbClr val="000000">
                <a:alpha val="20000"/>
              </a:srgbClr>
            </a:outerShdw>
          </a:effectLst>
        </p:spPr>
      </p:pic>
      <p:pic>
        <p:nvPicPr>
          <p:cNvPr id="1006" name="Google Shape;1006;g26b641b03cd_1_0"/>
          <p:cNvPicPr preferRelativeResize="0"/>
          <p:nvPr/>
        </p:nvPicPr>
        <p:blipFill rotWithShape="1">
          <a:blip r:embed="rId9">
            <a:alphaModFix/>
          </a:blip>
          <a:srcRect/>
          <a:stretch/>
        </p:blipFill>
        <p:spPr>
          <a:xfrm>
            <a:off x="3655263" y="3929734"/>
            <a:ext cx="1833474" cy="1376459"/>
          </a:xfrm>
          <a:prstGeom prst="rect">
            <a:avLst/>
          </a:prstGeom>
          <a:noFill/>
          <a:ln>
            <a:noFill/>
          </a:ln>
          <a:effectLst>
            <a:outerShdw blurRad="57150" dist="19050" dir="5400000" algn="bl" rotWithShape="0">
              <a:srgbClr val="000000">
                <a:alpha val="20000"/>
              </a:srgbClr>
            </a:outerShdw>
          </a:effectLst>
        </p:spPr>
      </p:pic>
      <p:pic>
        <p:nvPicPr>
          <p:cNvPr id="1007" name="Google Shape;1007;g26b641b03cd_1_0"/>
          <p:cNvPicPr preferRelativeResize="0"/>
          <p:nvPr/>
        </p:nvPicPr>
        <p:blipFill rotWithShape="1">
          <a:blip r:embed="rId10">
            <a:alphaModFix/>
          </a:blip>
          <a:srcRect l="99" r="89"/>
          <a:stretch/>
        </p:blipFill>
        <p:spPr>
          <a:xfrm>
            <a:off x="5651026" y="3929734"/>
            <a:ext cx="1833474" cy="1376460"/>
          </a:xfrm>
          <a:prstGeom prst="rect">
            <a:avLst/>
          </a:prstGeom>
          <a:noFill/>
          <a:ln>
            <a:noFill/>
          </a:ln>
          <a:effectLst>
            <a:outerShdw blurRad="57150" dist="19050" dir="5400000" algn="bl" rotWithShape="0">
              <a:srgbClr val="000000">
                <a:alpha val="20000"/>
              </a:srgbClr>
            </a:outerShdw>
          </a:effectLst>
        </p:spPr>
      </p:pic>
      <p:pic>
        <p:nvPicPr>
          <p:cNvPr id="1008" name="Google Shape;1008;g26b641b03cd_1_0"/>
          <p:cNvPicPr preferRelativeResize="0"/>
          <p:nvPr/>
        </p:nvPicPr>
        <p:blipFill rotWithShape="1">
          <a:blip r:embed="rId11">
            <a:alphaModFix/>
          </a:blip>
          <a:srcRect/>
          <a:stretch/>
        </p:blipFill>
        <p:spPr>
          <a:xfrm>
            <a:off x="1659500" y="3929734"/>
            <a:ext cx="1833474" cy="1376459"/>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258</Words>
  <Application>Microsoft Office PowerPoint</Application>
  <PresentationFormat>On-screen Show (4:3)</PresentationFormat>
  <Paragraphs>71</Paragraphs>
  <Slides>13</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Calibri</vt:lpstr>
      <vt:lpstr>Poppins SemiBold</vt:lpstr>
      <vt:lpstr>Nunito Black</vt:lpstr>
      <vt:lpstr>Poppins</vt:lpstr>
      <vt:lpstr>Poppins Medium</vt:lpstr>
      <vt:lpstr>Arial</vt:lpstr>
      <vt:lpstr>Jost</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PowerPoint Presentation</vt:lpstr>
      <vt:lpstr>Practise Common Exception Words</vt:lpstr>
      <vt:lpstr>Practise Common Exception Words</vt:lpstr>
      <vt:lpstr>Practise High Frequency Words</vt:lpstr>
      <vt:lpstr>Practise High Frequency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2026-05-20T06:48:41Z</dcterms:modified>
</cp:coreProperties>
</file>