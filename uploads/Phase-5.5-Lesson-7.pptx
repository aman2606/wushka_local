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zoXJozZaZdUT6WEzTjpGNqe0e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E41BB5-DCFD-46E7-B352-5A1BDFA13268}">
  <a:tblStyle styleId="{33E41BB5-DCFD-46E7-B352-5A1BDFA1326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d27a480b9f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d27a480b9f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d27a480b9f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d27a480b9f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d27a480b9f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d27a480b9f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d27a480b9f_0_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d27a480b9f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d27a480b9f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054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6.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1.xml"/><Relationship Id="rId4" Type="http://schemas.openxmlformats.org/officeDocument/2006/relationships/image" Target="../media/image7.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6.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notesSlide" Target="../notesSlides/notesSlide7.xml"/><Relationship Id="rId16"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8.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26" Type="http://schemas.openxmlformats.org/officeDocument/2006/relationships/image" Target="../media/image140.png"/><Relationship Id="rId3" Type="http://schemas.openxmlformats.org/officeDocument/2006/relationships/image" Target="../media/image118.png"/><Relationship Id="rId21" Type="http://schemas.openxmlformats.org/officeDocument/2006/relationships/image" Target="../media/image8.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5" Type="http://schemas.openxmlformats.org/officeDocument/2006/relationships/image" Target="../media/image139.png"/><Relationship Id="rId2" Type="http://schemas.openxmlformats.org/officeDocument/2006/relationships/notesSlide" Target="../notesSlides/notesSlide8.xml"/><Relationship Id="rId16" Type="http://schemas.openxmlformats.org/officeDocument/2006/relationships/image" Target="../media/image131.png"/><Relationship Id="rId20" Type="http://schemas.openxmlformats.org/officeDocument/2006/relationships/image" Target="../media/image135.png"/><Relationship Id="rId29" Type="http://schemas.openxmlformats.org/officeDocument/2006/relationships/image" Target="../media/image143.png"/><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24" Type="http://schemas.openxmlformats.org/officeDocument/2006/relationships/image" Target="../media/image138.png"/><Relationship Id="rId5" Type="http://schemas.openxmlformats.org/officeDocument/2006/relationships/image" Target="../media/image120.png"/><Relationship Id="rId15" Type="http://schemas.openxmlformats.org/officeDocument/2006/relationships/image" Target="../media/image130.png"/><Relationship Id="rId23" Type="http://schemas.openxmlformats.org/officeDocument/2006/relationships/image" Target="../media/image137.png"/><Relationship Id="rId28" Type="http://schemas.openxmlformats.org/officeDocument/2006/relationships/image" Target="../media/image142.pn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136.png"/><Relationship Id="rId27" Type="http://schemas.openxmlformats.org/officeDocument/2006/relationships/image" Target="../media/image141.png"/><Relationship Id="rId30" Type="http://schemas.openxmlformats.org/officeDocument/2006/relationships/image" Target="../media/image144.png"/></Relationships>
</file>

<file path=ppt/slides/_rels/slide9.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8.png"/><Relationship Id="rId11" Type="http://schemas.openxmlformats.org/officeDocument/2006/relationships/image" Target="../media/image153.png"/><Relationship Id="rId5" Type="http://schemas.openxmlformats.org/officeDocument/2006/relationships/image" Target="../media/image147.png"/><Relationship Id="rId15" Type="http://schemas.openxmlformats.org/officeDocument/2006/relationships/image" Target="../media/image15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s>
</file>

<file path=ppt/slides/_rels/slide10.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167.png"/><Relationship Id="rId2" Type="http://schemas.openxmlformats.org/officeDocument/2006/relationships/notesSlide" Target="../notesSlides/notesSlide10.xml"/><Relationship Id="rId16" Type="http://schemas.openxmlformats.org/officeDocument/2006/relationships/image" Target="../media/image171.png"/><Relationship Id="rId1" Type="http://schemas.openxmlformats.org/officeDocument/2006/relationships/slideLayout" Target="../slideLayouts/slideLayout3.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png"/><Relationship Id="rId15" Type="http://schemas.openxmlformats.org/officeDocument/2006/relationships/image" Target="../media/image17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 Id="rId14" Type="http://schemas.openxmlformats.org/officeDocument/2006/relationships/image" Target="../media/image16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22.xml.rels><?xml version="1.0" encoding="UTF-8" standalone="yes"?>
<Relationships xmlns="http://schemas.openxmlformats.org/package/2006/relationships"><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/ee/; </a:t>
            </a:r>
            <a:br>
              <a:rPr lang="en-US" sz="3000"/>
            </a:br>
            <a:r>
              <a:rPr lang="en-US" sz="3000"/>
              <a:t>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{33E41BB5-DCFD-46E7-B352-5A1BDFA13268}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/ee/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/ee/</a:t>
            </a:r>
            <a:r>
              <a:rPr lang="en-US"/>
              <a:t> sound family spelling patterns.</a:t>
            </a:r>
            <a:endParaRPr/>
          </a:p>
        </p:txBody>
      </p:sp>
      <p:sp>
        <p:nvSpPr>
          <p:cNvPr id="662" name="Google Shape;662;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43031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2101337" y="376547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890901" y="376547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374125" y="381742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506385" y="381055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2623396" y="2053250"/>
            <a:ext cx="1747066" cy="2472849"/>
          </a:xfrm>
          <a:prstGeom prst="rect">
            <a:avLst/>
          </a:prstGeom>
          <a:noFill/>
          <a:ln>
            <a:noFill/>
          </a:ln>
          <a:effectLst>
            <a:outerShdw blurRad="71438" dist="28575" dir="5400000" algn="bl" rotWithShape="0">
              <a:srgbClr val="000000">
                <a:alpha val="16078"/>
              </a:srgbClr>
            </a:outerShdw>
          </a:effectLst>
        </p:spPr>
      </p:pic>
      <p:pic>
        <p:nvPicPr>
          <p:cNvPr id="800" name="Google Shape;800;g2cdbdd49f8e_0_0"/>
          <p:cNvPicPr preferRelativeResize="0"/>
          <p:nvPr/>
        </p:nvPicPr>
        <p:blipFill rotWithShape="1">
          <a:blip r:embed="rId4">
            <a:alphaModFix/>
          </a:blip>
          <a:srcRect l="19" r="29"/>
          <a:stretch/>
        </p:blipFill>
        <p:spPr>
          <a:xfrm>
            <a:off x="4773538" y="2053250"/>
            <a:ext cx="1747066"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7" name="Google Shape;807;g26b7edf6e71_0_109"/>
          <p:cNvGrpSpPr/>
          <p:nvPr/>
        </p:nvGrpSpPr>
        <p:grpSpPr>
          <a:xfrm>
            <a:off x="865957" y="2135925"/>
            <a:ext cx="7282807" cy="2686611"/>
            <a:chOff x="867357" y="2129450"/>
            <a:chExt cx="7282807" cy="2686611"/>
          </a:xfrm>
        </p:grpSpPr>
        <p:pic>
          <p:nvPicPr>
            <p:cNvPr id="808" name="Google Shape;80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8" name="Google Shape;828;g2c298d33e0c_0_6"/>
          <p:cNvGrpSpPr/>
          <p:nvPr/>
        </p:nvGrpSpPr>
        <p:grpSpPr>
          <a:xfrm>
            <a:off x="866900" y="2125438"/>
            <a:ext cx="7281864" cy="2684601"/>
            <a:chOff x="868300" y="2129450"/>
            <a:chExt cx="7281864" cy="2684601"/>
          </a:xfrm>
        </p:grpSpPr>
        <p:pic>
          <p:nvPicPr>
            <p:cNvPr id="829" name="Google Shape;82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3" name="Google Shape;83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3" name="Google Shape;863;g2c298da1f27_0_455"/>
          <p:cNvGrpSpPr/>
          <p:nvPr/>
        </p:nvGrpSpPr>
        <p:grpSpPr>
          <a:xfrm>
            <a:off x="868300" y="2129450"/>
            <a:ext cx="7281864" cy="2684601"/>
            <a:chOff x="868300" y="2053250"/>
            <a:chExt cx="7281864" cy="2684601"/>
          </a:xfrm>
        </p:grpSpPr>
        <p:pic>
          <p:nvPicPr>
            <p:cNvPr id="864" name="Google Shape;86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2" name="Google Shape;87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3" name="Google Shape;883;g2c298da1f27_1_0"/>
          <p:cNvGrpSpPr/>
          <p:nvPr/>
        </p:nvGrpSpPr>
        <p:grpSpPr>
          <a:xfrm>
            <a:off x="868300" y="2129450"/>
            <a:ext cx="7281864" cy="2688001"/>
            <a:chOff x="868300" y="2129450"/>
            <a:chExt cx="7281864" cy="2688001"/>
          </a:xfrm>
        </p:grpSpPr>
        <p:pic>
          <p:nvPicPr>
            <p:cNvPr id="884" name="Google Shape;88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5" name="Google Shape;90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06" name="Google Shape;90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7" name="Google Shape;90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08" name="Google Shape;90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cho</a:t>
            </a:r>
            <a:endParaRPr sz="5800" b="0" i="0" u="none" strike="noStrike" cap="none">
              <a:solidFill>
                <a:srgbClr val="2356AF"/>
              </a:solidFill>
              <a:latin typeface="Jost"/>
              <a:ea typeface="Jost"/>
              <a:cs typeface="Jost"/>
              <a:sym typeface="Jost"/>
            </a:endParaRPr>
          </a:p>
        </p:txBody>
      </p:sp>
      <p:sp>
        <p:nvSpPr>
          <p:cNvPr id="909" name="Google Shape;90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n</a:t>
            </a: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10" name="Google Shape;91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d27a480b9f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7" name="Google Shape;917;g2d27a480b9f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18" name="Google Shape;918;g2d27a480b9f_0_8"/>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19" name="Google Shape;919;g2d27a480b9f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0" name="Google Shape;920;g2d27a480b9f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815137"/>
                </a:solidFill>
                <a:latin typeface="Jost"/>
                <a:ea typeface="Jost"/>
                <a:cs typeface="Jost"/>
                <a:sym typeface="Jost"/>
              </a:rPr>
              <a:t>e</a:t>
            </a:r>
            <a:r>
              <a:rPr lang="en-US" sz="5800" b="0" i="0" u="none" strike="noStrike" cap="none">
                <a:solidFill>
                  <a:srgbClr val="2356AF"/>
                </a:solidFill>
                <a:latin typeface="Jost"/>
                <a:ea typeface="Jost"/>
                <a:cs typeface="Jost"/>
                <a:sym typeface="Jost"/>
              </a:rPr>
              <a:t>vening </a:t>
            </a:r>
            <a:endParaRPr sz="5800" b="0" i="0" u="none" strike="noStrike" cap="none">
              <a:solidFill>
                <a:srgbClr val="2356AF"/>
              </a:solidFill>
              <a:latin typeface="Jost"/>
              <a:ea typeface="Jost"/>
              <a:cs typeface="Jost"/>
              <a:sym typeface="Jost"/>
            </a:endParaRPr>
          </a:p>
        </p:txBody>
      </p:sp>
      <p:sp>
        <p:nvSpPr>
          <p:cNvPr id="921" name="Google Shape;921;g2d27a480b9f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815137"/>
                </a:solidFill>
                <a:latin typeface="Jost"/>
                <a:ea typeface="Jost"/>
                <a:cs typeface="Jost"/>
                <a:sym typeface="Jost"/>
              </a:rPr>
              <a:t>e</a:t>
            </a:r>
            <a:r>
              <a:rPr lang="en-US" sz="5800" b="0" i="0" u="none" strike="noStrike" cap="none">
                <a:solidFill>
                  <a:srgbClr val="2356AF"/>
                </a:solidFill>
                <a:latin typeface="Jost"/>
                <a:ea typeface="Jost"/>
                <a:cs typeface="Jost"/>
                <a:sym typeface="Jost"/>
              </a:rPr>
              <a:t>vil</a:t>
            </a:r>
            <a:endParaRPr sz="5800" b="0" i="0" u="none" strike="noStrike" cap="none">
              <a:solidFill>
                <a:srgbClr val="2356AF"/>
              </a:solidFill>
              <a:latin typeface="Jost"/>
              <a:ea typeface="Jost"/>
              <a:cs typeface="Jost"/>
              <a:sym typeface="Jost"/>
            </a:endParaRPr>
          </a:p>
        </p:txBody>
      </p:sp>
      <p:sp>
        <p:nvSpPr>
          <p:cNvPr id="922" name="Google Shape;922;g2d27a480b9f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815137"/>
                </a:solidFill>
                <a:latin typeface="Jost"/>
                <a:ea typeface="Jost"/>
                <a:cs typeface="Jost"/>
                <a:sym typeface="Jost"/>
              </a:rPr>
              <a:t>e</a:t>
            </a:r>
            <a:r>
              <a:rPr lang="en-US" sz="5800" b="0" i="0" u="none" strike="noStrike" cap="none">
                <a:solidFill>
                  <a:srgbClr val="2356AF"/>
                </a:solidFill>
                <a:latin typeface="Jost"/>
                <a:ea typeface="Jost"/>
                <a:cs typeface="Jost"/>
                <a:sym typeface="Jost"/>
              </a:rPr>
              <a:t>qu</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23" name="Google Shape;923;g2d27a480b9f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30" name="Google Shape;93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7" name="Google Shape;93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8" name="Google Shape;938;g2c4fb7f6616_1_0"/>
          <p:cNvSpPr/>
          <p:nvPr/>
        </p:nvSpPr>
        <p:spPr>
          <a:xfrm>
            <a:off x="2306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b7f6616_1_0"/>
          <p:cNvSpPr/>
          <p:nvPr/>
        </p:nvSpPr>
        <p:spPr>
          <a:xfrm>
            <a:off x="3355194"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b7f6616_1_0"/>
          <p:cNvSpPr/>
          <p:nvPr/>
        </p:nvSpPr>
        <p:spPr>
          <a:xfrm>
            <a:off x="4404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1" name="Google Shape;94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2" name="Google Shape;942;g2c4fb7f6616_1_0"/>
          <p:cNvSpPr txBox="1">
            <a:spLocks noGrp="1"/>
          </p:cNvSpPr>
          <p:nvPr>
            <p:ph type="subTitle" idx="4294967295"/>
          </p:nvPr>
        </p:nvSpPr>
        <p:spPr>
          <a:xfrm>
            <a:off x="3834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43" name="Google Shape;943;g2c4fb7f6616_1_0"/>
          <p:cNvSpPr txBox="1">
            <a:spLocks noGrp="1"/>
          </p:cNvSpPr>
          <p:nvPr>
            <p:ph type="subTitle" idx="4294967295"/>
          </p:nvPr>
        </p:nvSpPr>
        <p:spPr>
          <a:xfrm>
            <a:off x="1736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44" name="Google Shape;944;g2c4fb7f6616_1_0"/>
          <p:cNvSpPr txBox="1">
            <a:spLocks noGrp="1"/>
          </p:cNvSpPr>
          <p:nvPr>
            <p:ph type="subTitle" idx="4294967295"/>
          </p:nvPr>
        </p:nvSpPr>
        <p:spPr>
          <a:xfrm>
            <a:off x="2785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endParaRPr sz="15000" b="0" i="0" u="none" strike="noStrike" cap="none">
              <a:solidFill>
                <a:srgbClr val="815137"/>
              </a:solidFill>
              <a:latin typeface="Jost"/>
              <a:ea typeface="Jost"/>
              <a:cs typeface="Jost"/>
              <a:sym typeface="Jost"/>
            </a:endParaRPr>
          </a:p>
        </p:txBody>
      </p:sp>
      <p:sp>
        <p:nvSpPr>
          <p:cNvPr id="945" name="Google Shape;94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3" name="Google Shape;953;g2c4fb7f6616_1_0"/>
          <p:cNvGrpSpPr/>
          <p:nvPr/>
        </p:nvGrpSpPr>
        <p:grpSpPr>
          <a:xfrm>
            <a:off x="-550" y="6984600"/>
            <a:ext cx="8596479" cy="808600"/>
            <a:chOff x="-550" y="6984600"/>
            <a:chExt cx="8596479" cy="808600"/>
          </a:xfrm>
        </p:grpSpPr>
        <p:sp>
          <p:nvSpPr>
            <p:cNvPr id="954" name="Google Shape;95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5" name="Google Shape;95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2" name="Google Shape;96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3" name="Google Shape;963;g2c4fb7f6616_1_0"/>
          <p:cNvSpPr/>
          <p:nvPr/>
        </p:nvSpPr>
        <p:spPr>
          <a:xfrm>
            <a:off x="545338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c4fb7f6616_1_0"/>
          <p:cNvSpPr/>
          <p:nvPr/>
        </p:nvSpPr>
        <p:spPr>
          <a:xfrm>
            <a:off x="6447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4fb7f6616_1_0"/>
          <p:cNvSpPr txBox="1">
            <a:spLocks noGrp="1"/>
          </p:cNvSpPr>
          <p:nvPr>
            <p:ph type="subTitle" idx="4294967295"/>
          </p:nvPr>
        </p:nvSpPr>
        <p:spPr>
          <a:xfrm>
            <a:off x="5878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6" name="Google Shape;966;g2c4fb7f6616_1_0"/>
          <p:cNvSpPr txBox="1"/>
          <p:nvPr/>
        </p:nvSpPr>
        <p:spPr>
          <a:xfrm>
            <a:off x="4760684"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967" name="Google Shape;967;g2c4fb7f6616_1_0"/>
          <p:cNvSpPr/>
          <p:nvPr/>
        </p:nvSpPr>
        <p:spPr>
          <a:xfrm>
            <a:off x="401234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d27a480b9f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4" name="Google Shape;974;g2d27a480b9f_0_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75" name="Google Shape;975;g2d27a480b9f_0_2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6" name="Google Shape;976;g2d27a480b9f_0_2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27a480b9f_0_2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27a480b9f_0_2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27a480b9f_0_2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d27a480b9f_0_2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d27a480b9f_0_2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27a480b9f_0_2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27a480b9f_0_2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4" name="Google Shape;984;g2d27a480b9f_0_22"/>
          <p:cNvGrpSpPr/>
          <p:nvPr/>
        </p:nvGrpSpPr>
        <p:grpSpPr>
          <a:xfrm>
            <a:off x="-550" y="6984600"/>
            <a:ext cx="8596479" cy="808600"/>
            <a:chOff x="-550" y="6984600"/>
            <a:chExt cx="8596479" cy="808600"/>
          </a:xfrm>
        </p:grpSpPr>
        <p:sp>
          <p:nvSpPr>
            <p:cNvPr id="985" name="Google Shape;985;g2d27a480b9f_0_2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6" name="Google Shape;986;g2d27a480b9f_0_2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7" name="Google Shape;987;g2d27a480b9f_0_2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8" name="Google Shape;988;g2d27a480b9f_0_2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9" name="Google Shape;989;g2d27a480b9f_0_2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0" name="Google Shape;990;g2d27a480b9f_0_2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1" name="Google Shape;991;g2d27a480b9f_0_2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2" name="Google Shape;992;g2d27a480b9f_0_2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3" name="Google Shape;993;g2d27a480b9f_0_2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4" name="Google Shape;994;g2d27a480b9f_0_22"/>
          <p:cNvSpPr/>
          <p:nvPr/>
        </p:nvSpPr>
        <p:spPr>
          <a:xfrm>
            <a:off x="2731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d27a480b9f_0_22"/>
          <p:cNvSpPr/>
          <p:nvPr/>
        </p:nvSpPr>
        <p:spPr>
          <a:xfrm>
            <a:off x="3551869"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d27a480b9f_0_22"/>
          <p:cNvSpPr/>
          <p:nvPr/>
        </p:nvSpPr>
        <p:spPr>
          <a:xfrm>
            <a:off x="44485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d27a480b9f_0_22"/>
          <p:cNvSpPr txBox="1">
            <a:spLocks noGrp="1"/>
          </p:cNvSpPr>
          <p:nvPr>
            <p:ph type="subTitle" idx="4294967295"/>
          </p:nvPr>
        </p:nvSpPr>
        <p:spPr>
          <a:xfrm>
            <a:off x="3878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998" name="Google Shape;998;g2d27a480b9f_0_22"/>
          <p:cNvSpPr txBox="1">
            <a:spLocks noGrp="1"/>
          </p:cNvSpPr>
          <p:nvPr>
            <p:ph type="subTitle" idx="4294967295"/>
          </p:nvPr>
        </p:nvSpPr>
        <p:spPr>
          <a:xfrm>
            <a:off x="2161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99" name="Google Shape;999;g2d27a480b9f_0_22"/>
          <p:cNvSpPr txBox="1">
            <a:spLocks noGrp="1"/>
          </p:cNvSpPr>
          <p:nvPr>
            <p:ph type="subTitle" idx="4294967295"/>
          </p:nvPr>
        </p:nvSpPr>
        <p:spPr>
          <a:xfrm>
            <a:off x="2982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endParaRPr sz="15000" b="0" i="0" u="none" strike="noStrike" cap="none">
              <a:solidFill>
                <a:srgbClr val="815137"/>
              </a:solidFill>
              <a:latin typeface="Jost"/>
              <a:ea typeface="Jost"/>
              <a:cs typeface="Jost"/>
              <a:sym typeface="Jost"/>
            </a:endParaRPr>
          </a:p>
        </p:txBody>
      </p:sp>
      <p:sp>
        <p:nvSpPr>
          <p:cNvPr id="1000" name="Google Shape;1000;g2d27a480b9f_0_22"/>
          <p:cNvSpPr txBox="1">
            <a:spLocks noGrp="1"/>
          </p:cNvSpPr>
          <p:nvPr>
            <p:ph type="subTitle" idx="4294967295"/>
          </p:nvPr>
        </p:nvSpPr>
        <p:spPr>
          <a:xfrm>
            <a:off x="4932125" y="1308025"/>
            <a:ext cx="2050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1001" name="Google Shape;1001;g2d27a480b9f_0_22"/>
          <p:cNvSpPr/>
          <p:nvPr/>
        </p:nvSpPr>
        <p:spPr>
          <a:xfrm>
            <a:off x="5222896" y="4011900"/>
            <a:ext cx="14688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d27a480b9f_0_22"/>
          <p:cNvSpPr/>
          <p:nvPr/>
        </p:nvSpPr>
        <p:spPr>
          <a:xfrm>
            <a:off x="4132816"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9" name="Google Shape;100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6" name="Google Shape;101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7" name="Google Shape;1017;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8" name="Google Shape;101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5" name="Google Shape;102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6" name="Google Shape;1026;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7" name="Google Shape;102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4" name="Google Shape;103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5" name="Google Shape;103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6" name="Google Shape;103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4" name="Google Shape;104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5" name="Google Shape;104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6b641b03cd_0_301"/>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52" name="Google Shape;105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53" name="Google Shape;105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4" name="Google Shape;1054;g26b641b03cd_0_301"/>
          <p:cNvPicPr preferRelativeResize="0"/>
          <p:nvPr/>
        </p:nvPicPr>
        <p:blipFill rotWithShape="1">
          <a:blip r:embed="rId3">
            <a:alphaModFix/>
          </a:blip>
          <a:srcRect l="59" r="59"/>
          <a:stretch/>
        </p:blipFill>
        <p:spPr>
          <a:xfrm>
            <a:off x="1343200" y="1678450"/>
            <a:ext cx="2043837" cy="1460583"/>
          </a:xfrm>
          <a:prstGeom prst="rect">
            <a:avLst/>
          </a:prstGeom>
          <a:noFill/>
          <a:ln>
            <a:noFill/>
          </a:ln>
          <a:effectLst>
            <a:outerShdw blurRad="57150" dist="19050" dir="5400000" algn="bl" rotWithShape="0">
              <a:srgbClr val="000000">
                <a:alpha val="20000"/>
              </a:srgbClr>
            </a:outerShdw>
          </a:effectLst>
        </p:spPr>
      </p:pic>
      <p:pic>
        <p:nvPicPr>
          <p:cNvPr id="1055" name="Google Shape;1055;g26b641b03cd_0_301"/>
          <p:cNvPicPr preferRelativeResize="0"/>
          <p:nvPr/>
        </p:nvPicPr>
        <p:blipFill rotWithShape="1">
          <a:blip r:embed="rId4">
            <a:alphaModFix/>
          </a:blip>
          <a:srcRect t="19" b="29"/>
          <a:stretch/>
        </p:blipFill>
        <p:spPr>
          <a:xfrm>
            <a:off x="3550082"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56" name="Google Shape;1056;g26b641b03cd_0_301"/>
          <p:cNvPicPr preferRelativeResize="0"/>
          <p:nvPr/>
        </p:nvPicPr>
        <p:blipFill rotWithShape="1">
          <a:blip r:embed="rId5">
            <a:alphaModFix/>
          </a:blip>
          <a:srcRect t="19" b="29"/>
          <a:stretch/>
        </p:blipFill>
        <p:spPr>
          <a:xfrm>
            <a:off x="5756963"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57" name="Google Shape;1057;g26b641b03cd_0_301"/>
          <p:cNvPicPr preferRelativeResize="0"/>
          <p:nvPr/>
        </p:nvPicPr>
        <p:blipFill rotWithShape="1">
          <a:blip r:embed="rId6">
            <a:alphaModFix/>
          </a:blip>
          <a:srcRect l="59" r="59"/>
          <a:stretch/>
        </p:blipFill>
        <p:spPr>
          <a:xfrm>
            <a:off x="2446641" y="3261762"/>
            <a:ext cx="2043837" cy="1460583"/>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0_301"/>
          <p:cNvPicPr preferRelativeResize="0"/>
          <p:nvPr/>
        </p:nvPicPr>
        <p:blipFill rotWithShape="1">
          <a:blip r:embed="rId7">
            <a:alphaModFix/>
          </a:blip>
          <a:srcRect t="19" b="29"/>
          <a:stretch/>
        </p:blipFill>
        <p:spPr>
          <a:xfrm>
            <a:off x="4653522" y="3261762"/>
            <a:ext cx="2043837" cy="14605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5" name="Google Shape;106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66" name="Google Shape;1066;g26b641b03cd_0_308"/>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67" name="Google Shape;1067;g26b641b03cd_0_308"/>
          <p:cNvPicPr preferRelativeResize="0"/>
          <p:nvPr/>
        </p:nvPicPr>
        <p:blipFill rotWithShape="1">
          <a:blip r:embed="rId3">
            <a:alphaModFix/>
          </a:blip>
          <a:srcRect l="59" r="59"/>
          <a:stretch/>
        </p:blipFill>
        <p:spPr>
          <a:xfrm>
            <a:off x="1343200" y="1678450"/>
            <a:ext cx="2043837" cy="1460583"/>
          </a:xfrm>
          <a:prstGeom prst="rect">
            <a:avLst/>
          </a:prstGeom>
          <a:noFill/>
          <a:ln>
            <a:noFill/>
          </a:ln>
          <a:effectLst>
            <a:outerShdw blurRad="57150" dist="19050" dir="5400000" algn="bl" rotWithShape="0">
              <a:srgbClr val="000000">
                <a:alpha val="20000"/>
              </a:srgbClr>
            </a:outerShdw>
          </a:effectLst>
        </p:spPr>
      </p:pic>
      <p:pic>
        <p:nvPicPr>
          <p:cNvPr id="1068" name="Google Shape;1068;g26b641b03cd_0_308"/>
          <p:cNvPicPr preferRelativeResize="0"/>
          <p:nvPr/>
        </p:nvPicPr>
        <p:blipFill rotWithShape="1">
          <a:blip r:embed="rId4">
            <a:alphaModFix/>
          </a:blip>
          <a:srcRect t="19" b="29"/>
          <a:stretch/>
        </p:blipFill>
        <p:spPr>
          <a:xfrm>
            <a:off x="3550082"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69" name="Google Shape;1069;g26b641b03cd_0_308"/>
          <p:cNvPicPr preferRelativeResize="0"/>
          <p:nvPr/>
        </p:nvPicPr>
        <p:blipFill rotWithShape="1">
          <a:blip r:embed="rId5">
            <a:alphaModFix/>
          </a:blip>
          <a:srcRect t="19" b="29"/>
          <a:stretch/>
        </p:blipFill>
        <p:spPr>
          <a:xfrm>
            <a:off x="5756963"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70" name="Google Shape;1070;g26b641b03cd_0_308"/>
          <p:cNvPicPr preferRelativeResize="0"/>
          <p:nvPr/>
        </p:nvPicPr>
        <p:blipFill rotWithShape="1">
          <a:blip r:embed="rId6">
            <a:alphaModFix/>
          </a:blip>
          <a:srcRect l="59" r="59"/>
          <a:stretch/>
        </p:blipFill>
        <p:spPr>
          <a:xfrm>
            <a:off x="2446641" y="3261762"/>
            <a:ext cx="2043837" cy="1460583"/>
          </a:xfrm>
          <a:prstGeom prst="rect">
            <a:avLst/>
          </a:prstGeom>
          <a:noFill/>
          <a:ln>
            <a:noFill/>
          </a:ln>
          <a:effectLst>
            <a:outerShdw blurRad="57150" dist="19050" dir="5400000" algn="bl" rotWithShape="0">
              <a:srgbClr val="000000">
                <a:alpha val="20000"/>
              </a:srgbClr>
            </a:outerShdw>
          </a:effectLst>
        </p:spPr>
      </p:pic>
      <p:pic>
        <p:nvPicPr>
          <p:cNvPr id="1071" name="Google Shape;1071;g26b641b03cd_0_308"/>
          <p:cNvPicPr preferRelativeResize="0"/>
          <p:nvPr/>
        </p:nvPicPr>
        <p:blipFill rotWithShape="1">
          <a:blip r:embed="rId7">
            <a:alphaModFix/>
          </a:blip>
          <a:srcRect t="19" b="29"/>
          <a:stretch/>
        </p:blipFill>
        <p:spPr>
          <a:xfrm>
            <a:off x="4653522" y="3261762"/>
            <a:ext cx="2043837" cy="14605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8" name="Google Shape;1078;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9" name="Google Shape;1079;g2d1eea302f1_0_6"/>
          <p:cNvGrpSpPr/>
          <p:nvPr/>
        </p:nvGrpSpPr>
        <p:grpSpPr>
          <a:xfrm>
            <a:off x="3024000" y="209875"/>
            <a:ext cx="3096000" cy="454800"/>
            <a:chOff x="3024000" y="209875"/>
            <a:chExt cx="3096000" cy="454800"/>
          </a:xfrm>
        </p:grpSpPr>
        <p:sp>
          <p:nvSpPr>
            <p:cNvPr id="1080" name="Google Shape;1080;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2" name="Google Shape;1082;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3" name="Google Shape;1083;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6" name="Google Shape;1086;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7" name="Google Shape;1087;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8" name="Google Shape;1088;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9" name="Google Shape;1089;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0" name="Google Shape;109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1" name="Google Shape;109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2" name="Google Shape;109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093" name="Google Shape;109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094" name="Google Shape;109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qu</a:t>
            </a:r>
            <a:endParaRPr sz="5500" b="0" i="0" u="none" strike="noStrike" cap="none">
              <a:solidFill>
                <a:srgbClr val="FFD400"/>
              </a:solidFill>
              <a:latin typeface="Jost"/>
              <a:ea typeface="Jost"/>
              <a:cs typeface="Jost"/>
              <a:sym typeface="Jost"/>
            </a:endParaRPr>
          </a:p>
        </p:txBody>
      </p:sp>
      <p:sp>
        <p:nvSpPr>
          <p:cNvPr id="1095" name="Google Shape;109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6" name="Google Shape;109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00904D"/>
              </a:solidFill>
              <a:latin typeface="Jost"/>
              <a:ea typeface="Jost"/>
              <a:cs typeface="Jost"/>
              <a:sym typeface="Jost"/>
            </a:endParaRPr>
          </a:p>
        </p:txBody>
      </p:sp>
      <p:sp>
        <p:nvSpPr>
          <p:cNvPr id="1097" name="Google Shape;1097;g2d1eea302f1_0_6"/>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8" name="Google Shape;1098;g2d1eea302f1_0_6"/>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y</a:t>
            </a:r>
            <a:endParaRPr sz="5500" b="0" i="0" u="none" strike="noStrike" cap="none">
              <a:solidFill>
                <a:srgbClr val="00904C"/>
              </a:solidFill>
              <a:latin typeface="Jost"/>
              <a:ea typeface="Jost"/>
              <a:cs typeface="Jost"/>
              <a:sym typeface="Jost"/>
            </a:endParaRPr>
          </a:p>
        </p:txBody>
      </p:sp>
      <p:sp>
        <p:nvSpPr>
          <p:cNvPr id="1099" name="Google Shape;1099;g2d1eea302f1_0_6"/>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00" name="Google Shape;1100;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
        <p:nvSpPr>
          <p:cNvPr id="1101" name="Google Shape;1101;g2d1eea302f1_0_6"/>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2" name="Google Shape;1102;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3" name="Google Shape;1103;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4" name="Google Shape;1104;g2d1eea302f1_0_6"/>
          <p:cNvSpPr txBox="1"/>
          <p:nvPr/>
        </p:nvSpPr>
        <p:spPr>
          <a:xfrm>
            <a:off x="4639651" y="8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cxnSp>
        <p:nvCxnSpPr>
          <p:cNvPr id="1105" name="Google Shape;1105;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g2d27a480b9f_0_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2" name="Google Shape;1112;g2d27a480b9f_0_8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3" name="Google Shape;1113;g2d27a480b9f_0_87"/>
          <p:cNvGrpSpPr/>
          <p:nvPr/>
        </p:nvGrpSpPr>
        <p:grpSpPr>
          <a:xfrm>
            <a:off x="3024000" y="209875"/>
            <a:ext cx="3096000" cy="454800"/>
            <a:chOff x="3024000" y="209875"/>
            <a:chExt cx="3096000" cy="454800"/>
          </a:xfrm>
        </p:grpSpPr>
        <p:sp>
          <p:nvSpPr>
            <p:cNvPr id="1114" name="Google Shape;1114;g2d27a480b9f_0_8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5" name="Google Shape;1115;g2d27a480b9f_0_8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6" name="Google Shape;1116;g2d27a480b9f_0_8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7" name="Google Shape;1117;g2d27a480b9f_0_87"/>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8" name="Google Shape;1118;g2d27a480b9f_0_87"/>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9" name="Google Shape;1119;g2d27a480b9f_0_87"/>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2d27a480b9f_0_87"/>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1" name="Google Shape;1121;g2d27a480b9f_0_87"/>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2" name="Google Shape;1122;g2d27a480b9f_0_87"/>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3" name="Google Shape;1123;g2d27a480b9f_0_87"/>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4" name="Google Shape;1124;g2d27a480b9f_0_87"/>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25" name="Google Shape;1125;g2d27a480b9f_0_87"/>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6" name="Google Shape;1126;g2d27a480b9f_0_87"/>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7" name="Google Shape;1127;g2d27a480b9f_0_87"/>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8" name="Google Shape;1128;g2d27a480b9f_0_87"/>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129" name="Google Shape;1129;g2d27a480b9f_0_87"/>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30" name="Google Shape;1130;g2d27a480b9f_0_87"/>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qu</a:t>
            </a:r>
            <a:endParaRPr sz="5500" b="0" i="0" u="none" strike="noStrike" cap="none">
              <a:solidFill>
                <a:srgbClr val="FFD400"/>
              </a:solidFill>
              <a:latin typeface="Jost"/>
              <a:ea typeface="Jost"/>
              <a:cs typeface="Jost"/>
              <a:sym typeface="Jost"/>
            </a:endParaRPr>
          </a:p>
        </p:txBody>
      </p:sp>
      <p:sp>
        <p:nvSpPr>
          <p:cNvPr id="1131" name="Google Shape;1131;g2d27a480b9f_0_87"/>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2" name="Google Shape;1132;g2d27a480b9f_0_87"/>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00904D"/>
              </a:solidFill>
              <a:latin typeface="Jost"/>
              <a:ea typeface="Jost"/>
              <a:cs typeface="Jost"/>
              <a:sym typeface="Jost"/>
            </a:endParaRPr>
          </a:p>
        </p:txBody>
      </p:sp>
      <p:sp>
        <p:nvSpPr>
          <p:cNvPr id="1133" name="Google Shape;1133;g2d27a480b9f_0_87"/>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4" name="Google Shape;1134;g2d27a480b9f_0_87"/>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y</a:t>
            </a:r>
            <a:endParaRPr sz="5500" b="0" i="0" u="none" strike="noStrike" cap="none">
              <a:solidFill>
                <a:srgbClr val="00904C"/>
              </a:solidFill>
              <a:latin typeface="Jost"/>
              <a:ea typeface="Jost"/>
              <a:cs typeface="Jost"/>
              <a:sym typeface="Jost"/>
            </a:endParaRPr>
          </a:p>
        </p:txBody>
      </p:sp>
      <p:sp>
        <p:nvSpPr>
          <p:cNvPr id="1135" name="Google Shape;1135;g2d27a480b9f_0_87"/>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36" name="Google Shape;1136;g2d27a480b9f_0_87"/>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
        <p:nvSpPr>
          <p:cNvPr id="1137" name="Google Shape;1137;g2d27a480b9f_0_87"/>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2d27a480b9f_0_87"/>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beg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beside equ</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 fever return rel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a:t>
            </a:r>
            <a:endParaRPr sz="1800" b="0" i="0" u="none" strike="noStrike" cap="none">
              <a:solidFill>
                <a:srgbClr val="B7B7B7"/>
              </a:solidFill>
              <a:latin typeface="Jost"/>
              <a:ea typeface="Jost"/>
              <a:cs typeface="Jost"/>
              <a:sym typeface="Jost"/>
            </a:endParaRPr>
          </a:p>
        </p:txBody>
      </p:sp>
      <p:sp>
        <p:nvSpPr>
          <p:cNvPr id="1139" name="Google Shape;1139;g2d27a480b9f_0_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40" name="Google Shape;1140;g2d27a480b9f_0_87"/>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1" name="Google Shape;1141;g2d27a480b9f_0_87"/>
          <p:cNvSpPr txBox="1"/>
          <p:nvPr/>
        </p:nvSpPr>
        <p:spPr>
          <a:xfrm>
            <a:off x="4639651" y="8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469</Words>
  <Application>Microsoft Office PowerPoint</Application>
  <PresentationFormat>On-screen Show (4:3)</PresentationFormat>
  <Paragraphs>176</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Poppins</vt:lpstr>
      <vt:lpstr>Nunito Black</vt:lpstr>
      <vt:lpstr>Arial</vt:lpstr>
      <vt:lpstr>Jost</vt:lpstr>
      <vt:lpstr>Poppins Medium</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2026-05-22T04:28:43Z</dcterms:modified>
</cp:coreProperties>
</file>