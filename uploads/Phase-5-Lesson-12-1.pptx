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embeddedFontLst>
    <p:embeddedFont>
      <p:font typeface="Jost" panose="020B0604020202020204" charset="0"/>
      <p:regular r:id="rId33"/>
      <p:bold r:id="rId34"/>
      <p:italic r:id="rId35"/>
      <p:boldItalic r:id="rId36"/>
    </p:embeddedFont>
    <p:embeddedFont>
      <p:font typeface="Nunito Black" pitchFamily="2" charset="0"/>
      <p:bold r:id="rId37"/>
      <p:boldItalic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
      <p:font typeface="Poppins SemiBold" panose="000007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hEdHI1W1hn/25Ztptryk3eEgoe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45280D-FA9B-407C-8CC8-8163EAED5658}">
  <a:tblStyle styleId="{CA45280D-FA9B-407C-8CC8-8163EAED565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9" name="Google Shape;73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feea42c3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feea42c3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feea42c3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cf250b8e81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cf250b8e81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cf250b8e81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cf250b8e81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cf250b8e81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cf250b8e81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cf250b8e81_0_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g2cf250b8e81_0_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cf250b8e81_0_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cf250b8e81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2cf250b8e81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2cf250b8e81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1" name="Google Shape;112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2" name="Google Shape;112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2cf250b8e81_0_9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7" name="Google Shape;1147;g2cf250b8e81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8" name="Google Shape;1148;g2cf250b8e81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168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'wh'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3 - Tuesday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12</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5.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22.xml"/><Relationship Id="rId5" Type="http://schemas.openxmlformats.org/officeDocument/2006/relationships/image" Target="../media/image5.png"/><Relationship Id="rId10" Type="http://schemas.openxmlformats.org/officeDocument/2006/relationships/slide" Target="slide12.xml"/><Relationship Id="rId4" Type="http://schemas.openxmlformats.org/officeDocument/2006/relationships/image" Target="../media/image9.png"/><Relationship Id="rId9" Type="http://schemas.openxmlformats.org/officeDocument/2006/relationships/slide" Target="slide10.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notesSlide" Target="../notesSlides/notesSlide6.xml"/><Relationship Id="rId16" Type="http://schemas.openxmlformats.org/officeDocument/2006/relationships/image" Target="../media/image85.png"/><Relationship Id="rId1" Type="http://schemas.openxmlformats.org/officeDocument/2006/relationships/slideLayout" Target="../slideLayouts/slideLayout3.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png"/><Relationship Id="rId15" Type="http://schemas.openxmlformats.org/officeDocument/2006/relationships/image" Target="../media/image8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 Id="rId14" Type="http://schemas.openxmlformats.org/officeDocument/2006/relationships/image" Target="../media/image83.png"/></Relationships>
</file>

<file path=ppt/slides/_rels/slide7.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18" Type="http://schemas.openxmlformats.org/officeDocument/2006/relationships/image" Target="../media/image101.png"/><Relationship Id="rId26" Type="http://schemas.openxmlformats.org/officeDocument/2006/relationships/image" Target="../media/image109.png"/><Relationship Id="rId3" Type="http://schemas.openxmlformats.org/officeDocument/2006/relationships/image" Target="../media/image86.png"/><Relationship Id="rId21" Type="http://schemas.openxmlformats.org/officeDocument/2006/relationships/image" Target="../media/image104.png"/><Relationship Id="rId7" Type="http://schemas.openxmlformats.org/officeDocument/2006/relationships/image" Target="../media/image90.png"/><Relationship Id="rId12" Type="http://schemas.openxmlformats.org/officeDocument/2006/relationships/image" Target="../media/image95.png"/><Relationship Id="rId17" Type="http://schemas.openxmlformats.org/officeDocument/2006/relationships/image" Target="../media/image100.png"/><Relationship Id="rId25" Type="http://schemas.openxmlformats.org/officeDocument/2006/relationships/image" Target="../media/image108.png"/><Relationship Id="rId2" Type="http://schemas.openxmlformats.org/officeDocument/2006/relationships/notesSlide" Target="../notesSlides/notesSlide7.xml"/><Relationship Id="rId16" Type="http://schemas.openxmlformats.org/officeDocument/2006/relationships/image" Target="../media/image99.png"/><Relationship Id="rId20" Type="http://schemas.openxmlformats.org/officeDocument/2006/relationships/image" Target="../media/image103.png"/><Relationship Id="rId29" Type="http://schemas.openxmlformats.org/officeDocument/2006/relationships/image" Target="../media/image112.png"/><Relationship Id="rId1" Type="http://schemas.openxmlformats.org/officeDocument/2006/relationships/slideLayout" Target="../slideLayouts/slideLayout3.xml"/><Relationship Id="rId6" Type="http://schemas.openxmlformats.org/officeDocument/2006/relationships/image" Target="../media/image89.png"/><Relationship Id="rId11" Type="http://schemas.openxmlformats.org/officeDocument/2006/relationships/image" Target="../media/image94.png"/><Relationship Id="rId24" Type="http://schemas.openxmlformats.org/officeDocument/2006/relationships/image" Target="../media/image107.png"/><Relationship Id="rId5" Type="http://schemas.openxmlformats.org/officeDocument/2006/relationships/image" Target="../media/image88.png"/><Relationship Id="rId15" Type="http://schemas.openxmlformats.org/officeDocument/2006/relationships/image" Target="../media/image98.png"/><Relationship Id="rId23" Type="http://schemas.openxmlformats.org/officeDocument/2006/relationships/image" Target="../media/image106.png"/><Relationship Id="rId28" Type="http://schemas.openxmlformats.org/officeDocument/2006/relationships/image" Target="../media/image111.png"/><Relationship Id="rId10" Type="http://schemas.openxmlformats.org/officeDocument/2006/relationships/image" Target="../media/image93.png"/><Relationship Id="rId19" Type="http://schemas.openxmlformats.org/officeDocument/2006/relationships/image" Target="../media/image102.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 Id="rId22" Type="http://schemas.openxmlformats.org/officeDocument/2006/relationships/image" Target="../media/image105.png"/><Relationship Id="rId27" Type="http://schemas.openxmlformats.org/officeDocument/2006/relationships/image" Target="../media/image110.png"/><Relationship Id="rId30" Type="http://schemas.openxmlformats.org/officeDocument/2006/relationships/image" Target="../media/image113.png"/></Relationships>
</file>

<file path=ppt/slides/_rels/slide8.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0.png"/><Relationship Id="rId5" Type="http://schemas.openxmlformats.org/officeDocument/2006/relationships/image" Target="../media/image129.png"/><Relationship Id="rId10" Type="http://schemas.openxmlformats.org/officeDocument/2006/relationships/image" Target="../media/image134.png"/><Relationship Id="rId4" Type="http://schemas.openxmlformats.org/officeDocument/2006/relationships/image" Target="../media/image128.png"/><Relationship Id="rId9" Type="http://schemas.openxmlformats.org/officeDocument/2006/relationships/image" Target="../media/image13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Digraph 'wh'</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12</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{CA45280D-FA9B-407C-8CC8-8163EAED5658}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wh</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71" name="Google Shape;671;p1"/>
          <p:cNvPicPr preferRelativeResize="0"/>
          <p:nvPr/>
        </p:nvPicPr>
        <p:blipFill rotWithShape="1">
          <a:blip r:embed="rId4">
            <a:alphaModFix/>
          </a:blip>
          <a:srcRect l="59" r="5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72" name="Google Shape;672;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3" name="Google Shape;673;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wh</a:t>
            </a:r>
            <a:r>
              <a:rPr lang="en-US"/>
              <a:t>.</a:t>
            </a:r>
            <a:endParaRPr/>
          </a:p>
        </p:txBody>
      </p:sp>
      <p:sp>
        <p:nvSpPr>
          <p:cNvPr id="680" name="Google Shape;680;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681" name="Google Shape;681;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2" name="Google Shape;682;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3" name="Google Shape;683;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4" name="Google Shape;684;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5" name="Google Shape;685;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6" name="Google Shape;686;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7" name="Google Shape;687;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8" name="Google Shape;688;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9" name="Google Shape;689;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90" name="Google Shape;690;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91" name="Google Shape;691;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2" name="Google Shape;692;g2bee4f4af4b_0_204"/>
          <p:cNvSpPr txBox="1"/>
          <p:nvPr/>
        </p:nvSpPr>
        <p:spPr>
          <a:xfrm>
            <a:off x="5851576" y="5256525"/>
            <a:ext cx="1433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93" name="Google Shape;693;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694" name="Google Shape;694;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695" name="Google Shape;695;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696" name="Google Shape;696;g2bee4f4af4b_0_204"/>
          <p:cNvPicPr preferRelativeResize="0"/>
          <p:nvPr/>
        </p:nvPicPr>
        <p:blipFill rotWithShape="1">
          <a:blip r:embed="rId7">
            <a:alphaModFix/>
          </a:blip>
          <a:srcRect l="69" r="69"/>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697" name="Google Shape;697;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8" name="Google Shape;698;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9" name="Google Shape;699;g2bee4f4af4b_0_204"/>
          <p:cNvPicPr preferRelativeResize="0"/>
          <p:nvPr/>
        </p:nvPicPr>
        <p:blipFill rotWithShape="1">
          <a:blip r:embed="rId8">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00" name="Google Shape;700;g2bee4f4af4b_0_204">
            <a:hlinkClick r:id="rId9" action="ppaction://hlinksldjump"/>
          </p:cNvPr>
          <p:cNvSpPr/>
          <p:nvPr/>
        </p:nvSpPr>
        <p:spPr>
          <a:xfrm>
            <a:off x="959726"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bee4f4af4b_0_204">
            <a:hlinkClick r:id="rId10" action="ppaction://hlinksldjump"/>
          </p:cNvPr>
          <p:cNvSpPr/>
          <p:nvPr/>
        </p:nvSpPr>
        <p:spPr>
          <a:xfrm>
            <a:off x="2414875" y="366247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bee4f4af4b_0_204">
            <a:hlinkClick r:id="rId11" action="ppaction://hlinksldjump"/>
          </p:cNvPr>
          <p:cNvSpPr/>
          <p:nvPr/>
        </p:nvSpPr>
        <p:spPr>
          <a:xfrm>
            <a:off x="4885465" y="375072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2bee4f4af4b_0_204">
            <a:hlinkClick r:id="rId12" action="ppaction://hlinksldjump"/>
          </p:cNvPr>
          <p:cNvSpPr/>
          <p:nvPr/>
        </p:nvSpPr>
        <p:spPr>
          <a:xfrm>
            <a:off x="5999291" y="376328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4" name="Google Shape;704;g2bee4f4af4b_0_204">
            <a:hlinkClick r:id="rId13" action="ppaction://hlinksldjump"/>
          </p:cNvPr>
          <p:cNvSpPr/>
          <p:nvPr/>
        </p:nvSpPr>
        <p:spPr>
          <a:xfrm>
            <a:off x="7375873" y="375072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bee4f4af4b_0_204">
            <a:hlinkClick r:id="rId14" action="ppaction://hlinksldjump"/>
          </p:cNvPr>
          <p:cNvSpPr/>
          <p:nvPr/>
        </p:nvSpPr>
        <p:spPr>
          <a:xfrm>
            <a:off x="3597764" y="376328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2" name="Google Shape;712;g26b641b03cd_0_165"/>
          <p:cNvGrpSpPr/>
          <p:nvPr/>
        </p:nvGrpSpPr>
        <p:grpSpPr>
          <a:xfrm>
            <a:off x="930400" y="2053244"/>
            <a:ext cx="7283200" cy="3724851"/>
            <a:chOff x="930400" y="2129444"/>
            <a:chExt cx="7283200" cy="3724851"/>
          </a:xfrm>
        </p:grpSpPr>
        <p:pic>
          <p:nvPicPr>
            <p:cNvPr id="713" name="Google Shape;71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2" name="Google Shape;742;g26b7edf6e71_0_26"/>
          <p:cNvGrpSpPr/>
          <p:nvPr/>
        </p:nvGrpSpPr>
        <p:grpSpPr>
          <a:xfrm>
            <a:off x="930400" y="2053250"/>
            <a:ext cx="7283201" cy="2971674"/>
            <a:chOff x="930400" y="2129450"/>
            <a:chExt cx="7283201" cy="2971674"/>
          </a:xfrm>
        </p:grpSpPr>
        <p:pic>
          <p:nvPicPr>
            <p:cNvPr id="743" name="Google Shape;74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3" name="Google Shape;75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8" name="Google Shape;778;g2c298da1f27_0_417"/>
          <p:cNvPicPr preferRelativeResize="0"/>
          <p:nvPr/>
        </p:nvPicPr>
        <p:blipFill rotWithShape="1">
          <a:blip r:embed="rId3">
            <a:alphaModFix/>
          </a:blip>
          <a:srcRect l="79" r="79"/>
          <a:stretch/>
        </p:blipFill>
        <p:spPr>
          <a:xfrm>
            <a:off x="930400" y="2053250"/>
            <a:ext cx="723518" cy="1024092"/>
          </a:xfrm>
          <a:prstGeom prst="rect">
            <a:avLst/>
          </a:prstGeom>
          <a:noFill/>
          <a:ln>
            <a:noFill/>
          </a:ln>
          <a:effectLst>
            <a:outerShdw blurRad="71438" dist="28575" dir="5400000" algn="bl" rotWithShape="0">
              <a:srgbClr val="000000">
                <a:alpha val="15294"/>
              </a:srgbClr>
            </a:outerShdw>
          </a:effectLst>
        </p:spPr>
      </p:pic>
      <p:pic>
        <p:nvPicPr>
          <p:cNvPr id="779" name="Google Shape;779;g2c298da1f27_0_417"/>
          <p:cNvPicPr preferRelativeResize="0"/>
          <p:nvPr/>
        </p:nvPicPr>
        <p:blipFill rotWithShape="1">
          <a:blip r:embed="rId4">
            <a:alphaModFix/>
          </a:blip>
          <a:srcRect l="19" r="29"/>
          <a:stretch/>
        </p:blipFill>
        <p:spPr>
          <a:xfrm>
            <a:off x="3365973" y="2053250"/>
            <a:ext cx="723518" cy="1024093"/>
          </a:xfrm>
          <a:prstGeom prst="rect">
            <a:avLst/>
          </a:prstGeom>
          <a:noFill/>
          <a:ln>
            <a:noFill/>
          </a:ln>
          <a:effectLst>
            <a:outerShdw blurRad="71438" dist="28575" dir="5400000" algn="bl" rotWithShape="0">
              <a:srgbClr val="000000">
                <a:alpha val="15294"/>
              </a:srgbClr>
            </a:outerShdw>
          </a:effectLst>
        </p:spPr>
      </p:pic>
      <p:pic>
        <p:nvPicPr>
          <p:cNvPr id="780" name="Google Shape;780;g2c298da1f27_0_417"/>
          <p:cNvPicPr preferRelativeResize="0"/>
          <p:nvPr/>
        </p:nvPicPr>
        <p:blipFill rotWithShape="1">
          <a:blip r:embed="rId5">
            <a:alphaModFix/>
          </a:blip>
          <a:srcRect l="19" r="29"/>
          <a:stretch/>
        </p:blipFill>
        <p:spPr>
          <a:xfrm>
            <a:off x="1742257" y="2053250"/>
            <a:ext cx="723518" cy="1024093"/>
          </a:xfrm>
          <a:prstGeom prst="rect">
            <a:avLst/>
          </a:prstGeom>
          <a:noFill/>
          <a:ln>
            <a:noFill/>
          </a:ln>
          <a:effectLst>
            <a:outerShdw blurRad="71438" dist="28575" dir="5400000" algn="bl" rotWithShape="0">
              <a:srgbClr val="000000">
                <a:alpha val="15294"/>
              </a:srgbClr>
            </a:outerShdw>
          </a:effectLst>
        </p:spPr>
      </p:pic>
      <p:pic>
        <p:nvPicPr>
          <p:cNvPr id="781" name="Google Shape;781;g2c298da1f27_0_417"/>
          <p:cNvPicPr preferRelativeResize="0"/>
          <p:nvPr/>
        </p:nvPicPr>
        <p:blipFill rotWithShape="1">
          <a:blip r:embed="rId6">
            <a:alphaModFix/>
          </a:blip>
          <a:srcRect l="19" r="29"/>
          <a:stretch/>
        </p:blipFill>
        <p:spPr>
          <a:xfrm>
            <a:off x="2554116" y="2053250"/>
            <a:ext cx="723518" cy="1024093"/>
          </a:xfrm>
          <a:prstGeom prst="rect">
            <a:avLst/>
          </a:prstGeom>
          <a:noFill/>
          <a:ln>
            <a:noFill/>
          </a:ln>
          <a:effectLst>
            <a:outerShdw blurRad="71438" dist="28575" dir="5400000" algn="bl" rotWithShape="0">
              <a:srgbClr val="000000">
                <a:alpha val="15294"/>
              </a:srgbClr>
            </a:outerShdw>
          </a:effectLst>
        </p:spPr>
      </p:pic>
      <p:pic>
        <p:nvPicPr>
          <p:cNvPr id="782" name="Google Shape;782;g2c298da1f27_0_417"/>
          <p:cNvPicPr preferRelativeResize="0"/>
          <p:nvPr/>
        </p:nvPicPr>
        <p:blipFill rotWithShape="1">
          <a:blip r:embed="rId7">
            <a:alphaModFix/>
          </a:blip>
          <a:srcRect l="79" r="79"/>
          <a:stretch/>
        </p:blipFill>
        <p:spPr>
          <a:xfrm>
            <a:off x="4177830" y="2053250"/>
            <a:ext cx="723518" cy="1024092"/>
          </a:xfrm>
          <a:prstGeom prst="rect">
            <a:avLst/>
          </a:prstGeom>
          <a:noFill/>
          <a:ln>
            <a:noFill/>
          </a:ln>
          <a:effectLst>
            <a:outerShdw blurRad="71438" dist="28575" dir="5400000" algn="bl" rotWithShape="0">
              <a:srgbClr val="000000">
                <a:alpha val="15294"/>
              </a:srgbClr>
            </a:outerShdw>
          </a:effectLst>
        </p:spPr>
      </p:pic>
      <p:pic>
        <p:nvPicPr>
          <p:cNvPr id="783" name="Google Shape;783;g2c298da1f27_0_417"/>
          <p:cNvPicPr preferRelativeResize="0"/>
          <p:nvPr/>
        </p:nvPicPr>
        <p:blipFill rotWithShape="1">
          <a:blip r:embed="rId8">
            <a:alphaModFix/>
          </a:blip>
          <a:srcRect l="79" r="79"/>
          <a:stretch/>
        </p:blipFill>
        <p:spPr>
          <a:xfrm>
            <a:off x="6613403" y="2053250"/>
            <a:ext cx="723518" cy="1024092"/>
          </a:xfrm>
          <a:prstGeom prst="rect">
            <a:avLst/>
          </a:prstGeom>
          <a:noFill/>
          <a:ln>
            <a:noFill/>
          </a:ln>
          <a:effectLst>
            <a:outerShdw blurRad="71438" dist="28575" dir="5400000" algn="bl" rotWithShape="0">
              <a:srgbClr val="000000">
                <a:alpha val="15294"/>
              </a:srgbClr>
            </a:outerShdw>
          </a:effectLst>
        </p:spPr>
      </p:pic>
      <p:pic>
        <p:nvPicPr>
          <p:cNvPr id="784" name="Google Shape;784;g2c298da1f27_0_417"/>
          <p:cNvPicPr preferRelativeResize="0"/>
          <p:nvPr/>
        </p:nvPicPr>
        <p:blipFill rotWithShape="1">
          <a:blip r:embed="rId9">
            <a:alphaModFix/>
          </a:blip>
          <a:srcRect l="79" r="79"/>
          <a:stretch/>
        </p:blipFill>
        <p:spPr>
          <a:xfrm>
            <a:off x="4989688" y="2053250"/>
            <a:ext cx="723518" cy="1024092"/>
          </a:xfrm>
          <a:prstGeom prst="rect">
            <a:avLst/>
          </a:prstGeom>
          <a:noFill/>
          <a:ln>
            <a:noFill/>
          </a:ln>
          <a:effectLst>
            <a:outerShdw blurRad="71438" dist="28575" dir="5400000" algn="bl" rotWithShape="0">
              <a:srgbClr val="000000">
                <a:alpha val="15294"/>
              </a:srgbClr>
            </a:outerShdw>
          </a:effectLst>
        </p:spPr>
      </p:pic>
      <p:pic>
        <p:nvPicPr>
          <p:cNvPr id="785" name="Google Shape;785;g2c298da1f27_0_417"/>
          <p:cNvPicPr preferRelativeResize="0"/>
          <p:nvPr/>
        </p:nvPicPr>
        <p:blipFill rotWithShape="1">
          <a:blip r:embed="rId10">
            <a:alphaModFix/>
          </a:blip>
          <a:srcRect l="19" r="29"/>
          <a:stretch/>
        </p:blipFill>
        <p:spPr>
          <a:xfrm>
            <a:off x="5801546" y="2053250"/>
            <a:ext cx="723518" cy="1024093"/>
          </a:xfrm>
          <a:prstGeom prst="rect">
            <a:avLst/>
          </a:prstGeom>
          <a:noFill/>
          <a:ln>
            <a:noFill/>
          </a:ln>
          <a:effectLst>
            <a:outerShdw blurRad="71438" dist="28575" dir="5400000" algn="bl" rotWithShape="0">
              <a:srgbClr val="000000">
                <a:alpha val="15294"/>
              </a:srgbClr>
            </a:outerShdw>
          </a:effectLst>
        </p:spPr>
      </p:pic>
      <p:pic>
        <p:nvPicPr>
          <p:cNvPr id="786" name="Google Shape;786;g2c298da1f27_0_417"/>
          <p:cNvPicPr preferRelativeResize="0"/>
          <p:nvPr/>
        </p:nvPicPr>
        <p:blipFill rotWithShape="1">
          <a:blip r:embed="rId11">
            <a:alphaModFix/>
          </a:blip>
          <a:srcRect l="79" r="79"/>
          <a:stretch/>
        </p:blipFill>
        <p:spPr>
          <a:xfrm>
            <a:off x="7425257" y="2053250"/>
            <a:ext cx="723518" cy="1024092"/>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3" name="Google Shape;793;g26b7edf6e71_0_109"/>
          <p:cNvGrpSpPr/>
          <p:nvPr/>
        </p:nvGrpSpPr>
        <p:grpSpPr>
          <a:xfrm>
            <a:off x="865957" y="2135925"/>
            <a:ext cx="7282807" cy="2686611"/>
            <a:chOff x="867357" y="2129450"/>
            <a:chExt cx="7282807" cy="2686611"/>
          </a:xfrm>
        </p:grpSpPr>
        <p:pic>
          <p:nvPicPr>
            <p:cNvPr id="794" name="Google Shape;79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4" name="Google Shape;814;g2c298d33e0c_0_6"/>
          <p:cNvGrpSpPr/>
          <p:nvPr/>
        </p:nvGrpSpPr>
        <p:grpSpPr>
          <a:xfrm>
            <a:off x="866900" y="2079100"/>
            <a:ext cx="7281864" cy="2684601"/>
            <a:chOff x="868300" y="2129450"/>
            <a:chExt cx="7281864" cy="2684601"/>
          </a:xfrm>
        </p:grpSpPr>
        <p:pic>
          <p:nvPicPr>
            <p:cNvPr id="815" name="Google Shape;815;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9" name="Google Shape;819;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9" name="Google Shape;849;g2c298da1f27_0_455"/>
          <p:cNvGrpSpPr/>
          <p:nvPr/>
        </p:nvGrpSpPr>
        <p:grpSpPr>
          <a:xfrm>
            <a:off x="868300" y="2129450"/>
            <a:ext cx="7281864" cy="2684601"/>
            <a:chOff x="868300" y="2053250"/>
            <a:chExt cx="7281864" cy="2684601"/>
          </a:xfrm>
        </p:grpSpPr>
        <p:pic>
          <p:nvPicPr>
            <p:cNvPr id="850" name="Google Shape;850;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6" name="Google Shape;856;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7" name="Google Shape;857;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8" name="Google Shape;858;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1" name="Google Shape;861;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2" name="Google Shape;862;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feea42c32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a:t>
            </a:r>
            <a:r>
              <a:rPr lang="en-US"/>
              <a:t>.</a:t>
            </a:r>
            <a:endParaRPr/>
          </a:p>
        </p:txBody>
      </p:sp>
      <p:pic>
        <p:nvPicPr>
          <p:cNvPr id="869" name="Google Shape;869;g2cfeea42c32_0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70" name="Google Shape;870;g2cfeea42c32_0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71" name="Google Shape;871;g2cfeea42c32_0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72" name="Google Shape;872;g2cfeea42c32_0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73" name="Google Shape;873;g2cfeea42c32_0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74" name="Google Shape;874;g2cfeea42c32_0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75" name="Google Shape;875;g2cfeea42c32_0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76" name="Google Shape;876;g2cfeea42c32_0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3" name="Google Shape;88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4" name="Google Shape;884;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5" name="Google Shape;88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2" name="Google Shape;89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3" name="Google Shape;893;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4" name="Google Shape;89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1" name="Google Shape;90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02" name="Google Shape;902;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03" name="Google Shape;90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0" name="Google Shape;91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11" name="Google Shape;911;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12" name="Google Shape;91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9" name="Google Shape;91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0" name="Google Shape;92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7" name="Google Shape;92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8" name="Google Shape;92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4" name="Google Shape;93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5" name="Google Shape;93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6" name="Google Shape;93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7" name="Google Shape;93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8" name="Google Shape;938;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9" name="Google Shape;93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0" name="Google Shape;94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1" name="Google Shape;94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b7f6616_1_0"/>
          <p:cNvSpPr/>
          <p:nvPr/>
        </p:nvSpPr>
        <p:spPr>
          <a:xfrm>
            <a:off x="631107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4" name="Google Shape;94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5" name="Google Shape;945;g2c4fb7f6616_1_0"/>
          <p:cNvSpPr txBox="1">
            <a:spLocks noGrp="1"/>
          </p:cNvSpPr>
          <p:nvPr>
            <p:ph type="subTitle" idx="4294967295"/>
          </p:nvPr>
        </p:nvSpPr>
        <p:spPr>
          <a:xfrm>
            <a:off x="5741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46" name="Google Shape;946;g2c4fb7f6616_1_0"/>
          <p:cNvSpPr txBox="1">
            <a:spLocks noGrp="1"/>
          </p:cNvSpPr>
          <p:nvPr>
            <p:ph type="subTitle" idx="4294967295"/>
          </p:nvPr>
        </p:nvSpPr>
        <p:spPr>
          <a:xfrm>
            <a:off x="1873175" y="1308025"/>
            <a:ext cx="2532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wh</a:t>
            </a:r>
            <a:endParaRPr sz="15000" b="0" i="0" u="none" strike="noStrike" cap="none">
              <a:solidFill>
                <a:srgbClr val="FFD400"/>
              </a:solidFill>
              <a:latin typeface="Jost"/>
              <a:ea typeface="Jost"/>
              <a:cs typeface="Jost"/>
              <a:sym typeface="Jost"/>
            </a:endParaRPr>
          </a:p>
        </p:txBody>
      </p:sp>
      <p:sp>
        <p:nvSpPr>
          <p:cNvPr id="947" name="Google Shape;947;g2c4fb7f6616_1_0"/>
          <p:cNvSpPr txBox="1">
            <a:spLocks noGrp="1"/>
          </p:cNvSpPr>
          <p:nvPr>
            <p:ph type="subTitle" idx="4294967295"/>
          </p:nvPr>
        </p:nvSpPr>
        <p:spPr>
          <a:xfrm>
            <a:off x="4075350" y="1308025"/>
            <a:ext cx="2386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48" name="Google Shape;94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0" name="Google Shape;950;g2c4fb7f6616_1_0"/>
          <p:cNvSpPr/>
          <p:nvPr/>
        </p:nvSpPr>
        <p:spPr>
          <a:xfrm>
            <a:off x="4459800" y="4056375"/>
            <a:ext cx="1617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4fb7f6616_1_0"/>
          <p:cNvSpPr/>
          <p:nvPr/>
        </p:nvSpPr>
        <p:spPr>
          <a:xfrm>
            <a:off x="2129825" y="4056375"/>
            <a:ext cx="2019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cf250b8e81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8" name="Google Shape;958;g2cf250b8e81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9" name="Google Shape;959;g2cf250b8e81_0_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f250b8e81_0_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f250b8e81_0_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f250b8e81_0_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cf250b8e81_0_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cf250b8e81_0_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5" name="Google Shape;965;g2cf250b8e81_0_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6" name="Google Shape;966;g2cf250b8e81_0_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7" name="Google Shape;967;g2cf250b8e81_0_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8" name="Google Shape;968;g2cf250b8e81_0_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9" name="Google Shape;969;g2cf250b8e81_0_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0" name="Google Shape;970;g2cf250b8e81_0_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1" name="Google Shape;971;g2cf250b8e81_0_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2" name="Google Shape;972;g2cf250b8e81_0_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cf250b8e81_0_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f250b8e81_0_9"/>
          <p:cNvSpPr/>
          <p:nvPr/>
        </p:nvSpPr>
        <p:spPr>
          <a:xfrm>
            <a:off x="530562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5" name="Google Shape;975;g2cf250b8e81_0_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6" name="Google Shape;976;g2cf250b8e81_0_9"/>
          <p:cNvSpPr txBox="1">
            <a:spLocks noGrp="1"/>
          </p:cNvSpPr>
          <p:nvPr>
            <p:ph type="subTitle" idx="4294967295"/>
          </p:nvPr>
        </p:nvSpPr>
        <p:spPr>
          <a:xfrm>
            <a:off x="4735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77" name="Google Shape;977;g2cf250b8e81_0_9"/>
          <p:cNvSpPr txBox="1">
            <a:spLocks noGrp="1"/>
          </p:cNvSpPr>
          <p:nvPr>
            <p:ph type="subTitle" idx="4294967295"/>
          </p:nvPr>
        </p:nvSpPr>
        <p:spPr>
          <a:xfrm>
            <a:off x="1172525" y="1308025"/>
            <a:ext cx="2532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wh</a:t>
            </a:r>
            <a:endParaRPr sz="15000" b="0" i="0" u="none" strike="noStrike" cap="none">
              <a:solidFill>
                <a:srgbClr val="FFD400"/>
              </a:solidFill>
              <a:latin typeface="Jost"/>
              <a:ea typeface="Jost"/>
              <a:cs typeface="Jost"/>
              <a:sym typeface="Jost"/>
            </a:endParaRPr>
          </a:p>
        </p:txBody>
      </p:sp>
      <p:sp>
        <p:nvSpPr>
          <p:cNvPr id="978" name="Google Shape;978;g2cf250b8e81_0_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f250b8e81_0_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0" name="Google Shape;980;g2cf250b8e81_0_9"/>
          <p:cNvSpPr/>
          <p:nvPr/>
        </p:nvSpPr>
        <p:spPr>
          <a:xfrm>
            <a:off x="1429175" y="4056375"/>
            <a:ext cx="2019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f250b8e81_0_9"/>
          <p:cNvSpPr/>
          <p:nvPr/>
        </p:nvSpPr>
        <p:spPr>
          <a:xfrm>
            <a:off x="3629225"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cf250b8e81_0_9"/>
          <p:cNvSpPr txBox="1">
            <a:spLocks noGrp="1"/>
          </p:cNvSpPr>
          <p:nvPr>
            <p:ph type="subTitle" idx="4294967295"/>
          </p:nvPr>
        </p:nvSpPr>
        <p:spPr>
          <a:xfrm>
            <a:off x="305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83" name="Google Shape;983;g2cf250b8e81_0_9"/>
          <p:cNvSpPr/>
          <p:nvPr/>
        </p:nvSpPr>
        <p:spPr>
          <a:xfrm>
            <a:off x="431502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f250b8e81_0_9"/>
          <p:cNvSpPr txBox="1">
            <a:spLocks noGrp="1"/>
          </p:cNvSpPr>
          <p:nvPr>
            <p:ph type="subTitle" idx="4294967295"/>
          </p:nvPr>
        </p:nvSpPr>
        <p:spPr>
          <a:xfrm>
            <a:off x="3745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85" name="Google Shape;985;g2cf250b8e81_0_9"/>
          <p:cNvSpPr txBox="1">
            <a:spLocks noGrp="1"/>
          </p:cNvSpPr>
          <p:nvPr>
            <p:ph type="subTitle" idx="4294967295"/>
          </p:nvPr>
        </p:nvSpPr>
        <p:spPr>
          <a:xfrm>
            <a:off x="5878975" y="1308025"/>
            <a:ext cx="2092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86" name="Google Shape;986;g2cf250b8e81_0_9"/>
          <p:cNvSpPr/>
          <p:nvPr/>
        </p:nvSpPr>
        <p:spPr>
          <a:xfrm>
            <a:off x="6207850" y="4056375"/>
            <a:ext cx="1336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cf250b8e81_0_9"/>
          <p:cNvSpPr/>
          <p:nvPr/>
        </p:nvSpPr>
        <p:spPr>
          <a:xfrm>
            <a:off x="4897258"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cf250b8e81_0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4" name="Google Shape;994;g2cf250b8e81_0_3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5" name="Google Shape;995;g2cf250b8e81_0_3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cf250b8e81_0_3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f250b8e81_0_3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f250b8e81_0_3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cf250b8e81_0_3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cf250b8e81_0_3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1" name="Google Shape;1001;g2cf250b8e81_0_3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2" name="Google Shape;1002;g2cf250b8e81_0_3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3" name="Google Shape;1003;g2cf250b8e81_0_3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4" name="Google Shape;1004;g2cf250b8e81_0_3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5" name="Google Shape;1005;g2cf250b8e81_0_3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6" name="Google Shape;1006;g2cf250b8e81_0_3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7" name="Google Shape;1007;g2cf250b8e81_0_3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8" name="Google Shape;1008;g2cf250b8e81_0_3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cf250b8e81_0_3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0" name="Google Shape;1010;g2cf250b8e81_0_3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1" name="Google Shape;1011;g2cf250b8e81_0_39"/>
          <p:cNvSpPr txBox="1">
            <a:spLocks noGrp="1"/>
          </p:cNvSpPr>
          <p:nvPr>
            <p:ph type="subTitle" idx="4294967295"/>
          </p:nvPr>
        </p:nvSpPr>
        <p:spPr>
          <a:xfrm>
            <a:off x="4717513" y="1308025"/>
            <a:ext cx="236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1012" name="Google Shape;1012;g2cf250b8e81_0_39"/>
          <p:cNvSpPr txBox="1">
            <a:spLocks noGrp="1"/>
          </p:cNvSpPr>
          <p:nvPr>
            <p:ph type="subTitle" idx="4294967295"/>
          </p:nvPr>
        </p:nvSpPr>
        <p:spPr>
          <a:xfrm>
            <a:off x="2056788" y="1308025"/>
            <a:ext cx="2532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wh</a:t>
            </a:r>
            <a:endParaRPr sz="15000" b="0" i="0" u="none" strike="noStrike" cap="none">
              <a:solidFill>
                <a:srgbClr val="FFD400"/>
              </a:solidFill>
              <a:latin typeface="Jost"/>
              <a:ea typeface="Jost"/>
              <a:cs typeface="Jost"/>
              <a:sym typeface="Jost"/>
            </a:endParaRPr>
          </a:p>
        </p:txBody>
      </p:sp>
      <p:sp>
        <p:nvSpPr>
          <p:cNvPr id="1013" name="Google Shape;1013;g2cf250b8e81_0_39"/>
          <p:cNvSpPr txBox="1">
            <a:spLocks noGrp="1"/>
          </p:cNvSpPr>
          <p:nvPr>
            <p:ph type="subTitle" idx="4294967295"/>
          </p:nvPr>
        </p:nvSpPr>
        <p:spPr>
          <a:xfrm>
            <a:off x="3954163" y="1308025"/>
            <a:ext cx="1426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1014" name="Google Shape;1014;g2cf250b8e81_0_3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f250b8e81_0_3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16" name="Google Shape;1016;g2cf250b8e81_0_39"/>
          <p:cNvSpPr/>
          <p:nvPr/>
        </p:nvSpPr>
        <p:spPr>
          <a:xfrm>
            <a:off x="2313438" y="4056375"/>
            <a:ext cx="2019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cf250b8e81_0_39"/>
          <p:cNvSpPr/>
          <p:nvPr/>
        </p:nvSpPr>
        <p:spPr>
          <a:xfrm>
            <a:off x="4472251"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cf250b8e81_0_39"/>
          <p:cNvSpPr/>
          <p:nvPr/>
        </p:nvSpPr>
        <p:spPr>
          <a:xfrm>
            <a:off x="5063413" y="4056375"/>
            <a:ext cx="16779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25" name="Google Shape;102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6" name="Google Shape;102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3" name="Google Shape;103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4" name="Google Shape;1034;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5" name="Google Shape;103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2" name="Google Shape;104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3" name="Google Shape;1043;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4" name="Google Shape;104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1" name="Google Shape;105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2" name="Google Shape;1052;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3" name="Google Shape;105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0" name="Google Shape;106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1" name="Google Shape;1061;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2" name="Google Shape;106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6b641b03cd_0_301"/>
          <p:cNvSpPr txBox="1">
            <a:spLocks noGrp="1"/>
          </p:cNvSpPr>
          <p:nvPr>
            <p:ph type="title"/>
          </p:nvPr>
        </p:nvSpPr>
        <p:spPr>
          <a:xfrm>
            <a:off x="786275" y="5568500"/>
            <a:ext cx="7571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9" name="Google Shape;106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0" name="Google Shape;1070;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1" name="Google Shape;1071;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8" name="Google Shape;1078;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9" name="Google Shape;107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0" name="Google Shape;1080;g26b641b03cd_0_308"/>
          <p:cNvSpPr txBox="1">
            <a:spLocks noGrp="1"/>
          </p:cNvSpPr>
          <p:nvPr>
            <p:ph type="title"/>
          </p:nvPr>
        </p:nvSpPr>
        <p:spPr>
          <a:xfrm>
            <a:off x="825050" y="5568500"/>
            <a:ext cx="749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7" name="Google Shape;1087;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88" name="Google Shape;1088;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89" name="Google Shape;1089;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6" name="Google Shape;1096;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97" name="Google Shape;1097;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98" name="Google Shape;1098;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9" name="Google Shape;1099;g26b641b03cd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g2cf250b8e81_0_8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06" name="Google Shape;1106;g2cf250b8e81_0_8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07" name="Google Shape;1107;g2cf250b8e81_0_88"/>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08" name="Google Shape;1108;g2cf250b8e81_0_8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g2cf250b8e81_0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15" name="Google Shape;1115;g2cf250b8e81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16" name="Google Shape;1116;g2cf250b8e81_0_79"/>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7" name="Google Shape;1117;g2cf250b8e81_0_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8" name="Google Shape;1118;g2cf250b8e81_0_7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5" name="Google Shape;112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6" name="Google Shape;1126;g1f3daf8a844_0_64"/>
          <p:cNvGrpSpPr/>
          <p:nvPr/>
        </p:nvGrpSpPr>
        <p:grpSpPr>
          <a:xfrm>
            <a:off x="3024000" y="209875"/>
            <a:ext cx="3096000" cy="454800"/>
            <a:chOff x="3024000" y="209875"/>
            <a:chExt cx="3096000" cy="454800"/>
          </a:xfrm>
        </p:grpSpPr>
        <p:sp>
          <p:nvSpPr>
            <p:cNvPr id="1127" name="Google Shape;112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8" name="Google Shape;112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9" name="Google Shape;112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0" name="Google Shape;113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1" name="Google Shape;113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2" name="Google Shape;113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3" name="Google Shape;113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4" name="Google Shape;113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5" name="Google Shape;113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36" name="Google Shape;113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37" name="Google Shape;113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8" name="Google Shape;113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9" name="Google Shape;113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40" name="Google Shape;1140;g1f3daf8a844_0_64"/>
          <p:cNvSpPr txBox="1"/>
          <p:nvPr/>
        </p:nvSpPr>
        <p:spPr>
          <a:xfrm>
            <a:off x="34191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22662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2" name="Google Shape;1142;g1f3daf8a844_0_64"/>
          <p:cNvSpPr txBox="1"/>
          <p:nvPr/>
        </p:nvSpPr>
        <p:spPr>
          <a:xfrm>
            <a:off x="45719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3" name="Google Shape;1143;g1f3daf8a844_0_64"/>
          <p:cNvSpPr txBox="1"/>
          <p:nvPr/>
        </p:nvSpPr>
        <p:spPr>
          <a:xfrm>
            <a:off x="5724825" y="216037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wh</a:t>
            </a:r>
            <a:endParaRPr sz="5500" b="0" i="0" u="none" strike="noStrike" cap="none">
              <a:solidFill>
                <a:srgbClr val="FFD400"/>
              </a:solidFill>
              <a:latin typeface="Jost"/>
              <a:ea typeface="Jost"/>
              <a:cs typeface="Jost"/>
              <a:sym typeface="Jost"/>
            </a:endParaRPr>
          </a:p>
        </p:txBody>
      </p:sp>
      <p:cxnSp>
        <p:nvCxnSpPr>
          <p:cNvPr id="1144" name="Google Shape;114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2cf250b8e81_0_9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1" name="Google Shape;1151;g2cf250b8e81_0_9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2" name="Google Shape;1152;g2cf250b8e81_0_97"/>
          <p:cNvGrpSpPr/>
          <p:nvPr/>
        </p:nvGrpSpPr>
        <p:grpSpPr>
          <a:xfrm>
            <a:off x="3024000" y="209875"/>
            <a:ext cx="3096000" cy="454800"/>
            <a:chOff x="3024000" y="209875"/>
            <a:chExt cx="3096000" cy="454800"/>
          </a:xfrm>
        </p:grpSpPr>
        <p:sp>
          <p:nvSpPr>
            <p:cNvPr id="1153" name="Google Shape;1153;g2cf250b8e81_0_9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4" name="Google Shape;1154;g2cf250b8e81_0_9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5" name="Google Shape;1155;g2cf250b8e81_0_9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6" name="Google Shape;1156;g2cf250b8e81_0_9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7" name="Google Shape;1157;g2cf250b8e81_0_9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8" name="Google Shape;1158;g2cf250b8e81_0_9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2cf250b8e81_0_9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0" name="Google Shape;1160;g2cf250b8e81_0_9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1" name="Google Shape;1161;g2cf250b8e81_0_9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wheel whisper which when</a:t>
            </a:r>
            <a:endParaRPr sz="1800" b="0" i="0" u="none" strike="noStrike" cap="none">
              <a:solidFill>
                <a:srgbClr val="B7B7B7"/>
              </a:solidFill>
              <a:latin typeface="Jost"/>
              <a:ea typeface="Jost"/>
              <a:cs typeface="Jost"/>
              <a:sym typeface="Jost"/>
            </a:endParaRPr>
          </a:p>
        </p:txBody>
      </p:sp>
      <p:sp>
        <p:nvSpPr>
          <p:cNvPr id="1162" name="Google Shape;1162;g2cf250b8e81_0_9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3" name="Google Shape;1163;g2cf250b8e81_0_9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64" name="Google Shape;1164;g2cf250b8e81_0_9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65" name="Google Shape;1165;g2cf250b8e81_0_9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6" name="Google Shape;1166;g2cf250b8e81_0_9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67" name="Google Shape;1167;g2cf250b8e81_0_9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8" name="Google Shape;1168;g2cf250b8e81_0_97"/>
          <p:cNvSpPr txBox="1"/>
          <p:nvPr/>
        </p:nvSpPr>
        <p:spPr>
          <a:xfrm>
            <a:off x="34191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9" name="Google Shape;1169;g2cf250b8e81_0_97"/>
          <p:cNvSpPr txBox="1"/>
          <p:nvPr/>
        </p:nvSpPr>
        <p:spPr>
          <a:xfrm>
            <a:off x="22662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0" name="Google Shape;1170;g2cf250b8e81_0_97"/>
          <p:cNvSpPr txBox="1"/>
          <p:nvPr/>
        </p:nvSpPr>
        <p:spPr>
          <a:xfrm>
            <a:off x="45719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71" name="Google Shape;1171;g2cf250b8e81_0_97"/>
          <p:cNvSpPr txBox="1"/>
          <p:nvPr/>
        </p:nvSpPr>
        <p:spPr>
          <a:xfrm>
            <a:off x="5724825" y="216037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wh</a:t>
            </a:r>
            <a:endParaRPr sz="5500" b="0" i="0" u="none" strike="noStrike" cap="none">
              <a:solidFill>
                <a:srgbClr val="FFD400"/>
              </a:solidFill>
              <a:latin typeface="Jost"/>
              <a:ea typeface="Jost"/>
              <a:cs typeface="Jost"/>
              <a:sym typeface="Jost"/>
            </a:endParaRPr>
          </a:p>
        </p:txBody>
      </p:sp>
      <p:sp>
        <p:nvSpPr>
          <p:cNvPr id="1172" name="Google Shape;1172;g2cf250b8e81_0_9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460</Words>
  <Application>Microsoft Office PowerPoint</Application>
  <PresentationFormat>On-screen Show (4:3)</PresentationFormat>
  <Paragraphs>190</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Calibri</vt:lpstr>
      <vt:lpstr>Nunito Black</vt:lpstr>
      <vt:lpstr>Poppins SemiBold</vt:lpstr>
      <vt:lpstr>Arial</vt:lpstr>
      <vt:lpstr>Poppins Medium</vt:lpstr>
      <vt:lpstr>Poppins</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2026-05-20T05:05:45Z</dcterms:modified>
</cp:coreProperties>
</file>