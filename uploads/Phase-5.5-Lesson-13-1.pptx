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6858000" type="screen4x3"/>
  <p:notesSz cx="6858000" cy="9144000"/>
  <p:embeddedFontLst>
    <p:embeddedFont>
      <p:font typeface="Jost" panose="020B0604020202020204" charset="0"/>
      <p:regular r:id="rId38"/>
      <p:bold r:id="rId39"/>
      <p:italic r:id="rId40"/>
      <p:boldItalic r:id="rId41"/>
    </p:embeddedFont>
    <p:embeddedFont>
      <p:font typeface="Nunito Black" pitchFamily="2" charset="0"/>
      <p:bold r:id="rId42"/>
      <p:boldItalic r:id="rId43"/>
    </p:embeddedFont>
    <p:embeddedFont>
      <p:font typeface="Poppins" panose="00000500000000000000" pitchFamily="2" charset="0"/>
      <p:regular r:id="rId44"/>
      <p:bold r:id="rId45"/>
      <p:italic r:id="rId46"/>
      <p:boldItalic r:id="rId47"/>
    </p:embeddedFont>
    <p:embeddedFont>
      <p:font typeface="Poppins Medium" panose="00000600000000000000" pitchFamily="2" charset="0"/>
      <p:regular r:id="rId48"/>
      <p:bold r:id="rId49"/>
      <p:italic r:id="rId50"/>
      <p:boldItalic r:id="rId51"/>
    </p:embeddedFont>
    <p:embeddedFont>
      <p:font typeface="Poppins SemiBold" panose="00000700000000000000"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g/yObm5X83tYJqqGyvAGHq86L9C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427EE6-F07F-454C-B72B-AEB6C7290FA7}">
  <a:tblStyle styleId="{84427EE6-F07F-454C-B72B-AEB6C7290FA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66"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d26e75e662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d26e75e662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d26e75e662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d26e75e662_0_6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d26e75e662_0_6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d26e75e662_0_6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d26e75e662_0_6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d26e75e662_0_6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d26e75e662_0_6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d26e75e662_0_7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d26e75e662_0_7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d26e75e662_0_7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d26e75e662_0_7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d26e75e662_0_7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d26e75e662_0_7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d26e75e662_0_7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2d26e75e662_0_7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2d26e75e662_0_7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d26e75e662_0_7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2d26e75e662_0_7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2d26e75e662_0_7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2d26e75e662_0_7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g2d26e75e662_0_7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g2d26e75e662_0_7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2d26e75e662_0_7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g2d26e75e662_0_7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9" name="Google Shape;1119;g2d26e75e662_0_7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2d26e75e662_0_7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7" name="Google Shape;1127;g2d26e75e662_0_7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8" name="Google Shape;1128;g2d26e75e662_0_7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2d26e75e662_0_7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6" name="Google Shape;1136;g2d26e75e662_0_7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7" name="Google Shape;1137;g2d26e75e662_0_7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g2d26e75e662_0_7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5" name="Google Shape;1145;g2d26e75e662_0_7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6" name="Google Shape;1146;g2d26e75e662_0_7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2d26e75e662_0_79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4" name="Google Shape;1154;g2d26e75e662_0_7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5" name="Google Shape;1155;g2d26e75e662_0_7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1"/>
        <p:cNvGrpSpPr/>
        <p:nvPr/>
      </p:nvGrpSpPr>
      <p:grpSpPr>
        <a:xfrm>
          <a:off x="0" y="0"/>
          <a:ext cx="0" cy="0"/>
          <a:chOff x="0" y="0"/>
          <a:chExt cx="0" cy="0"/>
        </a:xfrm>
      </p:grpSpPr>
      <p:sp>
        <p:nvSpPr>
          <p:cNvPr id="1162" name="Google Shape;1162;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3" name="Google Shape;1163;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4" name="Google Shape;1164;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g2d26e75e662_0_8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9" name="Google Shape;1199;g2d26e75e662_0_8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0" name="Google Shape;1200;g2d26e75e662_0_8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261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/igh/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3 -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13</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 Target="slide12.xml"/><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22.xml"/><Relationship Id="rId10" Type="http://schemas.openxmlformats.org/officeDocument/2006/relationships/image" Target="../media/image9.png"/><Relationship Id="rId4" Type="http://schemas.openxmlformats.org/officeDocument/2006/relationships/slide" Target="slide21.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6.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7.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3" Type="http://schemas.openxmlformats.org/officeDocument/2006/relationships/image" Target="../media/image107.png"/><Relationship Id="rId7" Type="http://schemas.openxmlformats.org/officeDocument/2006/relationships/image" Target="../media/image110.png"/><Relationship Id="rId12" Type="http://schemas.openxmlformats.org/officeDocument/2006/relationships/image" Target="../media/image115.png"/><Relationship Id="rId2" Type="http://schemas.openxmlformats.org/officeDocument/2006/relationships/notesSlide" Target="../notesSlides/notesSlide7.xml"/><Relationship Id="rId16" Type="http://schemas.openxmlformats.org/officeDocument/2006/relationships/image" Target="../media/image119.png"/><Relationship Id="rId1" Type="http://schemas.openxmlformats.org/officeDocument/2006/relationships/slideLayout" Target="../slideLayouts/slideLayout3.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5" Type="http://schemas.openxmlformats.org/officeDocument/2006/relationships/image" Target="../media/image118.png"/><Relationship Id="rId10" Type="http://schemas.openxmlformats.org/officeDocument/2006/relationships/image" Target="../media/image113.png"/><Relationship Id="rId4" Type="http://schemas.openxmlformats.org/officeDocument/2006/relationships/image" Target="../media/image8.png"/><Relationship Id="rId9" Type="http://schemas.openxmlformats.org/officeDocument/2006/relationships/image" Target="../media/image112.png"/><Relationship Id="rId14" Type="http://schemas.openxmlformats.org/officeDocument/2006/relationships/image" Target="../media/image117.png"/></Relationships>
</file>

<file path=ppt/slides/_rels/slide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18" Type="http://schemas.openxmlformats.org/officeDocument/2006/relationships/image" Target="../media/image135.png"/><Relationship Id="rId26" Type="http://schemas.openxmlformats.org/officeDocument/2006/relationships/image" Target="../media/image143.pn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pn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notesSlide" Target="../notesSlides/notesSlide8.xml"/><Relationship Id="rId16" Type="http://schemas.openxmlformats.org/officeDocument/2006/relationships/image" Target="../media/image133.png"/><Relationship Id="rId20" Type="http://schemas.openxmlformats.org/officeDocument/2006/relationships/image" Target="../media/image137.png"/><Relationship Id="rId29" Type="http://schemas.openxmlformats.org/officeDocument/2006/relationships/image" Target="../media/image146.png"/><Relationship Id="rId1" Type="http://schemas.openxmlformats.org/officeDocument/2006/relationships/slideLayout" Target="../slideLayouts/slideLayout3.xml"/><Relationship Id="rId6" Type="http://schemas.openxmlformats.org/officeDocument/2006/relationships/image" Target="../media/image123.png"/><Relationship Id="rId11" Type="http://schemas.openxmlformats.org/officeDocument/2006/relationships/image" Target="../media/image128.png"/><Relationship Id="rId24" Type="http://schemas.openxmlformats.org/officeDocument/2006/relationships/image" Target="../media/image141.pn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png"/><Relationship Id="rId10" Type="http://schemas.openxmlformats.org/officeDocument/2006/relationships/image" Target="../media/image127.png"/><Relationship Id="rId19" Type="http://schemas.openxmlformats.org/officeDocument/2006/relationships/image" Target="../media/image136.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 Id="rId22" Type="http://schemas.openxmlformats.org/officeDocument/2006/relationships/image" Target="../media/image139.png"/><Relationship Id="rId27" Type="http://schemas.openxmlformats.org/officeDocument/2006/relationships/image" Target="../media/image144.png"/><Relationship Id="rId30" Type="http://schemas.openxmlformats.org/officeDocument/2006/relationships/image" Target="../media/image147.png"/></Relationships>
</file>

<file path=ppt/slides/_rels/slide9.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3" Type="http://schemas.openxmlformats.org/officeDocument/2006/relationships/image" Target="../media/image148.png"/><Relationship Id="rId7" Type="http://schemas.openxmlformats.org/officeDocument/2006/relationships/image" Target="../media/image152.png"/><Relationship Id="rId12" Type="http://schemas.openxmlformats.org/officeDocument/2006/relationships/image" Target="../media/image15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1.png"/><Relationship Id="rId11" Type="http://schemas.openxmlformats.org/officeDocument/2006/relationships/image" Target="../media/image156.png"/><Relationship Id="rId5" Type="http://schemas.openxmlformats.org/officeDocument/2006/relationships/image" Target="../media/image150.png"/><Relationship Id="rId15" Type="http://schemas.openxmlformats.org/officeDocument/2006/relationships/image" Target="../media/image160.png"/><Relationship Id="rId10" Type="http://schemas.openxmlformats.org/officeDocument/2006/relationships/image" Target="../media/image155.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9.png"/></Relationships>
</file>

<file path=ppt/slides/_rels/slide10.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1.png"/><Relationship Id="rId3" Type="http://schemas.openxmlformats.org/officeDocument/2006/relationships/image" Target="../media/image161.png"/><Relationship Id="rId7" Type="http://schemas.openxmlformats.org/officeDocument/2006/relationships/image" Target="../media/image165.png"/><Relationship Id="rId12" Type="http://schemas.openxmlformats.org/officeDocument/2006/relationships/image" Target="../media/image170.png"/><Relationship Id="rId2" Type="http://schemas.openxmlformats.org/officeDocument/2006/relationships/notesSlide" Target="../notesSlides/notesSlide10.xml"/><Relationship Id="rId16" Type="http://schemas.openxmlformats.org/officeDocument/2006/relationships/image" Target="../media/image174.png"/><Relationship Id="rId1" Type="http://schemas.openxmlformats.org/officeDocument/2006/relationships/slideLayout" Target="../slideLayouts/slideLayout3.xml"/><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5" Type="http://schemas.openxmlformats.org/officeDocument/2006/relationships/image" Target="../media/image173.png"/><Relationship Id="rId10" Type="http://schemas.openxmlformats.org/officeDocument/2006/relationships/image" Target="../media/image168.png"/><Relationship Id="rId4" Type="http://schemas.openxmlformats.org/officeDocument/2006/relationships/image" Target="../media/image162.png"/><Relationship Id="rId9" Type="http://schemas.openxmlformats.org/officeDocument/2006/relationships/image" Target="../media/image167.png"/><Relationship Id="rId14" Type="http://schemas.openxmlformats.org/officeDocument/2006/relationships/image" Target="../media/image172.png"/></Relationships>
</file>

<file path=ppt/slides/_rels/slide1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/igh/;</a:t>
            </a:r>
            <a:br>
              <a:rPr lang="en-US" sz="3000"/>
            </a:br>
            <a:r>
              <a:rPr lang="en-US" sz="3000"/>
              <a:t>i</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13</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{84427EE6-F07F-454C-B72B-AEB6C7290FA7}</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/igh/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a:hlinkClick r:id="rId3" action="ppaction://hlinksldjump"/>
          </p:cNvPr>
          <p:cNvSpPr/>
          <p:nvPr/>
        </p:nvSpPr>
        <p:spPr>
          <a:xfrm>
            <a:off x="898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g2bee4f4af4b_0_204">
            <a:hlinkClick r:id="rId4" action="ppaction://hlinksldjump"/>
          </p:cNvPr>
          <p:cNvSpPr/>
          <p:nvPr/>
        </p:nvSpPr>
        <p:spPr>
          <a:xfrm>
            <a:off x="3335463"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g2bee4f4af4b_0_204">
            <a:hlinkClick r:id="rId5" action="ppaction://hlinksldjump"/>
          </p:cNvPr>
          <p:cNvSpPr/>
          <p:nvPr/>
        </p:nvSpPr>
        <p:spPr>
          <a:xfrm>
            <a:off x="44303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4" name="Google Shape;664;g2bee4f4af4b_0_204">
            <a:hlinkClick r:id="rId6" action="ppaction://hlinksldjump"/>
          </p:cNvPr>
          <p:cNvSpPr/>
          <p:nvPr/>
        </p:nvSpPr>
        <p:spPr>
          <a:xfrm>
            <a:off x="20552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/igh/ </a:t>
            </a:r>
            <a:r>
              <a:rPr lang="en-US"/>
              <a:t>sound family spelling patterns.</a:t>
            </a:r>
            <a:endParaRPr/>
          </a:p>
        </p:txBody>
      </p:sp>
      <p:sp>
        <p:nvSpPr>
          <p:cNvPr id="666" name="Google Shape;666;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67" name="Google Shape;667;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JL686</a:t>
            </a:r>
            <a:endParaRPr sz="1000" b="0" i="0" u="none" strike="noStrike" cap="none">
              <a:solidFill>
                <a:srgbClr val="000000"/>
              </a:solidFill>
              <a:latin typeface="Poppins"/>
              <a:ea typeface="Poppins"/>
              <a:cs typeface="Poppins"/>
              <a:sym typeface="Poppins"/>
            </a:endParaRPr>
          </a:p>
        </p:txBody>
      </p:sp>
      <p:sp>
        <p:nvSpPr>
          <p:cNvPr id="668" name="Google Shape;668;g2bee4f4af4b_0_204"/>
          <p:cNvSpPr txBox="1"/>
          <p:nvPr/>
        </p:nvSpPr>
        <p:spPr>
          <a:xfrm>
            <a:off x="774951" y="5256529"/>
            <a:ext cx="1228200" cy="507791"/>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900" dirty="0">
                <a:solidFill>
                  <a:srgbClr val="757070"/>
                </a:solidFill>
                <a:latin typeface="Poppins Medium"/>
                <a:ea typeface="Poppins Medium"/>
                <a:cs typeface="Poppins Medium"/>
                <a:sym typeface="Poppins Medium"/>
              </a:rPr>
              <a:t>Grapheme to Phoneme </a:t>
            </a:r>
            <a:r>
              <a:rPr lang="en-US" sz="900" dirty="0" err="1">
                <a:solidFill>
                  <a:srgbClr val="757070"/>
                </a:solidFill>
                <a:latin typeface="Poppins Medium"/>
                <a:ea typeface="Poppins Medium"/>
                <a:cs typeface="Poppins Medium"/>
                <a:sym typeface="Poppins Medium"/>
              </a:rPr>
              <a:t>CardsN</a:t>
            </a:r>
            <a:endParaRPr sz="900" dirty="0">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endParaRPr sz="900" dirty="0">
              <a:solidFill>
                <a:srgbClr val="757070"/>
              </a:solidFill>
              <a:latin typeface="Poppins Medium"/>
              <a:ea typeface="Poppins Medium"/>
              <a:cs typeface="Poppins Medium"/>
              <a:sym typeface="Poppins Medium"/>
            </a:endParaRPr>
          </a:p>
        </p:txBody>
      </p:sp>
      <p:pic>
        <p:nvPicPr>
          <p:cNvPr id="669" name="Google Shape;669;g2bee4f4af4b_0_204"/>
          <p:cNvPicPr preferRelativeResize="0"/>
          <p:nvPr/>
        </p:nvPicPr>
        <p:blipFill rotWithShape="1">
          <a:blip r:embed="rId7">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70" name="Google Shape;670;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1" name="Google Shape;671;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72" name="Google Shape;672;g2bee4f4af4b_0_204"/>
          <p:cNvPicPr preferRelativeResize="0"/>
          <p:nvPr/>
        </p:nvPicPr>
        <p:blipFill rotWithShape="1">
          <a:blip r:embed="rId8">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73" name="Google Shape;673;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4" name="Google Shape;674;g2bee4f4af4b_0_204"/>
          <p:cNvSpPr txBox="1"/>
          <p:nvPr/>
        </p:nvSpPr>
        <p:spPr>
          <a:xfrm>
            <a:off x="4290299" y="5256525"/>
            <a:ext cx="1508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5" name="Google Shape;675;g2bee4f4af4b_0_204"/>
          <p:cNvPicPr preferRelativeResize="0"/>
          <p:nvPr/>
        </p:nvPicPr>
        <p:blipFill rotWithShape="1">
          <a:blip r:embed="rId9">
            <a:alphaModFix/>
          </a:blip>
          <a:srcRect t="149" b="139"/>
          <a:stretch/>
        </p:blipFill>
        <p:spPr>
          <a:xfrm>
            <a:off x="4578429" y="4326097"/>
            <a:ext cx="931973" cy="665213"/>
          </a:xfrm>
          <a:prstGeom prst="rect">
            <a:avLst/>
          </a:prstGeom>
          <a:noFill/>
          <a:ln>
            <a:noFill/>
          </a:ln>
          <a:effectLst>
            <a:outerShdw blurRad="71438" dist="19050" dir="5220000" algn="bl" rotWithShape="0">
              <a:srgbClr val="D8D8D8"/>
            </a:outerShdw>
          </a:effectLst>
        </p:spPr>
      </p:pic>
      <p:sp>
        <p:nvSpPr>
          <p:cNvPr id="676" name="Google Shape;676;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7" name="Google Shape;677;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8" name="Google Shape;678;g2bee4f4af4b_0_204"/>
          <p:cNvPicPr preferRelativeResize="0"/>
          <p:nvPr/>
        </p:nvPicPr>
        <p:blipFill rotWithShape="1">
          <a:blip r:embed="rId10">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930400" y="2053250"/>
            <a:ext cx="1315420" cy="1861922"/>
          </a:xfrm>
          <a:prstGeom prst="rect">
            <a:avLst/>
          </a:prstGeom>
          <a:noFill/>
          <a:ln>
            <a:noFill/>
          </a:ln>
          <a:effectLst>
            <a:outerShdw blurRad="71438" dist="28575" dir="5400000" algn="bl" rotWithShape="0">
              <a:srgbClr val="000000">
                <a:alpha val="15690"/>
              </a:srgbClr>
            </a:outerShdw>
          </a:effectLst>
        </p:spPr>
      </p:pic>
      <p:pic>
        <p:nvPicPr>
          <p:cNvPr id="800" name="Google Shape;800;g2cdbdd49f8e_0_0"/>
          <p:cNvPicPr preferRelativeResize="0"/>
          <p:nvPr/>
        </p:nvPicPr>
        <p:blipFill rotWithShape="1">
          <a:blip r:embed="rId4">
            <a:alphaModFix/>
          </a:blip>
          <a:srcRect l="79" r="79"/>
          <a:stretch/>
        </p:blipFill>
        <p:spPr>
          <a:xfrm>
            <a:off x="5358480" y="2053250"/>
            <a:ext cx="1315420" cy="1861922"/>
          </a:xfrm>
          <a:prstGeom prst="rect">
            <a:avLst/>
          </a:prstGeom>
          <a:noFill/>
          <a:ln>
            <a:noFill/>
          </a:ln>
          <a:effectLst>
            <a:outerShdw blurRad="71438" dist="28575" dir="5400000" algn="bl" rotWithShape="0">
              <a:srgbClr val="000000">
                <a:alpha val="15690"/>
              </a:srgbClr>
            </a:outerShdw>
          </a:effectLst>
        </p:spPr>
      </p:pic>
      <p:pic>
        <p:nvPicPr>
          <p:cNvPr id="801" name="Google Shape;801;g2cdbdd49f8e_0_0"/>
          <p:cNvPicPr preferRelativeResize="0"/>
          <p:nvPr/>
        </p:nvPicPr>
        <p:blipFill rotWithShape="1">
          <a:blip r:embed="rId5">
            <a:alphaModFix/>
          </a:blip>
          <a:srcRect l="19" r="29"/>
          <a:stretch/>
        </p:blipFill>
        <p:spPr>
          <a:xfrm>
            <a:off x="2406425" y="2053250"/>
            <a:ext cx="1315420" cy="1861926"/>
          </a:xfrm>
          <a:prstGeom prst="rect">
            <a:avLst/>
          </a:prstGeom>
          <a:noFill/>
          <a:ln>
            <a:noFill/>
          </a:ln>
          <a:effectLst>
            <a:outerShdw blurRad="71438" dist="28575" dir="5400000" algn="bl" rotWithShape="0">
              <a:srgbClr val="000000">
                <a:alpha val="15690"/>
              </a:srgbClr>
            </a:outerShdw>
          </a:effectLst>
        </p:spPr>
      </p:pic>
      <p:pic>
        <p:nvPicPr>
          <p:cNvPr id="802" name="Google Shape;802;g2cdbdd49f8e_0_0"/>
          <p:cNvPicPr preferRelativeResize="0"/>
          <p:nvPr/>
        </p:nvPicPr>
        <p:blipFill rotWithShape="1">
          <a:blip r:embed="rId6">
            <a:alphaModFix/>
          </a:blip>
          <a:srcRect l="19" r="29"/>
          <a:stretch/>
        </p:blipFill>
        <p:spPr>
          <a:xfrm>
            <a:off x="3882455" y="2053250"/>
            <a:ext cx="1315420" cy="1861926"/>
          </a:xfrm>
          <a:prstGeom prst="rect">
            <a:avLst/>
          </a:prstGeom>
          <a:noFill/>
          <a:ln>
            <a:noFill/>
          </a:ln>
          <a:effectLst>
            <a:outerShdw blurRad="71438" dist="28575" dir="5400000" algn="bl" rotWithShape="0">
              <a:srgbClr val="000000">
                <a:alpha val="15690"/>
              </a:srgbClr>
            </a:outerShdw>
          </a:effectLst>
        </p:spPr>
      </p:pic>
      <p:pic>
        <p:nvPicPr>
          <p:cNvPr id="803" name="Google Shape;803;g2cdbdd49f8e_0_0"/>
          <p:cNvPicPr preferRelativeResize="0"/>
          <p:nvPr/>
        </p:nvPicPr>
        <p:blipFill rotWithShape="1">
          <a:blip r:embed="rId7">
            <a:alphaModFix/>
          </a:blip>
          <a:srcRect l="19" r="29"/>
          <a:stretch/>
        </p:blipFill>
        <p:spPr>
          <a:xfrm>
            <a:off x="6834506" y="2053250"/>
            <a:ext cx="1315420" cy="1861926"/>
          </a:xfrm>
          <a:prstGeom prst="rect">
            <a:avLst/>
          </a:prstGeom>
          <a:noFill/>
          <a:ln>
            <a:noFill/>
          </a:ln>
          <a:effectLst>
            <a:outerShdw blurRad="71438" dist="28575" dir="5400000" algn="bl" rotWithShape="0">
              <a:srgbClr val="000000">
                <a:alpha val="156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0" name="Google Shape;810;g26b7edf6e71_0_109"/>
          <p:cNvGrpSpPr/>
          <p:nvPr/>
        </p:nvGrpSpPr>
        <p:grpSpPr>
          <a:xfrm>
            <a:off x="865957" y="2135925"/>
            <a:ext cx="7282807" cy="2686611"/>
            <a:chOff x="867357" y="2129450"/>
            <a:chExt cx="7282807" cy="2686611"/>
          </a:xfrm>
        </p:grpSpPr>
        <p:pic>
          <p:nvPicPr>
            <p:cNvPr id="811" name="Google Shape;81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1" name="Google Shape;831;g2c298d33e0c_0_6"/>
          <p:cNvGrpSpPr/>
          <p:nvPr/>
        </p:nvGrpSpPr>
        <p:grpSpPr>
          <a:xfrm>
            <a:off x="866900" y="2133161"/>
            <a:ext cx="7281864" cy="2684601"/>
            <a:chOff x="868300" y="2129450"/>
            <a:chExt cx="7281864" cy="2684601"/>
          </a:xfrm>
        </p:grpSpPr>
        <p:pic>
          <p:nvPicPr>
            <p:cNvPr id="832" name="Google Shape;83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6" name="Google Shape;83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6" name="Google Shape;866;g2c298da1f27_0_455"/>
          <p:cNvGrpSpPr/>
          <p:nvPr/>
        </p:nvGrpSpPr>
        <p:grpSpPr>
          <a:xfrm>
            <a:off x="868300" y="2129450"/>
            <a:ext cx="7281864" cy="2684601"/>
            <a:chOff x="868300" y="2053250"/>
            <a:chExt cx="7281864" cy="2684601"/>
          </a:xfrm>
        </p:grpSpPr>
        <p:pic>
          <p:nvPicPr>
            <p:cNvPr id="867" name="Google Shape;86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6" name="Google Shape;886;g2c298da1f27_1_0"/>
          <p:cNvGrpSpPr/>
          <p:nvPr/>
        </p:nvGrpSpPr>
        <p:grpSpPr>
          <a:xfrm>
            <a:off x="868300" y="2129450"/>
            <a:ext cx="7281864" cy="2688001"/>
            <a:chOff x="868300" y="2129450"/>
            <a:chExt cx="7281864" cy="2688001"/>
          </a:xfrm>
        </p:grpSpPr>
        <p:pic>
          <p:nvPicPr>
            <p:cNvPr id="887" name="Google Shape;887;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d26e75e662_0_13"/>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a:t>Review Phase 5.5 Common Exception Word </a:t>
            </a:r>
            <a:br>
              <a:rPr lang="en-US"/>
            </a:br>
            <a:r>
              <a:rPr lang="en-US">
                <a:solidFill>
                  <a:srgbClr val="2356AF"/>
                </a:solidFill>
              </a:rPr>
              <a:t>people</a:t>
            </a:r>
            <a:r>
              <a:rPr lang="en-US"/>
              <a:t>.</a:t>
            </a:r>
            <a:endParaRPr/>
          </a:p>
        </p:txBody>
      </p:sp>
      <p:pic>
        <p:nvPicPr>
          <p:cNvPr id="907" name="Google Shape;907;g2d26e75e662_0_13"/>
          <p:cNvPicPr preferRelativeResize="0"/>
          <p:nvPr/>
        </p:nvPicPr>
        <p:blipFill rotWithShape="1">
          <a:blip r:embed="rId3">
            <a:alphaModFix/>
          </a:blip>
          <a:srcRect/>
          <a:stretch/>
        </p:blipFill>
        <p:spPr>
          <a:xfrm>
            <a:off x="2792917" y="2129450"/>
            <a:ext cx="3558167"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4" name="Google Shape;91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15" name="Google Shape;915;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16" name="Google Shape;91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17" name="Google Shape;917;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a:t>
            </a:r>
            <a:r>
              <a:rPr lang="en-US" sz="5800" b="0" i="0" u="none" strike="noStrike" cap="none">
                <a:solidFill>
                  <a:srgbClr val="ED1C24"/>
                </a:solidFill>
                <a:latin typeface="Jost"/>
                <a:ea typeface="Jost"/>
                <a:cs typeface="Jost"/>
                <a:sym typeface="Jost"/>
              </a:rPr>
              <a:t>i</a:t>
            </a:r>
            <a:r>
              <a:rPr lang="en-US" sz="5800" b="0" i="0" u="none" strike="noStrike" cap="none">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18" name="Google Shape;918;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st</a:t>
            </a:r>
            <a:r>
              <a:rPr lang="en-US" sz="5800" b="0" i="0" u="none" strike="noStrike" cap="none">
                <a:solidFill>
                  <a:srgbClr val="ED1C24"/>
                </a:solidFill>
                <a:latin typeface="Jost"/>
                <a:ea typeface="Jost"/>
                <a:cs typeface="Jost"/>
                <a:sym typeface="Jost"/>
              </a:rPr>
              <a:t>i</a:t>
            </a:r>
            <a:r>
              <a:rPr lang="en-US" sz="5800" b="0" i="0" u="none" strike="noStrike" cap="none">
                <a:solidFill>
                  <a:srgbClr val="2356AF"/>
                </a:solidFill>
                <a:latin typeface="Jost"/>
                <a:ea typeface="Jost"/>
                <a:cs typeface="Jost"/>
                <a:sym typeface="Jost"/>
              </a:rPr>
              <a:t>ck</a:t>
            </a:r>
            <a:endParaRPr sz="5800" b="0" i="0" u="none" strike="noStrike" cap="none">
              <a:solidFill>
                <a:srgbClr val="2356AF"/>
              </a:solidFill>
              <a:latin typeface="Jost"/>
              <a:ea typeface="Jost"/>
              <a:cs typeface="Jost"/>
              <a:sym typeface="Jost"/>
            </a:endParaRPr>
          </a:p>
        </p:txBody>
      </p:sp>
      <p:sp>
        <p:nvSpPr>
          <p:cNvPr id="919" name="Google Shape;919;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f</a:t>
            </a:r>
            <a:r>
              <a:rPr lang="en-US" sz="5800" b="0" i="0" u="none" strike="noStrike" cap="none">
                <a:solidFill>
                  <a:srgbClr val="ED1C24"/>
                </a:solidFill>
                <a:latin typeface="Jost"/>
                <a:ea typeface="Jost"/>
                <a:cs typeface="Jost"/>
                <a:sym typeface="Jost"/>
              </a:rPr>
              <a:t>i</a:t>
            </a:r>
            <a:r>
              <a:rPr lang="en-US" sz="5800" b="0" i="0" u="none" strike="noStrike" cap="none">
                <a:solidFill>
                  <a:srgbClr val="2356AF"/>
                </a:solidFill>
                <a:latin typeface="Jost"/>
                <a:ea typeface="Jost"/>
                <a:cs typeface="Jost"/>
                <a:sym typeface="Jost"/>
              </a:rPr>
              <a:t>sh</a:t>
            </a:r>
            <a:endParaRPr sz="5800" b="0" i="0" u="none" strike="noStrike" cap="none">
              <a:solidFill>
                <a:srgbClr val="2356AF"/>
              </a:solidFill>
              <a:latin typeface="Jost"/>
              <a:ea typeface="Jost"/>
              <a:cs typeface="Jost"/>
              <a:sym typeface="Jost"/>
            </a:endParaRPr>
          </a:p>
        </p:txBody>
      </p:sp>
      <p:sp>
        <p:nvSpPr>
          <p:cNvPr id="920" name="Google Shape;92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d26e75e662_0_66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7" name="Google Shape;927;g2d26e75e662_0_66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28" name="Google Shape;928;g2d26e75e662_0_667"/>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29" name="Google Shape;929;g2d26e75e662_0_66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0" name="Google Shape;930;g2d26e75e662_0_667"/>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ch</a:t>
            </a:r>
            <a:r>
              <a:rPr lang="en-US" sz="5800" b="0" i="0" u="none" strike="noStrike" cap="none">
                <a:solidFill>
                  <a:srgbClr val="815137"/>
                </a:solidFill>
                <a:latin typeface="Jost"/>
                <a:ea typeface="Jost"/>
                <a:cs typeface="Jost"/>
                <a:sym typeface="Jost"/>
              </a:rPr>
              <a:t>i</a:t>
            </a:r>
            <a:r>
              <a:rPr lang="en-US" sz="5800" b="0" i="0" u="none" strike="noStrike" cap="none">
                <a:solidFill>
                  <a:srgbClr val="2356AF"/>
                </a:solidFill>
                <a:latin typeface="Jost"/>
                <a:ea typeface="Jost"/>
                <a:cs typeface="Jost"/>
                <a:sym typeface="Jost"/>
              </a:rPr>
              <a:t>ld</a:t>
            </a:r>
            <a:endParaRPr sz="5800" b="0" i="0" u="none" strike="noStrike" cap="none">
              <a:solidFill>
                <a:srgbClr val="2356AF"/>
              </a:solidFill>
              <a:latin typeface="Jost"/>
              <a:ea typeface="Jost"/>
              <a:cs typeface="Jost"/>
              <a:sym typeface="Jost"/>
            </a:endParaRPr>
          </a:p>
        </p:txBody>
      </p:sp>
      <p:sp>
        <p:nvSpPr>
          <p:cNvPr id="931" name="Google Shape;931;g2d26e75e662_0_667"/>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a:t>
            </a:r>
            <a:r>
              <a:rPr lang="en-US" sz="5800" b="0" i="0" u="none" strike="noStrike" cap="none">
                <a:solidFill>
                  <a:srgbClr val="815137"/>
                </a:solidFill>
                <a:latin typeface="Jost"/>
                <a:ea typeface="Jost"/>
                <a:cs typeface="Jost"/>
                <a:sym typeface="Jost"/>
              </a:rPr>
              <a:t>i</a:t>
            </a:r>
            <a:r>
              <a:rPr lang="en-US" sz="5800" b="0" i="0" u="none" strike="noStrike" cap="none">
                <a:solidFill>
                  <a:srgbClr val="2356AF"/>
                </a:solidFill>
                <a:latin typeface="Jost"/>
                <a:ea typeface="Jost"/>
                <a:cs typeface="Jost"/>
                <a:sym typeface="Jost"/>
              </a:rPr>
              <a:t>lot</a:t>
            </a:r>
            <a:endParaRPr sz="5800" b="0" i="0" u="none" strike="noStrike" cap="none">
              <a:solidFill>
                <a:srgbClr val="2356AF"/>
              </a:solidFill>
              <a:latin typeface="Jost"/>
              <a:ea typeface="Jost"/>
              <a:cs typeface="Jost"/>
              <a:sym typeface="Jost"/>
            </a:endParaRPr>
          </a:p>
        </p:txBody>
      </p:sp>
      <p:sp>
        <p:nvSpPr>
          <p:cNvPr id="932" name="Google Shape;932;g2d26e75e662_0_667"/>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a:t>
            </a:r>
            <a:r>
              <a:rPr lang="en-US" sz="5800" b="0" i="0" u="none" strike="noStrike" cap="none">
                <a:solidFill>
                  <a:srgbClr val="815137"/>
                </a:solidFill>
                <a:latin typeface="Jost"/>
                <a:ea typeface="Jost"/>
                <a:cs typeface="Jost"/>
                <a:sym typeface="Jost"/>
              </a:rPr>
              <a:t>i</a:t>
            </a:r>
            <a:r>
              <a:rPr lang="en-US" sz="5800" b="0" i="0" u="none" strike="noStrike" cap="none">
                <a:solidFill>
                  <a:srgbClr val="2356AF"/>
                </a:solidFill>
                <a:latin typeface="Jost"/>
                <a:ea typeface="Jost"/>
                <a:cs typeface="Jost"/>
                <a:sym typeface="Jost"/>
              </a:rPr>
              <a:t>nd</a:t>
            </a:r>
            <a:endParaRPr sz="5800" b="0" i="0" u="none" strike="noStrike" cap="none">
              <a:solidFill>
                <a:srgbClr val="2356AF"/>
              </a:solidFill>
              <a:latin typeface="Jost"/>
              <a:ea typeface="Jost"/>
              <a:cs typeface="Jost"/>
              <a:sym typeface="Jost"/>
            </a:endParaRPr>
          </a:p>
        </p:txBody>
      </p:sp>
      <p:sp>
        <p:nvSpPr>
          <p:cNvPr id="933" name="Google Shape;933;g2d26e75e662_0_667"/>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40" name="Google Shape;94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7" name="Google Shape;94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8" name="Google Shape;948;g2c4fb7f6616_1_0"/>
          <p:cNvSpPr/>
          <p:nvPr/>
        </p:nvSpPr>
        <p:spPr>
          <a:xfrm>
            <a:off x="32137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4fb7f6616_1_0"/>
          <p:cNvSpPr/>
          <p:nvPr/>
        </p:nvSpPr>
        <p:spPr>
          <a:xfrm>
            <a:off x="3846188"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4fb7f6616_1_0"/>
          <p:cNvSpPr/>
          <p:nvPr/>
        </p:nvSpPr>
        <p:spPr>
          <a:xfrm>
            <a:off x="45547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1" name="Google Shape;95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2" name="Google Shape;952;g2c4fb7f6616_1_0"/>
          <p:cNvSpPr txBox="1">
            <a:spLocks noGrp="1"/>
          </p:cNvSpPr>
          <p:nvPr>
            <p:ph type="subTitle" idx="4294967295"/>
          </p:nvPr>
        </p:nvSpPr>
        <p:spPr>
          <a:xfrm>
            <a:off x="39851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53" name="Google Shape;953;g2c4fb7f6616_1_0"/>
          <p:cNvSpPr txBox="1">
            <a:spLocks noGrp="1"/>
          </p:cNvSpPr>
          <p:nvPr>
            <p:ph type="subTitle" idx="4294967295"/>
          </p:nvPr>
        </p:nvSpPr>
        <p:spPr>
          <a:xfrm>
            <a:off x="26440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54" name="Google Shape;954;g2c4fb7f6616_1_0"/>
          <p:cNvSpPr txBox="1">
            <a:spLocks noGrp="1"/>
          </p:cNvSpPr>
          <p:nvPr>
            <p:ph type="subTitle" idx="4294967295"/>
          </p:nvPr>
        </p:nvSpPr>
        <p:spPr>
          <a:xfrm>
            <a:off x="32765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i</a:t>
            </a:r>
            <a:endParaRPr sz="15000" b="0" i="0" u="none" strike="noStrike" cap="none">
              <a:solidFill>
                <a:srgbClr val="815137"/>
              </a:solidFill>
              <a:latin typeface="Jost"/>
              <a:ea typeface="Jost"/>
              <a:cs typeface="Jost"/>
              <a:sym typeface="Jost"/>
            </a:endParaRPr>
          </a:p>
        </p:txBody>
      </p:sp>
      <p:sp>
        <p:nvSpPr>
          <p:cNvPr id="955" name="Google Shape;955;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3" name="Google Shape;963;g2c4fb7f6616_1_0"/>
          <p:cNvGrpSpPr/>
          <p:nvPr/>
        </p:nvGrpSpPr>
        <p:grpSpPr>
          <a:xfrm>
            <a:off x="-550" y="6984600"/>
            <a:ext cx="8596479" cy="808600"/>
            <a:chOff x="-550" y="6984600"/>
            <a:chExt cx="8596479" cy="808600"/>
          </a:xfrm>
        </p:grpSpPr>
        <p:sp>
          <p:nvSpPr>
            <p:cNvPr id="964" name="Google Shape;964;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5" name="Google Shape;965;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6" name="Google Shape;966;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7" name="Google Shape;967;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8" name="Google Shape;968;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9" name="Google Shape;969;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0" name="Google Shape;970;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1" name="Google Shape;971;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2" name="Google Shape;97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3" name="Google Shape;973;g2c4fb7f6616_1_0"/>
          <p:cNvSpPr/>
          <p:nvPr/>
        </p:nvSpPr>
        <p:spPr>
          <a:xfrm>
            <a:off x="55401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c4fb7f6616_1_0"/>
          <p:cNvSpPr txBox="1">
            <a:spLocks noGrp="1"/>
          </p:cNvSpPr>
          <p:nvPr>
            <p:ph type="subTitle" idx="4294967295"/>
          </p:nvPr>
        </p:nvSpPr>
        <p:spPr>
          <a:xfrm>
            <a:off x="49705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d26e75e662_0_68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1" name="Google Shape;981;g2d26e75e662_0_68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2" name="Google Shape;982;g2d26e75e662_0_687"/>
          <p:cNvSpPr/>
          <p:nvPr/>
        </p:nvSpPr>
        <p:spPr>
          <a:xfrm>
            <a:off x="28455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d26e75e662_0_687"/>
          <p:cNvSpPr/>
          <p:nvPr/>
        </p:nvSpPr>
        <p:spPr>
          <a:xfrm>
            <a:off x="3477913"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d26e75e662_0_687"/>
          <p:cNvSpPr/>
          <p:nvPr/>
        </p:nvSpPr>
        <p:spPr>
          <a:xfrm>
            <a:off x="43389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5" name="Google Shape;985;g2d26e75e662_0_68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6" name="Google Shape;986;g2d26e75e662_0_687"/>
          <p:cNvSpPr txBox="1">
            <a:spLocks noGrp="1"/>
          </p:cNvSpPr>
          <p:nvPr>
            <p:ph type="subTitle" idx="4294967295"/>
          </p:nvPr>
        </p:nvSpPr>
        <p:spPr>
          <a:xfrm>
            <a:off x="37692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87" name="Google Shape;987;g2d26e75e662_0_687"/>
          <p:cNvSpPr txBox="1">
            <a:spLocks noGrp="1"/>
          </p:cNvSpPr>
          <p:nvPr>
            <p:ph type="subTitle" idx="4294967295"/>
          </p:nvPr>
        </p:nvSpPr>
        <p:spPr>
          <a:xfrm>
            <a:off x="22758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88" name="Google Shape;988;g2d26e75e662_0_687"/>
          <p:cNvSpPr txBox="1">
            <a:spLocks noGrp="1"/>
          </p:cNvSpPr>
          <p:nvPr>
            <p:ph type="subTitle" idx="4294967295"/>
          </p:nvPr>
        </p:nvSpPr>
        <p:spPr>
          <a:xfrm>
            <a:off x="29082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i</a:t>
            </a:r>
            <a:endParaRPr sz="15000" b="0" i="0" u="none" strike="noStrike" cap="none">
              <a:solidFill>
                <a:srgbClr val="815137"/>
              </a:solidFill>
              <a:latin typeface="Jost"/>
              <a:ea typeface="Jost"/>
              <a:cs typeface="Jost"/>
              <a:sym typeface="Jost"/>
            </a:endParaRPr>
          </a:p>
        </p:txBody>
      </p:sp>
      <p:sp>
        <p:nvSpPr>
          <p:cNvPr id="989" name="Google Shape;989;g2d26e75e662_0_68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d26e75e662_0_68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d26e75e662_0_68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26e75e662_0_68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d26e75e662_0_68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26e75e662_0_68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d26e75e662_0_68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d26e75e662_0_68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7" name="Google Shape;997;g2d26e75e662_0_687"/>
          <p:cNvGrpSpPr/>
          <p:nvPr/>
        </p:nvGrpSpPr>
        <p:grpSpPr>
          <a:xfrm>
            <a:off x="-550" y="6984600"/>
            <a:ext cx="8596479" cy="808600"/>
            <a:chOff x="-550" y="6984600"/>
            <a:chExt cx="8596479" cy="808600"/>
          </a:xfrm>
        </p:grpSpPr>
        <p:sp>
          <p:nvSpPr>
            <p:cNvPr id="998" name="Google Shape;998;g2d26e75e662_0_68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9" name="Google Shape;999;g2d26e75e662_0_68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0" name="Google Shape;1000;g2d26e75e662_0_68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1" name="Google Shape;1001;g2d26e75e662_0_68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2" name="Google Shape;1002;g2d26e75e662_0_68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3" name="Google Shape;1003;g2d26e75e662_0_68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4" name="Google Shape;1004;g2d26e75e662_0_68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5" name="Google Shape;1005;g2d26e75e662_0_68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6" name="Google Shape;1006;g2d26e75e662_0_68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7" name="Google Shape;1007;g2d26e75e662_0_687"/>
          <p:cNvSpPr txBox="1">
            <a:spLocks noGrp="1"/>
          </p:cNvSpPr>
          <p:nvPr>
            <p:ph type="subTitle" idx="4294967295"/>
          </p:nvPr>
        </p:nvSpPr>
        <p:spPr>
          <a:xfrm>
            <a:off x="4953888" y="1308025"/>
            <a:ext cx="1914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1008" name="Google Shape;1008;g2d26e75e662_0_687"/>
          <p:cNvSpPr/>
          <p:nvPr/>
        </p:nvSpPr>
        <p:spPr>
          <a:xfrm>
            <a:off x="5146263" y="4011900"/>
            <a:ext cx="1529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d26e75e662_0_687"/>
          <p:cNvSpPr/>
          <p:nvPr/>
        </p:nvSpPr>
        <p:spPr>
          <a:xfrm>
            <a:off x="404101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6" name="Google Shape;101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3" name="Google Shape;102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4" name="Google Shape;1024;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5" name="Google Shape;102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2" name="Google Shape;103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3" name="Google Shape;1033;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4" name="Google Shape;103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1" name="Google Shape;104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2" name="Google Shape;1042;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3" name="Google Shape;104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0" name="Google Shape;105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1" name="Google Shape;1051;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2" name="Google Shape;105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6b641b03cd_0_301"/>
          <p:cNvSpPr txBox="1">
            <a:spLocks noGrp="1"/>
          </p:cNvSpPr>
          <p:nvPr>
            <p:ph type="title"/>
          </p:nvPr>
        </p:nvSpPr>
        <p:spPr>
          <a:xfrm>
            <a:off x="807750" y="5568500"/>
            <a:ext cx="7528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59" name="Google Shape;105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0" name="Google Shape;106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1" name="Google Shape;1061;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8" name="Google Shape;106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69" name="Google Shape;1069;g26b641b03cd_0_308"/>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70" name="Google Shape;1070;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d26e75e662_0_725"/>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7" name="Google Shape;1077;g2d26e75e662_0_7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8" name="Google Shape;1078;g2d26e75e662_0_7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79" name="Google Shape;1079;g2d26e75e662_0_725"/>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d26e75e662_0_7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6" name="Google Shape;1086;g2d26e75e662_0_73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7" name="Google Shape;1087;g2d26e75e662_0_733"/>
          <p:cNvSpPr txBox="1">
            <a:spLocks noGrp="1"/>
          </p:cNvSpPr>
          <p:nvPr>
            <p:ph type="title"/>
          </p:nvPr>
        </p:nvSpPr>
        <p:spPr>
          <a:xfrm>
            <a:off x="788700" y="5568500"/>
            <a:ext cx="7566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88" name="Google Shape;1088;g2d26e75e662_0_733"/>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g2d26e75e662_0_741"/>
          <p:cNvSpPr txBox="1">
            <a:spLocks noGrp="1"/>
          </p:cNvSpPr>
          <p:nvPr>
            <p:ph type="title"/>
          </p:nvPr>
        </p:nvSpPr>
        <p:spPr>
          <a:xfrm>
            <a:off x="839475" y="5568500"/>
            <a:ext cx="7464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95" name="Google Shape;1095;g2d26e75e662_0_7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6" name="Google Shape;1096;g2d26e75e662_0_74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97" name="Google Shape;1097;g2d26e75e662_0_74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2d26e75e662_0_7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4" name="Google Shape;1104;g2d26e75e662_0_7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05" name="Google Shape;1105;g2d26e75e662_0_749"/>
          <p:cNvSpPr txBox="1">
            <a:spLocks noGrp="1"/>
          </p:cNvSpPr>
          <p:nvPr>
            <p:ph type="title"/>
          </p:nvPr>
        </p:nvSpPr>
        <p:spPr>
          <a:xfrm>
            <a:off x="731625" y="5568500"/>
            <a:ext cx="7680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06" name="Google Shape;1106;g2d26e75e662_0_749"/>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g2d26e75e662_0_757"/>
          <p:cNvSpPr txBox="1">
            <a:spLocks noGrp="1"/>
          </p:cNvSpPr>
          <p:nvPr>
            <p:ph type="title"/>
          </p:nvPr>
        </p:nvSpPr>
        <p:spPr>
          <a:xfrm>
            <a:off x="744300" y="5568500"/>
            <a:ext cx="7655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13" name="Google Shape;1113;g2d26e75e662_0_75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4" name="Google Shape;1114;g2d26e75e662_0_75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15" name="Google Shape;1115;g2d26e75e662_0_757"/>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g2d26e75e662_0_76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2" name="Google Shape;1122;g2d26e75e662_0_76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23" name="Google Shape;1123;g2d26e75e662_0_765"/>
          <p:cNvSpPr txBox="1">
            <a:spLocks noGrp="1"/>
          </p:cNvSpPr>
          <p:nvPr>
            <p:ph type="title"/>
          </p:nvPr>
        </p:nvSpPr>
        <p:spPr>
          <a:xfrm>
            <a:off x="833125" y="5568500"/>
            <a:ext cx="7477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24" name="Google Shape;1124;g2d26e75e662_0_765"/>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g2d26e75e662_0_773"/>
          <p:cNvSpPr txBox="1">
            <a:spLocks noGrp="1"/>
          </p:cNvSpPr>
          <p:nvPr>
            <p:ph type="title"/>
          </p:nvPr>
        </p:nvSpPr>
        <p:spPr>
          <a:xfrm>
            <a:off x="845800" y="5568500"/>
            <a:ext cx="7452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31" name="Google Shape;1131;g2d26e75e662_0_77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2" name="Google Shape;1132;g2d26e75e662_0_77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33" name="Google Shape;1133;g2d26e75e662_0_773"/>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g2d26e75e662_0_7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0" name="Google Shape;1140;g2d26e75e662_0_78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41" name="Google Shape;1141;g2d26e75e662_0_781"/>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42" name="Google Shape;1142;g2d26e75e662_0_78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g2d26e75e662_0_789"/>
          <p:cNvSpPr txBox="1">
            <a:spLocks noGrp="1"/>
          </p:cNvSpPr>
          <p:nvPr>
            <p:ph type="title"/>
          </p:nvPr>
        </p:nvSpPr>
        <p:spPr>
          <a:xfrm>
            <a:off x="820425" y="5568500"/>
            <a:ext cx="750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49" name="Google Shape;1149;g2d26e75e662_0_78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50" name="Google Shape;1150;g2d26e75e662_0_78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51" name="Google Shape;1151;g2d26e75e662_0_789"/>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g2d26e75e662_0_79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58" name="Google Shape;1158;g2d26e75e662_0_79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59" name="Google Shape;1159;g2d26e75e662_0_797"/>
          <p:cNvSpPr txBox="1">
            <a:spLocks noGrp="1"/>
          </p:cNvSpPr>
          <p:nvPr>
            <p:ph type="title"/>
          </p:nvPr>
        </p:nvSpPr>
        <p:spPr>
          <a:xfrm>
            <a:off x="833125" y="5568500"/>
            <a:ext cx="7477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60" name="Google Shape;1160;g2d26e75e662_0_797"/>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7" name="Google Shape;1167;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8" name="Google Shape;1168;g2d1eea302f1_0_6"/>
          <p:cNvGrpSpPr/>
          <p:nvPr/>
        </p:nvGrpSpPr>
        <p:grpSpPr>
          <a:xfrm>
            <a:off x="3024000" y="209875"/>
            <a:ext cx="3096000" cy="454800"/>
            <a:chOff x="3024000" y="209875"/>
            <a:chExt cx="3096000" cy="454800"/>
          </a:xfrm>
        </p:grpSpPr>
        <p:sp>
          <p:nvSpPr>
            <p:cNvPr id="1169" name="Google Shape;1169;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0" name="Google Shape;1170;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71" name="Google Shape;1171;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72" name="Google Shape;1172;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3" name="Google Shape;1173;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4" name="Google Shape;1174;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5" name="Google Shape;1175;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6" name="Google Shape;1176;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77" name="Google Shape;1177;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8" name="Google Shape;1178;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79" name="Google Shape;1179;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80" name="Google Shape;1180;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81" name="Google Shape;1181;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82" name="Google Shape;1182;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83" name="Google Shape;1183;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4" name="Google Shape;1184;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85" name="Google Shape;1185;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6" name="Google Shape;1186;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87" name="Google Shape;1187;g2d1eea302f1_0_6"/>
          <p:cNvSpPr txBox="1"/>
          <p:nvPr/>
        </p:nvSpPr>
        <p:spPr>
          <a:xfrm>
            <a:off x="214180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88" name="Google Shape;1188;g2d1eea302f1_0_6"/>
          <p:cNvSpPr txBox="1"/>
          <p:nvPr/>
        </p:nvSpPr>
        <p:spPr>
          <a:xfrm>
            <a:off x="502393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189" name="Google Shape;1189;g2d1eea302f1_0_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90" name="Google Shape;1190;g2d1eea302f1_0_6"/>
          <p:cNvSpPr txBox="1"/>
          <p:nvPr/>
        </p:nvSpPr>
        <p:spPr>
          <a:xfrm>
            <a:off x="310251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91" name="Google Shape;1191;g2d1eea302f1_0_6"/>
          <p:cNvSpPr txBox="1"/>
          <p:nvPr/>
        </p:nvSpPr>
        <p:spPr>
          <a:xfrm>
            <a:off x="406322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192" name="Google Shape;1192;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93" name="Google Shape;1193;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94" name="Google Shape;1194;g2d1eea302f1_0_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95" name="Google Shape;1195;g2d1eea302f1_0_6"/>
          <p:cNvSpPr txBox="1"/>
          <p:nvPr/>
        </p:nvSpPr>
        <p:spPr>
          <a:xfrm>
            <a:off x="5984646" y="278756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 </a:t>
            </a:r>
            <a:endParaRPr sz="4800" b="0" i="0" u="none" strike="noStrike" cap="none">
              <a:solidFill>
                <a:srgbClr val="ED1C24"/>
              </a:solidFill>
              <a:latin typeface="Jost"/>
              <a:ea typeface="Jost"/>
              <a:cs typeface="Jost"/>
              <a:sym typeface="Jost"/>
            </a:endParaRPr>
          </a:p>
        </p:txBody>
      </p:sp>
      <p:cxnSp>
        <p:nvCxnSpPr>
          <p:cNvPr id="1196" name="Google Shape;1196;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g2d26e75e662_0_80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03" name="Google Shape;1203;g2d26e75e662_0_80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204" name="Google Shape;1204;g2d26e75e662_0_809"/>
          <p:cNvGrpSpPr/>
          <p:nvPr/>
        </p:nvGrpSpPr>
        <p:grpSpPr>
          <a:xfrm>
            <a:off x="3024000" y="209875"/>
            <a:ext cx="3096000" cy="454800"/>
            <a:chOff x="3024000" y="209875"/>
            <a:chExt cx="3096000" cy="454800"/>
          </a:xfrm>
        </p:grpSpPr>
        <p:sp>
          <p:nvSpPr>
            <p:cNvPr id="1205" name="Google Shape;1205;g2d26e75e662_0_80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6" name="Google Shape;1206;g2d26e75e662_0_80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207" name="Google Shape;1207;g2d26e75e662_0_80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208" name="Google Shape;1208;g2d26e75e662_0_809"/>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209" name="Google Shape;1209;g2d26e75e662_0_809"/>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10" name="Google Shape;1210;g2d26e75e662_0_809"/>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11" name="Google Shape;1211;g2d26e75e662_0_809"/>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12" name="Google Shape;1212;g2d26e75e662_0_809"/>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213" name="Google Shape;1213;g2d26e75e662_0_809"/>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14" name="Google Shape;1214;g2d26e75e662_0_809"/>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15" name="Google Shape;1215;g2d26e75e662_0_809"/>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16" name="Google Shape;1216;g2d26e75e662_0_809"/>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cxnSp>
        <p:nvCxnSpPr>
          <p:cNvPr id="1217" name="Google Shape;1217;g2d26e75e662_0_809"/>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18" name="Google Shape;1218;g2d26e75e662_0_809"/>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19" name="Google Shape;1219;g2d26e75e662_0_809"/>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220" name="Google Shape;1220;g2d26e75e662_0_809"/>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221" name="Google Shape;1221;g2d26e75e662_0_809"/>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222" name="Google Shape;1222;g2d26e75e662_0_809"/>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223" name="Google Shape;1223;g2d26e75e662_0_809"/>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224" name="Google Shape;1224;g2d26e75e662_0_809"/>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225" name="Google Shape;1225;g2d26e75e662_0_809"/>
          <p:cNvSpPr txBox="1"/>
          <p:nvPr/>
        </p:nvSpPr>
        <p:spPr>
          <a:xfrm>
            <a:off x="214180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226" name="Google Shape;1226;g2d26e75e662_0_809"/>
          <p:cNvSpPr txBox="1"/>
          <p:nvPr/>
        </p:nvSpPr>
        <p:spPr>
          <a:xfrm>
            <a:off x="502393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227" name="Google Shape;1227;g2d26e75e662_0_809"/>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228" name="Google Shape;1228;g2d26e75e662_0_809"/>
          <p:cNvSpPr txBox="1"/>
          <p:nvPr/>
        </p:nvSpPr>
        <p:spPr>
          <a:xfrm>
            <a:off x="310251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229" name="Google Shape;1229;g2d26e75e662_0_809"/>
          <p:cNvSpPr txBox="1"/>
          <p:nvPr/>
        </p:nvSpPr>
        <p:spPr>
          <a:xfrm>
            <a:off x="406322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230" name="Google Shape;1230;g2d26e75e662_0_809"/>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pilot spider tiger ivory lion item ide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 idol iris</a:t>
            </a:r>
            <a:endParaRPr sz="1800" b="0" i="0" u="none" strike="noStrike" cap="none">
              <a:solidFill>
                <a:srgbClr val="B7B7B7"/>
              </a:solidFill>
              <a:latin typeface="Jost"/>
              <a:ea typeface="Jost"/>
              <a:cs typeface="Jost"/>
              <a:sym typeface="Jost"/>
            </a:endParaRPr>
          </a:p>
        </p:txBody>
      </p:sp>
      <p:sp>
        <p:nvSpPr>
          <p:cNvPr id="1231" name="Google Shape;1231;g2d26e75e662_0_80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232" name="Google Shape;1232;g2d26e75e662_0_809"/>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33" name="Google Shape;1233;g2d26e75e662_0_809"/>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34" name="Google Shape;1234;g2d26e75e662_0_809"/>
          <p:cNvSpPr txBox="1"/>
          <p:nvPr/>
        </p:nvSpPr>
        <p:spPr>
          <a:xfrm>
            <a:off x="5984646" y="278756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 </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565</Words>
  <Application>Microsoft Office PowerPoint</Application>
  <PresentationFormat>On-screen Show (4:3)</PresentationFormat>
  <Paragraphs>221</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Calibri</vt:lpstr>
      <vt:lpstr>Poppins Medium</vt:lpstr>
      <vt:lpstr>Nunito Black</vt:lpstr>
      <vt:lpstr>Jost</vt:lpstr>
      <vt:lpstr>Poppins SemiBold</vt:lpstr>
      <vt:lpstr>Arial</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  people.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2026-05-22T04:47:59Z</dcterms:modified>
</cp:coreProperties>
</file>