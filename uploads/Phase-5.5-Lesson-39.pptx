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embeddedFontLst>
    <p:embeddedFont>
      <p:font typeface="Jost" panose="020B0604020202020204" charset="0"/>
      <p:regular r:id="rId19"/>
      <p:bold r:id="rId20"/>
      <p:italic r:id="rId21"/>
      <p:boldItalic r:id="rId22"/>
    </p:embeddedFont>
    <p:embeddedFont>
      <p:font typeface="Nunito Black" pitchFamily="2" charset="0"/>
      <p:bold r:id="rId23"/>
      <p:boldItalic r:id="rId24"/>
    </p:embeddedFont>
    <p:embeddedFont>
      <p:font typeface="Poppins" panose="00000500000000000000" pitchFamily="2" charset="0"/>
      <p:regular r:id="rId25"/>
      <p:bold r:id="rId26"/>
      <p:italic r:id="rId27"/>
      <p:boldItalic r:id="rId28"/>
    </p:embeddedFont>
    <p:embeddedFont>
      <p:font typeface="Poppins Medium" panose="00000600000000000000" pitchFamily="2" charset="0"/>
      <p:regular r:id="rId29"/>
      <p:bold r:id="rId30"/>
      <p:italic r:id="rId31"/>
      <p:boldItalic r:id="rId32"/>
    </p:embeddedFont>
    <p:embeddedFont>
      <p:font typeface="Poppins SemiBold" panose="000007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ifHjmnImoG6kzr9bLfM2PV/PLbK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019841-B767-4131-849C-5523F9028B76}">
  <a:tblStyle styleId="{51019841-B767-4131-849C-5523F9028B76}"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200" d="100"/>
          <a:sy n="200" d="100"/>
        </p:scale>
        <p:origin x="-4500" y="-592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font" Target="fonts/font16.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4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0" name="Google Shape;69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341009e8a11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2" name="Google Shape;712;g341009e8a11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g341009e8a11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341009e8a11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g341009e8a11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3" name="Google Shape;743;g341009e8a11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341009e8a11_0_6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341009e8a11_0_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341009e8a11_0_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341009e8a11_0_1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g341009e8a11_0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g341009e8a11_0_1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341009e8a11_0_1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9" name="Google Shape;849;g341009e8a11_0_1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341009e8a11_0_1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341009e8a11_0_1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0" name="Google Shape;870;g341009e8a11_0_1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1" name="Google Shape;871;g341009e8a11_0_1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341009e8a11_0_18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5" name="Google Shape;905;g341009e8a11_0_1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6" name="Google Shape;906;g341009e8a11_0_1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341009e8a11_0_2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341009e8a11_0_2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341009e8a11_0_2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341009e8a11_0_2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341009e8a11_0_2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341009e8a11_0_2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7384e2b648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27384e2b648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27384e2b648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27384e2b648_0_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g27384e2b648_0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3" name="Google Shape;983;g27384e2b648_0_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7384e2b648_0_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7384e2b648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2" name="Google Shape;992;g27384e2b648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7384e2b648_0_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7384e2b648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7384e2b648_0_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341009e8a11_0_8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341009e8a11_0_8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341009e8a11_0_8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616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1329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a:t>
            </a:r>
            <a:r>
              <a:rPr lang="en-US" sz="1800">
                <a:solidFill>
                  <a:srgbClr val="FFFFFF"/>
                </a:solidFill>
                <a:latin typeface="Poppins SemiBold"/>
                <a:ea typeface="Poppins SemiBold"/>
                <a:cs typeface="Poppins SemiBold"/>
                <a:sym typeface="Poppins SemiBold"/>
              </a:rPr>
              <a:t>CEWs</a:t>
            </a:r>
            <a:endParaRPr sz="1800" b="0" i="0" u="none" strike="noStrike" cap="non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4894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8.2 - Thursday</a:t>
            </a:r>
            <a:endParaRPr sz="1800" b="0" i="0" u="none" strike="noStrike" cap="non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39</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590592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8" name="Google Shape;18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89" name="Google Shape;18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0" name="Google Shape;190;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1" name="Google Shape;19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2" name="Google Shape;19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3" name="Google Shape;19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4" name="Google Shape;19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5" name="Google Shape;19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7" name="Google Shape;19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8" name="Google Shape;198;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9" name="Google Shape;199;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1" name="Google Shape;201;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2" name="Google Shape;202;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5" name="Google Shape;205;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6" name="Google Shape;206;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7" name="Google Shape;207;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9" name="Google Shape;21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0" name="Google Shape;22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1" name="Google Shape;22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2" name="Google Shape;22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3" name="Google Shape;22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6" name="Google Shape;22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7" name="Google Shape;227;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8" name="Google Shape;228;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0" name="Google Shape;230;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1" name="Google Shape;231;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4" name="Google Shape;234;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5" name="Google Shape;235;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8" name="Google Shape;248;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49" name="Google Shape;249;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0" name="Google Shape;250;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3" name="Google Shape;25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4" name="Google Shape;25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5" name="Google Shape;25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6" name="Google Shape;256;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2c157a2fb06_0_53"/>
          <p:cNvGrpSpPr/>
          <p:nvPr/>
        </p:nvGrpSpPr>
        <p:grpSpPr>
          <a:xfrm>
            <a:off x="662575" y="6212475"/>
            <a:ext cx="586800" cy="571500"/>
            <a:chOff x="662575" y="6212475"/>
            <a:chExt cx="586800" cy="571500"/>
          </a:xfrm>
        </p:grpSpPr>
        <p:sp>
          <p:nvSpPr>
            <p:cNvPr id="267" name="Google Shape;26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2c157a2fb06_0_53"/>
          <p:cNvGrpSpPr/>
          <p:nvPr/>
        </p:nvGrpSpPr>
        <p:grpSpPr>
          <a:xfrm>
            <a:off x="7894350" y="6212475"/>
            <a:ext cx="586800" cy="571500"/>
            <a:chOff x="7894350" y="6212475"/>
            <a:chExt cx="586800" cy="571500"/>
          </a:xfrm>
        </p:grpSpPr>
        <p:sp>
          <p:nvSpPr>
            <p:cNvPr id="271" name="Google Shape;27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4"/>
        <p:cNvGrpSpPr/>
        <p:nvPr/>
      </p:nvGrpSpPr>
      <p:grpSpPr>
        <a:xfrm>
          <a:off x="0" y="0"/>
          <a:ext cx="0" cy="0"/>
          <a:chOff x="0" y="0"/>
          <a:chExt cx="0" cy="0"/>
        </a:xfrm>
      </p:grpSpPr>
      <p:pic>
        <p:nvPicPr>
          <p:cNvPr id="275" name="Google Shape;27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6" name="Google Shape;27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7" name="Google Shape;27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8" name="Google Shape;278;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79" name="Google Shape;279;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3" name="Google Shape;28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4" name="Google Shape;284;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158"/>
          <p:cNvGrpSpPr/>
          <p:nvPr/>
        </p:nvGrpSpPr>
        <p:grpSpPr>
          <a:xfrm>
            <a:off x="662575" y="6212475"/>
            <a:ext cx="586800" cy="571500"/>
            <a:chOff x="662575" y="6212475"/>
            <a:chExt cx="586800" cy="571500"/>
          </a:xfrm>
        </p:grpSpPr>
        <p:sp>
          <p:nvSpPr>
            <p:cNvPr id="295" name="Google Shape;295;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158"/>
          <p:cNvGrpSpPr/>
          <p:nvPr/>
        </p:nvGrpSpPr>
        <p:grpSpPr>
          <a:xfrm>
            <a:off x="7894350" y="6212475"/>
            <a:ext cx="586800" cy="571500"/>
            <a:chOff x="7894350" y="6212475"/>
            <a:chExt cx="586800" cy="571500"/>
          </a:xfrm>
        </p:grpSpPr>
        <p:sp>
          <p:nvSpPr>
            <p:cNvPr id="299" name="Google Shape;299;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2"/>
        <p:cNvGrpSpPr/>
        <p:nvPr/>
      </p:nvGrpSpPr>
      <p:grpSpPr>
        <a:xfrm>
          <a:off x="0" y="0"/>
          <a:ext cx="0" cy="0"/>
          <a:chOff x="0" y="0"/>
          <a:chExt cx="0" cy="0"/>
        </a:xfrm>
      </p:grpSpPr>
      <p:sp>
        <p:nvSpPr>
          <p:cNvPr id="303" name="Google Shape;303;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4" name="Google Shape;304;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5" name="Google Shape;305;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a:spLocks noGrp="1"/>
          </p:cNvSpPr>
          <p:nvPr>
            <p:ph type="pic" idx="5"/>
          </p:nvPr>
        </p:nvSpPr>
        <p:spPr>
          <a:xfrm>
            <a:off x="5086375" y="4412425"/>
            <a:ext cx="2668800" cy="1291500"/>
          </a:xfrm>
          <a:prstGeom prst="rect">
            <a:avLst/>
          </a:prstGeom>
          <a:noFill/>
          <a:ln>
            <a:noFill/>
          </a:ln>
        </p:spPr>
      </p:sp>
      <p:sp>
        <p:nvSpPr>
          <p:cNvPr id="310" name="Google Shape;310;g2c157a2fb06_0_263"/>
          <p:cNvSpPr>
            <a:spLocks noGrp="1"/>
          </p:cNvSpPr>
          <p:nvPr>
            <p:ph type="pic" idx="6"/>
          </p:nvPr>
        </p:nvSpPr>
        <p:spPr>
          <a:xfrm>
            <a:off x="5086375" y="797675"/>
            <a:ext cx="2668800" cy="1291500"/>
          </a:xfrm>
          <a:prstGeom prst="rect">
            <a:avLst/>
          </a:prstGeom>
          <a:noFill/>
          <a:ln>
            <a:noFill/>
          </a:ln>
        </p:spPr>
      </p:sp>
      <p:sp>
        <p:nvSpPr>
          <p:cNvPr id="311" name="Google Shape;311;g2c157a2fb06_0_263"/>
          <p:cNvSpPr>
            <a:spLocks noGrp="1"/>
          </p:cNvSpPr>
          <p:nvPr>
            <p:ph type="pic" idx="7"/>
          </p:nvPr>
        </p:nvSpPr>
        <p:spPr>
          <a:xfrm>
            <a:off x="5086375" y="2002592"/>
            <a:ext cx="2668800" cy="1291500"/>
          </a:xfrm>
          <a:prstGeom prst="rect">
            <a:avLst/>
          </a:prstGeom>
          <a:noFill/>
          <a:ln>
            <a:noFill/>
          </a:ln>
        </p:spPr>
      </p:sp>
      <p:sp>
        <p:nvSpPr>
          <p:cNvPr id="312" name="Google Shape;312;g2c157a2fb06_0_263"/>
          <p:cNvSpPr>
            <a:spLocks noGrp="1"/>
          </p:cNvSpPr>
          <p:nvPr>
            <p:ph type="pic" idx="8"/>
          </p:nvPr>
        </p:nvSpPr>
        <p:spPr>
          <a:xfrm>
            <a:off x="5086375" y="3207508"/>
            <a:ext cx="2668800" cy="1291500"/>
          </a:xfrm>
          <a:prstGeom prst="rect">
            <a:avLst/>
          </a:prstGeom>
          <a:noFill/>
          <a:ln>
            <a:noFill/>
          </a:ln>
        </p:spPr>
      </p:sp>
      <p:sp>
        <p:nvSpPr>
          <p:cNvPr id="313" name="Google Shape;313;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5" name="Google Shape;315;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7" name="Google Shape;317;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1" name="Google Shape;321;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2" name="Google Shape;322;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3" name="Google Shape;323;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5" name="Google Shape;325;g2c157a2fb06_0_263"/>
          <p:cNvGrpSpPr/>
          <p:nvPr/>
        </p:nvGrpSpPr>
        <p:grpSpPr>
          <a:xfrm>
            <a:off x="662575" y="6212475"/>
            <a:ext cx="586800" cy="571500"/>
            <a:chOff x="662575" y="6212475"/>
            <a:chExt cx="586800" cy="571500"/>
          </a:xfrm>
        </p:grpSpPr>
        <p:sp>
          <p:nvSpPr>
            <p:cNvPr id="326" name="Google Shape;32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9" name="Google Shape;329;g2c157a2fb06_0_263"/>
          <p:cNvGrpSpPr/>
          <p:nvPr/>
        </p:nvGrpSpPr>
        <p:grpSpPr>
          <a:xfrm>
            <a:off x="7894350" y="6212475"/>
            <a:ext cx="586800" cy="571500"/>
            <a:chOff x="7894350" y="6212475"/>
            <a:chExt cx="586800" cy="571500"/>
          </a:xfrm>
        </p:grpSpPr>
        <p:sp>
          <p:nvSpPr>
            <p:cNvPr id="330" name="Google Shape;33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3"/>
        <p:cNvGrpSpPr/>
        <p:nvPr/>
      </p:nvGrpSpPr>
      <p:grpSpPr>
        <a:xfrm>
          <a:off x="0" y="0"/>
          <a:ext cx="0" cy="0"/>
          <a:chOff x="0" y="0"/>
          <a:chExt cx="0" cy="0"/>
        </a:xfrm>
      </p:grpSpPr>
      <p:cxnSp>
        <p:nvCxnSpPr>
          <p:cNvPr id="334" name="Google Shape;33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5" name="Google Shape;33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6" name="Google Shape;33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7" name="Google Shape;337;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8" name="Google Shape;338;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39" name="Google Shape;339;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1" name="Google Shape;341;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3" name="Google Shape;343;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4" name="Google Shape;344;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7" name="Google Shape;347;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8" name="Google Shape;348;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49" name="Google Shape;349;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1" name="Google Shape;351;g2c157a2fb06_0_467"/>
          <p:cNvGrpSpPr/>
          <p:nvPr/>
        </p:nvGrpSpPr>
        <p:grpSpPr>
          <a:xfrm>
            <a:off x="662575" y="6212475"/>
            <a:ext cx="586800" cy="571500"/>
            <a:chOff x="662575" y="6212475"/>
            <a:chExt cx="586800" cy="571500"/>
          </a:xfrm>
        </p:grpSpPr>
        <p:sp>
          <p:nvSpPr>
            <p:cNvPr id="352" name="Google Shape;352;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5" name="Google Shape;355;g2c157a2fb06_0_467"/>
          <p:cNvGrpSpPr/>
          <p:nvPr/>
        </p:nvGrpSpPr>
        <p:grpSpPr>
          <a:xfrm>
            <a:off x="7894350" y="6212475"/>
            <a:ext cx="586800" cy="571500"/>
            <a:chOff x="7894350" y="6212475"/>
            <a:chExt cx="586800" cy="571500"/>
          </a:xfrm>
        </p:grpSpPr>
        <p:sp>
          <p:nvSpPr>
            <p:cNvPr id="356" name="Google Shape;356;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59"/>
        <p:cNvGrpSpPr/>
        <p:nvPr/>
      </p:nvGrpSpPr>
      <p:grpSpPr>
        <a:xfrm>
          <a:off x="0" y="0"/>
          <a:ext cx="0" cy="0"/>
          <a:chOff x="0" y="0"/>
          <a:chExt cx="0" cy="0"/>
        </a:xfrm>
      </p:grpSpPr>
      <p:cxnSp>
        <p:nvCxnSpPr>
          <p:cNvPr id="360" name="Google Shape;36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1" name="Google Shape;36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2" name="Google Shape;362;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3" name="Google Shape;363;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4" name="Google Shape;364;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5" name="Google Shape;365;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7" name="Google Shape;367;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9" name="Google Shape;369;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0" name="Google Shape;370;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3" name="Google Shape;373;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4" name="Google Shape;374;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5" name="Google Shape;375;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7" name="Google Shape;377;g2c157a2fb06_0_629"/>
          <p:cNvGrpSpPr/>
          <p:nvPr/>
        </p:nvGrpSpPr>
        <p:grpSpPr>
          <a:xfrm>
            <a:off x="662575" y="6212475"/>
            <a:ext cx="586800" cy="571500"/>
            <a:chOff x="662575" y="6212475"/>
            <a:chExt cx="586800" cy="571500"/>
          </a:xfrm>
        </p:grpSpPr>
        <p:sp>
          <p:nvSpPr>
            <p:cNvPr id="378" name="Google Shape;378;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629"/>
          <p:cNvGrpSpPr/>
          <p:nvPr/>
        </p:nvGrpSpPr>
        <p:grpSpPr>
          <a:xfrm>
            <a:off x="7894350" y="6212475"/>
            <a:ext cx="586800" cy="571500"/>
            <a:chOff x="7894350" y="6212475"/>
            <a:chExt cx="586800" cy="571500"/>
          </a:xfrm>
        </p:grpSpPr>
        <p:sp>
          <p:nvSpPr>
            <p:cNvPr id="382" name="Google Shape;382;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5"/>
        <p:cNvGrpSpPr/>
        <p:nvPr/>
      </p:nvGrpSpPr>
      <p:grpSpPr>
        <a:xfrm>
          <a:off x="0" y="0"/>
          <a:ext cx="0" cy="0"/>
          <a:chOff x="0" y="0"/>
          <a:chExt cx="0" cy="0"/>
        </a:xfrm>
      </p:grpSpPr>
      <p:cxnSp>
        <p:nvCxnSpPr>
          <p:cNvPr id="386" name="Google Shape;386;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7" name="Google Shape;387;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8" name="Google Shape;388;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9" name="Google Shape;389;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4" name="Google Shape;394;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6" name="Google Shape;396;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7" name="Google Shape;397;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0" name="Google Shape;400;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1" name="Google Shape;401;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2" name="Google Shape;402;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4" name="Google Shape;404;g2c157a2fb06_0_798"/>
          <p:cNvGrpSpPr/>
          <p:nvPr/>
        </p:nvGrpSpPr>
        <p:grpSpPr>
          <a:xfrm>
            <a:off x="662575" y="6212475"/>
            <a:ext cx="586800" cy="571500"/>
            <a:chOff x="662575" y="6212475"/>
            <a:chExt cx="586800" cy="571500"/>
          </a:xfrm>
        </p:grpSpPr>
        <p:sp>
          <p:nvSpPr>
            <p:cNvPr id="405" name="Google Shape;40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798"/>
          <p:cNvGrpSpPr/>
          <p:nvPr/>
        </p:nvGrpSpPr>
        <p:grpSpPr>
          <a:xfrm>
            <a:off x="7894350" y="6212475"/>
            <a:ext cx="586800" cy="571500"/>
            <a:chOff x="7894350" y="6212475"/>
            <a:chExt cx="586800" cy="571500"/>
          </a:xfrm>
        </p:grpSpPr>
        <p:sp>
          <p:nvSpPr>
            <p:cNvPr id="409" name="Google Shape;40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2"/>
        <p:cNvGrpSpPr/>
        <p:nvPr/>
      </p:nvGrpSpPr>
      <p:grpSpPr>
        <a:xfrm>
          <a:off x="0" y="0"/>
          <a:ext cx="0" cy="0"/>
          <a:chOff x="0" y="0"/>
          <a:chExt cx="0" cy="0"/>
        </a:xfrm>
      </p:grpSpPr>
      <p:cxnSp>
        <p:nvCxnSpPr>
          <p:cNvPr id="413" name="Google Shape;41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4" name="Google Shape;41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5" name="Google Shape;41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6" name="Google Shape;41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7" name="Google Shape;417;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19" name="Google Shape;419;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1" name="Google Shape;421;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3" name="Google Shape;423;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4" name="Google Shape;424;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7" name="Google Shape;427;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8" name="Google Shape;428;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29" name="Google Shape;429;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1" name="Google Shape;431;g2c157a2fb06_0_825"/>
          <p:cNvGrpSpPr/>
          <p:nvPr/>
        </p:nvGrpSpPr>
        <p:grpSpPr>
          <a:xfrm>
            <a:off x="662575" y="6212475"/>
            <a:ext cx="586800" cy="571500"/>
            <a:chOff x="662575" y="6212475"/>
            <a:chExt cx="586800" cy="571500"/>
          </a:xfrm>
        </p:grpSpPr>
        <p:sp>
          <p:nvSpPr>
            <p:cNvPr id="432" name="Google Shape;43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825"/>
          <p:cNvGrpSpPr/>
          <p:nvPr/>
        </p:nvGrpSpPr>
        <p:grpSpPr>
          <a:xfrm>
            <a:off x="7894350" y="6212475"/>
            <a:ext cx="586800" cy="571500"/>
            <a:chOff x="7894350" y="6212475"/>
            <a:chExt cx="586800" cy="571500"/>
          </a:xfrm>
        </p:grpSpPr>
        <p:sp>
          <p:nvSpPr>
            <p:cNvPr id="436" name="Google Shape;43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39"/>
        <p:cNvGrpSpPr/>
        <p:nvPr/>
      </p:nvGrpSpPr>
      <p:grpSpPr>
        <a:xfrm>
          <a:off x="0" y="0"/>
          <a:ext cx="0" cy="0"/>
          <a:chOff x="0" y="0"/>
          <a:chExt cx="0" cy="0"/>
        </a:xfrm>
      </p:grpSpPr>
      <p:sp>
        <p:nvSpPr>
          <p:cNvPr id="440" name="Google Shape;44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4" name="Google Shape;44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6" name="Google Shape;446;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9" name="Google Shape;45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0" name="Google Shape;460;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2" name="Google Shape;462;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6" name="Google Shape;466;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7" name="Google Shape;467;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8" name="Google Shape;468;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0" name="Google Shape;470;g2c157a2fb06_0_700"/>
          <p:cNvGrpSpPr/>
          <p:nvPr/>
        </p:nvGrpSpPr>
        <p:grpSpPr>
          <a:xfrm>
            <a:off x="662575" y="6212475"/>
            <a:ext cx="586800" cy="571500"/>
            <a:chOff x="662575" y="6212475"/>
            <a:chExt cx="586800" cy="571500"/>
          </a:xfrm>
        </p:grpSpPr>
        <p:sp>
          <p:nvSpPr>
            <p:cNvPr id="471" name="Google Shape;47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4" name="Google Shape;474;g2c157a2fb06_0_700"/>
          <p:cNvGrpSpPr/>
          <p:nvPr/>
        </p:nvGrpSpPr>
        <p:grpSpPr>
          <a:xfrm>
            <a:off x="7894350" y="6212475"/>
            <a:ext cx="586800" cy="571500"/>
            <a:chOff x="7894350" y="6212475"/>
            <a:chExt cx="586800" cy="571500"/>
          </a:xfrm>
        </p:grpSpPr>
        <p:sp>
          <p:nvSpPr>
            <p:cNvPr id="475" name="Google Shape;47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8"/>
        <p:cNvGrpSpPr/>
        <p:nvPr/>
      </p:nvGrpSpPr>
      <p:grpSpPr>
        <a:xfrm>
          <a:off x="0" y="0"/>
          <a:ext cx="0" cy="0"/>
          <a:chOff x="0" y="0"/>
          <a:chExt cx="0" cy="0"/>
        </a:xfrm>
      </p:grpSpPr>
      <p:sp>
        <p:nvSpPr>
          <p:cNvPr id="479" name="Google Shape;47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0" name="Google Shape;48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1" name="Google Shape;48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8" name="Google Shape;48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9" name="Google Shape;48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0" name="Google Shape;490;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1" name="Google Shape;491;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1" name="Google Shape;501;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5" name="Google Shape;505;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6" name="Google Shape;506;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7" name="Google Shape;507;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09" name="Google Shape;509;g2c157a2fb06_0_932"/>
          <p:cNvGrpSpPr/>
          <p:nvPr/>
        </p:nvGrpSpPr>
        <p:grpSpPr>
          <a:xfrm>
            <a:off x="662575" y="6212475"/>
            <a:ext cx="586800" cy="571500"/>
            <a:chOff x="662575" y="6212475"/>
            <a:chExt cx="586800" cy="571500"/>
          </a:xfrm>
        </p:grpSpPr>
        <p:sp>
          <p:nvSpPr>
            <p:cNvPr id="510" name="Google Shape;51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3" name="Google Shape;513;g2c157a2fb06_0_932"/>
          <p:cNvGrpSpPr/>
          <p:nvPr/>
        </p:nvGrpSpPr>
        <p:grpSpPr>
          <a:xfrm>
            <a:off x="7894350" y="6212475"/>
            <a:ext cx="586800" cy="571500"/>
            <a:chOff x="7894350" y="6212475"/>
            <a:chExt cx="586800" cy="571500"/>
          </a:xfrm>
        </p:grpSpPr>
        <p:sp>
          <p:nvSpPr>
            <p:cNvPr id="514" name="Google Shape;51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7"/>
        <p:cNvGrpSpPr/>
        <p:nvPr/>
      </p:nvGrpSpPr>
      <p:grpSpPr>
        <a:xfrm>
          <a:off x="0" y="0"/>
          <a:ext cx="0" cy="0"/>
          <a:chOff x="0" y="0"/>
          <a:chExt cx="0" cy="0"/>
        </a:xfrm>
      </p:grpSpPr>
      <p:cxnSp>
        <p:nvCxnSpPr>
          <p:cNvPr id="518" name="Google Shape;518;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19" name="Google Shape;519;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0" name="Google Shape;520;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1" name="Google Shape;521;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0" name="Google Shape;53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1" name="Google Shape;531;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2" name="Google Shape;53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3" name="Google Shape;53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4" name="Google Shape;53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5" name="Google Shape;535;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2" name="Google Shape;542;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3" name="Google Shape;543;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5" name="Google Shape;545;g2c157a2fb06_0_1045"/>
          <p:cNvGrpSpPr/>
          <p:nvPr/>
        </p:nvGrpSpPr>
        <p:grpSpPr>
          <a:xfrm>
            <a:off x="662575" y="6212475"/>
            <a:ext cx="586800" cy="571500"/>
            <a:chOff x="662575" y="6212475"/>
            <a:chExt cx="586800" cy="571500"/>
          </a:xfrm>
        </p:grpSpPr>
        <p:sp>
          <p:nvSpPr>
            <p:cNvPr id="546" name="Google Shape;546;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9" name="Google Shape;549;g2c157a2fb06_0_1045"/>
          <p:cNvGrpSpPr/>
          <p:nvPr/>
        </p:nvGrpSpPr>
        <p:grpSpPr>
          <a:xfrm>
            <a:off x="7894350" y="6212475"/>
            <a:ext cx="586800" cy="571500"/>
            <a:chOff x="7894350" y="6212475"/>
            <a:chExt cx="586800" cy="571500"/>
          </a:xfrm>
        </p:grpSpPr>
        <p:sp>
          <p:nvSpPr>
            <p:cNvPr id="550" name="Google Shape;550;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1" name="Google Shape;551;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3"/>
        <p:cNvGrpSpPr/>
        <p:nvPr/>
      </p:nvGrpSpPr>
      <p:grpSpPr>
        <a:xfrm>
          <a:off x="0" y="0"/>
          <a:ext cx="0" cy="0"/>
          <a:chOff x="0" y="0"/>
          <a:chExt cx="0" cy="0"/>
        </a:xfrm>
      </p:grpSpPr>
      <p:sp>
        <p:nvSpPr>
          <p:cNvPr id="554" name="Google Shape;55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5" name="Google Shape;55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6" name="Google Shape;556;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7" name="Google Shape;557;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0" name="Google Shape;560;g2c157a2fb06_0_1110"/>
          <p:cNvGrpSpPr/>
          <p:nvPr/>
        </p:nvGrpSpPr>
        <p:grpSpPr>
          <a:xfrm>
            <a:off x="5806200" y="1807463"/>
            <a:ext cx="756300" cy="146700"/>
            <a:chOff x="5806200" y="1807463"/>
            <a:chExt cx="756300" cy="146700"/>
          </a:xfrm>
        </p:grpSpPr>
        <p:sp>
          <p:nvSpPr>
            <p:cNvPr id="561" name="Google Shape;561;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4" name="Google Shape;56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5" name="Google Shape;56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6" name="Google Shape;566;g2c157a2fb06_0_1110"/>
          <p:cNvGrpSpPr/>
          <p:nvPr/>
        </p:nvGrpSpPr>
        <p:grpSpPr>
          <a:xfrm>
            <a:off x="5806200" y="2842438"/>
            <a:ext cx="756300" cy="146700"/>
            <a:chOff x="5806200" y="1807463"/>
            <a:chExt cx="756300" cy="146700"/>
          </a:xfrm>
        </p:grpSpPr>
        <p:sp>
          <p:nvSpPr>
            <p:cNvPr id="567" name="Google Shape;567;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1110"/>
          <p:cNvGrpSpPr/>
          <p:nvPr/>
        </p:nvGrpSpPr>
        <p:grpSpPr>
          <a:xfrm>
            <a:off x="5806200" y="3877413"/>
            <a:ext cx="756300" cy="146700"/>
            <a:chOff x="5806200" y="1807463"/>
            <a:chExt cx="756300" cy="146700"/>
          </a:xfrm>
        </p:grpSpPr>
        <p:sp>
          <p:nvSpPr>
            <p:cNvPr id="571" name="Google Shape;571;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4" name="Google Shape;574;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6" name="Google Shape;576;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0" name="Google Shape;580;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1" name="Google Shape;581;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2" name="Google Shape;582;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4" name="Google Shape;584;g2c157a2fb06_0_1110"/>
          <p:cNvGrpSpPr/>
          <p:nvPr/>
        </p:nvGrpSpPr>
        <p:grpSpPr>
          <a:xfrm>
            <a:off x="662575" y="6212475"/>
            <a:ext cx="586800" cy="571500"/>
            <a:chOff x="662575" y="6212475"/>
            <a:chExt cx="586800" cy="571500"/>
          </a:xfrm>
        </p:grpSpPr>
        <p:sp>
          <p:nvSpPr>
            <p:cNvPr id="585" name="Google Shape;58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8" name="Google Shape;588;g2c157a2fb06_0_1110"/>
          <p:cNvGrpSpPr/>
          <p:nvPr/>
        </p:nvGrpSpPr>
        <p:grpSpPr>
          <a:xfrm>
            <a:off x="7894350" y="6212475"/>
            <a:ext cx="586800" cy="571500"/>
            <a:chOff x="7894350" y="6212475"/>
            <a:chExt cx="586800" cy="571500"/>
          </a:xfrm>
        </p:grpSpPr>
        <p:sp>
          <p:nvSpPr>
            <p:cNvPr id="589" name="Google Shape;58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2"/>
        <p:cNvGrpSpPr/>
        <p:nvPr/>
      </p:nvGrpSpPr>
      <p:grpSpPr>
        <a:xfrm>
          <a:off x="0" y="0"/>
          <a:ext cx="0" cy="0"/>
          <a:chOff x="0" y="0"/>
          <a:chExt cx="0" cy="0"/>
        </a:xfrm>
      </p:grpSpPr>
      <p:sp>
        <p:nvSpPr>
          <p:cNvPr id="593" name="Google Shape;59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4" name="Google Shape;59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7" name="Google Shape;59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0" name="Google Shape;60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6" name="Google Shape;606;p30"/>
          <p:cNvGrpSpPr/>
          <p:nvPr/>
        </p:nvGrpSpPr>
        <p:grpSpPr>
          <a:xfrm>
            <a:off x="6022940" y="5341706"/>
            <a:ext cx="594501" cy="305904"/>
            <a:chOff x="5672081" y="1914352"/>
            <a:chExt cx="792668" cy="305904"/>
          </a:xfrm>
        </p:grpSpPr>
        <p:sp>
          <p:nvSpPr>
            <p:cNvPr id="607" name="Google Shape;60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8" name="Google Shape;60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09" name="Google Shape;60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0" name="Google Shape;61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8" name="Google Shape;61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19" name="Google Shape;61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0" name="Google Shape;62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7" name="Google Shape;62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3" name="Google Shape;63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6" name="Google Shape;63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7" name="Google Shape;63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8"/>
        <p:cNvGrpSpPr/>
        <p:nvPr/>
      </p:nvGrpSpPr>
      <p:grpSpPr>
        <a:xfrm>
          <a:off x="0" y="0"/>
          <a:ext cx="0" cy="0"/>
          <a:chOff x="0" y="0"/>
          <a:chExt cx="0" cy="0"/>
        </a:xfrm>
      </p:grpSpPr>
      <p:sp>
        <p:nvSpPr>
          <p:cNvPr id="639" name="Google Shape;63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0" name="Google Shape;64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1" name="Google Shape;64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2"/>
        <p:cNvGrpSpPr/>
        <p:nvPr/>
      </p:nvGrpSpPr>
      <p:grpSpPr>
        <a:xfrm>
          <a:off x="0" y="0"/>
          <a:ext cx="0" cy="0"/>
          <a:chOff x="0" y="0"/>
          <a:chExt cx="0" cy="0"/>
        </a:xfrm>
      </p:grpSpPr>
      <p:sp>
        <p:nvSpPr>
          <p:cNvPr id="643" name="Google Shape;64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4" name="Google Shape;64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5" name="Google Shape;64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646"/>
        <p:cNvGrpSpPr/>
        <p:nvPr/>
      </p:nvGrpSpPr>
      <p:grpSpPr>
        <a:xfrm>
          <a:off x="0" y="0"/>
          <a:ext cx="0" cy="0"/>
          <a:chOff x="0" y="0"/>
          <a:chExt cx="0" cy="0"/>
        </a:xfrm>
      </p:grpSpPr>
      <p:sp>
        <p:nvSpPr>
          <p:cNvPr id="647" name="Google Shape;64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648" name="Google Shape;64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649" name="Google Shape;64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0" name="Google Shape;65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651" name="Google Shape;65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pic>
        <p:nvPicPr>
          <p:cNvPr id="652" name="Google Shape;652;g2ce718e20f2_0_768"/>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6666"/>
              </a:srgbClr>
            </a:outerShdw>
          </a:effectLst>
        </p:spPr>
      </p:pic>
      <p:grpSp>
        <p:nvGrpSpPr>
          <p:cNvPr id="653" name="Google Shape;653;g2ce718e20f2_0_768"/>
          <p:cNvGrpSpPr/>
          <p:nvPr/>
        </p:nvGrpSpPr>
        <p:grpSpPr>
          <a:xfrm>
            <a:off x="8199150" y="5983875"/>
            <a:ext cx="586800" cy="571500"/>
            <a:chOff x="7894350" y="6212475"/>
            <a:chExt cx="586800" cy="571500"/>
          </a:xfrm>
        </p:grpSpPr>
        <p:sp>
          <p:nvSpPr>
            <p:cNvPr id="654" name="Google Shape;65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7" name="Google Shape;65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658" name="Google Shape;658;g2ce718e20f2_0_768"/>
          <p:cNvGrpSpPr/>
          <p:nvPr/>
        </p:nvGrpSpPr>
        <p:grpSpPr>
          <a:xfrm>
            <a:off x="-36800" y="-52000"/>
            <a:ext cx="9236100" cy="543600"/>
            <a:chOff x="-36800" y="-52000"/>
            <a:chExt cx="9236100" cy="543600"/>
          </a:xfrm>
        </p:grpSpPr>
        <p:sp>
          <p:nvSpPr>
            <p:cNvPr id="659" name="Google Shape;65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60" name="Google Shape;660;g2ce718e20f2_0_768"/>
            <p:cNvGrpSpPr/>
            <p:nvPr/>
          </p:nvGrpSpPr>
          <p:grpSpPr>
            <a:xfrm>
              <a:off x="5905920" y="88100"/>
              <a:ext cx="1337400" cy="403500"/>
              <a:chOff x="565600" y="88250"/>
              <a:chExt cx="1337400" cy="403500"/>
            </a:xfrm>
          </p:grpSpPr>
          <p:sp>
            <p:nvSpPr>
              <p:cNvPr id="661" name="Google Shape;66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62" name="Google Shape;66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63" name="Google Shape;66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64" name="Google Shape;66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5" name="Google Shape;66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6" name="Google Shape;66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67" name="Google Shape;66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8" name="Google Shape;66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69" name="Google Shape;66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671" name="Google Shape;67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72" name="Google Shape;67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notesSlide" Target="../notesSlides/notesSlide3.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s>
</file>

<file path=ppt/slides/_rels/slide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26" Type="http://schemas.openxmlformats.org/officeDocument/2006/relationships/image" Target="../media/image60.png"/><Relationship Id="rId3" Type="http://schemas.openxmlformats.org/officeDocument/2006/relationships/image" Target="../media/image37.png"/><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notesSlide" Target="../notesSlides/notesSlide4.xml"/><Relationship Id="rId16" Type="http://schemas.openxmlformats.org/officeDocument/2006/relationships/image" Target="../media/image50.png"/><Relationship Id="rId20" Type="http://schemas.openxmlformats.org/officeDocument/2006/relationships/image" Target="../media/image54.png"/><Relationship Id="rId29"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5.png"/><Relationship Id="rId24" Type="http://schemas.openxmlformats.org/officeDocument/2006/relationships/image" Target="../media/image58.pn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57.png"/><Relationship Id="rId28" Type="http://schemas.openxmlformats.org/officeDocument/2006/relationships/image" Target="../media/image62.png"/><Relationship Id="rId10" Type="http://schemas.openxmlformats.org/officeDocument/2006/relationships/image" Target="../media/image44.png"/><Relationship Id="rId19" Type="http://schemas.openxmlformats.org/officeDocument/2006/relationships/image" Target="../media/image53.png"/><Relationship Id="rId31" Type="http://schemas.openxmlformats.org/officeDocument/2006/relationships/image" Target="../media/image65.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png"/><Relationship Id="rId30" Type="http://schemas.openxmlformats.org/officeDocument/2006/relationships/image" Target="../media/image64.png"/></Relationships>
</file>

<file path=ppt/slides/_rels/slide5.xml.rels><?xml version="1.0" encoding="UTF-8" standalone="yes"?>
<Relationships xmlns="http://schemas.openxmlformats.org/package/2006/relationships"><Relationship Id="rId13" Type="http://schemas.openxmlformats.org/officeDocument/2006/relationships/image" Target="../media/image76.png"/><Relationship Id="rId18" Type="http://schemas.openxmlformats.org/officeDocument/2006/relationships/image" Target="../media/image81.png"/><Relationship Id="rId26" Type="http://schemas.openxmlformats.org/officeDocument/2006/relationships/image" Target="../media/image89.png"/><Relationship Id="rId39" Type="http://schemas.openxmlformats.org/officeDocument/2006/relationships/image" Target="../media/image102.png"/><Relationship Id="rId21" Type="http://schemas.openxmlformats.org/officeDocument/2006/relationships/image" Target="../media/image84.png"/><Relationship Id="rId34" Type="http://schemas.openxmlformats.org/officeDocument/2006/relationships/image" Target="../media/image97.png"/><Relationship Id="rId42" Type="http://schemas.openxmlformats.org/officeDocument/2006/relationships/image" Target="../media/image105.png"/><Relationship Id="rId7"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9.png"/><Relationship Id="rId20" Type="http://schemas.openxmlformats.org/officeDocument/2006/relationships/image" Target="../media/image83.png"/><Relationship Id="rId29" Type="http://schemas.openxmlformats.org/officeDocument/2006/relationships/image" Target="../media/image92.png"/><Relationship Id="rId41" Type="http://schemas.openxmlformats.org/officeDocument/2006/relationships/image" Target="../media/image104.png"/><Relationship Id="rId1" Type="http://schemas.openxmlformats.org/officeDocument/2006/relationships/slideLayout" Target="../slideLayouts/slideLayout3.xml"/><Relationship Id="rId6" Type="http://schemas.openxmlformats.org/officeDocument/2006/relationships/image" Target="../media/image69.png"/><Relationship Id="rId11" Type="http://schemas.openxmlformats.org/officeDocument/2006/relationships/image" Target="../media/image74.png"/><Relationship Id="rId24" Type="http://schemas.openxmlformats.org/officeDocument/2006/relationships/image" Target="../media/image87.png"/><Relationship Id="rId32" Type="http://schemas.openxmlformats.org/officeDocument/2006/relationships/image" Target="../media/image95.png"/><Relationship Id="rId37" Type="http://schemas.openxmlformats.org/officeDocument/2006/relationships/image" Target="../media/image100.png"/><Relationship Id="rId40" Type="http://schemas.openxmlformats.org/officeDocument/2006/relationships/image" Target="../media/image103.png"/><Relationship Id="rId5" Type="http://schemas.openxmlformats.org/officeDocument/2006/relationships/image" Target="../media/image68.png"/><Relationship Id="rId15" Type="http://schemas.openxmlformats.org/officeDocument/2006/relationships/image" Target="../media/image78.png"/><Relationship Id="rId23" Type="http://schemas.openxmlformats.org/officeDocument/2006/relationships/image" Target="../media/image86.png"/><Relationship Id="rId28" Type="http://schemas.openxmlformats.org/officeDocument/2006/relationships/image" Target="../media/image91.png"/><Relationship Id="rId36" Type="http://schemas.openxmlformats.org/officeDocument/2006/relationships/image" Target="../media/image99.png"/><Relationship Id="rId10" Type="http://schemas.openxmlformats.org/officeDocument/2006/relationships/image" Target="../media/image73.png"/><Relationship Id="rId19" Type="http://schemas.openxmlformats.org/officeDocument/2006/relationships/image" Target="../media/image82.png"/><Relationship Id="rId31" Type="http://schemas.openxmlformats.org/officeDocument/2006/relationships/image" Target="../media/image94.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 Id="rId22" Type="http://schemas.openxmlformats.org/officeDocument/2006/relationships/image" Target="../media/image85.png"/><Relationship Id="rId27" Type="http://schemas.openxmlformats.org/officeDocument/2006/relationships/image" Target="../media/image90.png"/><Relationship Id="rId30" Type="http://schemas.openxmlformats.org/officeDocument/2006/relationships/image" Target="../media/image93.png"/><Relationship Id="rId35" Type="http://schemas.openxmlformats.org/officeDocument/2006/relationships/image" Target="../media/image98.png"/><Relationship Id="rId43" Type="http://schemas.openxmlformats.org/officeDocument/2006/relationships/image" Target="../media/image106.png"/><Relationship Id="rId8" Type="http://schemas.openxmlformats.org/officeDocument/2006/relationships/image" Target="../media/image71.png"/><Relationship Id="rId3" Type="http://schemas.openxmlformats.org/officeDocument/2006/relationships/image" Target="../media/image66.png"/><Relationship Id="rId12" Type="http://schemas.openxmlformats.org/officeDocument/2006/relationships/image" Target="../media/image75.png"/><Relationship Id="rId17" Type="http://schemas.openxmlformats.org/officeDocument/2006/relationships/image" Target="../media/image80.png"/><Relationship Id="rId25" Type="http://schemas.openxmlformats.org/officeDocument/2006/relationships/image" Target="../media/image88.png"/><Relationship Id="rId33" Type="http://schemas.openxmlformats.org/officeDocument/2006/relationships/image" Target="../media/image96.png"/><Relationship Id="rId38" Type="http://schemas.openxmlformats.org/officeDocument/2006/relationships/image" Target="../media/image101.png"/></Relationships>
</file>

<file path=ppt/slides/_rels/slide6.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18" Type="http://schemas.openxmlformats.org/officeDocument/2006/relationships/image" Target="../media/image122.png"/><Relationship Id="rId3" Type="http://schemas.openxmlformats.org/officeDocument/2006/relationships/image" Target="../media/image107.png"/><Relationship Id="rId7" Type="http://schemas.openxmlformats.org/officeDocument/2006/relationships/image" Target="../media/image111.png"/><Relationship Id="rId12" Type="http://schemas.openxmlformats.org/officeDocument/2006/relationships/image" Target="../media/image116.png"/><Relationship Id="rId17" Type="http://schemas.openxmlformats.org/officeDocument/2006/relationships/image" Target="../media/image121.png"/><Relationship Id="rId2" Type="http://schemas.openxmlformats.org/officeDocument/2006/relationships/notesSlide" Target="../notesSlides/notesSlide6.xml"/><Relationship Id="rId16" Type="http://schemas.openxmlformats.org/officeDocument/2006/relationships/image" Target="../media/image120.png"/><Relationship Id="rId1" Type="http://schemas.openxmlformats.org/officeDocument/2006/relationships/slideLayout" Target="../slideLayouts/slideLayout3.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5" Type="http://schemas.openxmlformats.org/officeDocument/2006/relationships/image" Target="../media/image119.png"/><Relationship Id="rId10" Type="http://schemas.openxmlformats.org/officeDocument/2006/relationships/image" Target="../media/image114.png"/><Relationship Id="rId19" Type="http://schemas.openxmlformats.org/officeDocument/2006/relationships/image" Target="../media/image123.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s>
</file>

<file path=ppt/slides/_rels/slide7.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png"/><Relationship Id="rId3" Type="http://schemas.openxmlformats.org/officeDocument/2006/relationships/image" Target="../media/image13.png"/><Relationship Id="rId7" Type="http://schemas.openxmlformats.org/officeDocument/2006/relationships/image" Target="../media/image127.png"/><Relationship Id="rId12" Type="http://schemas.openxmlformats.org/officeDocument/2006/relationships/image" Target="../media/image132.png"/><Relationship Id="rId2" Type="http://schemas.openxmlformats.org/officeDocument/2006/relationships/notesSlide" Target="../notesSlides/notesSlide7.xml"/><Relationship Id="rId16" Type="http://schemas.openxmlformats.org/officeDocument/2006/relationships/image" Target="../media/image136.png"/><Relationship Id="rId1" Type="http://schemas.openxmlformats.org/officeDocument/2006/relationships/slideLayout" Target="../slideLayouts/slideLayout3.xml"/><Relationship Id="rId6" Type="http://schemas.openxmlformats.org/officeDocument/2006/relationships/image" Target="../media/image126.png"/><Relationship Id="rId11" Type="http://schemas.openxmlformats.org/officeDocument/2006/relationships/image" Target="../media/image131.png"/><Relationship Id="rId5" Type="http://schemas.openxmlformats.org/officeDocument/2006/relationships/image" Target="../media/image125.png"/><Relationship Id="rId15" Type="http://schemas.openxmlformats.org/officeDocument/2006/relationships/image" Target="../media/image135.png"/><Relationship Id="rId10" Type="http://schemas.openxmlformats.org/officeDocument/2006/relationships/image" Target="../media/image130.png"/><Relationship Id="rId4" Type="http://schemas.openxmlformats.org/officeDocument/2006/relationships/image" Target="../media/image124.png"/><Relationship Id="rId9" Type="http://schemas.openxmlformats.org/officeDocument/2006/relationships/image" Target="../media/image129.png"/><Relationship Id="rId14" Type="http://schemas.openxmlformats.org/officeDocument/2006/relationships/image" Target="../media/image134.png"/></Relationships>
</file>

<file path=ppt/slides/_rels/slide8.xml.rels><?xml version="1.0" encoding="UTF-8" standalone="yes"?>
<Relationships xmlns="http://schemas.openxmlformats.org/package/2006/relationships"><Relationship Id="rId8" Type="http://schemas.openxmlformats.org/officeDocument/2006/relationships/image" Target="../media/image142.png"/><Relationship Id="rId13" Type="http://schemas.openxmlformats.org/officeDocument/2006/relationships/image" Target="../media/image147.png"/><Relationship Id="rId18" Type="http://schemas.openxmlformats.org/officeDocument/2006/relationships/image" Target="../media/image152.png"/><Relationship Id="rId26" Type="http://schemas.openxmlformats.org/officeDocument/2006/relationships/image" Target="../media/image159.png"/><Relationship Id="rId3" Type="http://schemas.openxmlformats.org/officeDocument/2006/relationships/image" Target="../media/image137.png"/><Relationship Id="rId21" Type="http://schemas.openxmlformats.org/officeDocument/2006/relationships/image" Target="../media/image154.png"/><Relationship Id="rId7" Type="http://schemas.openxmlformats.org/officeDocument/2006/relationships/image" Target="../media/image141.png"/><Relationship Id="rId12" Type="http://schemas.openxmlformats.org/officeDocument/2006/relationships/image" Target="../media/image146.png"/><Relationship Id="rId17" Type="http://schemas.openxmlformats.org/officeDocument/2006/relationships/image" Target="../media/image151.png"/><Relationship Id="rId25" Type="http://schemas.openxmlformats.org/officeDocument/2006/relationships/image" Target="../media/image158.png"/><Relationship Id="rId2" Type="http://schemas.openxmlformats.org/officeDocument/2006/relationships/notesSlide" Target="../notesSlides/notesSlide8.xml"/><Relationship Id="rId16" Type="http://schemas.openxmlformats.org/officeDocument/2006/relationships/image" Target="../media/image150.png"/><Relationship Id="rId20" Type="http://schemas.openxmlformats.org/officeDocument/2006/relationships/image" Target="../media/image153.png"/><Relationship Id="rId29" Type="http://schemas.openxmlformats.org/officeDocument/2006/relationships/image" Target="../media/image162.png"/><Relationship Id="rId1" Type="http://schemas.openxmlformats.org/officeDocument/2006/relationships/slideLayout" Target="../slideLayouts/slideLayout3.xml"/><Relationship Id="rId6" Type="http://schemas.openxmlformats.org/officeDocument/2006/relationships/image" Target="../media/image140.png"/><Relationship Id="rId11" Type="http://schemas.openxmlformats.org/officeDocument/2006/relationships/image" Target="../media/image145.png"/><Relationship Id="rId24" Type="http://schemas.openxmlformats.org/officeDocument/2006/relationships/image" Target="../media/image157.png"/><Relationship Id="rId5" Type="http://schemas.openxmlformats.org/officeDocument/2006/relationships/image" Target="../media/image139.png"/><Relationship Id="rId15" Type="http://schemas.openxmlformats.org/officeDocument/2006/relationships/image" Target="../media/image149.png"/><Relationship Id="rId23" Type="http://schemas.openxmlformats.org/officeDocument/2006/relationships/image" Target="../media/image156.png"/><Relationship Id="rId28" Type="http://schemas.openxmlformats.org/officeDocument/2006/relationships/image" Target="../media/image161.png"/><Relationship Id="rId10" Type="http://schemas.openxmlformats.org/officeDocument/2006/relationships/image" Target="../media/image144.png"/><Relationship Id="rId19" Type="http://schemas.openxmlformats.org/officeDocument/2006/relationships/image" Target="../media/image12.png"/><Relationship Id="rId4" Type="http://schemas.openxmlformats.org/officeDocument/2006/relationships/image" Target="../media/image138.png"/><Relationship Id="rId9" Type="http://schemas.openxmlformats.org/officeDocument/2006/relationships/image" Target="../media/image143.png"/><Relationship Id="rId14" Type="http://schemas.openxmlformats.org/officeDocument/2006/relationships/image" Target="../media/image148.png"/><Relationship Id="rId22" Type="http://schemas.openxmlformats.org/officeDocument/2006/relationships/image" Target="../media/image155.png"/><Relationship Id="rId27" Type="http://schemas.openxmlformats.org/officeDocument/2006/relationships/image" Target="../media/image160.png"/><Relationship Id="rId30" Type="http://schemas.openxmlformats.org/officeDocument/2006/relationships/image" Target="../media/image163.png"/></Relationships>
</file>

<file path=ppt/slides/_rels/slide9.xml.rels><?xml version="1.0" encoding="UTF-8" standalone="yes"?>
<Relationships xmlns="http://schemas.openxmlformats.org/package/2006/relationships"><Relationship Id="rId8" Type="http://schemas.openxmlformats.org/officeDocument/2006/relationships/image" Target="../media/image169.png"/><Relationship Id="rId13" Type="http://schemas.openxmlformats.org/officeDocument/2006/relationships/image" Target="../media/image173.png"/><Relationship Id="rId3" Type="http://schemas.openxmlformats.org/officeDocument/2006/relationships/image" Target="../media/image164.png"/><Relationship Id="rId7" Type="http://schemas.openxmlformats.org/officeDocument/2006/relationships/image" Target="../media/image168.png"/><Relationship Id="rId12" Type="http://schemas.openxmlformats.org/officeDocument/2006/relationships/image" Target="../media/image17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7.png"/><Relationship Id="rId11" Type="http://schemas.openxmlformats.org/officeDocument/2006/relationships/image" Target="../media/image171.png"/><Relationship Id="rId5" Type="http://schemas.openxmlformats.org/officeDocument/2006/relationships/image" Target="../media/image166.png"/><Relationship Id="rId15" Type="http://schemas.openxmlformats.org/officeDocument/2006/relationships/image" Target="../media/image175.png"/><Relationship Id="rId10" Type="http://schemas.openxmlformats.org/officeDocument/2006/relationships/image" Target="../media/image11.png"/><Relationship Id="rId4" Type="http://schemas.openxmlformats.org/officeDocument/2006/relationships/image" Target="../media/image165.png"/><Relationship Id="rId9" Type="http://schemas.openxmlformats.org/officeDocument/2006/relationships/image" Target="../media/image170.png"/><Relationship Id="rId14" Type="http://schemas.openxmlformats.org/officeDocument/2006/relationships/image" Target="../media/image174.png"/></Relationships>
</file>

<file path=ppt/slides/_rels/slide10.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185.png"/><Relationship Id="rId3" Type="http://schemas.openxmlformats.org/officeDocument/2006/relationships/image" Target="../media/image176.png"/><Relationship Id="rId7" Type="http://schemas.openxmlformats.org/officeDocument/2006/relationships/image" Target="../media/image180.png"/><Relationship Id="rId12" Type="http://schemas.openxmlformats.org/officeDocument/2006/relationships/image" Target="../media/image184.png"/><Relationship Id="rId17" Type="http://schemas.openxmlformats.org/officeDocument/2006/relationships/image" Target="../media/image189.png"/><Relationship Id="rId2" Type="http://schemas.openxmlformats.org/officeDocument/2006/relationships/notesSlide" Target="../notesSlides/notesSlide10.xml"/><Relationship Id="rId16" Type="http://schemas.openxmlformats.org/officeDocument/2006/relationships/image" Target="../media/image188.png"/><Relationship Id="rId1" Type="http://schemas.openxmlformats.org/officeDocument/2006/relationships/slideLayout" Target="../slideLayouts/slideLayout3.xml"/><Relationship Id="rId6" Type="http://schemas.openxmlformats.org/officeDocument/2006/relationships/image" Target="../media/image179.png"/><Relationship Id="rId11" Type="http://schemas.openxmlformats.org/officeDocument/2006/relationships/image" Target="../media/image10.png"/><Relationship Id="rId5" Type="http://schemas.openxmlformats.org/officeDocument/2006/relationships/image" Target="../media/image178.png"/><Relationship Id="rId15" Type="http://schemas.openxmlformats.org/officeDocument/2006/relationships/image" Target="../media/image187.png"/><Relationship Id="rId10" Type="http://schemas.openxmlformats.org/officeDocument/2006/relationships/image" Target="../media/image183.png"/><Relationship Id="rId4" Type="http://schemas.openxmlformats.org/officeDocument/2006/relationships/image" Target="../media/image177.png"/><Relationship Id="rId9" Type="http://schemas.openxmlformats.org/officeDocument/2006/relationships/image" Target="../media/image182.png"/><Relationship Id="rId14" Type="http://schemas.openxmlformats.org/officeDocument/2006/relationships/image" Target="../media/image186.png"/></Relationships>
</file>

<file path=ppt/slides/_rels/slide11.xml.rels><?xml version="1.0" encoding="UTF-8" standalone="yes"?>
<Relationships xmlns="http://schemas.openxmlformats.org/package/2006/relationships"><Relationship Id="rId8" Type="http://schemas.openxmlformats.org/officeDocument/2006/relationships/image" Target="../media/image194.png"/><Relationship Id="rId13" Type="http://schemas.openxmlformats.org/officeDocument/2006/relationships/image" Target="../media/image197.png"/><Relationship Id="rId18" Type="http://schemas.openxmlformats.org/officeDocument/2006/relationships/image" Target="../media/image201.png"/><Relationship Id="rId3" Type="http://schemas.openxmlformats.org/officeDocument/2006/relationships/image" Target="../media/image190.png"/><Relationship Id="rId21" Type="http://schemas.openxmlformats.org/officeDocument/2006/relationships/image" Target="../media/image204.png"/><Relationship Id="rId7" Type="http://schemas.openxmlformats.org/officeDocument/2006/relationships/image" Target="../media/image193.png"/><Relationship Id="rId12" Type="http://schemas.openxmlformats.org/officeDocument/2006/relationships/image" Target="../media/image196.png"/><Relationship Id="rId17" Type="http://schemas.openxmlformats.org/officeDocument/2006/relationships/image" Target="../media/image8.png"/><Relationship Id="rId2" Type="http://schemas.openxmlformats.org/officeDocument/2006/relationships/notesSlide" Target="../notesSlides/notesSlide11.xml"/><Relationship Id="rId16" Type="http://schemas.openxmlformats.org/officeDocument/2006/relationships/image" Target="../media/image200.png"/><Relationship Id="rId20" Type="http://schemas.openxmlformats.org/officeDocument/2006/relationships/image" Target="../media/image203.png"/><Relationship Id="rId1" Type="http://schemas.openxmlformats.org/officeDocument/2006/relationships/slideLayout" Target="../slideLayouts/slideLayout3.xml"/><Relationship Id="rId6" Type="http://schemas.openxmlformats.org/officeDocument/2006/relationships/image" Target="../media/image192.png"/><Relationship Id="rId11" Type="http://schemas.openxmlformats.org/officeDocument/2006/relationships/image" Target="../media/image9.png"/><Relationship Id="rId5" Type="http://schemas.openxmlformats.org/officeDocument/2006/relationships/image" Target="../media/image6.png"/><Relationship Id="rId15" Type="http://schemas.openxmlformats.org/officeDocument/2006/relationships/image" Target="../media/image199.png"/><Relationship Id="rId10" Type="http://schemas.openxmlformats.org/officeDocument/2006/relationships/image" Target="../media/image7.png"/><Relationship Id="rId19" Type="http://schemas.openxmlformats.org/officeDocument/2006/relationships/image" Target="../media/image202.png"/><Relationship Id="rId4" Type="http://schemas.openxmlformats.org/officeDocument/2006/relationships/image" Target="../media/image191.png"/><Relationship Id="rId9" Type="http://schemas.openxmlformats.org/officeDocument/2006/relationships/image" Target="../media/image195.png"/><Relationship Id="rId14" Type="http://schemas.openxmlformats.org/officeDocument/2006/relationships/image" Target="../media/image198.png"/><Relationship Id="rId22" Type="http://schemas.openxmlformats.org/officeDocument/2006/relationships/image" Target="../media/image205.png"/></Relationships>
</file>

<file path=ppt/slides/_rels/slide1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image" Target="../media/image205.png"/><Relationship Id="rId13" Type="http://schemas.openxmlformats.org/officeDocument/2006/relationships/image" Target="../media/image192.png"/><Relationship Id="rId18" Type="http://schemas.openxmlformats.org/officeDocument/2006/relationships/image" Target="../media/image201.png"/><Relationship Id="rId3" Type="http://schemas.openxmlformats.org/officeDocument/2006/relationships/image" Target="../media/image8.png"/><Relationship Id="rId21" Type="http://schemas.openxmlformats.org/officeDocument/2006/relationships/image" Target="../media/image190.png"/><Relationship Id="rId7" Type="http://schemas.openxmlformats.org/officeDocument/2006/relationships/image" Target="../media/image199.png"/><Relationship Id="rId12" Type="http://schemas.openxmlformats.org/officeDocument/2006/relationships/image" Target="../media/image203.png"/><Relationship Id="rId17" Type="http://schemas.openxmlformats.org/officeDocument/2006/relationships/image" Target="../media/image9.png"/><Relationship Id="rId2" Type="http://schemas.openxmlformats.org/officeDocument/2006/relationships/notesSlide" Target="../notesSlides/notesSlide16.xml"/><Relationship Id="rId16" Type="http://schemas.openxmlformats.org/officeDocument/2006/relationships/image" Target="../media/image195.png"/><Relationship Id="rId20"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7.png"/><Relationship Id="rId11" Type="http://schemas.openxmlformats.org/officeDocument/2006/relationships/image" Target="../media/image197.png"/><Relationship Id="rId5" Type="http://schemas.openxmlformats.org/officeDocument/2006/relationships/image" Target="../media/image200.png"/><Relationship Id="rId15" Type="http://schemas.openxmlformats.org/officeDocument/2006/relationships/image" Target="../media/image202.png"/><Relationship Id="rId10" Type="http://schemas.openxmlformats.org/officeDocument/2006/relationships/image" Target="../media/image204.png"/><Relationship Id="rId19" Type="http://schemas.openxmlformats.org/officeDocument/2006/relationships/image" Target="../media/image194.png"/><Relationship Id="rId4" Type="http://schemas.openxmlformats.org/officeDocument/2006/relationships/image" Target="../media/image193.png"/><Relationship Id="rId9" Type="http://schemas.openxmlformats.org/officeDocument/2006/relationships/image" Target="../media/image198.png"/><Relationship Id="rId14" Type="http://schemas.openxmlformats.org/officeDocument/2006/relationships/image" Target="../media/image196.png"/><Relationship Id="rId22" Type="http://schemas.openxmlformats.org/officeDocument/2006/relationships/image" Target="../media/image19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Review Common Exception Words</a:t>
            </a:r>
            <a:endParaRPr sz="3000"/>
          </a:p>
        </p:txBody>
      </p:sp>
      <p:sp>
        <p:nvSpPr>
          <p:cNvPr id="679" name="Google Shape;679;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39</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1" name="Google Shape;681;p1"/>
          <p:cNvGrpSpPr/>
          <p:nvPr/>
        </p:nvGrpSpPr>
        <p:grpSpPr>
          <a:xfrm>
            <a:off x="4190473" y="4149529"/>
            <a:ext cx="4588402" cy="1407735"/>
            <a:chOff x="4190473" y="4149529"/>
            <a:chExt cx="4588402" cy="1407735"/>
          </a:xfrm>
        </p:grpSpPr>
        <p:sp>
          <p:nvSpPr>
            <p:cNvPr id="682" name="Google Shape;682;p1"/>
            <p:cNvSpPr/>
            <p:nvPr/>
          </p:nvSpPr>
          <p:spPr>
            <a:xfrm>
              <a:off x="525575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3" name="Google Shape;683;p1" title="JL687-77F.png"/>
            <p:cNvPicPr preferRelativeResize="0"/>
            <p:nvPr/>
          </p:nvPicPr>
          <p:blipFill rotWithShape="1">
            <a:blip r:embed="rId3">
              <a:alphaModFix/>
            </a:blip>
            <a:srcRect l="59" r="59"/>
            <a:stretch/>
          </p:blipFill>
          <p:spPr>
            <a:xfrm rot="648185">
              <a:off x="7367470" y="4487461"/>
              <a:ext cx="1333890" cy="953242"/>
            </a:xfrm>
            <a:prstGeom prst="rect">
              <a:avLst/>
            </a:prstGeom>
            <a:noFill/>
            <a:ln>
              <a:noFill/>
            </a:ln>
            <a:effectLst>
              <a:outerShdw blurRad="71438" dist="19050" dir="5400000" algn="bl" rotWithShape="0">
                <a:srgbClr val="000000">
                  <a:alpha val="17647"/>
                </a:srgbClr>
              </a:outerShdw>
            </a:effectLst>
          </p:spPr>
        </p:pic>
        <p:pic>
          <p:nvPicPr>
            <p:cNvPr id="684" name="Google Shape;684;p1" title="JL687-72F.png"/>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647"/>
                </a:srgbClr>
              </a:outerShdw>
            </a:effectLst>
          </p:spPr>
        </p:pic>
        <p:pic>
          <p:nvPicPr>
            <p:cNvPr id="685" name="Google Shape;685;p1" title="JL687-66F.png"/>
            <p:cNvPicPr preferRelativeResize="0"/>
            <p:nvPr/>
          </p:nvPicPr>
          <p:blipFill rotWithShape="1">
            <a:blip r:embed="rId5">
              <a:alphaModFix/>
            </a:blip>
            <a:srcRect t="39" b="49"/>
            <a:stretch/>
          </p:blipFill>
          <p:spPr>
            <a:xfrm rot="-305105">
              <a:off x="5255740" y="4206861"/>
              <a:ext cx="1336092" cy="955590"/>
            </a:xfrm>
            <a:prstGeom prst="rect">
              <a:avLst/>
            </a:prstGeom>
            <a:noFill/>
            <a:ln>
              <a:noFill/>
            </a:ln>
            <a:effectLst>
              <a:outerShdw blurRad="71438" dist="19050" dir="5400000" algn="bl" rotWithShape="0">
                <a:srgbClr val="000000">
                  <a:alpha val="17647"/>
                </a:srgbClr>
              </a:outerShdw>
            </a:effectLst>
          </p:spPr>
        </p:pic>
        <p:pic>
          <p:nvPicPr>
            <p:cNvPr id="686" name="Google Shape;686;p1" title="JL687-60F.png"/>
            <p:cNvPicPr preferRelativeResize="0"/>
            <p:nvPr/>
          </p:nvPicPr>
          <p:blipFill rotWithShape="1">
            <a:blip r:embed="rId6">
              <a:alphaModFix/>
            </a:blip>
            <a:srcRect/>
            <a:stretch/>
          </p:blipFill>
          <p:spPr>
            <a:xfrm rot="-511404">
              <a:off x="4253749" y="4487468"/>
              <a:ext cx="1333892" cy="953243"/>
            </a:xfrm>
            <a:prstGeom prst="rect">
              <a:avLst/>
            </a:prstGeom>
            <a:noFill/>
            <a:ln>
              <a:noFill/>
            </a:ln>
            <a:effectLst>
              <a:outerShdw blurRad="71438" dist="19050" dir="5400000" algn="bl" rotWithShape="0">
                <a:srgbClr val="000000">
                  <a:alpha val="17647"/>
                </a:srgbClr>
              </a:outerShdw>
            </a:effectLst>
          </p:spPr>
        </p:pic>
      </p:grpSp>
      <p:graphicFrame>
        <p:nvGraphicFramePr>
          <p:cNvPr id="687" name="Google Shape;687;p1"/>
          <p:cNvGraphicFramePr/>
          <p:nvPr/>
        </p:nvGraphicFramePr>
        <p:xfrm>
          <a:off x="4844200" y="1646527"/>
          <a:ext cx="3784875" cy="2032200"/>
        </p:xfrm>
        <a:graphic>
          <a:graphicData uri="http://schemas.openxmlformats.org/drawingml/2006/table">
            <a:tbl>
              <a:tblPr firstRow="1" bandRow="1">
                <a:noFill/>
                <a:tableStyleId>{51019841-B767-4131-849C-5523F9028B76}</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 and review sound families taught during the week.</a:t>
            </a:r>
            <a:endParaRPr/>
          </a:p>
        </p:txBody>
      </p:sp>
      <p:sp>
        <p:nvSpPr>
          <p:cNvPr id="694" name="Google Shape;694;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695" name="Google Shape;695;g2bee4f4af4b_0_204"/>
          <p:cNvSpPr txBox="1"/>
          <p:nvPr/>
        </p:nvSpPr>
        <p:spPr>
          <a:xfrm>
            <a:off x="49424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6" name="Google Shape;696;g2bee4f4af4b_0_204"/>
          <p:cNvSpPr txBox="1"/>
          <p:nvPr/>
        </p:nvSpPr>
        <p:spPr>
          <a:xfrm>
            <a:off x="4667926" y="5256525"/>
            <a:ext cx="1362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lang="en-US" sz="900" b="0" i="0" u="none" strike="noStrike" cap="none">
                <a:solidFill>
                  <a:srgbClr val="757070"/>
                </a:solidFill>
                <a:latin typeface="Poppins Medium"/>
                <a:ea typeface="Poppins Medium"/>
                <a:cs typeface="Poppins Medium"/>
                <a:sym typeface="Poppins Medium"/>
              </a:rPr>
              <a:t>s Phase 5</a:t>
            </a:r>
            <a:endParaRPr sz="900" b="0" i="0" u="none" strike="noStrike" cap="none">
              <a:solidFill>
                <a:srgbClr val="757070"/>
              </a:solidFill>
              <a:latin typeface="Poppins Medium"/>
              <a:ea typeface="Poppins Medium"/>
              <a:cs typeface="Poppins Medium"/>
              <a:sym typeface="Poppins Medium"/>
            </a:endParaRPr>
          </a:p>
        </p:txBody>
      </p:sp>
      <p:pic>
        <p:nvPicPr>
          <p:cNvPr id="697" name="Google Shape;697;g2bee4f4af4b_0_204" title="JL687-46F.png"/>
          <p:cNvPicPr preferRelativeResize="0"/>
          <p:nvPr/>
        </p:nvPicPr>
        <p:blipFill rotWithShape="1">
          <a:blip r:embed="rId3">
            <a:alphaModFix/>
          </a:blip>
          <a:srcRect/>
          <a:stretch/>
        </p:blipFill>
        <p:spPr>
          <a:xfrm>
            <a:off x="4883229" y="4326104"/>
            <a:ext cx="931974" cy="665200"/>
          </a:xfrm>
          <a:prstGeom prst="rect">
            <a:avLst/>
          </a:prstGeom>
          <a:noFill/>
          <a:ln>
            <a:noFill/>
          </a:ln>
          <a:effectLst>
            <a:outerShdw blurRad="71438" dist="19050" dir="5220000" algn="bl" rotWithShape="0">
              <a:srgbClr val="D8D8D8"/>
            </a:outerShdw>
          </a:effectLst>
        </p:spPr>
      </p:pic>
      <p:sp>
        <p:nvSpPr>
          <p:cNvPr id="698" name="Google Shape;698;g2bee4f4af4b_0_204"/>
          <p:cNvSpPr txBox="1"/>
          <p:nvPr/>
        </p:nvSpPr>
        <p:spPr>
          <a:xfrm>
            <a:off x="36470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9" name="Google Shape;699;g2bee4f4af4b_0_204"/>
          <p:cNvSpPr txBox="1"/>
          <p:nvPr/>
        </p:nvSpPr>
        <p:spPr>
          <a:xfrm>
            <a:off x="3298349" y="5256525"/>
            <a:ext cx="1510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lang="en-US" sz="900" b="0" i="0" u="none" strike="noStrike" cap="none">
                <a:solidFill>
                  <a:srgbClr val="757070"/>
                </a:solidFill>
                <a:latin typeface="Poppins Medium"/>
                <a:ea typeface="Poppins Medium"/>
                <a:cs typeface="Poppins Medium"/>
                <a:sym typeface="Poppins Medium"/>
              </a:rPr>
              <a:t>s</a:t>
            </a:r>
            <a:r>
              <a:rPr lang="en-US" sz="900">
                <a:solidFill>
                  <a:srgbClr val="757070"/>
                </a:solidFill>
                <a:latin typeface="Poppins Medium"/>
                <a:ea typeface="Poppins Medium"/>
                <a:cs typeface="Poppins Medium"/>
                <a:sym typeface="Poppins Medium"/>
              </a:rPr>
              <a:t> </a:t>
            </a:r>
            <a:r>
              <a:rPr lang="en-US" sz="900" b="0" i="0" u="none" strike="noStrike" cap="none">
                <a:solidFill>
                  <a:srgbClr val="757070"/>
                </a:solidFill>
                <a:latin typeface="Poppins Medium"/>
                <a:ea typeface="Poppins Medium"/>
                <a:cs typeface="Poppins Medium"/>
                <a:sym typeface="Poppins Medium"/>
              </a:rPr>
              <a:t>Phase 4</a:t>
            </a:r>
            <a:endParaRPr sz="900" b="0" i="0" u="none" strike="noStrike" cap="none">
              <a:solidFill>
                <a:srgbClr val="757070"/>
              </a:solidFill>
              <a:latin typeface="Poppins Medium"/>
              <a:ea typeface="Poppins Medium"/>
              <a:cs typeface="Poppins Medium"/>
              <a:sym typeface="Poppins Medium"/>
            </a:endParaRPr>
          </a:p>
        </p:txBody>
      </p:sp>
      <p:pic>
        <p:nvPicPr>
          <p:cNvPr id="700" name="Google Shape;700;g2bee4f4af4b_0_204" title="JL687-32F.png"/>
          <p:cNvPicPr preferRelativeResize="0"/>
          <p:nvPr/>
        </p:nvPicPr>
        <p:blipFill rotWithShape="1">
          <a:blip r:embed="rId4">
            <a:alphaModFix/>
          </a:blip>
          <a:srcRect/>
          <a:stretch/>
        </p:blipFill>
        <p:spPr>
          <a:xfrm>
            <a:off x="3587829" y="4326104"/>
            <a:ext cx="931974" cy="665200"/>
          </a:xfrm>
          <a:prstGeom prst="rect">
            <a:avLst/>
          </a:prstGeom>
          <a:noFill/>
          <a:ln>
            <a:noFill/>
          </a:ln>
          <a:effectLst>
            <a:outerShdw blurRad="71438" dist="19050" dir="5220000" algn="bl" rotWithShape="0">
              <a:srgbClr val="D8D8D8"/>
            </a:outerShdw>
          </a:effectLst>
        </p:spPr>
      </p:pic>
      <p:sp>
        <p:nvSpPr>
          <p:cNvPr id="701" name="Google Shape;701;g2bee4f4af4b_0_204"/>
          <p:cNvSpPr txBox="1"/>
          <p:nvPr/>
        </p:nvSpPr>
        <p:spPr>
          <a:xfrm>
            <a:off x="2351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077126" y="5256525"/>
            <a:ext cx="1362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lang="en-US" sz="900" b="0" i="0" u="none" strike="noStrike" cap="none">
                <a:solidFill>
                  <a:srgbClr val="757070"/>
                </a:solidFill>
                <a:latin typeface="Poppins Medium"/>
                <a:ea typeface="Poppins Medium"/>
                <a:cs typeface="Poppins Medium"/>
                <a:sym typeface="Poppins Medium"/>
              </a:rPr>
              <a:t>s Phase 3</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title="JL687-15F.png"/>
          <p:cNvPicPr preferRelativeResize="0"/>
          <p:nvPr/>
        </p:nvPicPr>
        <p:blipFill rotWithShape="1">
          <a:blip r:embed="rId5">
            <a:alphaModFix/>
          </a:blip>
          <a:srcRect t="89" b="79"/>
          <a:stretch/>
        </p:blipFill>
        <p:spPr>
          <a:xfrm>
            <a:off x="2292429" y="4326104"/>
            <a:ext cx="931974" cy="665199"/>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10562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JL687</a:t>
            </a:r>
            <a:endParaRPr sz="1000" b="0" i="0" u="none" strike="noStrike" cap="none">
              <a:solidFill>
                <a:srgbClr val="000000"/>
              </a:solidFill>
              <a:latin typeface="Poppins"/>
              <a:ea typeface="Poppins"/>
              <a:cs typeface="Poppins"/>
              <a:sym typeface="Poppins"/>
            </a:endParaRPr>
          </a:p>
        </p:txBody>
      </p:sp>
      <p:sp>
        <p:nvSpPr>
          <p:cNvPr id="705" name="Google Shape;705;g2bee4f4af4b_0_204"/>
          <p:cNvSpPr txBox="1"/>
          <p:nvPr/>
        </p:nvSpPr>
        <p:spPr>
          <a:xfrm>
            <a:off x="654984" y="5256525"/>
            <a:ext cx="1437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Common Exception Word</a:t>
            </a:r>
            <a:r>
              <a:rPr lang="en-US" sz="900" b="0" i="0" u="none" strike="noStrike" cap="none" dirty="0">
                <a:solidFill>
                  <a:srgbClr val="757070"/>
                </a:solidFill>
                <a:latin typeface="Poppins Medium"/>
                <a:ea typeface="Poppins Medium"/>
                <a:cs typeface="Poppins Medium"/>
                <a:sym typeface="Poppins Medium"/>
              </a:rPr>
              <a:t>s Phase 2</a:t>
            </a:r>
            <a:endParaRPr sz="1400" b="0" i="0" u="none" strike="noStrike" cap="none" dirty="0">
              <a:solidFill>
                <a:srgbClr val="000000"/>
              </a:solidFill>
              <a:latin typeface="Poppins Medium"/>
              <a:ea typeface="Poppins Medium"/>
              <a:cs typeface="Poppins Medium"/>
              <a:sym typeface="Poppins Medium"/>
            </a:endParaRPr>
          </a:p>
        </p:txBody>
      </p:sp>
      <p:pic>
        <p:nvPicPr>
          <p:cNvPr id="706" name="Google Shape;706;g2bee4f4af4b_0_204" title="JL687-1F.png"/>
          <p:cNvPicPr preferRelativeResize="0"/>
          <p:nvPr/>
        </p:nvPicPr>
        <p:blipFill rotWithShape="1">
          <a:blip r:embed="rId6">
            <a:alphaModFix/>
          </a:blip>
          <a:srcRect t="59" b="59"/>
          <a:stretch/>
        </p:blipFill>
        <p:spPr>
          <a:xfrm>
            <a:off x="997029" y="4326104"/>
            <a:ext cx="931973" cy="665200"/>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6237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5889212" y="5256525"/>
            <a:ext cx="1510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lang="en-US" sz="900" b="0" i="0" u="none" strike="noStrike" cap="none">
                <a:solidFill>
                  <a:srgbClr val="757070"/>
                </a:solidFill>
                <a:latin typeface="Poppins Medium"/>
                <a:ea typeface="Poppins Medium"/>
                <a:cs typeface="Poppins Medium"/>
                <a:sym typeface="Poppins Medium"/>
              </a:rPr>
              <a:t>s</a:t>
            </a:r>
            <a:r>
              <a:rPr lang="en-US" sz="900">
                <a:solidFill>
                  <a:srgbClr val="757070"/>
                </a:solidFill>
                <a:latin typeface="Poppins Medium"/>
                <a:ea typeface="Poppins Medium"/>
                <a:cs typeface="Poppins Medium"/>
                <a:sym typeface="Poppins Medium"/>
              </a:rPr>
              <a:t> </a:t>
            </a:r>
            <a:r>
              <a:rPr lang="en-US" sz="900" b="0" i="0" u="none" strike="noStrike" cap="none">
                <a:solidFill>
                  <a:srgbClr val="757070"/>
                </a:solidFill>
                <a:latin typeface="Poppins Medium"/>
                <a:ea typeface="Poppins Medium"/>
                <a:cs typeface="Poppins Medium"/>
                <a:sym typeface="Poppins Medium"/>
              </a:rPr>
              <a:t>Phase 5.5</a:t>
            </a:r>
            <a:endParaRPr sz="900" b="0" i="0" u="none" strike="noStrike" cap="none">
              <a:solidFill>
                <a:srgbClr val="757070"/>
              </a:solidFill>
              <a:latin typeface="Poppins Medium"/>
              <a:ea typeface="Poppins Medium"/>
              <a:cs typeface="Poppins Medium"/>
              <a:sym typeface="Poppins Medium"/>
            </a:endParaRPr>
          </a:p>
        </p:txBody>
      </p:sp>
      <p:pic>
        <p:nvPicPr>
          <p:cNvPr id="709" name="Google Shape;709;g2bee4f4af4b_0_204" title="JL687-60F.png"/>
          <p:cNvPicPr preferRelativeResize="0"/>
          <p:nvPr/>
        </p:nvPicPr>
        <p:blipFill rotWithShape="1">
          <a:blip r:embed="rId7">
            <a:alphaModFix/>
          </a:blip>
          <a:srcRect t="59" b="59"/>
          <a:stretch/>
        </p:blipFill>
        <p:spPr>
          <a:xfrm>
            <a:off x="6178629" y="4326104"/>
            <a:ext cx="931973" cy="665200"/>
          </a:xfrm>
          <a:prstGeom prst="rect">
            <a:avLst/>
          </a:prstGeom>
          <a:noFill/>
          <a:ln>
            <a:noFill/>
          </a:ln>
          <a:effectLst>
            <a:outerShdw blurRad="71438" dist="19050" dir="5220000" algn="bl" rotWithShape="0">
              <a:srgbClr val="D8D8D8"/>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g341009e8a11_0_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6" name="Google Shape;716;g341009e8a11_0_2"/>
          <p:cNvGrpSpPr/>
          <p:nvPr/>
        </p:nvGrpSpPr>
        <p:grpSpPr>
          <a:xfrm>
            <a:off x="930400" y="2053244"/>
            <a:ext cx="7283200" cy="3724851"/>
            <a:chOff x="930400" y="2129444"/>
            <a:chExt cx="7283200" cy="3724851"/>
          </a:xfrm>
        </p:grpSpPr>
        <p:pic>
          <p:nvPicPr>
            <p:cNvPr id="717" name="Google Shape;717;g341009e8a11_0_2"/>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341009e8a11_0_2"/>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341009e8a11_0_2"/>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341009e8a11_0_2"/>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341009e8a11_0_2"/>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341009e8a11_0_2"/>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341009e8a11_0_2"/>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341009e8a11_0_2"/>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341009e8a11_0_2"/>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341009e8a11_0_2"/>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341009e8a11_0_2"/>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341009e8a11_0_2"/>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341009e8a11_0_2"/>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341009e8a11_0_2"/>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341009e8a11_0_2"/>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341009e8a11_0_2"/>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341009e8a11_0_2"/>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341009e8a11_0_2"/>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341009e8a11_0_2"/>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341009e8a11_0_2"/>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341009e8a11_0_2"/>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341009e8a11_0_2"/>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341009e8a11_0_2"/>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g341009e8a11_0_3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6" name="Google Shape;746;g341009e8a11_0_31"/>
          <p:cNvGrpSpPr/>
          <p:nvPr/>
        </p:nvGrpSpPr>
        <p:grpSpPr>
          <a:xfrm>
            <a:off x="930400" y="2053250"/>
            <a:ext cx="7283201" cy="2971674"/>
            <a:chOff x="930400" y="2129450"/>
            <a:chExt cx="7283201" cy="2971674"/>
          </a:xfrm>
        </p:grpSpPr>
        <p:pic>
          <p:nvPicPr>
            <p:cNvPr id="747" name="Google Shape;747;g341009e8a11_0_31"/>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48" name="Google Shape;748;g341009e8a11_0_31"/>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9" name="Google Shape;749;g341009e8a11_0_31"/>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341009e8a11_0_31"/>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1" name="Google Shape;751;g341009e8a11_0_31"/>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2" name="Google Shape;752;g341009e8a11_0_31"/>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3" name="Google Shape;753;g341009e8a11_0_31"/>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341009e8a11_0_31"/>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5" name="Google Shape;755;g341009e8a11_0_31"/>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6" name="Google Shape;756;g341009e8a11_0_31"/>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7" name="Google Shape;757;g341009e8a11_0_31"/>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341009e8a11_0_31"/>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341009e8a11_0_31"/>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0" name="Google Shape;760;g341009e8a11_0_31"/>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341009e8a11_0_31"/>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2" name="Google Shape;762;g341009e8a11_0_31"/>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341009e8a11_0_31"/>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341009e8a11_0_31"/>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341009e8a11_0_31"/>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341009e8a11_0_31"/>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7" name="Google Shape;767;g341009e8a11_0_31"/>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341009e8a11_0_31"/>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341009e8a11_0_31"/>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341009e8a11_0_31"/>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341009e8a11_0_31"/>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341009e8a11_0_31"/>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341009e8a11_0_31"/>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341009e8a11_0_31"/>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341009e8a11_0_31"/>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341009e8a11_0_6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341009e8a11_0_66"/>
          <p:cNvGrpSpPr/>
          <p:nvPr/>
        </p:nvGrpSpPr>
        <p:grpSpPr>
          <a:xfrm>
            <a:off x="930400" y="2053250"/>
            <a:ext cx="7283201" cy="2971674"/>
            <a:chOff x="930400" y="2053250"/>
            <a:chExt cx="7283201" cy="2971674"/>
          </a:xfrm>
        </p:grpSpPr>
        <p:pic>
          <p:nvPicPr>
            <p:cNvPr id="783" name="Google Shape;783;g341009e8a11_0_66"/>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84" name="Google Shape;784;g341009e8a11_0_66"/>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341009e8a11_0_66"/>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341009e8a11_0_66"/>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341009e8a11_0_66"/>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88" name="Google Shape;788;g341009e8a11_0_66"/>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89" name="Google Shape;789;g341009e8a11_0_66"/>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90" name="Google Shape;790;g341009e8a11_0_66"/>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91" name="Google Shape;791;g341009e8a11_0_66"/>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92" name="Google Shape;792;g341009e8a11_0_66"/>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93" name="Google Shape;793;g341009e8a11_0_66"/>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94" name="Google Shape;794;g341009e8a11_0_66"/>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5" name="Google Shape;795;g341009e8a11_0_66"/>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96" name="Google Shape;796;g341009e8a11_0_66"/>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97" name="Google Shape;797;g341009e8a11_0_66"/>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98" name="Google Shape;798;g341009e8a11_0_66"/>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99" name="Google Shape;799;g341009e8a11_0_66"/>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00" name="Google Shape;800;g341009e8a11_0_66"/>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1" name="Google Shape;801;g341009e8a11_0_66"/>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2" name="Google Shape;802;g341009e8a11_0_66"/>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03" name="Google Shape;803;g341009e8a11_0_66"/>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04" name="Google Shape;804;g341009e8a11_0_66"/>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5" name="Google Shape;805;g341009e8a11_0_66"/>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06" name="Google Shape;806;g341009e8a11_0_66"/>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07" name="Google Shape;807;g341009e8a11_0_66"/>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341009e8a11_0_66"/>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9" name="Google Shape;809;g341009e8a11_0_66"/>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0" name="Google Shape;810;g341009e8a11_0_66"/>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11" name="Google Shape;811;g341009e8a11_0_66"/>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12" name="Google Shape;812;g341009e8a11_0_66"/>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13" name="Google Shape;813;g341009e8a11_0_66"/>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4" name="Google Shape;814;g341009e8a11_0_66"/>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15" name="Google Shape;815;g341009e8a11_0_66"/>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16" name="Google Shape;816;g341009e8a11_0_66"/>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17" name="Google Shape;817;g341009e8a11_0_66"/>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18" name="Google Shape;818;g341009e8a11_0_66"/>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19" name="Google Shape;819;g341009e8a11_0_66"/>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0" name="Google Shape;820;g341009e8a11_0_66"/>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21" name="Google Shape;821;g341009e8a11_0_66"/>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2" name="Google Shape;822;g341009e8a11_0_66"/>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23" name="Google Shape;823;g341009e8a11_0_66"/>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g341009e8a11_0_11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30" name="Google Shape;830;g341009e8a11_0_113"/>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31" name="Google Shape;831;g341009e8a11_0_113"/>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32" name="Google Shape;832;g341009e8a11_0_113"/>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33" name="Google Shape;833;g341009e8a11_0_113"/>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34" name="Google Shape;834;g341009e8a11_0_113"/>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35" name="Google Shape;835;g341009e8a11_0_113"/>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36" name="Google Shape;836;g341009e8a11_0_113"/>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37" name="Google Shape;837;g341009e8a11_0_113"/>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38" name="Google Shape;838;g341009e8a11_0_113"/>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39" name="Google Shape;839;g341009e8a11_0_113"/>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40" name="Google Shape;840;g341009e8a11_0_113"/>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41" name="Google Shape;841;g341009e8a11_0_113"/>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42" name="Google Shape;842;g341009e8a11_0_113"/>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43" name="Google Shape;843;g341009e8a11_0_113"/>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44" name="Google Shape;844;g341009e8a11_0_113"/>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45" name="Google Shape;845;g341009e8a11_0_113"/>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46" name="Google Shape;846;g341009e8a11_0_113"/>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g341009e8a11_0_13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53" name="Google Shape;853;g341009e8a11_0_135"/>
          <p:cNvGrpSpPr/>
          <p:nvPr/>
        </p:nvGrpSpPr>
        <p:grpSpPr>
          <a:xfrm>
            <a:off x="930596" y="2135925"/>
            <a:ext cx="7282807" cy="2686611"/>
            <a:chOff x="867357" y="2129450"/>
            <a:chExt cx="7282807" cy="2686611"/>
          </a:xfrm>
        </p:grpSpPr>
        <p:pic>
          <p:nvPicPr>
            <p:cNvPr id="854" name="Google Shape;854;g341009e8a11_0_135"/>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5" name="Google Shape;855;g341009e8a11_0_135"/>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341009e8a11_0_135"/>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341009e8a11_0_135"/>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341009e8a11_0_135"/>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341009e8a11_0_135"/>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341009e8a11_0_135"/>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1" name="Google Shape;861;g341009e8a11_0_135"/>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62" name="Google Shape;862;g341009e8a11_0_135"/>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341009e8a11_0_135"/>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341009e8a11_0_135"/>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65" name="Google Shape;865;g341009e8a11_0_135"/>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66" name="Google Shape;866;g341009e8a11_0_135"/>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67" name="Google Shape;867;g341009e8a11_0_135"/>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g341009e8a11_0_1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74" name="Google Shape;874;g341009e8a11_0_155"/>
          <p:cNvGrpSpPr/>
          <p:nvPr/>
        </p:nvGrpSpPr>
        <p:grpSpPr>
          <a:xfrm>
            <a:off x="931093" y="2119959"/>
            <a:ext cx="7281864" cy="2684601"/>
            <a:chOff x="868300" y="2129450"/>
            <a:chExt cx="7281864" cy="2684601"/>
          </a:xfrm>
        </p:grpSpPr>
        <p:pic>
          <p:nvPicPr>
            <p:cNvPr id="875" name="Google Shape;875;g341009e8a11_0_155"/>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76" name="Google Shape;876;g341009e8a11_0_155"/>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77" name="Google Shape;877;g341009e8a11_0_155"/>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8" name="Google Shape;878;g341009e8a11_0_155"/>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9" name="Google Shape;879;g341009e8a11_0_155"/>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80" name="Google Shape;880;g341009e8a11_0_155"/>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1" name="Google Shape;881;g341009e8a11_0_155"/>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2" name="Google Shape;882;g341009e8a11_0_155"/>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3" name="Google Shape;883;g341009e8a11_0_155"/>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4" name="Google Shape;884;g341009e8a11_0_155"/>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5" name="Google Shape;885;g341009e8a11_0_155"/>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6" name="Google Shape;886;g341009e8a11_0_155"/>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7" name="Google Shape;887;g341009e8a11_0_155"/>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8" name="Google Shape;888;g341009e8a11_0_155"/>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9" name="Google Shape;889;g341009e8a11_0_155"/>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0" name="Google Shape;890;g341009e8a11_0_155"/>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1" name="Google Shape;891;g341009e8a11_0_155"/>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2" name="Google Shape;892;g341009e8a11_0_155"/>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3" name="Google Shape;893;g341009e8a11_0_155"/>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4" name="Google Shape;894;g341009e8a11_0_155"/>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95" name="Google Shape;895;g341009e8a11_0_155"/>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6" name="Google Shape;896;g341009e8a11_0_155"/>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7" name="Google Shape;897;g341009e8a11_0_155"/>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8" name="Google Shape;898;g341009e8a11_0_155"/>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9" name="Google Shape;899;g341009e8a11_0_155"/>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0" name="Google Shape;900;g341009e8a11_0_155"/>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1" name="Google Shape;901;g341009e8a11_0_155"/>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2" name="Google Shape;902;g341009e8a11_0_155"/>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g341009e8a11_0_18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09" name="Google Shape;909;g341009e8a11_0_189"/>
          <p:cNvGrpSpPr/>
          <p:nvPr/>
        </p:nvGrpSpPr>
        <p:grpSpPr>
          <a:xfrm>
            <a:off x="931068" y="2129450"/>
            <a:ext cx="7281864" cy="2684601"/>
            <a:chOff x="868300" y="2053250"/>
            <a:chExt cx="7281864" cy="2684601"/>
          </a:xfrm>
        </p:grpSpPr>
        <p:pic>
          <p:nvPicPr>
            <p:cNvPr id="910" name="Google Shape;910;g341009e8a11_0_189"/>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11" name="Google Shape;911;g341009e8a11_0_189"/>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12" name="Google Shape;912;g341009e8a11_0_189"/>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13" name="Google Shape;913;g341009e8a11_0_189"/>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14" name="Google Shape;914;g341009e8a11_0_189"/>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15" name="Google Shape;915;g341009e8a11_0_189"/>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16" name="Google Shape;916;g341009e8a11_0_189"/>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17" name="Google Shape;917;g341009e8a11_0_189"/>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18" name="Google Shape;918;g341009e8a11_0_189"/>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19" name="Google Shape;919;g341009e8a11_0_189"/>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20" name="Google Shape;920;g341009e8a11_0_189"/>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21" name="Google Shape;921;g341009e8a11_0_189"/>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22" name="Google Shape;922;g341009e8a11_0_189"/>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341009e8a11_0_20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29" name="Google Shape;929;g341009e8a11_0_208"/>
          <p:cNvGrpSpPr/>
          <p:nvPr/>
        </p:nvGrpSpPr>
        <p:grpSpPr>
          <a:xfrm>
            <a:off x="931068" y="2148475"/>
            <a:ext cx="7281864" cy="2688001"/>
            <a:chOff x="868300" y="2129450"/>
            <a:chExt cx="7281864" cy="2688001"/>
          </a:xfrm>
        </p:grpSpPr>
        <p:pic>
          <p:nvPicPr>
            <p:cNvPr id="930" name="Google Shape;930;g341009e8a11_0_208"/>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31" name="Google Shape;931;g341009e8a11_0_208"/>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32" name="Google Shape;932;g341009e8a11_0_208"/>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33" name="Google Shape;933;g341009e8a11_0_208"/>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34" name="Google Shape;934;g341009e8a11_0_208"/>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35" name="Google Shape;935;g341009e8a11_0_208"/>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36" name="Google Shape;936;g341009e8a11_0_208"/>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37" name="Google Shape;937;g341009e8a11_0_208"/>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38" name="Google Shape;938;g341009e8a11_0_208"/>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39" name="Google Shape;939;g341009e8a11_0_208"/>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40" name="Google Shape;940;g341009e8a11_0_208"/>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41" name="Google Shape;941;g341009e8a11_0_208"/>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42" name="Google Shape;942;g341009e8a11_0_208"/>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43" name="Google Shape;943;g341009e8a11_0_208"/>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44" name="Google Shape;944;g341009e8a11_0_208"/>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341009e8a11_0_229"/>
          <p:cNvSpPr txBox="1">
            <a:spLocks noGrp="1"/>
          </p:cNvSpPr>
          <p:nvPr>
            <p:ph type="title"/>
          </p:nvPr>
        </p:nvSpPr>
        <p:spPr>
          <a:xfrm>
            <a:off x="752575" y="582900"/>
            <a:ext cx="76389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r>
              <a:rPr lang="en-US" sz="2000">
                <a:solidFill>
                  <a:srgbClr val="2356AF"/>
                </a:solidFill>
              </a:rPr>
              <a:t>people wild child mind kind behind eye oh most only both though through who prove shoe beautiful climb Christmas school</a:t>
            </a:r>
            <a:r>
              <a:rPr lang="en-US" sz="2000"/>
              <a:t>.</a:t>
            </a:r>
            <a:endParaRPr sz="2000"/>
          </a:p>
        </p:txBody>
      </p:sp>
      <p:pic>
        <p:nvPicPr>
          <p:cNvPr id="951" name="Google Shape;951;g341009e8a11_0_229"/>
          <p:cNvPicPr preferRelativeResize="0"/>
          <p:nvPr/>
        </p:nvPicPr>
        <p:blipFill rotWithShape="1">
          <a:blip r:embed="rId3">
            <a:alphaModFix/>
          </a:blip>
          <a:srcRect l="59" r="59"/>
          <a:stretch/>
        </p:blipFill>
        <p:spPr>
          <a:xfrm>
            <a:off x="936777" y="4928725"/>
            <a:ext cx="1146813" cy="819547"/>
          </a:xfrm>
          <a:prstGeom prst="rect">
            <a:avLst/>
          </a:prstGeom>
          <a:noFill/>
          <a:ln>
            <a:noFill/>
          </a:ln>
          <a:effectLst>
            <a:outerShdw blurRad="71438" dist="19050" dir="5400000" algn="bl" rotWithShape="0">
              <a:srgbClr val="000000">
                <a:alpha val="17250"/>
              </a:srgbClr>
            </a:outerShdw>
          </a:effectLst>
        </p:spPr>
      </p:pic>
      <p:pic>
        <p:nvPicPr>
          <p:cNvPr id="952" name="Google Shape;952;g341009e8a11_0_229"/>
          <p:cNvPicPr preferRelativeResize="0"/>
          <p:nvPr/>
        </p:nvPicPr>
        <p:blipFill rotWithShape="1">
          <a:blip r:embed="rId4">
            <a:alphaModFix/>
          </a:blip>
          <a:srcRect l="159" r="159"/>
          <a:stretch/>
        </p:blipFill>
        <p:spPr>
          <a:xfrm>
            <a:off x="2163003" y="4928725"/>
            <a:ext cx="1147320" cy="822955"/>
          </a:xfrm>
          <a:prstGeom prst="rect">
            <a:avLst/>
          </a:prstGeom>
          <a:noFill/>
          <a:ln>
            <a:noFill/>
          </a:ln>
          <a:effectLst>
            <a:outerShdw blurRad="71438" dist="19050" dir="5400000" algn="bl" rotWithShape="0">
              <a:srgbClr val="000000">
                <a:alpha val="17250"/>
              </a:srgbClr>
            </a:outerShdw>
          </a:effectLst>
        </p:spPr>
      </p:pic>
      <p:pic>
        <p:nvPicPr>
          <p:cNvPr id="953" name="Google Shape;953;g341009e8a11_0_229"/>
          <p:cNvPicPr preferRelativeResize="0"/>
          <p:nvPr/>
        </p:nvPicPr>
        <p:blipFill rotWithShape="1">
          <a:blip r:embed="rId5">
            <a:alphaModFix/>
          </a:blip>
          <a:srcRect l="159" r="159"/>
          <a:stretch/>
        </p:blipFill>
        <p:spPr>
          <a:xfrm>
            <a:off x="7069934" y="3994500"/>
            <a:ext cx="1147320" cy="821565"/>
          </a:xfrm>
          <a:prstGeom prst="rect">
            <a:avLst/>
          </a:prstGeom>
          <a:noFill/>
          <a:ln>
            <a:noFill/>
          </a:ln>
          <a:effectLst>
            <a:outerShdw blurRad="71438" dist="19050" dir="5400000" algn="bl" rotWithShape="0">
              <a:srgbClr val="000000">
                <a:alpha val="17650"/>
              </a:srgbClr>
            </a:outerShdw>
          </a:effectLst>
        </p:spPr>
      </p:pic>
      <p:pic>
        <p:nvPicPr>
          <p:cNvPr id="954" name="Google Shape;954;g341009e8a11_0_229"/>
          <p:cNvPicPr preferRelativeResize="0"/>
          <p:nvPr/>
        </p:nvPicPr>
        <p:blipFill rotWithShape="1">
          <a:blip r:embed="rId6">
            <a:alphaModFix/>
          </a:blip>
          <a:srcRect l="159" r="159"/>
          <a:stretch/>
        </p:blipFill>
        <p:spPr>
          <a:xfrm>
            <a:off x="5843201" y="3994500"/>
            <a:ext cx="1147320" cy="821565"/>
          </a:xfrm>
          <a:prstGeom prst="rect">
            <a:avLst/>
          </a:prstGeom>
          <a:noFill/>
          <a:ln>
            <a:noFill/>
          </a:ln>
          <a:effectLst>
            <a:outerShdw blurRad="71438" dist="19050" dir="5400000" algn="bl" rotWithShape="0">
              <a:srgbClr val="000000">
                <a:alpha val="17650"/>
              </a:srgbClr>
            </a:outerShdw>
          </a:effectLst>
        </p:spPr>
      </p:pic>
      <p:pic>
        <p:nvPicPr>
          <p:cNvPr id="955" name="Google Shape;955;g341009e8a11_0_229"/>
          <p:cNvPicPr preferRelativeResize="0"/>
          <p:nvPr/>
        </p:nvPicPr>
        <p:blipFill rotWithShape="1">
          <a:blip r:embed="rId7">
            <a:alphaModFix/>
          </a:blip>
          <a:srcRect l="159" r="159"/>
          <a:stretch/>
        </p:blipFill>
        <p:spPr>
          <a:xfrm>
            <a:off x="2163003" y="3994500"/>
            <a:ext cx="1147320" cy="822955"/>
          </a:xfrm>
          <a:prstGeom prst="rect">
            <a:avLst/>
          </a:prstGeom>
          <a:noFill/>
          <a:ln>
            <a:noFill/>
          </a:ln>
          <a:effectLst>
            <a:outerShdw blurRad="71438" dist="19050" dir="5400000" algn="bl" rotWithShape="0">
              <a:srgbClr val="000000">
                <a:alpha val="17650"/>
              </a:srgbClr>
            </a:outerShdw>
          </a:effectLst>
        </p:spPr>
      </p:pic>
      <p:pic>
        <p:nvPicPr>
          <p:cNvPr id="956" name="Google Shape;956;g341009e8a11_0_229"/>
          <p:cNvPicPr preferRelativeResize="0"/>
          <p:nvPr/>
        </p:nvPicPr>
        <p:blipFill rotWithShape="1">
          <a:blip r:embed="rId8">
            <a:alphaModFix/>
          </a:blip>
          <a:srcRect l="79" r="69"/>
          <a:stretch/>
        </p:blipFill>
        <p:spPr>
          <a:xfrm>
            <a:off x="3389736" y="3994500"/>
            <a:ext cx="1147320" cy="821566"/>
          </a:xfrm>
          <a:prstGeom prst="rect">
            <a:avLst/>
          </a:prstGeom>
          <a:noFill/>
          <a:ln>
            <a:noFill/>
          </a:ln>
          <a:effectLst>
            <a:outerShdw blurRad="71438" dist="19050" dir="5400000" algn="bl" rotWithShape="0">
              <a:srgbClr val="000000">
                <a:alpha val="17650"/>
              </a:srgbClr>
            </a:outerShdw>
          </a:effectLst>
        </p:spPr>
      </p:pic>
      <p:pic>
        <p:nvPicPr>
          <p:cNvPr id="957" name="Google Shape;957;g341009e8a11_0_229"/>
          <p:cNvPicPr preferRelativeResize="0"/>
          <p:nvPr/>
        </p:nvPicPr>
        <p:blipFill rotWithShape="1">
          <a:blip r:embed="rId9">
            <a:alphaModFix/>
          </a:blip>
          <a:srcRect l="79" r="69"/>
          <a:stretch/>
        </p:blipFill>
        <p:spPr>
          <a:xfrm>
            <a:off x="4616468" y="3994500"/>
            <a:ext cx="1147320" cy="821566"/>
          </a:xfrm>
          <a:prstGeom prst="rect">
            <a:avLst/>
          </a:prstGeom>
          <a:noFill/>
          <a:ln>
            <a:noFill/>
          </a:ln>
          <a:effectLst>
            <a:outerShdw blurRad="71438" dist="19050" dir="5400000" algn="bl" rotWithShape="0">
              <a:srgbClr val="000000">
                <a:alpha val="17650"/>
              </a:srgbClr>
            </a:outerShdw>
          </a:effectLst>
        </p:spPr>
      </p:pic>
      <p:pic>
        <p:nvPicPr>
          <p:cNvPr id="958" name="Google Shape;958;g341009e8a11_0_229"/>
          <p:cNvPicPr preferRelativeResize="0"/>
          <p:nvPr/>
        </p:nvPicPr>
        <p:blipFill rotWithShape="1">
          <a:blip r:embed="rId10">
            <a:alphaModFix/>
          </a:blip>
          <a:srcRect l="59" r="59"/>
          <a:stretch/>
        </p:blipFill>
        <p:spPr>
          <a:xfrm>
            <a:off x="936777" y="3994500"/>
            <a:ext cx="1146813" cy="819547"/>
          </a:xfrm>
          <a:prstGeom prst="rect">
            <a:avLst/>
          </a:prstGeom>
          <a:noFill/>
          <a:ln>
            <a:noFill/>
          </a:ln>
          <a:effectLst>
            <a:outerShdw blurRad="71438" dist="19050" dir="5400000" algn="bl" rotWithShape="0">
              <a:srgbClr val="000000">
                <a:alpha val="17650"/>
              </a:srgbClr>
            </a:outerShdw>
          </a:effectLst>
        </p:spPr>
      </p:pic>
      <p:pic>
        <p:nvPicPr>
          <p:cNvPr id="959" name="Google Shape;959;g341009e8a11_0_229"/>
          <p:cNvPicPr preferRelativeResize="0"/>
          <p:nvPr/>
        </p:nvPicPr>
        <p:blipFill rotWithShape="1">
          <a:blip r:embed="rId11">
            <a:alphaModFix/>
          </a:blip>
          <a:srcRect/>
          <a:stretch/>
        </p:blipFill>
        <p:spPr>
          <a:xfrm>
            <a:off x="936777" y="2129450"/>
            <a:ext cx="1146813" cy="819547"/>
          </a:xfrm>
          <a:prstGeom prst="rect">
            <a:avLst/>
          </a:prstGeom>
          <a:noFill/>
          <a:ln>
            <a:noFill/>
          </a:ln>
          <a:effectLst>
            <a:outerShdw blurRad="71438" dist="19050" dir="5400000" algn="bl" rotWithShape="0">
              <a:srgbClr val="000000">
                <a:alpha val="17650"/>
              </a:srgbClr>
            </a:outerShdw>
          </a:effectLst>
        </p:spPr>
      </p:pic>
      <p:pic>
        <p:nvPicPr>
          <p:cNvPr id="960" name="Google Shape;960;g341009e8a11_0_229"/>
          <p:cNvPicPr preferRelativeResize="0"/>
          <p:nvPr/>
        </p:nvPicPr>
        <p:blipFill rotWithShape="1">
          <a:blip r:embed="rId12">
            <a:alphaModFix/>
          </a:blip>
          <a:srcRect l="189" r="179"/>
          <a:stretch/>
        </p:blipFill>
        <p:spPr>
          <a:xfrm>
            <a:off x="2163003" y="2129450"/>
            <a:ext cx="1147320" cy="822956"/>
          </a:xfrm>
          <a:prstGeom prst="rect">
            <a:avLst/>
          </a:prstGeom>
          <a:noFill/>
          <a:ln>
            <a:noFill/>
          </a:ln>
          <a:effectLst>
            <a:outerShdw blurRad="71438" dist="19050" dir="5400000" algn="bl" rotWithShape="0">
              <a:srgbClr val="000000">
                <a:alpha val="17650"/>
              </a:srgbClr>
            </a:outerShdw>
          </a:effectLst>
        </p:spPr>
      </p:pic>
      <p:pic>
        <p:nvPicPr>
          <p:cNvPr id="961" name="Google Shape;961;g341009e8a11_0_229"/>
          <p:cNvPicPr preferRelativeResize="0"/>
          <p:nvPr/>
        </p:nvPicPr>
        <p:blipFill rotWithShape="1">
          <a:blip r:embed="rId13">
            <a:alphaModFix/>
          </a:blip>
          <a:srcRect l="99" r="99"/>
          <a:stretch/>
        </p:blipFill>
        <p:spPr>
          <a:xfrm>
            <a:off x="3389736" y="2129450"/>
            <a:ext cx="1147320" cy="821565"/>
          </a:xfrm>
          <a:prstGeom prst="rect">
            <a:avLst/>
          </a:prstGeom>
          <a:noFill/>
          <a:ln>
            <a:noFill/>
          </a:ln>
          <a:effectLst>
            <a:outerShdw blurRad="71438" dist="19050" dir="5400000" algn="bl" rotWithShape="0">
              <a:srgbClr val="000000">
                <a:alpha val="17650"/>
              </a:srgbClr>
            </a:outerShdw>
          </a:effectLst>
        </p:spPr>
      </p:pic>
      <p:pic>
        <p:nvPicPr>
          <p:cNvPr id="962" name="Google Shape;962;g341009e8a11_0_229"/>
          <p:cNvPicPr preferRelativeResize="0"/>
          <p:nvPr/>
        </p:nvPicPr>
        <p:blipFill rotWithShape="1">
          <a:blip r:embed="rId14">
            <a:alphaModFix/>
          </a:blip>
          <a:srcRect l="19" r="9"/>
          <a:stretch/>
        </p:blipFill>
        <p:spPr>
          <a:xfrm>
            <a:off x="4616468" y="2129450"/>
            <a:ext cx="1147320" cy="821566"/>
          </a:xfrm>
          <a:prstGeom prst="rect">
            <a:avLst/>
          </a:prstGeom>
          <a:noFill/>
          <a:ln>
            <a:noFill/>
          </a:ln>
          <a:effectLst>
            <a:outerShdw blurRad="71438" dist="19050" dir="5400000" algn="bl" rotWithShape="0">
              <a:srgbClr val="000000">
                <a:alpha val="17650"/>
              </a:srgbClr>
            </a:outerShdw>
          </a:effectLst>
        </p:spPr>
      </p:pic>
      <p:pic>
        <p:nvPicPr>
          <p:cNvPr id="963" name="Google Shape;963;g341009e8a11_0_229"/>
          <p:cNvPicPr preferRelativeResize="0"/>
          <p:nvPr/>
        </p:nvPicPr>
        <p:blipFill rotWithShape="1">
          <a:blip r:embed="rId15">
            <a:alphaModFix/>
          </a:blip>
          <a:srcRect l="99" r="99"/>
          <a:stretch/>
        </p:blipFill>
        <p:spPr>
          <a:xfrm>
            <a:off x="5843201" y="2129450"/>
            <a:ext cx="1147320" cy="821565"/>
          </a:xfrm>
          <a:prstGeom prst="rect">
            <a:avLst/>
          </a:prstGeom>
          <a:noFill/>
          <a:ln>
            <a:noFill/>
          </a:ln>
          <a:effectLst>
            <a:outerShdw blurRad="71438" dist="19050" dir="5400000" algn="bl" rotWithShape="0">
              <a:srgbClr val="000000">
                <a:alpha val="17650"/>
              </a:srgbClr>
            </a:outerShdw>
          </a:effectLst>
        </p:spPr>
      </p:pic>
      <p:pic>
        <p:nvPicPr>
          <p:cNvPr id="964" name="Google Shape;964;g341009e8a11_0_229"/>
          <p:cNvPicPr preferRelativeResize="0"/>
          <p:nvPr/>
        </p:nvPicPr>
        <p:blipFill rotWithShape="1">
          <a:blip r:embed="rId16">
            <a:alphaModFix/>
          </a:blip>
          <a:srcRect l="19" r="9"/>
          <a:stretch/>
        </p:blipFill>
        <p:spPr>
          <a:xfrm>
            <a:off x="7069934" y="2129450"/>
            <a:ext cx="1147320" cy="821566"/>
          </a:xfrm>
          <a:prstGeom prst="rect">
            <a:avLst/>
          </a:prstGeom>
          <a:noFill/>
          <a:ln>
            <a:noFill/>
          </a:ln>
          <a:effectLst>
            <a:outerShdw blurRad="71438" dist="19050" dir="5400000" algn="bl" rotWithShape="0">
              <a:srgbClr val="000000">
                <a:alpha val="17650"/>
              </a:srgbClr>
            </a:outerShdw>
          </a:effectLst>
        </p:spPr>
      </p:pic>
      <p:pic>
        <p:nvPicPr>
          <p:cNvPr id="965" name="Google Shape;965;g341009e8a11_0_229"/>
          <p:cNvPicPr preferRelativeResize="0"/>
          <p:nvPr/>
        </p:nvPicPr>
        <p:blipFill rotWithShape="1">
          <a:blip r:embed="rId17">
            <a:alphaModFix/>
          </a:blip>
          <a:srcRect t="79" b="89"/>
          <a:stretch/>
        </p:blipFill>
        <p:spPr>
          <a:xfrm>
            <a:off x="936777" y="3060275"/>
            <a:ext cx="1146813" cy="819547"/>
          </a:xfrm>
          <a:prstGeom prst="rect">
            <a:avLst/>
          </a:prstGeom>
          <a:noFill/>
          <a:ln>
            <a:noFill/>
          </a:ln>
          <a:effectLst>
            <a:outerShdw blurRad="71438" dist="19050" dir="5400000" algn="bl" rotWithShape="0">
              <a:srgbClr val="000000">
                <a:alpha val="17650"/>
              </a:srgbClr>
            </a:outerShdw>
          </a:effectLst>
        </p:spPr>
      </p:pic>
      <p:pic>
        <p:nvPicPr>
          <p:cNvPr id="966" name="Google Shape;966;g341009e8a11_0_229"/>
          <p:cNvPicPr preferRelativeResize="0"/>
          <p:nvPr/>
        </p:nvPicPr>
        <p:blipFill rotWithShape="1">
          <a:blip r:embed="rId18">
            <a:alphaModFix/>
          </a:blip>
          <a:srcRect l="99" r="99"/>
          <a:stretch/>
        </p:blipFill>
        <p:spPr>
          <a:xfrm>
            <a:off x="2163003" y="3060275"/>
            <a:ext cx="1147320" cy="822955"/>
          </a:xfrm>
          <a:prstGeom prst="rect">
            <a:avLst/>
          </a:prstGeom>
          <a:noFill/>
          <a:ln>
            <a:noFill/>
          </a:ln>
          <a:effectLst>
            <a:outerShdw blurRad="71438" dist="19050" dir="5400000" algn="bl" rotWithShape="0">
              <a:srgbClr val="000000">
                <a:alpha val="17650"/>
              </a:srgbClr>
            </a:outerShdw>
          </a:effectLst>
        </p:spPr>
      </p:pic>
      <p:pic>
        <p:nvPicPr>
          <p:cNvPr id="967" name="Google Shape;967;g341009e8a11_0_229"/>
          <p:cNvPicPr preferRelativeResize="0"/>
          <p:nvPr/>
        </p:nvPicPr>
        <p:blipFill rotWithShape="1">
          <a:blip r:embed="rId19">
            <a:alphaModFix/>
          </a:blip>
          <a:srcRect l="159" r="159"/>
          <a:stretch/>
        </p:blipFill>
        <p:spPr>
          <a:xfrm>
            <a:off x="3389736" y="3060275"/>
            <a:ext cx="1147320" cy="821565"/>
          </a:xfrm>
          <a:prstGeom prst="rect">
            <a:avLst/>
          </a:prstGeom>
          <a:noFill/>
          <a:ln>
            <a:noFill/>
          </a:ln>
          <a:effectLst>
            <a:outerShdw blurRad="71438" dist="19050" dir="5400000" algn="bl" rotWithShape="0">
              <a:srgbClr val="000000">
                <a:alpha val="17650"/>
              </a:srgbClr>
            </a:outerShdw>
          </a:effectLst>
        </p:spPr>
      </p:pic>
      <p:pic>
        <p:nvPicPr>
          <p:cNvPr id="968" name="Google Shape;968;g341009e8a11_0_229"/>
          <p:cNvPicPr preferRelativeResize="0"/>
          <p:nvPr/>
        </p:nvPicPr>
        <p:blipFill rotWithShape="1">
          <a:blip r:embed="rId20">
            <a:alphaModFix/>
          </a:blip>
          <a:srcRect l="159" r="159"/>
          <a:stretch/>
        </p:blipFill>
        <p:spPr>
          <a:xfrm>
            <a:off x="4616468" y="3060275"/>
            <a:ext cx="1147320" cy="821565"/>
          </a:xfrm>
          <a:prstGeom prst="rect">
            <a:avLst/>
          </a:prstGeom>
          <a:noFill/>
          <a:ln>
            <a:noFill/>
          </a:ln>
          <a:effectLst>
            <a:outerShdw blurRad="71438" dist="19050" dir="5400000" algn="bl" rotWithShape="0">
              <a:srgbClr val="000000">
                <a:alpha val="17650"/>
              </a:srgbClr>
            </a:outerShdw>
          </a:effectLst>
        </p:spPr>
      </p:pic>
      <p:pic>
        <p:nvPicPr>
          <p:cNvPr id="969" name="Google Shape;969;g341009e8a11_0_229"/>
          <p:cNvPicPr preferRelativeResize="0"/>
          <p:nvPr/>
        </p:nvPicPr>
        <p:blipFill rotWithShape="1">
          <a:blip r:embed="rId21">
            <a:alphaModFix/>
          </a:blip>
          <a:srcRect l="159" r="159"/>
          <a:stretch/>
        </p:blipFill>
        <p:spPr>
          <a:xfrm>
            <a:off x="5843201" y="3060275"/>
            <a:ext cx="1147320" cy="821565"/>
          </a:xfrm>
          <a:prstGeom prst="rect">
            <a:avLst/>
          </a:prstGeom>
          <a:noFill/>
          <a:ln>
            <a:noFill/>
          </a:ln>
          <a:effectLst>
            <a:outerShdw blurRad="71438" dist="19050" dir="5400000" algn="bl" rotWithShape="0">
              <a:srgbClr val="000000">
                <a:alpha val="17650"/>
              </a:srgbClr>
            </a:outerShdw>
          </a:effectLst>
        </p:spPr>
      </p:pic>
      <p:pic>
        <p:nvPicPr>
          <p:cNvPr id="970" name="Google Shape;970;g341009e8a11_0_229"/>
          <p:cNvPicPr preferRelativeResize="0"/>
          <p:nvPr/>
        </p:nvPicPr>
        <p:blipFill rotWithShape="1">
          <a:blip r:embed="rId22">
            <a:alphaModFix/>
          </a:blip>
          <a:srcRect l="79" r="69"/>
          <a:stretch/>
        </p:blipFill>
        <p:spPr>
          <a:xfrm>
            <a:off x="7069934"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27384e2b648_0_44"/>
          <p:cNvSpPr txBox="1">
            <a:spLocks noGrp="1"/>
          </p:cNvSpPr>
          <p:nvPr>
            <p:ph type="title"/>
          </p:nvPr>
        </p:nvSpPr>
        <p:spPr>
          <a:xfrm>
            <a:off x="782550" y="5568500"/>
            <a:ext cx="7578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77" name="Google Shape;977;g27384e2b648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78" name="Google Shape;978;g27384e2b648_0_4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79" name="Google Shape;979;g27384e2b648_0_44" title="JL687-78F.png"/>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g27384e2b648_0_5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86" name="Google Shape;986;g27384e2b648_0_5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87" name="Google Shape;987;g27384e2b648_0_52"/>
          <p:cNvSpPr txBox="1">
            <a:spLocks noGrp="1"/>
          </p:cNvSpPr>
          <p:nvPr>
            <p:ph type="title"/>
          </p:nvPr>
        </p:nvSpPr>
        <p:spPr>
          <a:xfrm>
            <a:off x="603150" y="5568500"/>
            <a:ext cx="7937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988" name="Google Shape;988;g27384e2b648_0_52" title="JL687-78B.png"/>
          <p:cNvPicPr preferRelativeResize="0"/>
          <p:nvPr/>
        </p:nvPicPr>
        <p:blipFill rotWithShape="1">
          <a:blip r:embed="rId3">
            <a:alphaModFix/>
          </a:blip>
          <a:srcRect/>
          <a:stretch/>
        </p:blipFill>
        <p:spPr>
          <a:xfrm>
            <a:off x="2122876"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7384e2b648_0_60"/>
          <p:cNvSpPr txBox="1">
            <a:spLocks noGrp="1"/>
          </p:cNvSpPr>
          <p:nvPr>
            <p:ph type="title"/>
          </p:nvPr>
        </p:nvSpPr>
        <p:spPr>
          <a:xfrm>
            <a:off x="596375" y="5568500"/>
            <a:ext cx="7951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95" name="Google Shape;995;g27384e2b648_0_6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96" name="Google Shape;996;g27384e2b648_0_6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97" name="Google Shape;997;g27384e2b648_0_60" title="JL687-79F.png"/>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7384e2b648_0_6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04" name="Google Shape;1004;g27384e2b648_0_6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05" name="Google Shape;1005;g27384e2b648_0_68"/>
          <p:cNvSpPr txBox="1">
            <a:spLocks noGrp="1"/>
          </p:cNvSpPr>
          <p:nvPr>
            <p:ph type="title"/>
          </p:nvPr>
        </p:nvSpPr>
        <p:spPr>
          <a:xfrm>
            <a:off x="603025" y="5568500"/>
            <a:ext cx="7938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06" name="Google Shape;1006;g27384e2b648_0_68" title="JL687-79B.png"/>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341009e8a11_0_892"/>
          <p:cNvSpPr txBox="1">
            <a:spLocks noGrp="1"/>
          </p:cNvSpPr>
          <p:nvPr>
            <p:ph type="title"/>
          </p:nvPr>
        </p:nvSpPr>
        <p:spPr>
          <a:xfrm>
            <a:off x="586850" y="5568500"/>
            <a:ext cx="7970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13" name="Google Shape;1013;g341009e8a11_0_8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14" name="Google Shape;1014;g341009e8a11_0_8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15" name="Google Shape;1015;g341009e8a11_0_892"/>
          <p:cNvGrpSpPr/>
          <p:nvPr/>
        </p:nvGrpSpPr>
        <p:grpSpPr>
          <a:xfrm>
            <a:off x="975876" y="841623"/>
            <a:ext cx="7192217" cy="1957960"/>
            <a:chOff x="975876" y="841623"/>
            <a:chExt cx="7192217" cy="1957960"/>
          </a:xfrm>
        </p:grpSpPr>
        <p:pic>
          <p:nvPicPr>
            <p:cNvPr id="1016" name="Google Shape;1016;g341009e8a11_0_892"/>
            <p:cNvPicPr preferRelativeResize="0"/>
            <p:nvPr/>
          </p:nvPicPr>
          <p:blipFill rotWithShape="1">
            <a:blip r:embed="rId3">
              <a:alphaModFix/>
            </a:blip>
            <a:srcRect t="79" b="89"/>
            <a:stretch/>
          </p:blipFill>
          <p:spPr>
            <a:xfrm>
              <a:off x="6430515" y="841625"/>
              <a:ext cx="828489" cy="592062"/>
            </a:xfrm>
            <a:prstGeom prst="rect">
              <a:avLst/>
            </a:prstGeom>
            <a:noFill/>
            <a:ln>
              <a:noFill/>
            </a:ln>
            <a:effectLst>
              <a:outerShdw blurRad="57150" dist="19050" dir="5400000" algn="bl" rotWithShape="0">
                <a:srgbClr val="000000">
                  <a:alpha val="20000"/>
                </a:srgbClr>
              </a:outerShdw>
            </a:effectLst>
          </p:spPr>
        </p:pic>
        <p:pic>
          <p:nvPicPr>
            <p:cNvPr id="1017" name="Google Shape;1017;g341009e8a11_0_892"/>
            <p:cNvPicPr preferRelativeResize="0"/>
            <p:nvPr/>
          </p:nvPicPr>
          <p:blipFill rotWithShape="1">
            <a:blip r:embed="rId4">
              <a:alphaModFix/>
            </a:blip>
            <a:srcRect t="19" b="29"/>
            <a:stretch/>
          </p:blipFill>
          <p:spPr>
            <a:xfrm>
              <a:off x="5521390" y="1524573"/>
              <a:ext cx="828489" cy="592062"/>
            </a:xfrm>
            <a:prstGeom prst="rect">
              <a:avLst/>
            </a:prstGeom>
            <a:noFill/>
            <a:ln>
              <a:noFill/>
            </a:ln>
            <a:effectLst>
              <a:outerShdw blurRad="57150" dist="19050" dir="5400000" algn="bl" rotWithShape="0">
                <a:srgbClr val="000000">
                  <a:alpha val="20000"/>
                </a:srgbClr>
              </a:outerShdw>
            </a:effectLst>
          </p:spPr>
        </p:pic>
        <p:pic>
          <p:nvPicPr>
            <p:cNvPr id="1018" name="Google Shape;1018;g341009e8a11_0_892"/>
            <p:cNvPicPr preferRelativeResize="0"/>
            <p:nvPr/>
          </p:nvPicPr>
          <p:blipFill rotWithShape="1">
            <a:blip r:embed="rId5">
              <a:alphaModFix/>
            </a:blip>
            <a:srcRect t="79" b="89"/>
            <a:stretch/>
          </p:blipFill>
          <p:spPr>
            <a:xfrm>
              <a:off x="5521405" y="841625"/>
              <a:ext cx="828489" cy="592062"/>
            </a:xfrm>
            <a:prstGeom prst="rect">
              <a:avLst/>
            </a:prstGeom>
            <a:noFill/>
            <a:ln>
              <a:noFill/>
            </a:ln>
            <a:effectLst>
              <a:outerShdw blurRad="57150" dist="19050" dir="5400000" algn="bl" rotWithShape="0">
                <a:srgbClr val="000000">
                  <a:alpha val="20000"/>
                </a:srgbClr>
              </a:outerShdw>
            </a:effectLst>
          </p:spPr>
        </p:pic>
        <p:pic>
          <p:nvPicPr>
            <p:cNvPr id="1019" name="Google Shape;1019;g341009e8a11_0_892"/>
            <p:cNvPicPr preferRelativeResize="0"/>
            <p:nvPr/>
          </p:nvPicPr>
          <p:blipFill rotWithShape="1">
            <a:blip r:embed="rId6">
              <a:alphaModFix/>
            </a:blip>
            <a:srcRect l="59" r="59"/>
            <a:stretch/>
          </p:blipFill>
          <p:spPr>
            <a:xfrm>
              <a:off x="4612280" y="1524573"/>
              <a:ext cx="828489" cy="592062"/>
            </a:xfrm>
            <a:prstGeom prst="rect">
              <a:avLst/>
            </a:prstGeom>
            <a:noFill/>
            <a:ln>
              <a:noFill/>
            </a:ln>
            <a:effectLst>
              <a:outerShdw blurRad="57150" dist="19050" dir="5400000" algn="bl" rotWithShape="0">
                <a:srgbClr val="000000">
                  <a:alpha val="20000"/>
                </a:srgbClr>
              </a:outerShdw>
            </a:effectLst>
          </p:spPr>
        </p:pic>
        <p:pic>
          <p:nvPicPr>
            <p:cNvPr id="1020" name="Google Shape;1020;g341009e8a11_0_892"/>
            <p:cNvPicPr preferRelativeResize="0"/>
            <p:nvPr/>
          </p:nvPicPr>
          <p:blipFill rotWithShape="1">
            <a:blip r:embed="rId7">
              <a:alphaModFix/>
            </a:blip>
            <a:srcRect/>
            <a:stretch/>
          </p:blipFill>
          <p:spPr>
            <a:xfrm>
              <a:off x="4612307" y="841625"/>
              <a:ext cx="828489" cy="592062"/>
            </a:xfrm>
            <a:prstGeom prst="rect">
              <a:avLst/>
            </a:prstGeom>
            <a:noFill/>
            <a:ln>
              <a:noFill/>
            </a:ln>
            <a:effectLst>
              <a:outerShdw blurRad="57150" dist="19050" dir="5400000" algn="bl" rotWithShape="0">
                <a:srgbClr val="000000">
                  <a:alpha val="20000"/>
                </a:srgbClr>
              </a:outerShdw>
            </a:effectLst>
          </p:spPr>
        </p:pic>
        <p:pic>
          <p:nvPicPr>
            <p:cNvPr id="1021" name="Google Shape;1021;g341009e8a11_0_892"/>
            <p:cNvPicPr preferRelativeResize="0"/>
            <p:nvPr/>
          </p:nvPicPr>
          <p:blipFill rotWithShape="1">
            <a:blip r:embed="rId8">
              <a:alphaModFix/>
            </a:blip>
            <a:srcRect t="19" b="29"/>
            <a:stretch/>
          </p:blipFill>
          <p:spPr>
            <a:xfrm>
              <a:off x="3703182" y="1524573"/>
              <a:ext cx="828489" cy="592062"/>
            </a:xfrm>
            <a:prstGeom prst="rect">
              <a:avLst/>
            </a:prstGeom>
            <a:noFill/>
            <a:ln>
              <a:noFill/>
            </a:ln>
            <a:effectLst>
              <a:outerShdw blurRad="57150" dist="19050" dir="5400000" algn="bl" rotWithShape="0">
                <a:srgbClr val="000000">
                  <a:alpha val="20000"/>
                </a:srgbClr>
              </a:outerShdw>
            </a:effectLst>
          </p:spPr>
        </p:pic>
        <p:pic>
          <p:nvPicPr>
            <p:cNvPr id="1022" name="Google Shape;1022;g341009e8a11_0_892"/>
            <p:cNvPicPr preferRelativeResize="0"/>
            <p:nvPr/>
          </p:nvPicPr>
          <p:blipFill rotWithShape="1">
            <a:blip r:embed="rId9">
              <a:alphaModFix/>
            </a:blip>
            <a:srcRect t="79" b="89"/>
            <a:stretch/>
          </p:blipFill>
          <p:spPr>
            <a:xfrm>
              <a:off x="3703209" y="841625"/>
              <a:ext cx="828489" cy="592062"/>
            </a:xfrm>
            <a:prstGeom prst="rect">
              <a:avLst/>
            </a:prstGeom>
            <a:noFill/>
            <a:ln>
              <a:noFill/>
            </a:ln>
            <a:effectLst>
              <a:outerShdw blurRad="57150" dist="19050" dir="5400000" algn="bl" rotWithShape="0">
                <a:srgbClr val="000000">
                  <a:alpha val="20000"/>
                </a:srgbClr>
              </a:outerShdw>
            </a:effectLst>
          </p:spPr>
        </p:pic>
        <p:pic>
          <p:nvPicPr>
            <p:cNvPr id="1023" name="Google Shape;1023;g341009e8a11_0_892"/>
            <p:cNvPicPr preferRelativeResize="0"/>
            <p:nvPr/>
          </p:nvPicPr>
          <p:blipFill rotWithShape="1">
            <a:blip r:embed="rId10">
              <a:alphaModFix/>
            </a:blip>
            <a:srcRect l="59" r="59"/>
            <a:stretch/>
          </p:blipFill>
          <p:spPr>
            <a:xfrm>
              <a:off x="2794084" y="1524573"/>
              <a:ext cx="828489" cy="592062"/>
            </a:xfrm>
            <a:prstGeom prst="rect">
              <a:avLst/>
            </a:prstGeom>
            <a:noFill/>
            <a:ln>
              <a:noFill/>
            </a:ln>
            <a:effectLst>
              <a:outerShdw blurRad="57150" dist="19050" dir="5400000" algn="bl" rotWithShape="0">
                <a:srgbClr val="000000">
                  <a:alpha val="20000"/>
                </a:srgbClr>
              </a:outerShdw>
            </a:effectLst>
          </p:spPr>
        </p:pic>
        <p:pic>
          <p:nvPicPr>
            <p:cNvPr id="1024" name="Google Shape;1024;g341009e8a11_0_892"/>
            <p:cNvPicPr preferRelativeResize="0"/>
            <p:nvPr/>
          </p:nvPicPr>
          <p:blipFill rotWithShape="1">
            <a:blip r:embed="rId11">
              <a:alphaModFix/>
            </a:blip>
            <a:srcRect/>
            <a:stretch/>
          </p:blipFill>
          <p:spPr>
            <a:xfrm>
              <a:off x="2794110" y="841625"/>
              <a:ext cx="828489" cy="592062"/>
            </a:xfrm>
            <a:prstGeom prst="rect">
              <a:avLst/>
            </a:prstGeom>
            <a:noFill/>
            <a:ln>
              <a:noFill/>
            </a:ln>
            <a:effectLst>
              <a:outerShdw blurRad="57150" dist="19050" dir="5400000" algn="bl" rotWithShape="0">
                <a:srgbClr val="000000">
                  <a:alpha val="20000"/>
                </a:srgbClr>
              </a:outerShdw>
            </a:effectLst>
          </p:spPr>
        </p:pic>
        <p:pic>
          <p:nvPicPr>
            <p:cNvPr id="1025" name="Google Shape;1025;g341009e8a11_0_892"/>
            <p:cNvPicPr preferRelativeResize="0"/>
            <p:nvPr/>
          </p:nvPicPr>
          <p:blipFill rotWithShape="1">
            <a:blip r:embed="rId12">
              <a:alphaModFix/>
            </a:blip>
            <a:srcRect l="59" r="59"/>
            <a:stretch/>
          </p:blipFill>
          <p:spPr>
            <a:xfrm>
              <a:off x="1884985" y="1524573"/>
              <a:ext cx="828489" cy="592062"/>
            </a:xfrm>
            <a:prstGeom prst="rect">
              <a:avLst/>
            </a:prstGeom>
            <a:noFill/>
            <a:ln>
              <a:noFill/>
            </a:ln>
            <a:effectLst>
              <a:outerShdw blurRad="57150" dist="19050" dir="5400000" algn="bl" rotWithShape="0">
                <a:srgbClr val="000000">
                  <a:alpha val="20000"/>
                </a:srgbClr>
              </a:outerShdw>
            </a:effectLst>
          </p:spPr>
        </p:pic>
        <p:pic>
          <p:nvPicPr>
            <p:cNvPr id="1026" name="Google Shape;1026;g341009e8a11_0_892"/>
            <p:cNvPicPr preferRelativeResize="0"/>
            <p:nvPr/>
          </p:nvPicPr>
          <p:blipFill rotWithShape="1">
            <a:blip r:embed="rId13">
              <a:alphaModFix/>
            </a:blip>
            <a:srcRect l="59" r="59"/>
            <a:stretch/>
          </p:blipFill>
          <p:spPr>
            <a:xfrm>
              <a:off x="975910" y="2207520"/>
              <a:ext cx="828489" cy="592062"/>
            </a:xfrm>
            <a:prstGeom prst="rect">
              <a:avLst/>
            </a:prstGeom>
            <a:noFill/>
            <a:ln>
              <a:noFill/>
            </a:ln>
            <a:effectLst>
              <a:outerShdw blurRad="57150" dist="19050" dir="5400000" algn="bl" rotWithShape="0">
                <a:srgbClr val="000000">
                  <a:alpha val="20000"/>
                </a:srgbClr>
              </a:outerShdw>
            </a:effectLst>
          </p:spPr>
        </p:pic>
        <p:pic>
          <p:nvPicPr>
            <p:cNvPr id="1027" name="Google Shape;1027;g341009e8a11_0_892"/>
            <p:cNvPicPr preferRelativeResize="0"/>
            <p:nvPr/>
          </p:nvPicPr>
          <p:blipFill rotWithShape="1">
            <a:blip r:embed="rId14">
              <a:alphaModFix/>
            </a:blip>
            <a:srcRect/>
            <a:stretch/>
          </p:blipFill>
          <p:spPr>
            <a:xfrm>
              <a:off x="1885001" y="841625"/>
              <a:ext cx="828489" cy="592062"/>
            </a:xfrm>
            <a:prstGeom prst="rect">
              <a:avLst/>
            </a:prstGeom>
            <a:noFill/>
            <a:ln>
              <a:noFill/>
            </a:ln>
            <a:effectLst>
              <a:outerShdw blurRad="57150" dist="19050" dir="5400000" algn="bl" rotWithShape="0">
                <a:srgbClr val="000000">
                  <a:alpha val="20000"/>
                </a:srgbClr>
              </a:outerShdw>
            </a:effectLst>
          </p:spPr>
        </p:pic>
        <p:pic>
          <p:nvPicPr>
            <p:cNvPr id="1028" name="Google Shape;1028;g341009e8a11_0_892"/>
            <p:cNvPicPr preferRelativeResize="0"/>
            <p:nvPr/>
          </p:nvPicPr>
          <p:blipFill rotWithShape="1">
            <a:blip r:embed="rId15">
              <a:alphaModFix/>
            </a:blip>
            <a:srcRect l="59" r="59"/>
            <a:stretch/>
          </p:blipFill>
          <p:spPr>
            <a:xfrm>
              <a:off x="975876" y="1524573"/>
              <a:ext cx="828489" cy="592062"/>
            </a:xfrm>
            <a:prstGeom prst="rect">
              <a:avLst/>
            </a:prstGeom>
            <a:noFill/>
            <a:ln>
              <a:noFill/>
            </a:ln>
            <a:effectLst>
              <a:outerShdw blurRad="57150" dist="19050" dir="5400000" algn="bl" rotWithShape="0">
                <a:srgbClr val="000000">
                  <a:alpha val="20000"/>
                </a:srgbClr>
              </a:outerShdw>
            </a:effectLst>
          </p:spPr>
        </p:pic>
        <p:pic>
          <p:nvPicPr>
            <p:cNvPr id="1029" name="Google Shape;1029;g341009e8a11_0_892"/>
            <p:cNvPicPr preferRelativeResize="0"/>
            <p:nvPr/>
          </p:nvPicPr>
          <p:blipFill rotWithShape="1">
            <a:blip r:embed="rId16">
              <a:alphaModFix/>
            </a:blip>
            <a:srcRect t="19" b="29"/>
            <a:stretch/>
          </p:blipFill>
          <p:spPr>
            <a:xfrm>
              <a:off x="7339601" y="1524570"/>
              <a:ext cx="828489" cy="592062"/>
            </a:xfrm>
            <a:prstGeom prst="rect">
              <a:avLst/>
            </a:prstGeom>
            <a:noFill/>
            <a:ln>
              <a:noFill/>
            </a:ln>
            <a:effectLst>
              <a:outerShdw blurRad="57150" dist="19050" dir="5400000" algn="bl" rotWithShape="0">
                <a:srgbClr val="000000">
                  <a:alpha val="20000"/>
                </a:srgbClr>
              </a:outerShdw>
            </a:effectLst>
          </p:spPr>
        </p:pic>
        <p:pic>
          <p:nvPicPr>
            <p:cNvPr id="1030" name="Google Shape;1030;g341009e8a11_0_892"/>
            <p:cNvPicPr preferRelativeResize="0"/>
            <p:nvPr/>
          </p:nvPicPr>
          <p:blipFill rotWithShape="1">
            <a:blip r:embed="rId17">
              <a:alphaModFix/>
            </a:blip>
            <a:srcRect/>
            <a:stretch/>
          </p:blipFill>
          <p:spPr>
            <a:xfrm>
              <a:off x="975880" y="841625"/>
              <a:ext cx="828489" cy="592062"/>
            </a:xfrm>
            <a:prstGeom prst="rect">
              <a:avLst/>
            </a:prstGeom>
            <a:noFill/>
            <a:ln>
              <a:noFill/>
            </a:ln>
            <a:effectLst>
              <a:outerShdw blurRad="57150" dist="19050" dir="5400000" algn="bl" rotWithShape="0">
                <a:srgbClr val="000000">
                  <a:alpha val="20000"/>
                </a:srgbClr>
              </a:outerShdw>
            </a:effectLst>
          </p:spPr>
        </p:pic>
        <p:pic>
          <p:nvPicPr>
            <p:cNvPr id="1031" name="Google Shape;1031;g341009e8a11_0_892"/>
            <p:cNvPicPr preferRelativeResize="0"/>
            <p:nvPr/>
          </p:nvPicPr>
          <p:blipFill rotWithShape="1">
            <a:blip r:embed="rId18">
              <a:alphaModFix/>
            </a:blip>
            <a:srcRect t="79" b="89"/>
            <a:stretch/>
          </p:blipFill>
          <p:spPr>
            <a:xfrm>
              <a:off x="7339605" y="841623"/>
              <a:ext cx="828489" cy="592062"/>
            </a:xfrm>
            <a:prstGeom prst="rect">
              <a:avLst/>
            </a:prstGeom>
            <a:noFill/>
            <a:ln>
              <a:noFill/>
            </a:ln>
            <a:effectLst>
              <a:outerShdw blurRad="57150" dist="19050" dir="5400000" algn="bl" rotWithShape="0">
                <a:srgbClr val="000000">
                  <a:alpha val="20000"/>
                </a:srgbClr>
              </a:outerShdw>
            </a:effectLst>
          </p:spPr>
        </p:pic>
        <p:pic>
          <p:nvPicPr>
            <p:cNvPr id="1032" name="Google Shape;1032;g341009e8a11_0_892"/>
            <p:cNvPicPr preferRelativeResize="0"/>
            <p:nvPr/>
          </p:nvPicPr>
          <p:blipFill rotWithShape="1">
            <a:blip r:embed="rId19">
              <a:alphaModFix/>
            </a:blip>
            <a:srcRect t="19" b="29"/>
            <a:stretch/>
          </p:blipFill>
          <p:spPr>
            <a:xfrm>
              <a:off x="6430480" y="1524570"/>
              <a:ext cx="828489" cy="592062"/>
            </a:xfrm>
            <a:prstGeom prst="rect">
              <a:avLst/>
            </a:prstGeom>
            <a:noFill/>
            <a:ln>
              <a:noFill/>
            </a:ln>
            <a:effectLst>
              <a:outerShdw blurRad="57150" dist="19050" dir="5400000" algn="bl" rotWithShape="0">
                <a:srgbClr val="000000">
                  <a:alpha val="20000"/>
                </a:srgbClr>
              </a:outerShdw>
            </a:effectLst>
          </p:spPr>
        </p:pic>
        <p:pic>
          <p:nvPicPr>
            <p:cNvPr id="1033" name="Google Shape;1033;g341009e8a11_0_892" title="JL687-77F.png"/>
            <p:cNvPicPr preferRelativeResize="0"/>
            <p:nvPr/>
          </p:nvPicPr>
          <p:blipFill rotWithShape="1">
            <a:blip r:embed="rId20">
              <a:alphaModFix/>
            </a:blip>
            <a:srcRect l="59" r="59"/>
            <a:stretch/>
          </p:blipFill>
          <p:spPr>
            <a:xfrm>
              <a:off x="1885010" y="2207520"/>
              <a:ext cx="828489" cy="592062"/>
            </a:xfrm>
            <a:prstGeom prst="rect">
              <a:avLst/>
            </a:prstGeom>
            <a:noFill/>
            <a:ln>
              <a:noFill/>
            </a:ln>
            <a:effectLst>
              <a:outerShdw blurRad="57150" dist="19050" dir="5400000" algn="bl" rotWithShape="0">
                <a:srgbClr val="000000">
                  <a:alpha val="20000"/>
                </a:srgbClr>
              </a:outerShdw>
            </a:effectLst>
          </p:spPr>
        </p:pic>
        <p:pic>
          <p:nvPicPr>
            <p:cNvPr id="1034" name="Google Shape;1034;g341009e8a11_0_892" title="JL687-78F.png"/>
            <p:cNvPicPr preferRelativeResize="0"/>
            <p:nvPr/>
          </p:nvPicPr>
          <p:blipFill rotWithShape="1">
            <a:blip r:embed="rId21">
              <a:alphaModFix/>
            </a:blip>
            <a:srcRect l="59" r="59"/>
            <a:stretch/>
          </p:blipFill>
          <p:spPr>
            <a:xfrm>
              <a:off x="2794110" y="2207520"/>
              <a:ext cx="828489" cy="592062"/>
            </a:xfrm>
            <a:prstGeom prst="rect">
              <a:avLst/>
            </a:prstGeom>
            <a:noFill/>
            <a:ln>
              <a:noFill/>
            </a:ln>
            <a:effectLst>
              <a:outerShdw blurRad="57150" dist="19050" dir="5400000" algn="bl" rotWithShape="0">
                <a:srgbClr val="000000">
                  <a:alpha val="20000"/>
                </a:srgbClr>
              </a:outerShdw>
            </a:effectLst>
          </p:spPr>
        </p:pic>
        <p:pic>
          <p:nvPicPr>
            <p:cNvPr id="1035" name="Google Shape;1035;g341009e8a11_0_892" title="JL687-79F.png"/>
            <p:cNvPicPr preferRelativeResize="0"/>
            <p:nvPr/>
          </p:nvPicPr>
          <p:blipFill rotWithShape="1">
            <a:blip r:embed="rId22">
              <a:alphaModFix/>
            </a:blip>
            <a:srcRect t="19" b="29"/>
            <a:stretch/>
          </p:blipFill>
          <p:spPr>
            <a:xfrm>
              <a:off x="3703210" y="2207520"/>
              <a:ext cx="828489" cy="592062"/>
            </a:xfrm>
            <a:prstGeom prst="rect">
              <a:avLst/>
            </a:prstGeom>
            <a:noFill/>
            <a:ln>
              <a:noFill/>
            </a:ln>
            <a:effectLst>
              <a:outerShdw blurRad="57150" dist="19050" dir="5400000" algn="bl" rotWithShape="0">
                <a:srgbClr val="000000">
                  <a:alpha val="20000"/>
                </a:srgbClr>
              </a:outerShdw>
            </a:effectLst>
          </p:spPr>
        </p:pic>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336</Words>
  <Application>Microsoft Office PowerPoint</Application>
  <PresentationFormat>On-screen Show (4:3)</PresentationFormat>
  <Paragraphs>78</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Poppins SemiBold</vt:lpstr>
      <vt:lpstr>Poppins Medium</vt:lpstr>
      <vt:lpstr>Calibri</vt:lpstr>
      <vt:lpstr>Arial</vt:lpstr>
      <vt:lpstr>Poppins</vt:lpstr>
      <vt:lpstr>Jost</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vt:lpstr>
      <vt:lpstr>Practise Common Exception Words</vt:lpstr>
      <vt:lpstr>Practise Common Exception Words</vt:lpstr>
      <vt:lpstr>Practise Common Exception Words</vt:lpstr>
      <vt:lpstr>Practise Common Exception Words</vt:lpstr>
      <vt:lpstr>Practise Common Exception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2026-05-27T04:10:42Z</dcterms:modified>
</cp:coreProperties>
</file>