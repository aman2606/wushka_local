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Jost"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v8qBgZxbqkeT4rKSZZ6xR/N76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E10EFBA-CEDA-491D-9257-EBFD9A5EBD6F}">
  <a:tblStyle styleId="{4E10EFBA-CEDA-491D-9257-EBFD9A5EBD6F}"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26" autoAdjust="0"/>
    <p:restoredTop sz="94660"/>
  </p:normalViewPr>
  <p:slideViewPr>
    <p:cSldViewPr snapToGrid="0">
      <p:cViewPr varScale="1">
        <p:scale>
          <a:sx n="59" d="100"/>
          <a:sy n="59" d="100"/>
        </p:scale>
        <p:origin x="1272" y="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14.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9" name="Google Shape;659;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0" name="Google Shape;660;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2" name="Google Shape;68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3" name="Google Shape;68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2" name="Google Shape;712;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8" name="Google Shape;748;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9" name="Google Shape;749;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6" name="Google Shape;796;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7" name="Google Shape;797;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6" name="Google Shape;846;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7" name="Google Shape;847;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1" name="Google Shape;881;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2" name="Google Shape;882;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2" name="Google Shape;902;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3" name="Google Shape;923;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4" name="Google Shape;924;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0" name="Google Shape;950;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1" name="Google Shape;951;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2e5653a5c6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3" name="Google Shape;963;g2e5653a5c6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4" name="Google Shape;964;g2e5653a5c6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6" name="Google Shape;97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7" name="Google Shape;97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3" name="Google Shape;983;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4" name="Google Shape;984;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27396378bbc_0_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1" name="Google Shape;1021;g27396378bbc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2" name="Google Shape;1022;g27396378bbc_0_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4" name="Google Shape;105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5" name="Google Shape;105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1" name="Google Shape;106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2" name="Google Shape;106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0" name="Google Shape;107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1" name="Google Shape;107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9" name="Google Shape;107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0" name="Google Shape;108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8" name="Google Shape;108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9" name="Google Shape;108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7" name="Google Shape;1097;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8" name="Google Shape;1098;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7" name="Google Shape;1107;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8" name="Google Shape;1108;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5"/>
        <p:cNvGrpSpPr/>
        <p:nvPr/>
      </p:nvGrpSpPr>
      <p:grpSpPr>
        <a:xfrm>
          <a:off x="0" y="0"/>
          <a:ext cx="0" cy="0"/>
          <a:chOff x="0" y="0"/>
          <a:chExt cx="0" cy="0"/>
        </a:xfrm>
      </p:grpSpPr>
      <p:sp>
        <p:nvSpPr>
          <p:cNvPr id="1116" name="Google Shape;1116;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7" name="Google Shape;1117;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8" name="Google Shape;1118;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5"/>
        <p:cNvGrpSpPr/>
        <p:nvPr/>
      </p:nvGrpSpPr>
      <p:grpSpPr>
        <a:xfrm>
          <a:off x="0" y="0"/>
          <a:ext cx="0" cy="0"/>
          <a:chOff x="0" y="0"/>
          <a:chExt cx="0" cy="0"/>
        </a:xfrm>
      </p:grpSpPr>
      <p:sp>
        <p:nvSpPr>
          <p:cNvPr id="1146" name="Google Shape;1146;g27396378bbc_0_7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7" name="Google Shape;1147;g27396378bbc_0_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8" name="Google Shape;1148;g27396378bbc_0_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9593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/v/ - ve</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10.2 - Wednesday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48</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image" Target="../media/image6.png"/><Relationship Id="rId7" Type="http://schemas.openxmlformats.org/officeDocument/2006/relationships/slide" Target="slide1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slide" Target="slide22.xml"/><Relationship Id="rId4" Type="http://schemas.openxmlformats.org/officeDocument/2006/relationships/image" Target="../media/image7.png"/><Relationship Id="rId9" Type="http://schemas.openxmlformats.org/officeDocument/2006/relationships/slide" Target="slide21.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5.png"/><Relationship Id="rId3" Type="http://schemas.openxmlformats.org/officeDocument/2006/relationships/image" Target="../media/image33.png"/><Relationship Id="rId21" Type="http://schemas.openxmlformats.org/officeDocument/2006/relationships/image" Target="../media/image6.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3.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0.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7.png"/><Relationship Id="rId21" Type="http://schemas.openxmlformats.org/officeDocument/2006/relationships/image" Target="../media/image79.png"/><Relationship Id="rId34" Type="http://schemas.openxmlformats.org/officeDocument/2006/relationships/image" Target="../media/image92.png"/><Relationship Id="rId42" Type="http://schemas.openxmlformats.org/officeDocument/2006/relationships/image" Target="../media/image100.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99.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37" Type="http://schemas.openxmlformats.org/officeDocument/2006/relationships/image" Target="../media/image95.png"/><Relationship Id="rId40" Type="http://schemas.openxmlformats.org/officeDocument/2006/relationships/image" Target="../media/image98.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4.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3.png"/><Relationship Id="rId43" Type="http://schemas.openxmlformats.org/officeDocument/2006/relationships/image" Target="../media/image101.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image" Target="../media/image96.png"/></Relationships>
</file>

<file path=ppt/slides/_rels/slide6.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18" Type="http://schemas.openxmlformats.org/officeDocument/2006/relationships/image" Target="../media/image117.png"/><Relationship Id="rId3" Type="http://schemas.openxmlformats.org/officeDocument/2006/relationships/image" Target="../media/image102.png"/><Relationship Id="rId21" Type="http://schemas.openxmlformats.org/officeDocument/2006/relationships/image" Target="../media/image120.png"/><Relationship Id="rId7" Type="http://schemas.openxmlformats.org/officeDocument/2006/relationships/image" Target="../media/image106.png"/><Relationship Id="rId12" Type="http://schemas.openxmlformats.org/officeDocument/2006/relationships/image" Target="../media/image111.png"/><Relationship Id="rId17" Type="http://schemas.openxmlformats.org/officeDocument/2006/relationships/image" Target="../media/image116.png"/><Relationship Id="rId25" Type="http://schemas.openxmlformats.org/officeDocument/2006/relationships/image" Target="../media/image124.png"/><Relationship Id="rId2" Type="http://schemas.openxmlformats.org/officeDocument/2006/relationships/notesSlide" Target="../notesSlides/notesSlide6.xml"/><Relationship Id="rId16" Type="http://schemas.openxmlformats.org/officeDocument/2006/relationships/image" Target="../media/image115.png"/><Relationship Id="rId20" Type="http://schemas.openxmlformats.org/officeDocument/2006/relationships/image" Target="../media/image119.png"/><Relationship Id="rId1" Type="http://schemas.openxmlformats.org/officeDocument/2006/relationships/slideLayout" Target="../slideLayouts/slideLayout3.xml"/><Relationship Id="rId6" Type="http://schemas.openxmlformats.org/officeDocument/2006/relationships/image" Target="../media/image105.png"/><Relationship Id="rId11" Type="http://schemas.openxmlformats.org/officeDocument/2006/relationships/image" Target="../media/image110.png"/><Relationship Id="rId24" Type="http://schemas.openxmlformats.org/officeDocument/2006/relationships/image" Target="../media/image123.png"/><Relationship Id="rId5" Type="http://schemas.openxmlformats.org/officeDocument/2006/relationships/image" Target="../media/image104.png"/><Relationship Id="rId15" Type="http://schemas.openxmlformats.org/officeDocument/2006/relationships/image" Target="../media/image114.png"/><Relationship Id="rId23" Type="http://schemas.openxmlformats.org/officeDocument/2006/relationships/image" Target="../media/image122.png"/><Relationship Id="rId10" Type="http://schemas.openxmlformats.org/officeDocument/2006/relationships/image" Target="../media/image109.png"/><Relationship Id="rId19" Type="http://schemas.openxmlformats.org/officeDocument/2006/relationships/image" Target="../media/image118.png"/><Relationship Id="rId4" Type="http://schemas.openxmlformats.org/officeDocument/2006/relationships/image" Target="../media/image103.png"/><Relationship Id="rId9" Type="http://schemas.openxmlformats.org/officeDocument/2006/relationships/image" Target="../media/image108.png"/><Relationship Id="rId14" Type="http://schemas.openxmlformats.org/officeDocument/2006/relationships/image" Target="../media/image113.png"/><Relationship Id="rId22" Type="http://schemas.openxmlformats.org/officeDocument/2006/relationships/image" Target="../media/image121.png"/></Relationships>
</file>

<file path=ppt/slides/_rels/slide7.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image" Target="../media/image135.png"/><Relationship Id="rId3" Type="http://schemas.openxmlformats.org/officeDocument/2006/relationships/image" Target="../media/image125.png"/><Relationship Id="rId7" Type="http://schemas.openxmlformats.org/officeDocument/2006/relationships/image" Target="../media/image129.png"/><Relationship Id="rId12" Type="http://schemas.openxmlformats.org/officeDocument/2006/relationships/image" Target="../media/image134.png"/><Relationship Id="rId2" Type="http://schemas.openxmlformats.org/officeDocument/2006/relationships/notesSlide" Target="../notesSlides/notesSlide7.xml"/><Relationship Id="rId16" Type="http://schemas.openxmlformats.org/officeDocument/2006/relationships/image" Target="../media/image137.png"/><Relationship Id="rId1" Type="http://schemas.openxmlformats.org/officeDocument/2006/relationships/slideLayout" Target="../slideLayouts/slideLayout3.xml"/><Relationship Id="rId6" Type="http://schemas.openxmlformats.org/officeDocument/2006/relationships/image" Target="../media/image128.png"/><Relationship Id="rId11" Type="http://schemas.openxmlformats.org/officeDocument/2006/relationships/image" Target="../media/image133.png"/><Relationship Id="rId5" Type="http://schemas.openxmlformats.org/officeDocument/2006/relationships/image" Target="../media/image127.png"/><Relationship Id="rId15" Type="http://schemas.openxmlformats.org/officeDocument/2006/relationships/image" Target="../media/image8.png"/><Relationship Id="rId10" Type="http://schemas.openxmlformats.org/officeDocument/2006/relationships/image" Target="../media/image132.png"/><Relationship Id="rId4" Type="http://schemas.openxmlformats.org/officeDocument/2006/relationships/image" Target="../media/image126.png"/><Relationship Id="rId9" Type="http://schemas.openxmlformats.org/officeDocument/2006/relationships/image" Target="../media/image131.png"/><Relationship Id="rId14" Type="http://schemas.openxmlformats.org/officeDocument/2006/relationships/image" Target="../media/image136.png"/></Relationships>
</file>

<file path=ppt/slides/_rels/slide8.xml.rels><?xml version="1.0" encoding="UTF-8" standalone="yes"?>
<Relationships xmlns="http://schemas.openxmlformats.org/package/2006/relationships"><Relationship Id="rId8" Type="http://schemas.openxmlformats.org/officeDocument/2006/relationships/image" Target="../media/image143.png"/><Relationship Id="rId13" Type="http://schemas.openxmlformats.org/officeDocument/2006/relationships/image" Target="../media/image148.png"/><Relationship Id="rId18" Type="http://schemas.openxmlformats.org/officeDocument/2006/relationships/image" Target="../media/image153.png"/><Relationship Id="rId26" Type="http://schemas.openxmlformats.org/officeDocument/2006/relationships/image" Target="../media/image161.png"/><Relationship Id="rId3" Type="http://schemas.openxmlformats.org/officeDocument/2006/relationships/image" Target="../media/image138.png"/><Relationship Id="rId21" Type="http://schemas.openxmlformats.org/officeDocument/2006/relationships/image" Target="../media/image156.png"/><Relationship Id="rId7" Type="http://schemas.openxmlformats.org/officeDocument/2006/relationships/image" Target="../media/image142.png"/><Relationship Id="rId12" Type="http://schemas.openxmlformats.org/officeDocument/2006/relationships/image" Target="../media/image147.png"/><Relationship Id="rId17" Type="http://schemas.openxmlformats.org/officeDocument/2006/relationships/image" Target="../media/image152.png"/><Relationship Id="rId25" Type="http://schemas.openxmlformats.org/officeDocument/2006/relationships/image" Target="../media/image160.png"/><Relationship Id="rId2" Type="http://schemas.openxmlformats.org/officeDocument/2006/relationships/notesSlide" Target="../notesSlides/notesSlide8.xml"/><Relationship Id="rId16" Type="http://schemas.openxmlformats.org/officeDocument/2006/relationships/image" Target="../media/image151.png"/><Relationship Id="rId20" Type="http://schemas.openxmlformats.org/officeDocument/2006/relationships/image" Target="../media/image155.png"/><Relationship Id="rId29" Type="http://schemas.openxmlformats.org/officeDocument/2006/relationships/image" Target="../media/image164.png"/><Relationship Id="rId1" Type="http://schemas.openxmlformats.org/officeDocument/2006/relationships/slideLayout" Target="../slideLayouts/slideLayout3.xml"/><Relationship Id="rId6" Type="http://schemas.openxmlformats.org/officeDocument/2006/relationships/image" Target="../media/image141.png"/><Relationship Id="rId11" Type="http://schemas.openxmlformats.org/officeDocument/2006/relationships/image" Target="../media/image146.png"/><Relationship Id="rId24" Type="http://schemas.openxmlformats.org/officeDocument/2006/relationships/image" Target="../media/image159.png"/><Relationship Id="rId5" Type="http://schemas.openxmlformats.org/officeDocument/2006/relationships/image" Target="../media/image140.png"/><Relationship Id="rId15" Type="http://schemas.openxmlformats.org/officeDocument/2006/relationships/image" Target="../media/image150.png"/><Relationship Id="rId23" Type="http://schemas.openxmlformats.org/officeDocument/2006/relationships/image" Target="../media/image158.png"/><Relationship Id="rId28" Type="http://schemas.openxmlformats.org/officeDocument/2006/relationships/image" Target="../media/image163.png"/><Relationship Id="rId10" Type="http://schemas.openxmlformats.org/officeDocument/2006/relationships/image" Target="../media/image145.png"/><Relationship Id="rId19" Type="http://schemas.openxmlformats.org/officeDocument/2006/relationships/image" Target="../media/image154.png"/><Relationship Id="rId4" Type="http://schemas.openxmlformats.org/officeDocument/2006/relationships/image" Target="../media/image139.png"/><Relationship Id="rId9" Type="http://schemas.openxmlformats.org/officeDocument/2006/relationships/image" Target="../media/image144.png"/><Relationship Id="rId14" Type="http://schemas.openxmlformats.org/officeDocument/2006/relationships/image" Target="../media/image149.png"/><Relationship Id="rId22" Type="http://schemas.openxmlformats.org/officeDocument/2006/relationships/image" Target="../media/image157.png"/><Relationship Id="rId27" Type="http://schemas.openxmlformats.org/officeDocument/2006/relationships/image" Target="../media/image162.png"/><Relationship Id="rId30" Type="http://schemas.openxmlformats.org/officeDocument/2006/relationships/image" Target="../media/image165.png"/></Relationships>
</file>

<file path=ppt/slides/_rels/slide9.xml.rels><?xml version="1.0" encoding="UTF-8" standalone="yes"?>
<Relationships xmlns="http://schemas.openxmlformats.org/package/2006/relationships"><Relationship Id="rId8" Type="http://schemas.openxmlformats.org/officeDocument/2006/relationships/image" Target="../media/image171.png"/><Relationship Id="rId13" Type="http://schemas.openxmlformats.org/officeDocument/2006/relationships/image" Target="../media/image176.png"/><Relationship Id="rId3" Type="http://schemas.openxmlformats.org/officeDocument/2006/relationships/image" Target="../media/image166.png"/><Relationship Id="rId7" Type="http://schemas.openxmlformats.org/officeDocument/2006/relationships/image" Target="../media/image170.png"/><Relationship Id="rId12" Type="http://schemas.openxmlformats.org/officeDocument/2006/relationships/image" Target="../media/image17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9.png"/><Relationship Id="rId11" Type="http://schemas.openxmlformats.org/officeDocument/2006/relationships/image" Target="../media/image174.png"/><Relationship Id="rId5" Type="http://schemas.openxmlformats.org/officeDocument/2006/relationships/image" Target="../media/image168.png"/><Relationship Id="rId15" Type="http://schemas.openxmlformats.org/officeDocument/2006/relationships/image" Target="../media/image178.png"/><Relationship Id="rId10" Type="http://schemas.openxmlformats.org/officeDocument/2006/relationships/image" Target="../media/image173.png"/><Relationship Id="rId4" Type="http://schemas.openxmlformats.org/officeDocument/2006/relationships/image" Target="../media/image167.png"/><Relationship Id="rId9" Type="http://schemas.openxmlformats.org/officeDocument/2006/relationships/image" Target="../media/image172.png"/><Relationship Id="rId14" Type="http://schemas.openxmlformats.org/officeDocument/2006/relationships/image" Target="../media/image177.png"/></Relationships>
</file>

<file path=ppt/slides/_rels/slide10.xml.rels><?xml version="1.0" encoding="UTF-8" standalone="yes"?>
<Relationships xmlns="http://schemas.openxmlformats.org/package/2006/relationships"><Relationship Id="rId8" Type="http://schemas.openxmlformats.org/officeDocument/2006/relationships/image" Target="../media/image184.png"/><Relationship Id="rId13" Type="http://schemas.openxmlformats.org/officeDocument/2006/relationships/image" Target="../media/image189.png"/><Relationship Id="rId3" Type="http://schemas.openxmlformats.org/officeDocument/2006/relationships/image" Target="../media/image179.png"/><Relationship Id="rId7" Type="http://schemas.openxmlformats.org/officeDocument/2006/relationships/image" Target="../media/image183.png"/><Relationship Id="rId12" Type="http://schemas.openxmlformats.org/officeDocument/2006/relationships/image" Target="../media/image188.png"/><Relationship Id="rId17" Type="http://schemas.openxmlformats.org/officeDocument/2006/relationships/image" Target="../media/image193.png"/><Relationship Id="rId2" Type="http://schemas.openxmlformats.org/officeDocument/2006/relationships/notesSlide" Target="../notesSlides/notesSlide10.xml"/><Relationship Id="rId16" Type="http://schemas.openxmlformats.org/officeDocument/2006/relationships/image" Target="../media/image192.png"/><Relationship Id="rId1" Type="http://schemas.openxmlformats.org/officeDocument/2006/relationships/slideLayout" Target="../slideLayouts/slideLayout3.xml"/><Relationship Id="rId6" Type="http://schemas.openxmlformats.org/officeDocument/2006/relationships/image" Target="../media/image182.png"/><Relationship Id="rId11" Type="http://schemas.openxmlformats.org/officeDocument/2006/relationships/image" Target="../media/image187.png"/><Relationship Id="rId5" Type="http://schemas.openxmlformats.org/officeDocument/2006/relationships/image" Target="../media/image181.png"/><Relationship Id="rId15" Type="http://schemas.openxmlformats.org/officeDocument/2006/relationships/image" Target="../media/image191.png"/><Relationship Id="rId10" Type="http://schemas.openxmlformats.org/officeDocument/2006/relationships/image" Target="../media/image186.png"/><Relationship Id="rId4" Type="http://schemas.openxmlformats.org/officeDocument/2006/relationships/image" Target="../media/image180.png"/><Relationship Id="rId9" Type="http://schemas.openxmlformats.org/officeDocument/2006/relationships/image" Target="../media/image185.png"/><Relationship Id="rId14" Type="http://schemas.openxmlformats.org/officeDocument/2006/relationships/image" Target="../media/image190.png"/></Relationships>
</file>

<file path=ppt/slides/_rels/slide11.xml.rels><?xml version="1.0" encoding="UTF-8" standalone="yes"?>
<Relationships xmlns="http://schemas.openxmlformats.org/package/2006/relationships"><Relationship Id="rId8" Type="http://schemas.openxmlformats.org/officeDocument/2006/relationships/image" Target="../media/image199.png"/><Relationship Id="rId13" Type="http://schemas.openxmlformats.org/officeDocument/2006/relationships/image" Target="../media/image204.png"/><Relationship Id="rId18" Type="http://schemas.openxmlformats.org/officeDocument/2006/relationships/image" Target="../media/image209.png"/><Relationship Id="rId3" Type="http://schemas.openxmlformats.org/officeDocument/2006/relationships/image" Target="../media/image194.png"/><Relationship Id="rId21" Type="http://schemas.openxmlformats.org/officeDocument/2006/relationships/image" Target="../media/image212.png"/><Relationship Id="rId7" Type="http://schemas.openxmlformats.org/officeDocument/2006/relationships/image" Target="../media/image198.png"/><Relationship Id="rId12" Type="http://schemas.openxmlformats.org/officeDocument/2006/relationships/image" Target="../media/image203.png"/><Relationship Id="rId17" Type="http://schemas.openxmlformats.org/officeDocument/2006/relationships/image" Target="../media/image208.png"/><Relationship Id="rId2" Type="http://schemas.openxmlformats.org/officeDocument/2006/relationships/notesSlide" Target="../notesSlides/notesSlide11.xml"/><Relationship Id="rId16" Type="http://schemas.openxmlformats.org/officeDocument/2006/relationships/image" Target="../media/image207.png"/><Relationship Id="rId20" Type="http://schemas.openxmlformats.org/officeDocument/2006/relationships/image" Target="../media/image211.png"/><Relationship Id="rId1" Type="http://schemas.openxmlformats.org/officeDocument/2006/relationships/slideLayout" Target="../slideLayouts/slideLayout3.xml"/><Relationship Id="rId6" Type="http://schemas.openxmlformats.org/officeDocument/2006/relationships/image" Target="../media/image197.png"/><Relationship Id="rId11" Type="http://schemas.openxmlformats.org/officeDocument/2006/relationships/image" Target="../media/image202.png"/><Relationship Id="rId5" Type="http://schemas.openxmlformats.org/officeDocument/2006/relationships/image" Target="../media/image196.png"/><Relationship Id="rId15" Type="http://schemas.openxmlformats.org/officeDocument/2006/relationships/image" Target="../media/image206.png"/><Relationship Id="rId10" Type="http://schemas.openxmlformats.org/officeDocument/2006/relationships/image" Target="../media/image201.png"/><Relationship Id="rId19" Type="http://schemas.openxmlformats.org/officeDocument/2006/relationships/image" Target="../media/image210.png"/><Relationship Id="rId4" Type="http://schemas.openxmlformats.org/officeDocument/2006/relationships/image" Target="../media/image195.png"/><Relationship Id="rId9" Type="http://schemas.openxmlformats.org/officeDocument/2006/relationships/image" Target="../media/image200.png"/><Relationship Id="rId14" Type="http://schemas.openxmlformats.org/officeDocument/2006/relationships/image" Target="../media/image205.png"/><Relationship Id="rId22" Type="http://schemas.openxmlformats.org/officeDocument/2006/relationships/image" Target="../media/image213.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15.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1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76.png"/></Relationships>
</file>

<file path=ppt/slides/_rels/slide23.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219.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/v/;</a:t>
            </a:r>
            <a:br>
              <a:rPr lang="en-US" sz="3000"/>
            </a:br>
            <a:r>
              <a:rPr lang="en-US" sz="3000"/>
              <a:t>ve</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48</a:t>
            </a:r>
            <a:endParaRPr/>
          </a:p>
        </p:txBody>
      </p:sp>
      <p:grpSp>
        <p:nvGrpSpPr>
          <p:cNvPr id="653" name="Google Shape;653;p1"/>
          <p:cNvGrpSpPr/>
          <p:nvPr/>
        </p:nvGrpSpPr>
        <p:grpSpPr>
          <a:xfrm>
            <a:off x="5485189" y="3866198"/>
            <a:ext cx="2544947" cy="1877837"/>
            <a:chOff x="5485189" y="3866198"/>
            <a:chExt cx="2544947" cy="1877837"/>
          </a:xfrm>
        </p:grpSpPr>
        <p:pic>
          <p:nvPicPr>
            <p:cNvPr id="654" name="Google Shape;654;p1"/>
            <p:cNvPicPr preferRelativeResize="0"/>
            <p:nvPr/>
          </p:nvPicPr>
          <p:blipFill rotWithShape="1">
            <a:blip r:embed="rId3">
              <a:alphaModFix/>
            </a:blip>
            <a:srcRect l="79" r="69"/>
            <a:stretch/>
          </p:blipFill>
          <p:spPr>
            <a:xfrm rot="540305">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5" name="Google Shape;655;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pSp>
      <p:graphicFrame>
        <p:nvGraphicFramePr>
          <p:cNvPr id="656" name="Google Shape;656;p1"/>
          <p:cNvGraphicFramePr/>
          <p:nvPr/>
        </p:nvGraphicFramePr>
        <p:xfrm>
          <a:off x="4844200" y="1646527"/>
          <a:ext cx="3784875" cy="2032200"/>
        </p:xfrm>
        <a:graphic>
          <a:graphicData uri="http://schemas.openxmlformats.org/drawingml/2006/table">
            <a:tbl>
              <a:tblPr firstRow="1" bandRow="1">
                <a:noFill/>
                <a:tableStyleId>{4E10EFBA-CEDA-491D-9257-EBFD9A5EBD6F}</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FFFFFF"/>
                          </a:solidFill>
                          <a:latin typeface="Jost"/>
                          <a:ea typeface="Jost"/>
                          <a:cs typeface="Jost"/>
                          <a:sym typeface="Jost"/>
                        </a:rPr>
                        <a:t>/v/</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a:t>
            </a:r>
            <a:r>
              <a:rPr lang="en-US">
                <a:solidFill>
                  <a:srgbClr val="8DC63F"/>
                </a:solidFill>
              </a:rPr>
              <a:t> /v/</a:t>
            </a:r>
            <a:r>
              <a:rPr lang="en-US"/>
              <a:t> sound family spelling patterns.</a:t>
            </a:r>
            <a:endParaRPr/>
          </a:p>
        </p:txBody>
      </p:sp>
      <p:sp>
        <p:nvSpPr>
          <p:cNvPr id="663" name="Google Shape;663;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4" name="Google Shape;664;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5" name="Google Shape;665;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6" name="Google Shape;666;g2bee4f4af4b_0_204"/>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7" name="Google Shape;667;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8" name="Google Shape;668;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9" name="Google Shape;669;g2bee4f4af4b_0_204"/>
          <p:cNvPicPr preferRelativeResize="0"/>
          <p:nvPr/>
        </p:nvPicPr>
        <p:blipFill rotWithShape="1">
          <a:blip r:embed="rId4">
            <a:alphaModFix/>
          </a:blip>
          <a:srcRect l="69" r="69"/>
          <a:stretch/>
        </p:blipFill>
        <p:spPr>
          <a:xfrm>
            <a:off x="2262506" y="4169988"/>
            <a:ext cx="813600" cy="977433"/>
          </a:xfrm>
          <a:prstGeom prst="rect">
            <a:avLst/>
          </a:prstGeom>
          <a:noFill/>
          <a:ln>
            <a:noFill/>
          </a:ln>
          <a:effectLst>
            <a:outerShdw blurRad="71438" dist="19050" dir="5220000" algn="bl" rotWithShape="0">
              <a:srgbClr val="D8D8D8"/>
            </a:outerShdw>
          </a:effectLst>
        </p:spPr>
      </p:pic>
      <p:sp>
        <p:nvSpPr>
          <p:cNvPr id="670" name="Google Shape;670;g2bee4f4af4b_0_204"/>
          <p:cNvSpPr txBox="1"/>
          <p:nvPr/>
        </p:nvSpPr>
        <p:spPr>
          <a:xfrm>
            <a:off x="4637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1" name="Google Shape;671;g2bee4f4af4b_0_204"/>
          <p:cNvSpPr txBox="1"/>
          <p:nvPr/>
        </p:nvSpPr>
        <p:spPr>
          <a:xfrm>
            <a:off x="4315674" y="5256525"/>
            <a:ext cx="14574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72" name="Google Shape;672;g2bee4f4af4b_0_204"/>
          <p:cNvPicPr preferRelativeResize="0"/>
          <p:nvPr/>
        </p:nvPicPr>
        <p:blipFill rotWithShape="1">
          <a:blip r:embed="rId5">
            <a:alphaModFix/>
          </a:blip>
          <a:srcRect t="89" b="79"/>
          <a:stretch/>
        </p:blipFill>
        <p:spPr>
          <a:xfrm>
            <a:off x="4578429" y="4326104"/>
            <a:ext cx="931974" cy="665199"/>
          </a:xfrm>
          <a:prstGeom prst="rect">
            <a:avLst/>
          </a:prstGeom>
          <a:noFill/>
          <a:ln>
            <a:noFill/>
          </a:ln>
          <a:effectLst>
            <a:outerShdw blurRad="71438" dist="19050" dir="5220000" algn="bl" rotWithShape="0">
              <a:srgbClr val="D8D8D8"/>
            </a:outerShdw>
          </a:effectLst>
        </p:spPr>
      </p:pic>
      <p:sp>
        <p:nvSpPr>
          <p:cNvPr id="673" name="Google Shape;673;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4" name="Google Shape;674;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5" name="Google Shape;675;g2bee4f4af4b_0_204"/>
          <p:cNvPicPr preferRelativeResize="0"/>
          <p:nvPr/>
        </p:nvPicPr>
        <p:blipFill rotWithShape="1">
          <a:blip r:embed="rId6">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6" name="Google Shape;676;g2bee4f4af4b_0_204">
            <a:hlinkClick r:id="rId7" action="ppaction://hlinksldjump"/>
          </p:cNvPr>
          <p:cNvSpPr/>
          <p:nvPr/>
        </p:nvSpPr>
        <p:spPr>
          <a:xfrm>
            <a:off x="984836" y="379366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bee4f4af4b_0_204">
            <a:hlinkClick r:id="rId8" action="ppaction://hlinksldjump"/>
          </p:cNvPr>
          <p:cNvSpPr/>
          <p:nvPr/>
        </p:nvSpPr>
        <p:spPr>
          <a:xfrm>
            <a:off x="2369262" y="3650471"/>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bee4f4af4b_0_204">
            <a:hlinkClick r:id="rId9" action="ppaction://hlinksldjump"/>
          </p:cNvPr>
          <p:cNvSpPr/>
          <p:nvPr/>
        </p:nvSpPr>
        <p:spPr>
          <a:xfrm>
            <a:off x="3601637" y="360286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9" name="Google Shape;679;g2bee4f4af4b_0_204">
            <a:hlinkClick r:id="rId10" action="ppaction://hlinksldjump"/>
          </p:cNvPr>
          <p:cNvSpPr/>
          <p:nvPr/>
        </p:nvSpPr>
        <p:spPr>
          <a:xfrm>
            <a:off x="4659611" y="371014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6" name="Google Shape;686;g26b641b03cd_0_165"/>
          <p:cNvGrpSpPr/>
          <p:nvPr/>
        </p:nvGrpSpPr>
        <p:grpSpPr>
          <a:xfrm>
            <a:off x="930400" y="2053244"/>
            <a:ext cx="7283200" cy="3724851"/>
            <a:chOff x="930400" y="2129444"/>
            <a:chExt cx="7283200" cy="3724851"/>
          </a:xfrm>
        </p:grpSpPr>
        <p:pic>
          <p:nvPicPr>
            <p:cNvPr id="687" name="Google Shape;687;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6" name="Google Shape;716;g26b7edf6e71_0_26"/>
          <p:cNvGrpSpPr/>
          <p:nvPr/>
        </p:nvGrpSpPr>
        <p:grpSpPr>
          <a:xfrm>
            <a:off x="930400" y="2053250"/>
            <a:ext cx="7283201" cy="2971674"/>
            <a:chOff x="930400" y="2129450"/>
            <a:chExt cx="7283201" cy="2971674"/>
          </a:xfrm>
        </p:grpSpPr>
        <p:pic>
          <p:nvPicPr>
            <p:cNvPr id="717" name="Google Shape;717;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7" name="Google Shape;727;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9" name="Google Shape;729;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30" name="Google Shape;730;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31" name="Google Shape;731;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32" name="Google Shape;732;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33" name="Google Shape;733;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41" name="Google Shape;741;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42" name="Google Shape;742;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43" name="Google Shape;743;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5" name="Google Shape;745;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2" name="Google Shape;752;g2c298da1f27_0_417"/>
          <p:cNvGrpSpPr/>
          <p:nvPr/>
        </p:nvGrpSpPr>
        <p:grpSpPr>
          <a:xfrm>
            <a:off x="930400" y="2053250"/>
            <a:ext cx="7283201" cy="2971674"/>
            <a:chOff x="930400" y="2053250"/>
            <a:chExt cx="7283201" cy="2971674"/>
          </a:xfrm>
        </p:grpSpPr>
        <p:pic>
          <p:nvPicPr>
            <p:cNvPr id="753" name="Google Shape;753;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54" name="Google Shape;754;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6" name="Google Shape;756;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2" name="Google Shape;772;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6" name="Google Shape;776;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4" name="Google Shape;784;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91" name="Google Shape;791;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92" name="Google Shape;792;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93" name="Google Shape;793;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00" name="Google Shape;800;g2cdbdd49f8e_0_0"/>
          <p:cNvPicPr preferRelativeResize="0"/>
          <p:nvPr/>
        </p:nvPicPr>
        <p:blipFill rotWithShape="1">
          <a:blip r:embed="rId3">
            <a:alphaModFix/>
          </a:blip>
          <a:srcRect l="79" r="79"/>
          <a:stretch/>
        </p:blipFill>
        <p:spPr>
          <a:xfrm>
            <a:off x="930400" y="3892009"/>
            <a:ext cx="590656" cy="836045"/>
          </a:xfrm>
          <a:prstGeom prst="rect">
            <a:avLst/>
          </a:prstGeom>
          <a:noFill/>
          <a:ln>
            <a:noFill/>
          </a:ln>
          <a:effectLst>
            <a:outerShdw blurRad="71438" dist="28575" dir="5400000" algn="bl" rotWithShape="0">
              <a:srgbClr val="000000">
                <a:alpha val="14901"/>
              </a:srgbClr>
            </a:outerShdw>
          </a:effectLst>
        </p:spPr>
      </p:pic>
      <p:pic>
        <p:nvPicPr>
          <p:cNvPr id="801" name="Google Shape;801;g2cdbdd49f8e_0_0"/>
          <p:cNvPicPr preferRelativeResize="0"/>
          <p:nvPr/>
        </p:nvPicPr>
        <p:blipFill rotWithShape="1">
          <a:blip r:embed="rId4">
            <a:alphaModFix/>
          </a:blip>
          <a:srcRect l="19" r="29"/>
          <a:stretch/>
        </p:blipFill>
        <p:spPr>
          <a:xfrm>
            <a:off x="7558120" y="2972629"/>
            <a:ext cx="590656" cy="836046"/>
          </a:xfrm>
          <a:prstGeom prst="rect">
            <a:avLst/>
          </a:prstGeom>
          <a:noFill/>
          <a:ln>
            <a:noFill/>
          </a:ln>
          <a:effectLst>
            <a:outerShdw blurRad="71438" dist="28575" dir="5400000" algn="bl" rotWithShape="0">
              <a:srgbClr val="000000">
                <a:alpha val="14900"/>
              </a:srgbClr>
            </a:outerShdw>
          </a:effectLst>
        </p:spPr>
      </p:pic>
      <p:pic>
        <p:nvPicPr>
          <p:cNvPr id="802" name="Google Shape;802;g2cdbdd49f8e_0_0"/>
          <p:cNvPicPr preferRelativeResize="0"/>
          <p:nvPr/>
        </p:nvPicPr>
        <p:blipFill rotWithShape="1">
          <a:blip r:embed="rId5">
            <a:alphaModFix/>
          </a:blip>
          <a:srcRect l="19" r="29"/>
          <a:stretch/>
        </p:blipFill>
        <p:spPr>
          <a:xfrm>
            <a:off x="6895345" y="2972629"/>
            <a:ext cx="590656" cy="836046"/>
          </a:xfrm>
          <a:prstGeom prst="rect">
            <a:avLst/>
          </a:prstGeom>
          <a:noFill/>
          <a:ln>
            <a:noFill/>
          </a:ln>
          <a:effectLst>
            <a:outerShdw blurRad="71438" dist="28575" dir="5400000" algn="bl" rotWithShape="0">
              <a:srgbClr val="000000">
                <a:alpha val="14900"/>
              </a:srgbClr>
            </a:outerShdw>
          </a:effectLst>
        </p:spPr>
      </p:pic>
      <p:pic>
        <p:nvPicPr>
          <p:cNvPr id="803" name="Google Shape;803;g2cdbdd49f8e_0_0"/>
          <p:cNvPicPr preferRelativeResize="0"/>
          <p:nvPr/>
        </p:nvPicPr>
        <p:blipFill rotWithShape="1">
          <a:blip r:embed="rId6">
            <a:alphaModFix/>
          </a:blip>
          <a:srcRect l="19" r="29"/>
          <a:stretch/>
        </p:blipFill>
        <p:spPr>
          <a:xfrm>
            <a:off x="6232572" y="2972629"/>
            <a:ext cx="590656" cy="836046"/>
          </a:xfrm>
          <a:prstGeom prst="rect">
            <a:avLst/>
          </a:prstGeom>
          <a:noFill/>
          <a:ln>
            <a:noFill/>
          </a:ln>
          <a:effectLst>
            <a:outerShdw blurRad="71438" dist="28575" dir="5400000" algn="bl" rotWithShape="0">
              <a:srgbClr val="000000">
                <a:alpha val="14900"/>
              </a:srgbClr>
            </a:outerShdw>
          </a:effectLst>
        </p:spPr>
      </p:pic>
      <p:pic>
        <p:nvPicPr>
          <p:cNvPr id="804" name="Google Shape;804;g2cdbdd49f8e_0_0"/>
          <p:cNvPicPr preferRelativeResize="0"/>
          <p:nvPr/>
        </p:nvPicPr>
        <p:blipFill rotWithShape="1">
          <a:blip r:embed="rId7">
            <a:alphaModFix/>
          </a:blip>
          <a:srcRect l="79" r="79"/>
          <a:stretch/>
        </p:blipFill>
        <p:spPr>
          <a:xfrm>
            <a:off x="5569806" y="2972629"/>
            <a:ext cx="590656" cy="836045"/>
          </a:xfrm>
          <a:prstGeom prst="rect">
            <a:avLst/>
          </a:prstGeom>
          <a:noFill/>
          <a:ln>
            <a:noFill/>
          </a:ln>
          <a:effectLst>
            <a:outerShdw blurRad="71438" dist="28575" dir="5400000" algn="bl" rotWithShape="0">
              <a:srgbClr val="000000">
                <a:alpha val="14900"/>
              </a:srgbClr>
            </a:outerShdw>
          </a:effectLst>
        </p:spPr>
      </p:pic>
      <p:pic>
        <p:nvPicPr>
          <p:cNvPr id="805" name="Google Shape;805;g2cdbdd49f8e_0_0"/>
          <p:cNvPicPr preferRelativeResize="0"/>
          <p:nvPr/>
        </p:nvPicPr>
        <p:blipFill rotWithShape="1">
          <a:blip r:embed="rId8">
            <a:alphaModFix/>
          </a:blip>
          <a:srcRect/>
          <a:stretch/>
        </p:blipFill>
        <p:spPr>
          <a:xfrm>
            <a:off x="4907036" y="2972629"/>
            <a:ext cx="590656" cy="836045"/>
          </a:xfrm>
          <a:prstGeom prst="rect">
            <a:avLst/>
          </a:prstGeom>
          <a:noFill/>
          <a:ln>
            <a:noFill/>
          </a:ln>
          <a:effectLst>
            <a:outerShdw blurRad="71438" dist="28575" dir="5400000" algn="bl" rotWithShape="0">
              <a:srgbClr val="000000">
                <a:alpha val="14900"/>
              </a:srgbClr>
            </a:outerShdw>
          </a:effectLst>
        </p:spPr>
      </p:pic>
      <p:pic>
        <p:nvPicPr>
          <p:cNvPr id="806" name="Google Shape;806;g2cdbdd49f8e_0_0"/>
          <p:cNvPicPr preferRelativeResize="0"/>
          <p:nvPr/>
        </p:nvPicPr>
        <p:blipFill rotWithShape="1">
          <a:blip r:embed="rId9">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807" name="Google Shape;807;g2cdbdd49f8e_0_0"/>
          <p:cNvPicPr preferRelativeResize="0"/>
          <p:nvPr/>
        </p:nvPicPr>
        <p:blipFill rotWithShape="1">
          <a:blip r:embed="rId10">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11">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12">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13">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14">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15">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16">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17">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18">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19">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20">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18" name="Google Shape;818;g2cdbdd49f8e_0_0"/>
          <p:cNvPicPr preferRelativeResize="0"/>
          <p:nvPr/>
        </p:nvPicPr>
        <p:blipFill rotWithShape="1">
          <a:blip r:embed="rId21">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19" name="Google Shape;819;g2cdbdd49f8e_0_0"/>
          <p:cNvPicPr preferRelativeResize="0"/>
          <p:nvPr/>
        </p:nvPicPr>
        <p:blipFill rotWithShape="1">
          <a:blip r:embed="rId22">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20" name="Google Shape;820;g2cdbdd49f8e_0_0"/>
          <p:cNvPicPr preferRelativeResize="0"/>
          <p:nvPr/>
        </p:nvPicPr>
        <p:blipFill rotWithShape="1">
          <a:blip r:embed="rId23">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21" name="Google Shape;821;g2cdbdd49f8e_0_0"/>
          <p:cNvPicPr preferRelativeResize="0"/>
          <p:nvPr/>
        </p:nvPicPr>
        <p:blipFill rotWithShape="1">
          <a:blip r:embed="rId24">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22" name="Google Shape;822;g2cdbdd49f8e_0_0"/>
          <p:cNvPicPr preferRelativeResize="0"/>
          <p:nvPr/>
        </p:nvPicPr>
        <p:blipFill rotWithShape="1">
          <a:blip r:embed="rId25">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29" name="Google Shape;829;g26b7edf6e71_0_109"/>
          <p:cNvGrpSpPr/>
          <p:nvPr/>
        </p:nvGrpSpPr>
        <p:grpSpPr>
          <a:xfrm>
            <a:off x="930596" y="2135925"/>
            <a:ext cx="7282807" cy="2686611"/>
            <a:chOff x="867357" y="2129450"/>
            <a:chExt cx="7282807" cy="2686611"/>
          </a:xfrm>
        </p:grpSpPr>
        <p:pic>
          <p:nvPicPr>
            <p:cNvPr id="830" name="Google Shape;830;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34" name="Google Shape;834;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35" name="Google Shape;835;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6" name="Google Shape;836;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7" name="Google Shape;837;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38" name="Google Shape;838;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9" name="Google Shape;839;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0" name="Google Shape;840;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41" name="Google Shape;841;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42" name="Google Shape;842;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43" name="Google Shape;843;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50" name="Google Shape;850;g2c298d33e0c_0_6"/>
          <p:cNvGrpSpPr/>
          <p:nvPr/>
        </p:nvGrpSpPr>
        <p:grpSpPr>
          <a:xfrm>
            <a:off x="931093" y="2138266"/>
            <a:ext cx="7281864" cy="2684601"/>
            <a:chOff x="868300" y="2129450"/>
            <a:chExt cx="7281864" cy="2684601"/>
          </a:xfrm>
        </p:grpSpPr>
        <p:pic>
          <p:nvPicPr>
            <p:cNvPr id="851" name="Google Shape;851;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55" name="Google Shape;855;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71" name="Google Shape;871;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2" name="Google Shape;872;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3" name="Google Shape;873;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4" name="Google Shape;874;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75" name="Google Shape;875;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6" name="Google Shape;876;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7" name="Google Shape;877;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78" name="Google Shape;878;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85" name="Google Shape;885;g2c298da1f27_0_455"/>
          <p:cNvGrpSpPr/>
          <p:nvPr/>
        </p:nvGrpSpPr>
        <p:grpSpPr>
          <a:xfrm>
            <a:off x="931068" y="2129450"/>
            <a:ext cx="7281864" cy="2684601"/>
            <a:chOff x="868300" y="2053250"/>
            <a:chExt cx="7281864" cy="2684601"/>
          </a:xfrm>
        </p:grpSpPr>
        <p:pic>
          <p:nvPicPr>
            <p:cNvPr id="886" name="Google Shape;886;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87" name="Google Shape;887;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88" name="Google Shape;888;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94" name="Google Shape;894;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95" name="Google Shape;895;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96" name="Google Shape;896;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905" name="Google Shape;905;g2c298da1f27_1_0"/>
          <p:cNvGrpSpPr/>
          <p:nvPr/>
        </p:nvGrpSpPr>
        <p:grpSpPr>
          <a:xfrm>
            <a:off x="931068" y="2148475"/>
            <a:ext cx="7281864" cy="2688001"/>
            <a:chOff x="868300" y="2129450"/>
            <a:chExt cx="7281864" cy="2688001"/>
          </a:xfrm>
        </p:grpSpPr>
        <p:pic>
          <p:nvPicPr>
            <p:cNvPr id="906" name="Google Shape;906;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07" name="Google Shape;907;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08" name="Google Shape;908;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09" name="Google Shape;909;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10" name="Google Shape;910;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11" name="Google Shape;911;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12" name="Google Shape;912;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13" name="Google Shape;913;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14" name="Google Shape;914;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15" name="Google Shape;915;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16" name="Google Shape;916;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17" name="Google Shape;917;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18" name="Google Shape;918;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19" name="Google Shape;919;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20" name="Google Shape;920;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g2cdbdd193bb_0_343"/>
          <p:cNvSpPr txBox="1">
            <a:spLocks noGrp="1"/>
          </p:cNvSpPr>
          <p:nvPr>
            <p:ph type="title"/>
          </p:nvPr>
        </p:nvSpPr>
        <p:spPr>
          <a:xfrm>
            <a:off x="695700" y="582900"/>
            <a:ext cx="77526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 </a:t>
            </a:r>
            <a:r>
              <a:rPr lang="en-US" sz="2000">
                <a:solidFill>
                  <a:srgbClr val="2356AF"/>
                </a:solidFill>
              </a:rPr>
              <a:t>people wild child mind kind behind eye oh most only both though through who prove shoe beautiful climb Christmas school</a:t>
            </a:r>
            <a:r>
              <a:rPr lang="en-US" sz="2000"/>
              <a:t>.</a:t>
            </a:r>
            <a:endParaRPr sz="2000"/>
          </a:p>
        </p:txBody>
      </p:sp>
      <p:grpSp>
        <p:nvGrpSpPr>
          <p:cNvPr id="927" name="Google Shape;927;g2cdbdd193bb_0_343"/>
          <p:cNvGrpSpPr/>
          <p:nvPr/>
        </p:nvGrpSpPr>
        <p:grpSpPr>
          <a:xfrm>
            <a:off x="931761" y="2129450"/>
            <a:ext cx="7280477" cy="3622230"/>
            <a:chOff x="868300" y="2129450"/>
            <a:chExt cx="7280477" cy="3622230"/>
          </a:xfrm>
        </p:grpSpPr>
        <p:pic>
          <p:nvPicPr>
            <p:cNvPr id="928" name="Google Shape;928;g2cdbdd193bb_0_343"/>
            <p:cNvPicPr preferRelativeResize="0"/>
            <p:nvPr/>
          </p:nvPicPr>
          <p:blipFill rotWithShape="1">
            <a:blip r:embed="rId3">
              <a:alphaModFix/>
            </a:blip>
            <a:srcRect l="59" r="59"/>
            <a:stretch/>
          </p:blipFill>
          <p:spPr>
            <a:xfrm>
              <a:off x="868300" y="4928725"/>
              <a:ext cx="1146813" cy="819547"/>
            </a:xfrm>
            <a:prstGeom prst="rect">
              <a:avLst/>
            </a:prstGeom>
            <a:noFill/>
            <a:ln>
              <a:noFill/>
            </a:ln>
            <a:effectLst>
              <a:outerShdw blurRad="71438" dist="19050" dir="5400000" algn="bl" rotWithShape="0">
                <a:srgbClr val="000000">
                  <a:alpha val="17250"/>
                </a:srgbClr>
              </a:outerShdw>
            </a:effectLst>
          </p:spPr>
        </p:pic>
        <p:pic>
          <p:nvPicPr>
            <p:cNvPr id="929" name="Google Shape;929;g2cdbdd193bb_0_343"/>
            <p:cNvPicPr preferRelativeResize="0"/>
            <p:nvPr/>
          </p:nvPicPr>
          <p:blipFill rotWithShape="1">
            <a:blip r:embed="rId4">
              <a:alphaModFix/>
            </a:blip>
            <a:srcRect l="159" r="159"/>
            <a:stretch/>
          </p:blipFill>
          <p:spPr>
            <a:xfrm>
              <a:off x="2094526" y="4928725"/>
              <a:ext cx="1147320" cy="822955"/>
            </a:xfrm>
            <a:prstGeom prst="rect">
              <a:avLst/>
            </a:prstGeom>
            <a:noFill/>
            <a:ln>
              <a:noFill/>
            </a:ln>
            <a:effectLst>
              <a:outerShdw blurRad="71438" dist="19050" dir="5400000" algn="bl" rotWithShape="0">
                <a:srgbClr val="000000">
                  <a:alpha val="17250"/>
                </a:srgbClr>
              </a:outerShdw>
            </a:effectLst>
          </p:spPr>
        </p:pic>
        <p:pic>
          <p:nvPicPr>
            <p:cNvPr id="930" name="Google Shape;930;g2cdbdd193bb_0_343"/>
            <p:cNvPicPr preferRelativeResize="0"/>
            <p:nvPr/>
          </p:nvPicPr>
          <p:blipFill rotWithShape="1">
            <a:blip r:embed="rId5">
              <a:alphaModFix/>
            </a:blip>
            <a:srcRect l="159" r="159"/>
            <a:stretch/>
          </p:blipFill>
          <p:spPr>
            <a:xfrm>
              <a:off x="7001457" y="3994500"/>
              <a:ext cx="1147320" cy="821565"/>
            </a:xfrm>
            <a:prstGeom prst="rect">
              <a:avLst/>
            </a:prstGeom>
            <a:noFill/>
            <a:ln>
              <a:noFill/>
            </a:ln>
            <a:effectLst>
              <a:outerShdw blurRad="71438" dist="19050" dir="5400000" algn="bl" rotWithShape="0">
                <a:srgbClr val="000000">
                  <a:alpha val="17650"/>
                </a:srgbClr>
              </a:outerShdw>
            </a:effectLst>
          </p:spPr>
        </p:pic>
        <p:pic>
          <p:nvPicPr>
            <p:cNvPr id="931" name="Google Shape;931;g2cdbdd193bb_0_343"/>
            <p:cNvPicPr preferRelativeResize="0"/>
            <p:nvPr/>
          </p:nvPicPr>
          <p:blipFill rotWithShape="1">
            <a:blip r:embed="rId6">
              <a:alphaModFix/>
            </a:blip>
            <a:srcRect l="159" r="159"/>
            <a:stretch/>
          </p:blipFill>
          <p:spPr>
            <a:xfrm>
              <a:off x="5774724" y="3994500"/>
              <a:ext cx="1147320" cy="821565"/>
            </a:xfrm>
            <a:prstGeom prst="rect">
              <a:avLst/>
            </a:prstGeom>
            <a:noFill/>
            <a:ln>
              <a:noFill/>
            </a:ln>
            <a:effectLst>
              <a:outerShdw blurRad="71438" dist="19050" dir="5400000" algn="bl" rotWithShape="0">
                <a:srgbClr val="000000">
                  <a:alpha val="17650"/>
                </a:srgbClr>
              </a:outerShdw>
            </a:effectLst>
          </p:spPr>
        </p:pic>
        <p:pic>
          <p:nvPicPr>
            <p:cNvPr id="932" name="Google Shape;932;g2cdbdd193bb_0_343"/>
            <p:cNvPicPr preferRelativeResize="0"/>
            <p:nvPr/>
          </p:nvPicPr>
          <p:blipFill rotWithShape="1">
            <a:blip r:embed="rId7">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7650"/>
                </a:srgbClr>
              </a:outerShdw>
            </a:effectLst>
          </p:spPr>
        </p:pic>
        <p:pic>
          <p:nvPicPr>
            <p:cNvPr id="933" name="Google Shape;933;g2cdbdd193bb_0_343"/>
            <p:cNvPicPr preferRelativeResize="0"/>
            <p:nvPr/>
          </p:nvPicPr>
          <p:blipFill rotWithShape="1">
            <a:blip r:embed="rId8">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7650"/>
                </a:srgbClr>
              </a:outerShdw>
            </a:effectLst>
          </p:spPr>
        </p:pic>
        <p:pic>
          <p:nvPicPr>
            <p:cNvPr id="934" name="Google Shape;934;g2cdbdd193bb_0_343"/>
            <p:cNvPicPr preferRelativeResize="0"/>
            <p:nvPr/>
          </p:nvPicPr>
          <p:blipFill rotWithShape="1">
            <a:blip r:embed="rId9">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7650"/>
                </a:srgbClr>
              </a:outerShdw>
            </a:effectLst>
          </p:spPr>
        </p:pic>
        <p:pic>
          <p:nvPicPr>
            <p:cNvPr id="935" name="Google Shape;935;g2cdbdd193bb_0_343"/>
            <p:cNvPicPr preferRelativeResize="0"/>
            <p:nvPr/>
          </p:nvPicPr>
          <p:blipFill rotWithShape="1">
            <a:blip r:embed="rId10">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7650"/>
                </a:srgbClr>
              </a:outerShdw>
            </a:effectLst>
          </p:spPr>
        </p:pic>
        <p:pic>
          <p:nvPicPr>
            <p:cNvPr id="936" name="Google Shape;936;g2cdbdd193bb_0_343"/>
            <p:cNvPicPr preferRelativeResize="0"/>
            <p:nvPr/>
          </p:nvPicPr>
          <p:blipFill rotWithShape="1">
            <a:blip r:embed="rId11">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37" name="Google Shape;937;g2cdbdd193bb_0_343"/>
            <p:cNvPicPr preferRelativeResize="0"/>
            <p:nvPr/>
          </p:nvPicPr>
          <p:blipFill rotWithShape="1">
            <a:blip r:embed="rId12">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38" name="Google Shape;938;g2cdbdd193bb_0_343"/>
            <p:cNvPicPr preferRelativeResize="0"/>
            <p:nvPr/>
          </p:nvPicPr>
          <p:blipFill rotWithShape="1">
            <a:blip r:embed="rId13">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39" name="Google Shape;939;g2cdbdd193bb_0_343"/>
            <p:cNvPicPr preferRelativeResize="0"/>
            <p:nvPr/>
          </p:nvPicPr>
          <p:blipFill rotWithShape="1">
            <a:blip r:embed="rId14">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40" name="Google Shape;940;g2cdbdd193bb_0_343"/>
            <p:cNvPicPr preferRelativeResize="0"/>
            <p:nvPr/>
          </p:nvPicPr>
          <p:blipFill rotWithShape="1">
            <a:blip r:embed="rId15">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41" name="Google Shape;941;g2cdbdd193bb_0_343"/>
            <p:cNvPicPr preferRelativeResize="0"/>
            <p:nvPr/>
          </p:nvPicPr>
          <p:blipFill rotWithShape="1">
            <a:blip r:embed="rId16">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42" name="Google Shape;942;g2cdbdd193bb_0_343"/>
            <p:cNvPicPr preferRelativeResize="0"/>
            <p:nvPr/>
          </p:nvPicPr>
          <p:blipFill rotWithShape="1">
            <a:blip r:embed="rId17">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43" name="Google Shape;943;g2cdbdd193bb_0_343"/>
            <p:cNvPicPr preferRelativeResize="0"/>
            <p:nvPr/>
          </p:nvPicPr>
          <p:blipFill rotWithShape="1">
            <a:blip r:embed="rId18">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44" name="Google Shape;944;g2cdbdd193bb_0_343"/>
            <p:cNvPicPr preferRelativeResize="0"/>
            <p:nvPr/>
          </p:nvPicPr>
          <p:blipFill rotWithShape="1">
            <a:blip r:embed="rId19">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45" name="Google Shape;945;g2cdbdd193bb_0_343"/>
            <p:cNvPicPr preferRelativeResize="0"/>
            <p:nvPr/>
          </p:nvPicPr>
          <p:blipFill rotWithShape="1">
            <a:blip r:embed="rId20">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46" name="Google Shape;946;g2cdbdd193bb_0_343"/>
            <p:cNvPicPr preferRelativeResize="0"/>
            <p:nvPr/>
          </p:nvPicPr>
          <p:blipFill rotWithShape="1">
            <a:blip r:embed="rId21">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47" name="Google Shape;947;g2cdbdd193bb_0_343"/>
            <p:cNvPicPr preferRelativeResize="0"/>
            <p:nvPr/>
          </p:nvPicPr>
          <p:blipFill rotWithShape="1">
            <a:blip r:embed="rId22">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54" name="Google Shape;954;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55" name="Google Shape;955;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6666"/>
              </a:srgbClr>
            </a:outerShdw>
          </a:effectLst>
        </p:spPr>
      </p:pic>
      <p:sp>
        <p:nvSpPr>
          <p:cNvPr id="956" name="Google Shape;956;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57" name="Google Shape;957;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v</a:t>
            </a:r>
            <a:r>
              <a:rPr lang="en-US" sz="5800" b="0" i="0" u="none" strike="noStrike" cap="none">
                <a:solidFill>
                  <a:srgbClr val="2356AF"/>
                </a:solidFill>
                <a:latin typeface="Jost"/>
                <a:ea typeface="Jost"/>
                <a:cs typeface="Jost"/>
                <a:sym typeface="Jost"/>
              </a:rPr>
              <a:t>iolin</a:t>
            </a:r>
            <a:endParaRPr sz="5800" b="0" i="0" u="none" strike="noStrike" cap="none">
              <a:solidFill>
                <a:srgbClr val="2356AF"/>
              </a:solidFill>
              <a:latin typeface="Jost"/>
              <a:ea typeface="Jost"/>
              <a:cs typeface="Jost"/>
              <a:sym typeface="Jost"/>
            </a:endParaRPr>
          </a:p>
        </p:txBody>
      </p:sp>
      <p:sp>
        <p:nvSpPr>
          <p:cNvPr id="958" name="Google Shape;958;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1E8EE6"/>
                </a:solidFill>
                <a:latin typeface="Jost"/>
                <a:ea typeface="Jost"/>
                <a:cs typeface="Jost"/>
                <a:sym typeface="Jost"/>
              </a:rPr>
              <a:t>v</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n</a:t>
            </a:r>
            <a:endParaRPr sz="5800" b="0" i="0" u="none" strike="noStrike" cap="none">
              <a:solidFill>
                <a:srgbClr val="2356AF"/>
              </a:solidFill>
              <a:latin typeface="Jost"/>
              <a:ea typeface="Jost"/>
              <a:cs typeface="Jost"/>
              <a:sym typeface="Jost"/>
            </a:endParaRPr>
          </a:p>
        </p:txBody>
      </p:sp>
      <p:sp>
        <p:nvSpPr>
          <p:cNvPr id="959" name="Google Shape;959;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1E8EE6"/>
                </a:solidFill>
                <a:latin typeface="Jost"/>
                <a:ea typeface="Jost"/>
                <a:cs typeface="Jost"/>
                <a:sym typeface="Jost"/>
              </a:rPr>
              <a:t>v</a:t>
            </a:r>
            <a:r>
              <a:rPr lang="en-US" sz="5800" b="0" i="0" u="none" strike="noStrike" cap="none">
                <a:solidFill>
                  <a:srgbClr val="2356AF"/>
                </a:solidFill>
                <a:latin typeface="Jost"/>
                <a:ea typeface="Jost"/>
                <a:cs typeface="Jost"/>
                <a:sym typeface="Jost"/>
              </a:rPr>
              <a:t>est</a:t>
            </a:r>
            <a:endParaRPr sz="5800" b="0" i="0" u="none" strike="noStrike" cap="none">
              <a:solidFill>
                <a:srgbClr val="2356AF"/>
              </a:solidFill>
              <a:latin typeface="Jost"/>
              <a:ea typeface="Jost"/>
              <a:cs typeface="Jost"/>
              <a:sym typeface="Jost"/>
            </a:endParaRPr>
          </a:p>
        </p:txBody>
      </p:sp>
      <p:sp>
        <p:nvSpPr>
          <p:cNvPr id="960" name="Google Shape;960;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g2e5653a5c66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67" name="Google Shape;967;g2e5653a5c66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68" name="Google Shape;968;g2e5653a5c66_0_0"/>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6666"/>
              </a:srgbClr>
            </a:outerShdw>
          </a:effectLst>
        </p:spPr>
      </p:pic>
      <p:sp>
        <p:nvSpPr>
          <p:cNvPr id="969" name="Google Shape;969;g2e5653a5c66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70" name="Google Shape;970;g2e5653a5c66_0_0"/>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twel</a:t>
            </a:r>
            <a:r>
              <a:rPr lang="en-US" sz="5800" b="0" i="0" u="none" strike="noStrike" cap="none">
                <a:solidFill>
                  <a:srgbClr val="1E8EE6"/>
                </a:solidFill>
                <a:latin typeface="Jost"/>
                <a:ea typeface="Jost"/>
                <a:cs typeface="Jost"/>
                <a:sym typeface="Jost"/>
              </a:rPr>
              <a:t>v</a:t>
            </a:r>
            <a:r>
              <a:rPr lang="en-US" sz="5800" b="0" i="0" u="none" strike="noStrike" cap="none">
                <a:solidFill>
                  <a:srgbClr val="D0CECE"/>
                </a:solidFill>
                <a:latin typeface="Jost"/>
                <a:ea typeface="Jost"/>
                <a:cs typeface="Jost"/>
                <a:sym typeface="Jost"/>
              </a:rPr>
              <a:t>e</a:t>
            </a:r>
            <a:endParaRPr sz="5800" b="0" i="0" u="none" strike="noStrike" cap="none">
              <a:solidFill>
                <a:srgbClr val="D0CECE"/>
              </a:solidFill>
              <a:latin typeface="Jost"/>
              <a:ea typeface="Jost"/>
              <a:cs typeface="Jost"/>
              <a:sym typeface="Jost"/>
            </a:endParaRPr>
          </a:p>
        </p:txBody>
      </p:sp>
      <p:sp>
        <p:nvSpPr>
          <p:cNvPr id="971" name="Google Shape;971;g2e5653a5c66_0_0"/>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br</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1E8EE6"/>
                </a:solidFill>
                <a:latin typeface="Jost"/>
                <a:ea typeface="Jost"/>
                <a:cs typeface="Jost"/>
                <a:sym typeface="Jost"/>
              </a:rPr>
              <a:t>v</a:t>
            </a:r>
            <a:r>
              <a:rPr lang="en-US" sz="5800" b="0" i="0" u="none" strike="noStrike" cap="none">
                <a:solidFill>
                  <a:srgbClr val="D0CECE"/>
                </a:solidFill>
                <a:latin typeface="Jost"/>
                <a:ea typeface="Jost"/>
                <a:cs typeface="Jost"/>
                <a:sym typeface="Jost"/>
              </a:rPr>
              <a:t>e</a:t>
            </a:r>
            <a:endParaRPr sz="5800" b="0" i="0" u="none" strike="noStrike" cap="none">
              <a:solidFill>
                <a:srgbClr val="2356AF"/>
              </a:solidFill>
              <a:latin typeface="Jost"/>
              <a:ea typeface="Jost"/>
              <a:cs typeface="Jost"/>
              <a:sym typeface="Jost"/>
            </a:endParaRPr>
          </a:p>
        </p:txBody>
      </p:sp>
      <p:sp>
        <p:nvSpPr>
          <p:cNvPr id="972" name="Google Shape;972;g2e5653a5c66_0_0"/>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ser</a:t>
            </a:r>
            <a:r>
              <a:rPr lang="en-US" sz="5800" b="0" i="0" u="none" strike="noStrike" cap="none">
                <a:solidFill>
                  <a:srgbClr val="1E8EE6"/>
                </a:solidFill>
                <a:latin typeface="Jost"/>
                <a:ea typeface="Jost"/>
                <a:cs typeface="Jost"/>
                <a:sym typeface="Jost"/>
              </a:rPr>
              <a:t>v</a:t>
            </a:r>
            <a:r>
              <a:rPr lang="en-US" sz="5800" b="0" i="0" u="none" strike="noStrike" cap="none">
                <a:solidFill>
                  <a:srgbClr val="D0CECE"/>
                </a:solidFill>
                <a:latin typeface="Jost"/>
                <a:ea typeface="Jost"/>
                <a:cs typeface="Jost"/>
                <a:sym typeface="Jost"/>
              </a:rPr>
              <a:t>e</a:t>
            </a:r>
            <a:endParaRPr sz="5800" b="0" i="0" u="none" strike="noStrike" cap="none">
              <a:solidFill>
                <a:srgbClr val="2356AF"/>
              </a:solidFill>
              <a:latin typeface="Jost"/>
              <a:ea typeface="Jost"/>
              <a:cs typeface="Jost"/>
              <a:sym typeface="Jost"/>
            </a:endParaRPr>
          </a:p>
        </p:txBody>
      </p:sp>
      <p:sp>
        <p:nvSpPr>
          <p:cNvPr id="973" name="Google Shape;973;g2e5653a5c66_0_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48</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80" name="Google Shape;98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7" name="Google Shape;987;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8" name="Google Shape;988;g2c4fb7f6616_1_0"/>
          <p:cNvSpPr/>
          <p:nvPr/>
        </p:nvSpPr>
        <p:spPr>
          <a:xfrm>
            <a:off x="43682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9" name="Google Shape;989;g2c4fb7f6616_1_0"/>
          <p:cNvSpPr/>
          <p:nvPr/>
        </p:nvSpPr>
        <p:spPr>
          <a:xfrm>
            <a:off x="5153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90" name="Google Shape;990;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1" name="Google Shape;991;g2c4fb7f6616_1_0"/>
          <p:cNvSpPr txBox="1">
            <a:spLocks noGrp="1"/>
          </p:cNvSpPr>
          <p:nvPr>
            <p:ph type="subTitle" idx="4294967295"/>
          </p:nvPr>
        </p:nvSpPr>
        <p:spPr>
          <a:xfrm>
            <a:off x="53681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v</a:t>
            </a:r>
            <a:endParaRPr sz="15000" b="0" i="0" u="none" strike="noStrike" cap="none">
              <a:solidFill>
                <a:srgbClr val="2356AF"/>
              </a:solidFill>
              <a:latin typeface="Jost"/>
              <a:ea typeface="Jost"/>
              <a:cs typeface="Jost"/>
              <a:sym typeface="Jost"/>
            </a:endParaRPr>
          </a:p>
        </p:txBody>
      </p:sp>
      <p:sp>
        <p:nvSpPr>
          <p:cNvPr id="992" name="Google Shape;992;g2c4fb7f6616_1_0"/>
          <p:cNvSpPr txBox="1">
            <a:spLocks noGrp="1"/>
          </p:cNvSpPr>
          <p:nvPr>
            <p:ph type="subTitle" idx="4294967295"/>
          </p:nvPr>
        </p:nvSpPr>
        <p:spPr>
          <a:xfrm>
            <a:off x="37985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993" name="Google Shape;993;g2c4fb7f6616_1_0"/>
          <p:cNvSpPr txBox="1">
            <a:spLocks noGrp="1"/>
          </p:cNvSpPr>
          <p:nvPr>
            <p:ph type="subTitle" idx="4294967295"/>
          </p:nvPr>
        </p:nvSpPr>
        <p:spPr>
          <a:xfrm>
            <a:off x="4583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994" name="Google Shape;994;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5" name="Google Shape;995;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6" name="Google Shape;996;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7" name="Google Shape;997;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8" name="Google Shape;998;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9" name="Google Shape;999;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0" name="Google Shape;1000;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1" name="Google Shape;1001;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02" name="Google Shape;1002;g2c4fb7f6616_1_0"/>
          <p:cNvGrpSpPr/>
          <p:nvPr/>
        </p:nvGrpSpPr>
        <p:grpSpPr>
          <a:xfrm>
            <a:off x="-550" y="6984600"/>
            <a:ext cx="8596479" cy="808600"/>
            <a:chOff x="-550" y="6984600"/>
            <a:chExt cx="8596479" cy="808600"/>
          </a:xfrm>
        </p:grpSpPr>
        <p:sp>
          <p:nvSpPr>
            <p:cNvPr id="1003" name="Google Shape;1003;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04" name="Google Shape;1004;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05" name="Google Shape;1005;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06" name="Google Shape;1006;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7" name="Google Shape;1007;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8" name="Google Shape;1008;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9" name="Google Shape;1009;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10" name="Google Shape;1010;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11" name="Google Shape;1011;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12" name="Google Shape;1012;g2c4fb7f6616_1_0"/>
          <p:cNvSpPr txBox="1">
            <a:spLocks noGrp="1"/>
          </p:cNvSpPr>
          <p:nvPr>
            <p:ph type="subTitle" idx="4294967295"/>
          </p:nvPr>
        </p:nvSpPr>
        <p:spPr>
          <a:xfrm>
            <a:off x="63638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D0CECE"/>
                </a:solidFill>
                <a:latin typeface="Jost"/>
                <a:ea typeface="Jost"/>
                <a:cs typeface="Jost"/>
                <a:sym typeface="Jost"/>
              </a:rPr>
              <a:t>e</a:t>
            </a:r>
            <a:endParaRPr sz="15000" b="0" i="0" u="none" strike="noStrike" cap="none">
              <a:solidFill>
                <a:srgbClr val="D0CECE"/>
              </a:solidFill>
              <a:latin typeface="Jost"/>
              <a:ea typeface="Jost"/>
              <a:cs typeface="Jost"/>
              <a:sym typeface="Jost"/>
            </a:endParaRPr>
          </a:p>
        </p:txBody>
      </p:sp>
      <p:sp>
        <p:nvSpPr>
          <p:cNvPr id="1013" name="Google Shape;1013;g2c4fb7f6616_1_0"/>
          <p:cNvSpPr/>
          <p:nvPr/>
        </p:nvSpPr>
        <p:spPr>
          <a:xfrm>
            <a:off x="5705025" y="4011900"/>
            <a:ext cx="18330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4" name="Google Shape;1014;g2c4fb7f6616_1_0"/>
          <p:cNvSpPr txBox="1">
            <a:spLocks noGrp="1"/>
          </p:cNvSpPr>
          <p:nvPr>
            <p:ph type="subTitle" idx="4294967295"/>
          </p:nvPr>
        </p:nvSpPr>
        <p:spPr>
          <a:xfrm>
            <a:off x="2122350" y="1308025"/>
            <a:ext cx="2067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93FA2"/>
                </a:solidFill>
                <a:latin typeface="Jost"/>
                <a:ea typeface="Jost"/>
                <a:cs typeface="Jost"/>
                <a:sym typeface="Jost"/>
              </a:rPr>
              <a:t>or</a:t>
            </a:r>
            <a:endParaRPr sz="15000" b="0" i="0" u="none" strike="noStrike" cap="none">
              <a:solidFill>
                <a:srgbClr val="993FA2"/>
              </a:solidFill>
              <a:latin typeface="Jost"/>
              <a:ea typeface="Jost"/>
              <a:cs typeface="Jost"/>
              <a:sym typeface="Jost"/>
            </a:endParaRPr>
          </a:p>
        </p:txBody>
      </p:sp>
      <p:sp>
        <p:nvSpPr>
          <p:cNvPr id="1015" name="Google Shape;1015;g2c4fb7f6616_1_0"/>
          <p:cNvSpPr/>
          <p:nvPr/>
        </p:nvSpPr>
        <p:spPr>
          <a:xfrm>
            <a:off x="2391464" y="4011900"/>
            <a:ext cx="15294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6" name="Google Shape;1016;g2c4fb7f6616_1_0"/>
          <p:cNvSpPr/>
          <p:nvPr/>
        </p:nvSpPr>
        <p:spPr>
          <a:xfrm>
            <a:off x="18205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7" name="Google Shape;1017;g2c4fb7f6616_1_0"/>
          <p:cNvSpPr txBox="1">
            <a:spLocks noGrp="1"/>
          </p:cNvSpPr>
          <p:nvPr>
            <p:ph type="subTitle" idx="4294967295"/>
          </p:nvPr>
        </p:nvSpPr>
        <p:spPr>
          <a:xfrm>
            <a:off x="12508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1018" name="Google Shape;1018;g2c4fb7f6616_1_0"/>
          <p:cNvSpPr/>
          <p:nvPr/>
        </p:nvSpPr>
        <p:spPr>
          <a:xfrm>
            <a:off x="4082138"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g27396378bbc_0_2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25" name="Google Shape;1025;g27396378bbc_0_2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26" name="Google Shape;1026;g27396378bbc_0_2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27" name="Google Shape;1027;g27396378bbc_0_21"/>
          <p:cNvSpPr txBox="1">
            <a:spLocks noGrp="1"/>
          </p:cNvSpPr>
          <p:nvPr>
            <p:ph type="subTitle" idx="4294967295"/>
          </p:nvPr>
        </p:nvSpPr>
        <p:spPr>
          <a:xfrm>
            <a:off x="43229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v</a:t>
            </a:r>
            <a:endParaRPr sz="15000" b="0" i="0" u="none" strike="noStrike" cap="none">
              <a:solidFill>
                <a:srgbClr val="2356AF"/>
              </a:solidFill>
              <a:latin typeface="Jost"/>
              <a:ea typeface="Jost"/>
              <a:cs typeface="Jost"/>
              <a:sym typeface="Jost"/>
            </a:endParaRPr>
          </a:p>
        </p:txBody>
      </p:sp>
      <p:sp>
        <p:nvSpPr>
          <p:cNvPr id="1028" name="Google Shape;1028;g27396378bbc_0_2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9" name="Google Shape;1029;g27396378bbc_0_2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0" name="Google Shape;1030;g27396378bbc_0_2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1" name="Google Shape;1031;g27396378bbc_0_2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2" name="Google Shape;1032;g27396378bbc_0_2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3" name="Google Shape;1033;g27396378bbc_0_2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4" name="Google Shape;1034;g27396378bbc_0_21"/>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5" name="Google Shape;1035;g27396378bbc_0_2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36" name="Google Shape;1036;g27396378bbc_0_21"/>
          <p:cNvGrpSpPr/>
          <p:nvPr/>
        </p:nvGrpSpPr>
        <p:grpSpPr>
          <a:xfrm>
            <a:off x="-550" y="6984600"/>
            <a:ext cx="8596479" cy="808600"/>
            <a:chOff x="-550" y="6984600"/>
            <a:chExt cx="8596479" cy="808600"/>
          </a:xfrm>
        </p:grpSpPr>
        <p:sp>
          <p:nvSpPr>
            <p:cNvPr id="1037" name="Google Shape;1037;g27396378bbc_0_2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38" name="Google Shape;1038;g27396378bbc_0_2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39" name="Google Shape;1039;g27396378bbc_0_2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40" name="Google Shape;1040;g27396378bbc_0_2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41" name="Google Shape;1041;g27396378bbc_0_2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42" name="Google Shape;1042;g27396378bbc_0_21"/>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43" name="Google Shape;1043;g27396378bbc_0_2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44" name="Google Shape;1044;g27396378bbc_0_2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45" name="Google Shape;1045;g27396378bbc_0_2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46" name="Google Shape;1046;g27396378bbc_0_21"/>
          <p:cNvSpPr txBox="1">
            <a:spLocks noGrp="1"/>
          </p:cNvSpPr>
          <p:nvPr>
            <p:ph type="subTitle" idx="4294967295"/>
          </p:nvPr>
        </p:nvSpPr>
        <p:spPr>
          <a:xfrm>
            <a:off x="53185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D0CECE"/>
                </a:solidFill>
                <a:latin typeface="Jost"/>
                <a:ea typeface="Jost"/>
                <a:cs typeface="Jost"/>
                <a:sym typeface="Jost"/>
              </a:rPr>
              <a:t>e</a:t>
            </a:r>
            <a:endParaRPr sz="15000" b="0" i="0" u="none" strike="noStrike" cap="none">
              <a:solidFill>
                <a:srgbClr val="D0CECE"/>
              </a:solidFill>
              <a:latin typeface="Jost"/>
              <a:ea typeface="Jost"/>
              <a:cs typeface="Jost"/>
              <a:sym typeface="Jost"/>
            </a:endParaRPr>
          </a:p>
        </p:txBody>
      </p:sp>
      <p:sp>
        <p:nvSpPr>
          <p:cNvPr id="1047" name="Google Shape;1047;g27396378bbc_0_21"/>
          <p:cNvSpPr/>
          <p:nvPr/>
        </p:nvSpPr>
        <p:spPr>
          <a:xfrm>
            <a:off x="4659775" y="4011900"/>
            <a:ext cx="18330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8" name="Google Shape;1048;g27396378bbc_0_21"/>
          <p:cNvSpPr/>
          <p:nvPr/>
        </p:nvSpPr>
        <p:spPr>
          <a:xfrm>
            <a:off x="28657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9" name="Google Shape;1049;g27396378bbc_0_21"/>
          <p:cNvSpPr txBox="1">
            <a:spLocks noGrp="1"/>
          </p:cNvSpPr>
          <p:nvPr>
            <p:ph type="subTitle" idx="4294967295"/>
          </p:nvPr>
        </p:nvSpPr>
        <p:spPr>
          <a:xfrm>
            <a:off x="22960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1050" name="Google Shape;1050;g27396378bbc_0_21"/>
          <p:cNvSpPr/>
          <p:nvPr/>
        </p:nvSpPr>
        <p:spPr>
          <a:xfrm>
            <a:off x="3856609" y="3906888"/>
            <a:ext cx="390000" cy="390000"/>
          </a:xfrm>
          <a:prstGeom prst="ellipse">
            <a:avLst/>
          </a:prstGeom>
          <a:solidFill>
            <a:srgbClr val="81513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1" name="Google Shape;1051;g27396378bbc_0_21"/>
          <p:cNvSpPr txBox="1"/>
          <p:nvPr/>
        </p:nvSpPr>
        <p:spPr>
          <a:xfrm>
            <a:off x="3163909" y="1408102"/>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815138"/>
                </a:solidFill>
                <a:latin typeface="Poppins"/>
                <a:ea typeface="Poppins"/>
                <a:cs typeface="Poppins"/>
                <a:sym typeface="Poppins"/>
              </a:rPr>
              <a:t>a</a:t>
            </a:r>
            <a:endParaRPr sz="14000" b="0" i="0" u="none" strike="noStrike" cap="none">
              <a:solidFill>
                <a:srgbClr val="815138"/>
              </a:solidFill>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58" name="Google Shape;105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65" name="Google Shape;106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66" name="Google Shape;1066;g26b641b03cd_0_204"/>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67" name="Google Shape;106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sp>
        <p:nvSpPr>
          <p:cNvPr id="1073" name="Google Shape;107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74" name="Google Shape;107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75" name="Google Shape;1075;g2c186218c5a_0_48"/>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76" name="Google Shape;107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1"/>
        <p:cNvGrpSpPr/>
        <p:nvPr/>
      </p:nvGrpSpPr>
      <p:grpSpPr>
        <a:xfrm>
          <a:off x="0" y="0"/>
          <a:ext cx="0" cy="0"/>
          <a:chOff x="0" y="0"/>
          <a:chExt cx="0" cy="0"/>
        </a:xfrm>
      </p:grpSpPr>
      <p:sp>
        <p:nvSpPr>
          <p:cNvPr id="1082" name="Google Shape;108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83" name="Google Shape;108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84" name="Google Shape;1084;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85" name="Google Shape;108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92" name="Google Shape;109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93" name="Google Shape;1093;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94" name="Google Shape;109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99"/>
        <p:cNvGrpSpPr/>
        <p:nvPr/>
      </p:nvGrpSpPr>
      <p:grpSpPr>
        <a:xfrm>
          <a:off x="0" y="0"/>
          <a:ext cx="0" cy="0"/>
          <a:chOff x="0" y="0"/>
          <a:chExt cx="0" cy="0"/>
        </a:xfrm>
      </p:grpSpPr>
      <p:sp>
        <p:nvSpPr>
          <p:cNvPr id="1100" name="Google Shape;1100;g26b641b03cd_0_301"/>
          <p:cNvSpPr txBox="1">
            <a:spLocks noGrp="1"/>
          </p:cNvSpPr>
          <p:nvPr>
            <p:ph type="title"/>
          </p:nvPr>
        </p:nvSpPr>
        <p:spPr>
          <a:xfrm>
            <a:off x="820425" y="5568500"/>
            <a:ext cx="750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01" name="Google Shape;1101;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02" name="Google Shape;1102;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03" name="Google Shape;1103;g26b641b03cd_0_301"/>
          <p:cNvPicPr preferRelativeResize="0"/>
          <p:nvPr/>
        </p:nvPicPr>
        <p:blipFill rotWithShape="1">
          <a:blip r:embed="rId3">
            <a:alphaModFix/>
          </a:blip>
          <a:srcRect t="19" b="29"/>
          <a:stretch/>
        </p:blipFill>
        <p:spPr>
          <a:xfrm>
            <a:off x="1167450" y="2026425"/>
            <a:ext cx="3273401" cy="2339252"/>
          </a:xfrm>
          <a:prstGeom prst="rect">
            <a:avLst/>
          </a:prstGeom>
          <a:noFill/>
          <a:ln>
            <a:noFill/>
          </a:ln>
          <a:effectLst>
            <a:outerShdw blurRad="71438" dist="19050" dir="5400000" algn="bl" rotWithShape="0">
              <a:srgbClr val="000000">
                <a:alpha val="17254"/>
              </a:srgbClr>
            </a:outerShdw>
          </a:effectLst>
        </p:spPr>
      </p:pic>
      <p:pic>
        <p:nvPicPr>
          <p:cNvPr id="1104" name="Google Shape;1104;g26b641b03cd_0_301"/>
          <p:cNvPicPr preferRelativeResize="0"/>
          <p:nvPr/>
        </p:nvPicPr>
        <p:blipFill rotWithShape="1">
          <a:blip r:embed="rId4">
            <a:alphaModFix/>
          </a:blip>
          <a:srcRect t="19" b="29"/>
          <a:stretch/>
        </p:blipFill>
        <p:spPr>
          <a:xfrm>
            <a:off x="4703149" y="2026425"/>
            <a:ext cx="3273401" cy="2339252"/>
          </a:xfrm>
          <a:prstGeom prst="rect">
            <a:avLst/>
          </a:prstGeom>
          <a:noFill/>
          <a:ln>
            <a:noFill/>
          </a:ln>
          <a:effectLst>
            <a:outerShdw blurRad="71438" dist="19050" dir="5400000" algn="bl" rotWithShape="0">
              <a:srgbClr val="000000">
                <a:alpha val="17254"/>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sp>
        <p:nvSpPr>
          <p:cNvPr id="1110" name="Google Shape;1110;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11" name="Google Shape;1111;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12" name="Google Shape;1112;g26b641b03cd_0_308"/>
          <p:cNvSpPr txBox="1">
            <a:spLocks noGrp="1"/>
          </p:cNvSpPr>
          <p:nvPr>
            <p:ph type="title"/>
          </p:nvPr>
        </p:nvSpPr>
        <p:spPr>
          <a:xfrm>
            <a:off x="814100" y="5568500"/>
            <a:ext cx="75156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13" name="Google Shape;1113;g26b641b03cd_0_308"/>
          <p:cNvPicPr preferRelativeResize="0"/>
          <p:nvPr/>
        </p:nvPicPr>
        <p:blipFill rotWithShape="1">
          <a:blip r:embed="rId3">
            <a:alphaModFix/>
          </a:blip>
          <a:srcRect t="89" b="79"/>
          <a:stretch/>
        </p:blipFill>
        <p:spPr>
          <a:xfrm>
            <a:off x="1167450" y="2026425"/>
            <a:ext cx="3273400" cy="2339252"/>
          </a:xfrm>
          <a:prstGeom prst="rect">
            <a:avLst/>
          </a:prstGeom>
          <a:noFill/>
          <a:ln>
            <a:noFill/>
          </a:ln>
          <a:effectLst>
            <a:outerShdw blurRad="71438" dist="19050" dir="5400000" algn="bl" rotWithShape="0">
              <a:srgbClr val="000000">
                <a:alpha val="17647"/>
              </a:srgbClr>
            </a:outerShdw>
          </a:effectLst>
        </p:spPr>
      </p:pic>
      <p:pic>
        <p:nvPicPr>
          <p:cNvPr id="1114" name="Google Shape;1114;g26b641b03cd_0_308"/>
          <p:cNvPicPr preferRelativeResize="0"/>
          <p:nvPr/>
        </p:nvPicPr>
        <p:blipFill rotWithShape="1">
          <a:blip r:embed="rId4">
            <a:alphaModFix/>
          </a:blip>
          <a:srcRect t="19" b="29"/>
          <a:stretch/>
        </p:blipFill>
        <p:spPr>
          <a:xfrm>
            <a:off x="4703149" y="2026425"/>
            <a:ext cx="3273401" cy="2339252"/>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1" name="Google Shape;1121;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22" name="Google Shape;1122;g1f3daf8a844_0_64"/>
          <p:cNvGrpSpPr/>
          <p:nvPr/>
        </p:nvGrpSpPr>
        <p:grpSpPr>
          <a:xfrm>
            <a:off x="3024000" y="209875"/>
            <a:ext cx="3096000" cy="454800"/>
            <a:chOff x="3024000" y="209875"/>
            <a:chExt cx="3096000" cy="454800"/>
          </a:xfrm>
        </p:grpSpPr>
        <p:sp>
          <p:nvSpPr>
            <p:cNvPr id="1123" name="Google Shape;1123;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4" name="Google Shape;1124;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25" name="Google Shape;1125;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26" name="Google Shape;1126;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7" name="Google Shape;1127;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8" name="Google Shape;1128;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29" name="Google Shape;1129;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30" name="Google Shape;1130;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31" name="Google Shape;1131;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32" name="Google Shape;1132;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33" name="Google Shape;1133;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34" name="Google Shape;1134;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35" name="Google Shape;1135;g1f3daf8a844_0_64"/>
          <p:cNvSpPr txBox="1"/>
          <p:nvPr/>
        </p:nvSpPr>
        <p:spPr>
          <a:xfrm>
            <a:off x="2173213" y="2160375"/>
            <a:ext cx="641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36" name="Google Shape;1136;g1f3daf8a844_0_64"/>
          <p:cNvSpPr txBox="1"/>
          <p:nvPr/>
        </p:nvSpPr>
        <p:spPr>
          <a:xfrm>
            <a:off x="5449701" y="2160375"/>
            <a:ext cx="566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FFD403"/>
              </a:solidFill>
              <a:latin typeface="Jost"/>
              <a:ea typeface="Jost"/>
              <a:cs typeface="Jost"/>
              <a:sym typeface="Jost"/>
            </a:endParaRPr>
          </a:p>
        </p:txBody>
      </p:sp>
      <p:sp>
        <p:nvSpPr>
          <p:cNvPr id="1137" name="Google Shape;1137;g1f3daf8a844_0_64"/>
          <p:cNvSpPr txBox="1"/>
          <p:nvPr/>
        </p:nvSpPr>
        <p:spPr>
          <a:xfrm>
            <a:off x="1406750" y="2160375"/>
            <a:ext cx="566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38" name="Google Shape;1138;g1f3daf8a844_0_64"/>
          <p:cNvSpPr txBox="1"/>
          <p:nvPr/>
        </p:nvSpPr>
        <p:spPr>
          <a:xfrm>
            <a:off x="301437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39" name="Google Shape;1139;g1f3daf8a844_0_64"/>
          <p:cNvSpPr txBox="1"/>
          <p:nvPr/>
        </p:nvSpPr>
        <p:spPr>
          <a:xfrm>
            <a:off x="423203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e</a:t>
            </a:r>
            <a:r>
              <a:rPr lang="en-US" sz="4700" b="0" i="0" u="none" strike="noStrike" cap="none">
                <a:solidFill>
                  <a:srgbClr val="815137"/>
                </a:solidFill>
                <a:latin typeface="Poppins"/>
                <a:ea typeface="Poppins"/>
                <a:cs typeface="Poppins"/>
                <a:sym typeface="Poppins"/>
              </a:rPr>
              <a:t>a</a:t>
            </a:r>
            <a:endParaRPr sz="4700" b="0" i="0" u="none" strike="noStrike" cap="none">
              <a:solidFill>
                <a:srgbClr val="815137"/>
              </a:solidFill>
              <a:latin typeface="Poppins"/>
              <a:ea typeface="Poppins"/>
              <a:cs typeface="Poppins"/>
              <a:sym typeface="Poppins"/>
            </a:endParaRPr>
          </a:p>
        </p:txBody>
      </p:sp>
      <p:sp>
        <p:nvSpPr>
          <p:cNvPr id="1140" name="Google Shape;1140;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141" name="Google Shape;1141;g1f3daf8a844_0_64"/>
          <p:cNvSpPr txBox="1"/>
          <p:nvPr/>
        </p:nvSpPr>
        <p:spPr>
          <a:xfrm>
            <a:off x="7124827" y="2160375"/>
            <a:ext cx="6585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42" name="Google Shape;1142;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43" name="Google Shape;1143;g1f3daf8a844_0_64"/>
          <p:cNvSpPr txBox="1"/>
          <p:nvPr/>
        </p:nvSpPr>
        <p:spPr>
          <a:xfrm>
            <a:off x="6216164" y="2160375"/>
            <a:ext cx="708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cxnSp>
        <p:nvCxnSpPr>
          <p:cNvPr id="1144" name="Google Shape;1144;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49"/>
        <p:cNvGrpSpPr/>
        <p:nvPr/>
      </p:nvGrpSpPr>
      <p:grpSpPr>
        <a:xfrm>
          <a:off x="0" y="0"/>
          <a:ext cx="0" cy="0"/>
          <a:chOff x="0" y="0"/>
          <a:chExt cx="0" cy="0"/>
        </a:xfrm>
      </p:grpSpPr>
      <p:sp>
        <p:nvSpPr>
          <p:cNvPr id="1150" name="Google Shape;1150;g27396378bbc_0_7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51" name="Google Shape;1151;g27396378bbc_0_7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52" name="Google Shape;1152;g27396378bbc_0_71"/>
          <p:cNvGrpSpPr/>
          <p:nvPr/>
        </p:nvGrpSpPr>
        <p:grpSpPr>
          <a:xfrm>
            <a:off x="3024000" y="209875"/>
            <a:ext cx="3096000" cy="454800"/>
            <a:chOff x="3024000" y="209875"/>
            <a:chExt cx="3096000" cy="454800"/>
          </a:xfrm>
        </p:grpSpPr>
        <p:sp>
          <p:nvSpPr>
            <p:cNvPr id="1153" name="Google Shape;1153;g27396378bbc_0_71"/>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4" name="Google Shape;1154;g27396378bbc_0_71"/>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55" name="Google Shape;1155;g27396378bbc_0_71"/>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56" name="Google Shape;1156;g27396378bbc_0_71"/>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57" name="Google Shape;1157;g27396378bbc_0_71"/>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8" name="Google Shape;1158;g27396378bbc_0_71"/>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9" name="Google Shape;1159;g27396378bbc_0_71"/>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60" name="Google Shape;1160;g27396378bbc_0_71"/>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61" name="Google Shape;1161;g27396378bbc_0_71"/>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give solve serve le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ve twelve</a:t>
            </a:r>
            <a:endParaRPr sz="1800" b="0" i="0" u="none" strike="noStrike" cap="none">
              <a:solidFill>
                <a:srgbClr val="B7B7B7"/>
              </a:solidFill>
              <a:latin typeface="Jost"/>
              <a:ea typeface="Jost"/>
              <a:cs typeface="Jost"/>
              <a:sym typeface="Jost"/>
            </a:endParaRPr>
          </a:p>
        </p:txBody>
      </p:sp>
      <p:sp>
        <p:nvSpPr>
          <p:cNvPr id="1162" name="Google Shape;1162;g27396378bbc_0_71"/>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63" name="Google Shape;1163;g27396378bbc_0_71"/>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64" name="Google Shape;1164;g27396378bbc_0_71"/>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65" name="Google Shape;1165;g27396378bbc_0_71"/>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cxnSp>
        <p:nvCxnSpPr>
          <p:cNvPr id="1166" name="Google Shape;1166;g27396378bbc_0_71"/>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67" name="Google Shape;1167;g27396378bbc_0_71"/>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68" name="Google Shape;1168;g27396378bbc_0_71"/>
          <p:cNvSpPr txBox="1"/>
          <p:nvPr/>
        </p:nvSpPr>
        <p:spPr>
          <a:xfrm>
            <a:off x="2173213" y="2160375"/>
            <a:ext cx="641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69" name="Google Shape;1169;g27396378bbc_0_71"/>
          <p:cNvSpPr txBox="1"/>
          <p:nvPr/>
        </p:nvSpPr>
        <p:spPr>
          <a:xfrm>
            <a:off x="5449701" y="2160375"/>
            <a:ext cx="566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FFD403"/>
              </a:solidFill>
              <a:latin typeface="Jost"/>
              <a:ea typeface="Jost"/>
              <a:cs typeface="Jost"/>
              <a:sym typeface="Jost"/>
            </a:endParaRPr>
          </a:p>
        </p:txBody>
      </p:sp>
      <p:sp>
        <p:nvSpPr>
          <p:cNvPr id="1170" name="Google Shape;1170;g27396378bbc_0_71"/>
          <p:cNvSpPr txBox="1"/>
          <p:nvPr/>
        </p:nvSpPr>
        <p:spPr>
          <a:xfrm>
            <a:off x="1406750" y="2160375"/>
            <a:ext cx="566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71" name="Google Shape;1171;g27396378bbc_0_71"/>
          <p:cNvSpPr txBox="1"/>
          <p:nvPr/>
        </p:nvSpPr>
        <p:spPr>
          <a:xfrm>
            <a:off x="301437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72" name="Google Shape;1172;g27396378bbc_0_71"/>
          <p:cNvSpPr txBox="1"/>
          <p:nvPr/>
        </p:nvSpPr>
        <p:spPr>
          <a:xfrm>
            <a:off x="423203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e</a:t>
            </a:r>
            <a:r>
              <a:rPr lang="en-US" sz="4700" b="0" i="0" u="none" strike="noStrike" cap="none">
                <a:solidFill>
                  <a:srgbClr val="815137"/>
                </a:solidFill>
                <a:latin typeface="Poppins"/>
                <a:ea typeface="Poppins"/>
                <a:cs typeface="Poppins"/>
                <a:sym typeface="Poppins"/>
              </a:rPr>
              <a:t>a</a:t>
            </a:r>
            <a:endParaRPr sz="4700" b="0" i="0" u="none" strike="noStrike" cap="none">
              <a:solidFill>
                <a:srgbClr val="815137"/>
              </a:solidFill>
              <a:latin typeface="Poppins"/>
              <a:ea typeface="Poppins"/>
              <a:cs typeface="Poppins"/>
              <a:sym typeface="Poppins"/>
            </a:endParaRPr>
          </a:p>
        </p:txBody>
      </p:sp>
      <p:sp>
        <p:nvSpPr>
          <p:cNvPr id="1173" name="Google Shape;1173;g27396378bbc_0_71"/>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174" name="Google Shape;1174;g27396378bbc_0_71"/>
          <p:cNvSpPr txBox="1"/>
          <p:nvPr/>
        </p:nvSpPr>
        <p:spPr>
          <a:xfrm>
            <a:off x="7124827" y="2160375"/>
            <a:ext cx="6585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75" name="Google Shape;1175;g27396378bbc_0_7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76" name="Google Shape;1176;g27396378bbc_0_71"/>
          <p:cNvSpPr txBox="1"/>
          <p:nvPr/>
        </p:nvSpPr>
        <p:spPr>
          <a:xfrm>
            <a:off x="6216164" y="2160375"/>
            <a:ext cx="708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490</Words>
  <Application>Microsoft Office PowerPoint</Application>
  <PresentationFormat>On-screen Show (4:3)</PresentationFormat>
  <Paragraphs>171</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Poppins SemiBold</vt:lpstr>
      <vt:lpstr>Poppins Medium</vt:lpstr>
      <vt:lpstr>Calibri</vt:lpstr>
      <vt:lpstr>Jost</vt:lpstr>
      <vt:lpstr>Arial</vt:lpstr>
      <vt:lpstr>Poppins</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 want.</vt:lpstr>
      <vt:lpstr>Review Phase 5.5 Common Exception Words people wild child mind kind behind eye oh most only both though through who prove shoe beautiful climb Christmas school.</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2026-05-27T04:59:57Z</dcterms:modified>
</cp:coreProperties>
</file>