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RtPE+sCMLxlIPTjtfItDhjfbf5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C6C25A-BFCC-4A8E-B5ED-7D9B0ED9DFDA}">
  <a:tblStyle styleId="{C4C6C25A-BFCC-4A8E-B5ED-7D9B0ED9DFD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6" name="Google Shape;66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1" name="Google Shape;731;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2" name="Google Shape;732;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7348af8823_0_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7348af8823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7348af8823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7348af8823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7348af8823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7348af8823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7348af8823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7348af8823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7348af8823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79ba14bf0a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79ba14bf0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79ba14bf0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7348af8823_0_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27348af8823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27348af8823_0_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79ba14bf0a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79ba14bf0a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79ba14bf0a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0" name="Google Shape;1070;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1" name="Google Shape;1071;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g274b82f9c29_0_1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2" name="Google Shape;1102;g274b82f9c29_0_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3" name="Google Shape;1103;g274b82f9c29_0_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6" name="Google Shape;113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7" name="Google Shape;113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274b82f9c29_0_1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5" name="Google Shape;1165;g274b82f9c29_0_1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6" name="Google Shape;1166;g274b82f9c29_0_1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328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0911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1294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0932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4855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Tense</a:t>
            </a:r>
            <a:r>
              <a:rPr lang="en-US" sz="1600" b="0" i="0" u="none" strike="noStrike" cap="none">
                <a:solidFill>
                  <a:srgbClr val="000000"/>
                </a:solidFill>
                <a:latin typeface="Poppins"/>
                <a:ea typeface="Poppins"/>
                <a:cs typeface="Poppins"/>
                <a:sym typeface="Poppins"/>
              </a:rPr>
              <a:t> – shows that an action or event is currently happening or continually happening in the present.</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Continuous Tense</a:t>
            </a:r>
            <a:r>
              <a:rPr lang="en-US" sz="1600" b="0" i="0" u="none" strike="noStrike" cap="none">
                <a:solidFill>
                  <a:srgbClr val="000000"/>
                </a:solidFill>
                <a:latin typeface="Poppins"/>
                <a:ea typeface="Poppins"/>
                <a:cs typeface="Poppins"/>
                <a:sym typeface="Poppins"/>
              </a:rPr>
              <a:t> – shows that an action is happening /continuing at the moment of speaking or planning to happen in the future.</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-ing suffix (drop e)</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2 - Wednesday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8</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7240990" y="88100"/>
              <a:ext cx="1337400" cy="403500"/>
              <a:chOff x="3235750" y="88250"/>
              <a:chExt cx="1337400" cy="403500"/>
            </a:xfrm>
          </p:grpSpPr>
          <p:sp>
            <p:nvSpPr>
              <p:cNvPr id="175" name="Google Shape;175;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2" name="Google Shape;18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1" name="Google Shape;201;g2c235dd0dad_1_87"/>
          <p:cNvGrpSpPr/>
          <p:nvPr/>
        </p:nvGrpSpPr>
        <p:grpSpPr>
          <a:xfrm>
            <a:off x="662575" y="6212475"/>
            <a:ext cx="586800" cy="571500"/>
            <a:chOff x="662575" y="6212475"/>
            <a:chExt cx="586800" cy="571500"/>
          </a:xfrm>
        </p:grpSpPr>
        <p:sp>
          <p:nvSpPr>
            <p:cNvPr id="202" name="Google Shape;20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5" name="Google Shape;205;g2c235dd0dad_1_87"/>
          <p:cNvGrpSpPr/>
          <p:nvPr/>
        </p:nvGrpSpPr>
        <p:grpSpPr>
          <a:xfrm>
            <a:off x="7894350" y="6212475"/>
            <a:ext cx="586800" cy="571500"/>
            <a:chOff x="7894350" y="6212475"/>
            <a:chExt cx="586800" cy="571500"/>
          </a:xfrm>
        </p:grpSpPr>
        <p:sp>
          <p:nvSpPr>
            <p:cNvPr id="206" name="Google Shape;20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9" name="Google Shape;209;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1" name="Google Shape;21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2" name="Google Shape;212;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5" name="Google Shape;21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6" name="Google Shape;21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8" name="Google Shape;21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0" name="Google Shape;230;g1f3daf8a844_0_32"/>
          <p:cNvGrpSpPr/>
          <p:nvPr/>
        </p:nvGrpSpPr>
        <p:grpSpPr>
          <a:xfrm>
            <a:off x="662575" y="6212475"/>
            <a:ext cx="586800" cy="571500"/>
            <a:chOff x="662575" y="6212475"/>
            <a:chExt cx="586800" cy="571500"/>
          </a:xfrm>
        </p:grpSpPr>
        <p:sp>
          <p:nvSpPr>
            <p:cNvPr id="231" name="Google Shape;23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4" name="Google Shape;234;g1f3daf8a844_0_32"/>
          <p:cNvGrpSpPr/>
          <p:nvPr/>
        </p:nvGrpSpPr>
        <p:grpSpPr>
          <a:xfrm>
            <a:off x="7894350" y="6212475"/>
            <a:ext cx="586800" cy="571500"/>
            <a:chOff x="7894350" y="6212475"/>
            <a:chExt cx="586800" cy="571500"/>
          </a:xfrm>
        </p:grpSpPr>
        <p:sp>
          <p:nvSpPr>
            <p:cNvPr id="235" name="Google Shape;23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8" name="Google Shape;238;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0" name="Google Shape;24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1" name="Google Shape;241;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5" name="Google Shape;24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7" name="Google Shape;24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8" name="Google Shape;258;g2c157a2fb06_0_53"/>
          <p:cNvGrpSpPr/>
          <p:nvPr/>
        </p:nvGrpSpPr>
        <p:grpSpPr>
          <a:xfrm>
            <a:off x="662575" y="6212475"/>
            <a:ext cx="586800" cy="571500"/>
            <a:chOff x="662575" y="6212475"/>
            <a:chExt cx="586800" cy="571500"/>
          </a:xfrm>
        </p:grpSpPr>
        <p:sp>
          <p:nvSpPr>
            <p:cNvPr id="259" name="Google Shape;25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2" name="Google Shape;262;g2c157a2fb06_0_53"/>
          <p:cNvGrpSpPr/>
          <p:nvPr/>
        </p:nvGrpSpPr>
        <p:grpSpPr>
          <a:xfrm>
            <a:off x="7894350" y="6212475"/>
            <a:ext cx="586800" cy="571500"/>
            <a:chOff x="7894350" y="6212475"/>
            <a:chExt cx="586800" cy="571500"/>
          </a:xfrm>
        </p:grpSpPr>
        <p:sp>
          <p:nvSpPr>
            <p:cNvPr id="263" name="Google Shape;26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6" name="Google Shape;266;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8" name="Google Shape;26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9" name="Google Shape;269;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2" name="Google Shape;27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3" name="Google Shape;27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5" name="Google Shape;27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6" name="Google Shape;286;g2c157a2fb06_0_158"/>
          <p:cNvGrpSpPr/>
          <p:nvPr/>
        </p:nvGrpSpPr>
        <p:grpSpPr>
          <a:xfrm>
            <a:off x="662575" y="6212475"/>
            <a:ext cx="586800" cy="571500"/>
            <a:chOff x="662575" y="6212475"/>
            <a:chExt cx="586800" cy="571500"/>
          </a:xfrm>
        </p:grpSpPr>
        <p:sp>
          <p:nvSpPr>
            <p:cNvPr id="287" name="Google Shape;28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0" name="Google Shape;290;g2c157a2fb06_0_158"/>
          <p:cNvGrpSpPr/>
          <p:nvPr/>
        </p:nvGrpSpPr>
        <p:grpSpPr>
          <a:xfrm>
            <a:off x="7894350" y="6212475"/>
            <a:ext cx="586800" cy="571500"/>
            <a:chOff x="7894350" y="6212475"/>
            <a:chExt cx="586800" cy="571500"/>
          </a:xfrm>
        </p:grpSpPr>
        <p:sp>
          <p:nvSpPr>
            <p:cNvPr id="291" name="Google Shape;29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4" name="Google Shape;294;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6" name="Google Shape;29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3" name="Google Shape;30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7" name="Google Shape;317;g2c157a2fb06_0_263"/>
          <p:cNvGrpSpPr/>
          <p:nvPr/>
        </p:nvGrpSpPr>
        <p:grpSpPr>
          <a:xfrm>
            <a:off x="662575" y="6212475"/>
            <a:ext cx="586800" cy="571500"/>
            <a:chOff x="662575" y="6212475"/>
            <a:chExt cx="586800" cy="571500"/>
          </a:xfrm>
        </p:grpSpPr>
        <p:sp>
          <p:nvSpPr>
            <p:cNvPr id="318" name="Google Shape;31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263"/>
          <p:cNvGrpSpPr/>
          <p:nvPr/>
        </p:nvGrpSpPr>
        <p:grpSpPr>
          <a:xfrm>
            <a:off x="7894350" y="6212475"/>
            <a:ext cx="586800" cy="571500"/>
            <a:chOff x="7894350" y="6212475"/>
            <a:chExt cx="586800" cy="571500"/>
          </a:xfrm>
        </p:grpSpPr>
        <p:sp>
          <p:nvSpPr>
            <p:cNvPr id="322" name="Google Shape;32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5" name="Google Shape;325;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7" name="Google Shape;32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2" name="Google Shape;33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4" name="Google Shape;33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3" name="Google Shape;343;g2c157a2fb06_0_467"/>
          <p:cNvGrpSpPr/>
          <p:nvPr/>
        </p:nvGrpSpPr>
        <p:grpSpPr>
          <a:xfrm>
            <a:off x="662575" y="6212475"/>
            <a:ext cx="586800" cy="571500"/>
            <a:chOff x="662575" y="6212475"/>
            <a:chExt cx="586800" cy="571500"/>
          </a:xfrm>
        </p:grpSpPr>
        <p:sp>
          <p:nvSpPr>
            <p:cNvPr id="344" name="Google Shape;34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c157a2fb06_0_467"/>
          <p:cNvGrpSpPr/>
          <p:nvPr/>
        </p:nvGrpSpPr>
        <p:grpSpPr>
          <a:xfrm>
            <a:off x="7894350" y="6212475"/>
            <a:ext cx="586800" cy="571500"/>
            <a:chOff x="7894350" y="6212475"/>
            <a:chExt cx="586800" cy="571500"/>
          </a:xfrm>
        </p:grpSpPr>
        <p:sp>
          <p:nvSpPr>
            <p:cNvPr id="348" name="Google Shape;34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0" name="Google Shape;36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9" name="Google Shape;369;g2c157a2fb06_0_629"/>
          <p:cNvGrpSpPr/>
          <p:nvPr/>
        </p:nvGrpSpPr>
        <p:grpSpPr>
          <a:xfrm>
            <a:off x="662575" y="6212475"/>
            <a:ext cx="586800" cy="571500"/>
            <a:chOff x="662575" y="6212475"/>
            <a:chExt cx="586800" cy="571500"/>
          </a:xfrm>
        </p:grpSpPr>
        <p:sp>
          <p:nvSpPr>
            <p:cNvPr id="370" name="Google Shape;37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3" name="Google Shape;373;g2c157a2fb06_0_629"/>
          <p:cNvGrpSpPr/>
          <p:nvPr/>
        </p:nvGrpSpPr>
        <p:grpSpPr>
          <a:xfrm>
            <a:off x="7894350" y="6212475"/>
            <a:ext cx="586800" cy="571500"/>
            <a:chOff x="7894350" y="6212475"/>
            <a:chExt cx="586800" cy="571500"/>
          </a:xfrm>
        </p:grpSpPr>
        <p:sp>
          <p:nvSpPr>
            <p:cNvPr id="374" name="Google Shape;37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7" name="Google Shape;377;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4" name="Google Shape;38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6" name="Google Shape;38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798"/>
          <p:cNvGrpSpPr/>
          <p:nvPr/>
        </p:nvGrpSpPr>
        <p:grpSpPr>
          <a:xfrm>
            <a:off x="662575" y="6212475"/>
            <a:ext cx="586800" cy="571500"/>
            <a:chOff x="662575" y="6212475"/>
            <a:chExt cx="586800" cy="571500"/>
          </a:xfrm>
        </p:grpSpPr>
        <p:sp>
          <p:nvSpPr>
            <p:cNvPr id="397" name="Google Shape;39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798"/>
          <p:cNvGrpSpPr/>
          <p:nvPr/>
        </p:nvGrpSpPr>
        <p:grpSpPr>
          <a:xfrm>
            <a:off x="7894350" y="6212475"/>
            <a:ext cx="586800" cy="571500"/>
            <a:chOff x="7894350" y="6212475"/>
            <a:chExt cx="586800" cy="571500"/>
          </a:xfrm>
        </p:grpSpPr>
        <p:sp>
          <p:nvSpPr>
            <p:cNvPr id="401" name="Google Shape;40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6" name="Google Shape;406;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7" name="Google Shape;407;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0" name="Google Shape;41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1" name="Google Shape;41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3" name="Google Shape;41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3" name="Google Shape;423;g2c157a2fb06_0_825"/>
          <p:cNvGrpSpPr/>
          <p:nvPr/>
        </p:nvGrpSpPr>
        <p:grpSpPr>
          <a:xfrm>
            <a:off x="662575" y="6212475"/>
            <a:ext cx="586800" cy="571500"/>
            <a:chOff x="662575" y="6212475"/>
            <a:chExt cx="586800" cy="571500"/>
          </a:xfrm>
        </p:grpSpPr>
        <p:sp>
          <p:nvSpPr>
            <p:cNvPr id="424" name="Google Shape;42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825"/>
          <p:cNvGrpSpPr/>
          <p:nvPr/>
        </p:nvGrpSpPr>
        <p:grpSpPr>
          <a:xfrm>
            <a:off x="7894350" y="6212475"/>
            <a:ext cx="586800" cy="571500"/>
            <a:chOff x="7894350" y="6212475"/>
            <a:chExt cx="586800" cy="571500"/>
          </a:xfrm>
        </p:grpSpPr>
        <p:sp>
          <p:nvSpPr>
            <p:cNvPr id="428" name="Google Shape;42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8" name="Google Shape;43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0" name="Google Shape;44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2" name="Google Shape;462;g2c157a2fb06_0_700"/>
          <p:cNvGrpSpPr/>
          <p:nvPr/>
        </p:nvGrpSpPr>
        <p:grpSpPr>
          <a:xfrm>
            <a:off x="662575" y="6212475"/>
            <a:ext cx="586800" cy="571500"/>
            <a:chOff x="662575" y="6212475"/>
            <a:chExt cx="586800" cy="571500"/>
          </a:xfrm>
        </p:grpSpPr>
        <p:sp>
          <p:nvSpPr>
            <p:cNvPr id="463" name="Google Shape;46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6" name="Google Shape;466;g2c157a2fb06_0_700"/>
          <p:cNvGrpSpPr/>
          <p:nvPr/>
        </p:nvGrpSpPr>
        <p:grpSpPr>
          <a:xfrm>
            <a:off x="7894350" y="6212475"/>
            <a:ext cx="586800" cy="571500"/>
            <a:chOff x="7894350" y="6212475"/>
            <a:chExt cx="586800" cy="571500"/>
          </a:xfrm>
        </p:grpSpPr>
        <p:sp>
          <p:nvSpPr>
            <p:cNvPr id="467" name="Google Shape;46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70" name="Google Shape;470;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2" name="Google Shape;472;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3" name="Google Shape;473;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7" name="Google Shape;47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9" name="Google Shape;47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1" name="Google Shape;501;g2c157a2fb06_0_932"/>
          <p:cNvGrpSpPr/>
          <p:nvPr/>
        </p:nvGrpSpPr>
        <p:grpSpPr>
          <a:xfrm>
            <a:off x="662575" y="6212475"/>
            <a:ext cx="586800" cy="571500"/>
            <a:chOff x="662575" y="6212475"/>
            <a:chExt cx="586800" cy="571500"/>
          </a:xfrm>
        </p:grpSpPr>
        <p:sp>
          <p:nvSpPr>
            <p:cNvPr id="502" name="Google Shape;50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5" name="Google Shape;505;g2c157a2fb06_0_932"/>
          <p:cNvGrpSpPr/>
          <p:nvPr/>
        </p:nvGrpSpPr>
        <p:grpSpPr>
          <a:xfrm>
            <a:off x="7894350" y="6212475"/>
            <a:ext cx="586800" cy="571500"/>
            <a:chOff x="7894350" y="6212475"/>
            <a:chExt cx="586800" cy="571500"/>
          </a:xfrm>
        </p:grpSpPr>
        <p:sp>
          <p:nvSpPr>
            <p:cNvPr id="506" name="Google Shape;50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9" name="Google Shape;509;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6" name="Google Shape;51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8" name="Google Shape;51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7" name="Google Shape;537;g2c157a2fb06_0_1045"/>
          <p:cNvGrpSpPr/>
          <p:nvPr/>
        </p:nvGrpSpPr>
        <p:grpSpPr>
          <a:xfrm>
            <a:off x="662575" y="6212475"/>
            <a:ext cx="586800" cy="571500"/>
            <a:chOff x="662575" y="6212475"/>
            <a:chExt cx="586800" cy="571500"/>
          </a:xfrm>
        </p:grpSpPr>
        <p:sp>
          <p:nvSpPr>
            <p:cNvPr id="538" name="Google Shape;53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1045"/>
          <p:cNvGrpSpPr/>
          <p:nvPr/>
        </p:nvGrpSpPr>
        <p:grpSpPr>
          <a:xfrm>
            <a:off x="7894350" y="6212475"/>
            <a:ext cx="586800" cy="571500"/>
            <a:chOff x="7894350" y="6212475"/>
            <a:chExt cx="586800" cy="571500"/>
          </a:xfrm>
        </p:grpSpPr>
        <p:sp>
          <p:nvSpPr>
            <p:cNvPr id="542" name="Google Shape;54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5" name="Google Shape;545;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7" name="Google Shape;54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8" name="Google Shape;548;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4" name="Google Shape;55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6" name="Google Shape;576;g2c157a2fb06_0_1110"/>
          <p:cNvGrpSpPr/>
          <p:nvPr/>
        </p:nvGrpSpPr>
        <p:grpSpPr>
          <a:xfrm>
            <a:off x="662575" y="6212475"/>
            <a:ext cx="586800" cy="571500"/>
            <a:chOff x="662575" y="6212475"/>
            <a:chExt cx="586800" cy="571500"/>
          </a:xfrm>
        </p:grpSpPr>
        <p:sp>
          <p:nvSpPr>
            <p:cNvPr id="577" name="Google Shape;57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110"/>
          <p:cNvGrpSpPr/>
          <p:nvPr/>
        </p:nvGrpSpPr>
        <p:grpSpPr>
          <a:xfrm>
            <a:off x="7894350" y="6212475"/>
            <a:ext cx="586800" cy="571500"/>
            <a:chOff x="7894350" y="6212475"/>
            <a:chExt cx="586800" cy="571500"/>
          </a:xfrm>
        </p:grpSpPr>
        <p:sp>
          <p:nvSpPr>
            <p:cNvPr id="581" name="Google Shape;58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4" name="Google Shape;584;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6" name="Google Shape;58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7" name="Google Shape;587;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1" name="Google Shape;59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3" name="Google Shape;59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-ing suffix </a:t>
            </a:r>
            <a:br>
              <a:rPr lang="en-US"/>
            </a:br>
            <a:r>
              <a:rPr lang="en-US"/>
              <a:t>(drop e)</a:t>
            </a:r>
            <a:endParaRPr sz="3000"/>
          </a:p>
        </p:txBody>
      </p:sp>
      <p:sp>
        <p:nvSpPr>
          <p:cNvPr id="653" name="Google Shape;65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4" name="Google Shape;654;p1"/>
          <p:cNvGraphicFramePr/>
          <p:nvPr/>
        </p:nvGraphicFramePr>
        <p:xfrm>
          <a:off x="4844200" y="1891197"/>
          <a:ext cx="3785000" cy="1678950"/>
        </p:xfrm>
        <a:graphic>
          <a:graphicData uri="http://schemas.openxmlformats.org/drawingml/2006/table">
            <a:tbl>
              <a:tblPr firstRow="1" bandRow="1">
                <a:noFill/>
                <a:tableStyleId>{C4C6C25A-BFCC-4A8E-B5ED-7D9B0ED9DFDA}</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-ing</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-ed</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5" name="Google Shape;655;p1"/>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8</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-ing</a:t>
            </a:r>
            <a:r>
              <a:rPr lang="en-US"/>
              <a:t>.</a:t>
            </a:r>
            <a:endParaRPr/>
          </a:p>
        </p:txBody>
      </p:sp>
      <p:sp>
        <p:nvSpPr>
          <p:cNvPr id="662" name="Google Shape;662;g2bee4f4af4b_0_204"/>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9" name="Google Shape;669;g26b641b03cd_0_165"/>
          <p:cNvGrpSpPr/>
          <p:nvPr/>
        </p:nvGrpSpPr>
        <p:grpSpPr>
          <a:xfrm>
            <a:off x="930400" y="2053244"/>
            <a:ext cx="7283200" cy="3724851"/>
            <a:chOff x="930400" y="2129444"/>
            <a:chExt cx="7283200" cy="3724851"/>
          </a:xfrm>
        </p:grpSpPr>
        <p:pic>
          <p:nvPicPr>
            <p:cNvPr id="670" name="Google Shape;67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9" name="Google Shape;699;g26b7edf6e71_0_26"/>
          <p:cNvGrpSpPr/>
          <p:nvPr/>
        </p:nvGrpSpPr>
        <p:grpSpPr>
          <a:xfrm>
            <a:off x="930400" y="2053250"/>
            <a:ext cx="7283201" cy="2971674"/>
            <a:chOff x="930400" y="2129450"/>
            <a:chExt cx="7283201" cy="2971674"/>
          </a:xfrm>
        </p:grpSpPr>
        <p:pic>
          <p:nvPicPr>
            <p:cNvPr id="700" name="Google Shape;70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1" name="Google Shape;70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9" name="Google Shape;70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0" name="Google Shape;71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5" name="Google Shape;735;g2c298da1f27_0_417"/>
          <p:cNvGrpSpPr/>
          <p:nvPr/>
        </p:nvGrpSpPr>
        <p:grpSpPr>
          <a:xfrm>
            <a:off x="930400" y="2053250"/>
            <a:ext cx="7283201" cy="2971674"/>
            <a:chOff x="930400" y="2053250"/>
            <a:chExt cx="7283201" cy="2971674"/>
          </a:xfrm>
        </p:grpSpPr>
        <p:pic>
          <p:nvPicPr>
            <p:cNvPr id="736" name="Google Shape;736;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7" name="Google Shape;737;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3" name="Google Shape;783;g2cdbdd49f8e_0_0"/>
          <p:cNvGrpSpPr/>
          <p:nvPr/>
        </p:nvGrpSpPr>
        <p:grpSpPr>
          <a:xfrm>
            <a:off x="855905" y="2053250"/>
            <a:ext cx="7272577" cy="3316697"/>
            <a:chOff x="855905" y="2053250"/>
            <a:chExt cx="7272577" cy="3316697"/>
          </a:xfrm>
        </p:grpSpPr>
        <p:pic>
          <p:nvPicPr>
            <p:cNvPr id="784" name="Google Shape;784;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5" name="Google Shape;835;g2c298da1f27_1_0"/>
          <p:cNvGrpSpPr/>
          <p:nvPr/>
        </p:nvGrpSpPr>
        <p:grpSpPr>
          <a:xfrm>
            <a:off x="931068" y="2129450"/>
            <a:ext cx="7281864" cy="2688001"/>
            <a:chOff x="868300" y="2129450"/>
            <a:chExt cx="7281864" cy="2688001"/>
          </a:xfrm>
        </p:grpSpPr>
        <p:pic>
          <p:nvPicPr>
            <p:cNvPr id="836" name="Google Shape;83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9" name="Google Shape;84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7" name="Google Shape;857;g2ce66866dac_0_1153"/>
          <p:cNvSpPr txBox="1"/>
          <p:nvPr/>
        </p:nvSpPr>
        <p:spPr>
          <a:xfrm>
            <a:off x="1164425" y="1398975"/>
            <a:ext cx="65697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a:ea typeface="Poppins"/>
                <a:cs typeface="Poppins"/>
                <a:sym typeface="Poppins"/>
              </a:rPr>
              <a:t>When suffix</a:t>
            </a:r>
            <a:r>
              <a:rPr lang="en-US" sz="2800" b="0" i="0" u="none" strike="noStrike" cap="none">
                <a:solidFill>
                  <a:srgbClr val="163B7E"/>
                </a:solidFill>
                <a:latin typeface="Poppins"/>
                <a:ea typeface="Poppins"/>
                <a:cs typeface="Poppins"/>
                <a:sym typeface="Poppins"/>
              </a:rPr>
              <a:t> </a:t>
            </a:r>
            <a:r>
              <a:rPr lang="en-US" sz="2800" b="0" i="0" u="none" strike="noStrike" cap="none">
                <a:solidFill>
                  <a:srgbClr val="2356AF"/>
                </a:solidFill>
                <a:latin typeface="Poppins"/>
                <a:ea typeface="Poppins"/>
                <a:cs typeface="Poppins"/>
                <a:sym typeface="Poppins"/>
              </a:rPr>
              <a:t>-ing</a:t>
            </a:r>
            <a:r>
              <a:rPr lang="en-US" sz="2800" b="0" i="0" u="none" strike="noStrike" cap="none">
                <a:solidFill>
                  <a:srgbClr val="163B7E"/>
                </a:solidFill>
                <a:latin typeface="Poppins"/>
                <a:ea typeface="Poppins"/>
                <a:cs typeface="Poppins"/>
                <a:sym typeface="Poppins"/>
              </a:rPr>
              <a:t> </a:t>
            </a:r>
            <a:r>
              <a:rPr lang="en-US" sz="2800" b="0" i="0" u="none" strike="noStrike" cap="none">
                <a:solidFill>
                  <a:schemeClr val="dk1"/>
                </a:solidFill>
                <a:latin typeface="Poppins"/>
                <a:ea typeface="Poppins"/>
                <a:cs typeface="Poppins"/>
                <a:sym typeface="Poppins"/>
              </a:rPr>
              <a:t>is added to the end of a verb, the verb changes to present-continuous form. </a:t>
            </a:r>
            <a:endParaRPr sz="28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endParaRPr sz="28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SemiBold"/>
                <a:ea typeface="Poppins SemiBold"/>
                <a:cs typeface="Poppins SemiBold"/>
                <a:sym typeface="Poppins SemiBold"/>
              </a:rPr>
              <a:t>Spelling Rule: </a:t>
            </a:r>
            <a:r>
              <a:rPr lang="en-US" sz="2800" b="0" i="0" u="none" strike="noStrike" cap="none">
                <a:solidFill>
                  <a:schemeClr val="dk1"/>
                </a:solidFill>
                <a:latin typeface="Poppins"/>
                <a:ea typeface="Poppins"/>
                <a:cs typeface="Poppins"/>
                <a:sym typeface="Poppins"/>
              </a:rPr>
              <a:t>When the root word ends in letter </a:t>
            </a:r>
            <a:r>
              <a:rPr lang="en-US" sz="2800" b="0" i="0" u="none" strike="noStrike" cap="none">
                <a:solidFill>
                  <a:srgbClr val="000000"/>
                </a:solidFill>
                <a:latin typeface="Poppins"/>
                <a:ea typeface="Poppins"/>
                <a:cs typeface="Poppins"/>
                <a:sym typeface="Poppins"/>
              </a:rPr>
              <a:t>‘</a:t>
            </a:r>
            <a:r>
              <a:rPr lang="en-US" sz="2800" b="0" i="0" u="none" strike="noStrike" cap="none">
                <a:solidFill>
                  <a:srgbClr val="8DC63F"/>
                </a:solidFill>
                <a:latin typeface="Poppins"/>
                <a:ea typeface="Poppins"/>
                <a:cs typeface="Poppins"/>
                <a:sym typeface="Poppins"/>
              </a:rPr>
              <a:t>e</a:t>
            </a:r>
            <a:r>
              <a:rPr lang="en-US" sz="2800" b="0" i="0" u="none" strike="noStrike" cap="none">
                <a:solidFill>
                  <a:srgbClr val="000000"/>
                </a:solidFill>
                <a:latin typeface="Poppins"/>
                <a:ea typeface="Poppins"/>
                <a:cs typeface="Poppins"/>
                <a:sym typeface="Poppins"/>
              </a:rPr>
              <a:t>’,  '</a:t>
            </a:r>
            <a:r>
              <a:rPr lang="en-US" sz="2800" b="0" i="0" u="none" strike="noStrike" cap="none">
                <a:solidFill>
                  <a:srgbClr val="8DC63F"/>
                </a:solidFill>
                <a:latin typeface="Poppins"/>
                <a:ea typeface="Poppins"/>
                <a:cs typeface="Poppins"/>
                <a:sym typeface="Poppins"/>
              </a:rPr>
              <a:t>e</a:t>
            </a:r>
            <a:r>
              <a:rPr lang="en-US" sz="2800" b="0" i="0" u="none" strike="noStrike" cap="none">
                <a:solidFill>
                  <a:srgbClr val="000000"/>
                </a:solidFill>
                <a:latin typeface="Poppins"/>
                <a:ea typeface="Poppins"/>
                <a:cs typeface="Poppins"/>
                <a:sym typeface="Poppins"/>
              </a:rPr>
              <a:t>' is </a:t>
            </a:r>
            <a:r>
              <a:rPr lang="en-US" sz="2800" b="0" i="0" u="none" strike="noStrike" cap="none">
                <a:solidFill>
                  <a:schemeClr val="dk1"/>
                </a:solidFill>
                <a:latin typeface="Poppins"/>
                <a:ea typeface="Poppins"/>
                <a:cs typeface="Poppins"/>
                <a:sym typeface="Poppins"/>
              </a:rPr>
              <a:t>removed and the suffix </a:t>
            </a:r>
            <a:r>
              <a:rPr lang="en-US" sz="2800" b="0" i="0" u="none" strike="noStrike" cap="none">
                <a:solidFill>
                  <a:srgbClr val="2356AF"/>
                </a:solidFill>
                <a:latin typeface="Poppins"/>
                <a:ea typeface="Poppins"/>
                <a:cs typeface="Poppins"/>
                <a:sym typeface="Poppins"/>
              </a:rPr>
              <a:t>-ing</a:t>
            </a:r>
            <a:r>
              <a:rPr lang="en-US" sz="2800" b="0" i="0" u="none" strike="noStrike" cap="none">
                <a:solidFill>
                  <a:schemeClr val="dk1"/>
                </a:solidFill>
                <a:latin typeface="Poppins"/>
                <a:ea typeface="Poppins"/>
                <a:cs typeface="Poppins"/>
                <a:sym typeface="Poppins"/>
              </a:rPr>
              <a:t> is added.</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7348af8823_0_21"/>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4" name="Google Shape;864;g27348af8823_0_21"/>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drop letter ‘</a:t>
            </a:r>
            <a:r>
              <a:rPr lang="en-US" sz="2200" b="0" i="0" u="none" strike="noStrike" cap="none">
                <a:solidFill>
                  <a:srgbClr val="8DC63F"/>
                </a:solidFill>
                <a:latin typeface="Poppins"/>
                <a:ea typeface="Poppins"/>
                <a:cs typeface="Poppins"/>
                <a:sym typeface="Poppins"/>
              </a:rPr>
              <a:t>e</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2356AF"/>
                </a:solidFill>
                <a:latin typeface="Poppins"/>
                <a:ea typeface="Poppins"/>
                <a:cs typeface="Poppins"/>
                <a:sym typeface="Poppins"/>
              </a:rPr>
              <a:t>-ing</a:t>
            </a:r>
            <a:endParaRPr sz="2200" b="0" i="0" u="none" strike="noStrike" cap="none">
              <a:solidFill>
                <a:srgbClr val="2356AF"/>
              </a:solidFill>
              <a:latin typeface="Poppins"/>
              <a:ea typeface="Poppins"/>
              <a:cs typeface="Poppins"/>
              <a:sym typeface="Poppins"/>
            </a:endParaRPr>
          </a:p>
        </p:txBody>
      </p:sp>
      <p:sp>
        <p:nvSpPr>
          <p:cNvPr id="865" name="Google Shape;865;g27348af8823_0_2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6" name="Google Shape;866;g27348af8823_0_21"/>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7" name="Google Shape;867;g27348af8823_0_21"/>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b</a:t>
            </a:r>
            <a:r>
              <a:rPr lang="en-US" sz="6600" b="0" i="0" u="none" strike="noStrike" cap="none">
                <a:solidFill>
                  <a:srgbClr val="000000"/>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ke</a:t>
            </a:r>
            <a:r>
              <a:rPr lang="en-US" sz="7500" b="0" i="0" u="none" strike="noStrike" cap="none">
                <a:solidFill>
                  <a:schemeClr val="dk1"/>
                </a:solidFill>
                <a:latin typeface="Jost"/>
                <a:ea typeface="Jost"/>
                <a:cs typeface="Jost"/>
                <a:sym typeface="Jost"/>
              </a:rPr>
              <a:t>.</a:t>
            </a:r>
            <a:endParaRPr sz="8000" b="0" i="0" u="none" strike="noStrike" cap="none">
              <a:solidFill>
                <a:srgbClr val="000000"/>
              </a:solidFill>
              <a:latin typeface="Jost"/>
              <a:ea typeface="Jost"/>
              <a:cs typeface="Jost"/>
              <a:sym typeface="Jost"/>
            </a:endParaRPr>
          </a:p>
        </p:txBody>
      </p:sp>
      <p:sp>
        <p:nvSpPr>
          <p:cNvPr id="868" name="Google Shape;868;g27348af8823_0_21"/>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a:t>
            </a:r>
            <a:r>
              <a:rPr lang="en-US" sz="66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m b</a:t>
            </a:r>
            <a:r>
              <a:rPr lang="en-US" sz="66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k</a:t>
            </a:r>
            <a:r>
              <a:rPr lang="en-US" sz="8000" b="0" i="0" u="none" strike="noStrike" cap="none">
                <a:solidFill>
                  <a:srgbClr val="2356AF"/>
                </a:solidFill>
                <a:latin typeface="Jost"/>
                <a:ea typeface="Jost"/>
                <a:cs typeface="Jost"/>
                <a:sym typeface="Jost"/>
              </a:rPr>
              <a:t>ing</a:t>
            </a:r>
            <a:r>
              <a:rPr lang="en-US" sz="7500" b="0" i="0" u="none" strike="noStrike" cap="none">
                <a:solidFill>
                  <a:schemeClr val="dk1"/>
                </a:solidFill>
                <a:latin typeface="Jost"/>
                <a:ea typeface="Jost"/>
                <a:cs typeface="Jost"/>
                <a:sym typeface="Jost"/>
              </a:rPr>
              <a:t>.</a:t>
            </a:r>
            <a:endParaRPr sz="8000" b="0" i="0" u="none" strike="noStrike" cap="none">
              <a:solidFill>
                <a:srgbClr val="2356AF"/>
              </a:solidFill>
              <a:latin typeface="Jost"/>
              <a:ea typeface="Jost"/>
              <a:cs typeface="Jost"/>
              <a:sym typeface="Jost"/>
            </a:endParaRPr>
          </a:p>
        </p:txBody>
      </p:sp>
      <p:cxnSp>
        <p:nvCxnSpPr>
          <p:cNvPr id="869" name="Google Shape;869;g27348af8823_0_21"/>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100000"/>
              <a:buFont typeface="Arial"/>
              <a:buNone/>
            </a:pPr>
            <a:r>
              <a:rPr lang="en-US" sz="2200" b="0" i="0" u="none" strike="noStrike" cap="none">
                <a:solidFill>
                  <a:schemeClr val="dk1"/>
                </a:solidFill>
                <a:latin typeface="Poppins"/>
                <a:ea typeface="Poppins"/>
                <a:cs typeface="Poppins"/>
                <a:sym typeface="Poppins"/>
              </a:rPr>
              <a:t>drop letter ‘</a:t>
            </a:r>
            <a:r>
              <a:rPr lang="en-US" sz="2200" b="0" i="0" u="none" strike="noStrike" cap="none">
                <a:solidFill>
                  <a:srgbClr val="8DC63F"/>
                </a:solidFill>
                <a:latin typeface="Poppins"/>
                <a:ea typeface="Poppins"/>
                <a:cs typeface="Poppins"/>
                <a:sym typeface="Poppins"/>
              </a:rPr>
              <a:t>e</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2356AF"/>
                </a:solidFill>
                <a:latin typeface="Poppins"/>
                <a:ea typeface="Poppins"/>
                <a:cs typeface="Poppins"/>
                <a:sym typeface="Poppins"/>
              </a:rPr>
              <a:t>-ing</a:t>
            </a:r>
            <a:endParaRPr sz="2200" b="0" i="0" u="none" strike="noStrike" cap="none">
              <a:solidFill>
                <a:schemeClr val="dk1"/>
              </a:solidFill>
              <a:latin typeface="Poppins"/>
              <a:ea typeface="Poppins"/>
              <a:cs typeface="Poppins"/>
              <a:sym typeface="Poppins"/>
            </a:endParaRPr>
          </a:p>
        </p:txBody>
      </p:sp>
      <p:sp>
        <p:nvSpPr>
          <p:cNvPr id="877" name="Google Shape;877;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8" name="Google Shape;878;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9" name="Google Shape;879;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slide</a:t>
            </a:r>
            <a:r>
              <a:rPr lang="en-US" sz="7500" b="0" i="0" u="none" strike="noStrike" cap="none">
                <a:solidFill>
                  <a:schemeClr val="dk1"/>
                </a:solidFill>
                <a:latin typeface="Jost"/>
                <a:ea typeface="Jost"/>
                <a:cs typeface="Jost"/>
                <a:sym typeface="Jost"/>
              </a:rPr>
              <a:t>.</a:t>
            </a:r>
            <a:endParaRPr sz="8000" b="0" i="0" u="none" strike="noStrike" cap="none">
              <a:solidFill>
                <a:srgbClr val="000000"/>
              </a:solidFill>
              <a:latin typeface="Jost"/>
              <a:ea typeface="Jost"/>
              <a:cs typeface="Jost"/>
              <a:sym typeface="Jost"/>
            </a:endParaRPr>
          </a:p>
        </p:txBody>
      </p:sp>
      <p:sp>
        <p:nvSpPr>
          <p:cNvPr id="880" name="Google Shape;880;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a:t>
            </a:r>
            <a:r>
              <a:rPr lang="en-US" sz="66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m slid</a:t>
            </a:r>
            <a:r>
              <a:rPr lang="en-US" sz="8000" b="0" i="0" u="none" strike="noStrike" cap="none">
                <a:solidFill>
                  <a:srgbClr val="2356AF"/>
                </a:solidFill>
                <a:latin typeface="Jost"/>
                <a:ea typeface="Jost"/>
                <a:cs typeface="Jost"/>
                <a:sym typeface="Jost"/>
              </a:rPr>
              <a:t>ing</a:t>
            </a:r>
            <a:r>
              <a:rPr lang="en-US" sz="7500" b="0" i="0" u="none" strike="noStrike" cap="none">
                <a:solidFill>
                  <a:schemeClr val="dk1"/>
                </a:solidFill>
                <a:latin typeface="Jost"/>
                <a:ea typeface="Jost"/>
                <a:cs typeface="Jost"/>
                <a:sym typeface="Jost"/>
              </a:rPr>
              <a:t>.</a:t>
            </a:r>
            <a:endParaRPr sz="8000" b="0" i="0" u="none" strike="noStrike" cap="none">
              <a:solidFill>
                <a:srgbClr val="2356AF"/>
              </a:solidFill>
              <a:latin typeface="Jost"/>
              <a:ea typeface="Jost"/>
              <a:cs typeface="Jost"/>
              <a:sym typeface="Jost"/>
            </a:endParaRPr>
          </a:p>
        </p:txBody>
      </p:sp>
      <p:cxnSp>
        <p:nvCxnSpPr>
          <p:cNvPr id="881" name="Google Shape;881;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7348af8823_0_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8" name="Google Shape;888;g27348af8823_0_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100000"/>
              <a:buFont typeface="Arial"/>
              <a:buNone/>
            </a:pPr>
            <a:r>
              <a:rPr lang="en-US" sz="2200" b="0" i="0" u="none" strike="noStrike" cap="none">
                <a:solidFill>
                  <a:schemeClr val="dk1"/>
                </a:solidFill>
                <a:latin typeface="Poppins"/>
                <a:ea typeface="Poppins"/>
                <a:cs typeface="Poppins"/>
                <a:sym typeface="Poppins"/>
              </a:rPr>
              <a:t>drop letter ‘</a:t>
            </a:r>
            <a:r>
              <a:rPr lang="en-US" sz="2200" b="0" i="0" u="none" strike="noStrike" cap="none">
                <a:solidFill>
                  <a:srgbClr val="8DC63F"/>
                </a:solidFill>
                <a:latin typeface="Poppins"/>
                <a:ea typeface="Poppins"/>
                <a:cs typeface="Poppins"/>
                <a:sym typeface="Poppins"/>
              </a:rPr>
              <a:t>e</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2356AF"/>
                </a:solidFill>
                <a:latin typeface="Poppins"/>
                <a:ea typeface="Poppins"/>
                <a:cs typeface="Poppins"/>
                <a:sym typeface="Poppins"/>
              </a:rPr>
              <a:t>-ing</a:t>
            </a:r>
            <a:endParaRPr sz="2200" b="0" i="0" u="none" strike="noStrike" cap="none">
              <a:solidFill>
                <a:schemeClr val="dk1"/>
              </a:solidFill>
              <a:latin typeface="Poppins"/>
              <a:ea typeface="Poppins"/>
              <a:cs typeface="Poppins"/>
              <a:sym typeface="Poppins"/>
            </a:endParaRPr>
          </a:p>
        </p:txBody>
      </p:sp>
      <p:sp>
        <p:nvSpPr>
          <p:cNvPr id="889" name="Google Shape;889;g27348af8823_0_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90" name="Google Shape;890;g27348af8823_0_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91" name="Google Shape;891;g27348af8823_0_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6500" b="0" i="0" u="none" strike="noStrike" cap="none">
                <a:solidFill>
                  <a:srgbClr val="000000"/>
                </a:solidFill>
                <a:latin typeface="Jost"/>
                <a:ea typeface="Jost"/>
                <a:cs typeface="Jost"/>
                <a:sym typeface="Jost"/>
              </a:rPr>
              <a:t>I t</a:t>
            </a:r>
            <a:r>
              <a:rPr lang="en-US" sz="5500" b="0" i="0" u="none" strike="noStrike" cap="none">
                <a:solidFill>
                  <a:schemeClr val="dk1"/>
                </a:solidFill>
                <a:latin typeface="Poppins"/>
                <a:ea typeface="Poppins"/>
                <a:cs typeface="Poppins"/>
                <a:sym typeface="Poppins"/>
              </a:rPr>
              <a:t>a</a:t>
            </a:r>
            <a:r>
              <a:rPr lang="en-US" sz="6500" b="0" i="0" u="none" strike="noStrike" cap="none">
                <a:solidFill>
                  <a:srgbClr val="000000"/>
                </a:solidFill>
                <a:latin typeface="Jost"/>
                <a:ea typeface="Jost"/>
                <a:cs typeface="Jost"/>
                <a:sym typeface="Jost"/>
              </a:rPr>
              <a:t>ke </a:t>
            </a:r>
            <a:r>
              <a:rPr lang="en-US" sz="5500" b="0" i="0" u="none" strike="noStrike" cap="none">
                <a:solidFill>
                  <a:schemeClr val="dk1"/>
                </a:solidFill>
                <a:latin typeface="Poppins"/>
                <a:ea typeface="Poppins"/>
                <a:cs typeface="Poppins"/>
                <a:sym typeface="Poppins"/>
              </a:rPr>
              <a:t>a</a:t>
            </a:r>
            <a:r>
              <a:rPr lang="en-US" sz="6500" b="0" i="0" u="none" strike="noStrike" cap="none">
                <a:solidFill>
                  <a:srgbClr val="000000"/>
                </a:solidFill>
                <a:latin typeface="Jost"/>
                <a:ea typeface="Jost"/>
                <a:cs typeface="Jost"/>
                <a:sym typeface="Jost"/>
              </a:rPr>
              <a:t> toy</a:t>
            </a:r>
            <a:r>
              <a:rPr lang="en-US" sz="6500" b="0" i="0" u="none" strike="noStrike" cap="none">
                <a:solidFill>
                  <a:schemeClr val="dk1"/>
                </a:solidFill>
                <a:latin typeface="Jost"/>
                <a:ea typeface="Jost"/>
                <a:cs typeface="Jost"/>
                <a:sym typeface="Jost"/>
              </a:rPr>
              <a:t>.</a:t>
            </a:r>
            <a:endParaRPr sz="6500" b="0" i="0" u="none" strike="noStrike" cap="none">
              <a:solidFill>
                <a:srgbClr val="000000"/>
              </a:solidFill>
              <a:latin typeface="Jost"/>
              <a:ea typeface="Jost"/>
              <a:cs typeface="Jost"/>
              <a:sym typeface="Jost"/>
            </a:endParaRPr>
          </a:p>
        </p:txBody>
      </p:sp>
      <p:sp>
        <p:nvSpPr>
          <p:cNvPr id="892" name="Google Shape;892;g27348af8823_0_9"/>
          <p:cNvSpPr txBox="1"/>
          <p:nvPr/>
        </p:nvSpPr>
        <p:spPr>
          <a:xfrm>
            <a:off x="1054625" y="3659375"/>
            <a:ext cx="70350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6500" b="0" i="0" u="none" strike="noStrike" cap="none">
                <a:solidFill>
                  <a:srgbClr val="000000"/>
                </a:solidFill>
                <a:latin typeface="Jost"/>
                <a:ea typeface="Jost"/>
                <a:cs typeface="Jost"/>
                <a:sym typeface="Jost"/>
              </a:rPr>
              <a:t>I </a:t>
            </a:r>
            <a:r>
              <a:rPr lang="en-US" sz="5500" b="0" i="0" u="none" strike="noStrike" cap="none">
                <a:solidFill>
                  <a:schemeClr val="dk1"/>
                </a:solidFill>
                <a:latin typeface="Poppins"/>
                <a:ea typeface="Poppins"/>
                <a:cs typeface="Poppins"/>
                <a:sym typeface="Poppins"/>
              </a:rPr>
              <a:t>a</a:t>
            </a:r>
            <a:r>
              <a:rPr lang="en-US" sz="6500" b="0" i="0" u="none" strike="noStrike" cap="none">
                <a:solidFill>
                  <a:srgbClr val="000000"/>
                </a:solidFill>
                <a:latin typeface="Jost"/>
                <a:ea typeface="Jost"/>
                <a:cs typeface="Jost"/>
                <a:sym typeface="Jost"/>
              </a:rPr>
              <a:t>m t</a:t>
            </a:r>
            <a:r>
              <a:rPr lang="en-US" sz="5500" b="0" i="0" u="none" strike="noStrike" cap="none">
                <a:solidFill>
                  <a:schemeClr val="dk1"/>
                </a:solidFill>
                <a:latin typeface="Poppins"/>
                <a:ea typeface="Poppins"/>
                <a:cs typeface="Poppins"/>
                <a:sym typeface="Poppins"/>
              </a:rPr>
              <a:t>a</a:t>
            </a:r>
            <a:r>
              <a:rPr lang="en-US" sz="6500" b="0" i="0" u="none" strike="noStrike" cap="none">
                <a:solidFill>
                  <a:srgbClr val="000000"/>
                </a:solidFill>
                <a:latin typeface="Jost"/>
                <a:ea typeface="Jost"/>
                <a:cs typeface="Jost"/>
                <a:sym typeface="Jost"/>
              </a:rPr>
              <a:t>k</a:t>
            </a:r>
            <a:r>
              <a:rPr lang="en-US" sz="6500" b="0" i="0" u="none" strike="noStrike" cap="none">
                <a:solidFill>
                  <a:srgbClr val="2356AF"/>
                </a:solidFill>
                <a:latin typeface="Jost"/>
                <a:ea typeface="Jost"/>
                <a:cs typeface="Jost"/>
                <a:sym typeface="Jost"/>
              </a:rPr>
              <a:t>ing</a:t>
            </a:r>
            <a:r>
              <a:rPr lang="en-US" sz="6500" b="0" i="0" u="none" strike="noStrike" cap="none">
                <a:solidFill>
                  <a:srgbClr val="000000"/>
                </a:solidFill>
                <a:latin typeface="Jost"/>
                <a:ea typeface="Jost"/>
                <a:cs typeface="Jost"/>
                <a:sym typeface="Jost"/>
              </a:rPr>
              <a:t> </a:t>
            </a:r>
            <a:r>
              <a:rPr lang="en-US" sz="5500" b="0" i="0" u="none" strike="noStrike" cap="none">
                <a:solidFill>
                  <a:schemeClr val="dk1"/>
                </a:solidFill>
                <a:latin typeface="Poppins"/>
                <a:ea typeface="Poppins"/>
                <a:cs typeface="Poppins"/>
                <a:sym typeface="Poppins"/>
              </a:rPr>
              <a:t>a</a:t>
            </a:r>
            <a:r>
              <a:rPr lang="en-US" sz="6500" b="0" i="0" u="none" strike="noStrike" cap="none">
                <a:solidFill>
                  <a:srgbClr val="000000"/>
                </a:solidFill>
                <a:latin typeface="Jost"/>
                <a:ea typeface="Jost"/>
                <a:cs typeface="Jost"/>
                <a:sym typeface="Jost"/>
              </a:rPr>
              <a:t> toy</a:t>
            </a:r>
            <a:r>
              <a:rPr lang="en-US" sz="6500" b="0" i="0" u="none" strike="noStrike" cap="none">
                <a:solidFill>
                  <a:schemeClr val="dk1"/>
                </a:solidFill>
                <a:latin typeface="Jost"/>
                <a:ea typeface="Jost"/>
                <a:cs typeface="Jost"/>
                <a:sym typeface="Jost"/>
              </a:rPr>
              <a:t>.</a:t>
            </a:r>
            <a:endParaRPr sz="6500" b="0" i="0" u="none" strike="noStrike" cap="none">
              <a:solidFill>
                <a:srgbClr val="000000"/>
              </a:solidFill>
              <a:latin typeface="Jost"/>
              <a:ea typeface="Jost"/>
              <a:cs typeface="Jost"/>
              <a:sym typeface="Jost"/>
            </a:endParaRPr>
          </a:p>
        </p:txBody>
      </p:sp>
      <p:cxnSp>
        <p:nvCxnSpPr>
          <p:cNvPr id="893" name="Google Shape;893;g27348af8823_0_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0" name="Google Shape;90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7348af8823_0_48"/>
          <p:cNvSpPr txBox="1">
            <a:spLocks noGrp="1"/>
          </p:cNvSpPr>
          <p:nvPr>
            <p:ph type="subTitle" idx="4294967295"/>
          </p:nvPr>
        </p:nvSpPr>
        <p:spPr>
          <a:xfrm>
            <a:off x="521752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e</a:t>
            </a:r>
            <a:endParaRPr sz="12000" b="0" i="0" u="none" strike="noStrike" cap="none">
              <a:solidFill>
                <a:srgbClr val="F7941D"/>
              </a:solidFill>
              <a:latin typeface="Jost"/>
              <a:ea typeface="Jost"/>
              <a:cs typeface="Jost"/>
              <a:sym typeface="Jost"/>
            </a:endParaRPr>
          </a:p>
        </p:txBody>
      </p:sp>
      <p:sp>
        <p:nvSpPr>
          <p:cNvPr id="907" name="Google Shape;907;g27348af8823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8" name="Google Shape;908;g27348af8823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9" name="Google Shape;909;g27348af8823_0_48"/>
          <p:cNvSpPr/>
          <p:nvPr/>
        </p:nvSpPr>
        <p:spPr>
          <a:xfrm>
            <a:off x="316120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0" name="Google Shape;910;g27348af8823_0_48"/>
          <p:cNvSpPr/>
          <p:nvPr/>
        </p:nvSpPr>
        <p:spPr>
          <a:xfrm>
            <a:off x="478264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1" name="Google Shape;911;g27348af8823_0_4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2" name="Google Shape;912;g27348af8823_0_48"/>
          <p:cNvSpPr txBox="1">
            <a:spLocks noGrp="1"/>
          </p:cNvSpPr>
          <p:nvPr>
            <p:ph type="subTitle" idx="4294967295"/>
          </p:nvPr>
        </p:nvSpPr>
        <p:spPr>
          <a:xfrm>
            <a:off x="2922555" y="1308025"/>
            <a:ext cx="10197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b</a:t>
            </a:r>
            <a:endParaRPr sz="12000" b="0" i="0" u="none" strike="noStrike" cap="none">
              <a:solidFill>
                <a:srgbClr val="2356AF"/>
              </a:solidFill>
              <a:latin typeface="Jost"/>
              <a:ea typeface="Jost"/>
              <a:cs typeface="Jost"/>
              <a:sym typeface="Jost"/>
            </a:endParaRPr>
          </a:p>
        </p:txBody>
      </p:sp>
      <p:sp>
        <p:nvSpPr>
          <p:cNvPr id="913" name="Google Shape;913;g27348af8823_0_48"/>
          <p:cNvSpPr txBox="1">
            <a:spLocks noGrp="1"/>
          </p:cNvSpPr>
          <p:nvPr>
            <p:ph type="subTitle" idx="4294967295"/>
          </p:nvPr>
        </p:nvSpPr>
        <p:spPr>
          <a:xfrm>
            <a:off x="3727400"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0000" b="0" i="0" u="none" strike="noStrike" cap="none">
                <a:solidFill>
                  <a:srgbClr val="F7941D"/>
                </a:solidFill>
                <a:latin typeface="Poppins"/>
                <a:ea typeface="Poppins"/>
                <a:cs typeface="Poppins"/>
                <a:sym typeface="Poppins"/>
              </a:rPr>
              <a:t>a</a:t>
            </a:r>
            <a:endParaRPr sz="10000" b="0" i="0" u="none" strike="noStrike" cap="none">
              <a:solidFill>
                <a:srgbClr val="F7941D"/>
              </a:solidFill>
              <a:latin typeface="Poppins"/>
              <a:ea typeface="Poppins"/>
              <a:cs typeface="Poppins"/>
              <a:sym typeface="Poppins"/>
            </a:endParaRPr>
          </a:p>
        </p:txBody>
      </p:sp>
      <p:sp>
        <p:nvSpPr>
          <p:cNvPr id="914" name="Google Shape;914;g27348af8823_0_48"/>
          <p:cNvSpPr txBox="1">
            <a:spLocks noGrp="1"/>
          </p:cNvSpPr>
          <p:nvPr>
            <p:ph type="subTitle" idx="4294967295"/>
          </p:nvPr>
        </p:nvSpPr>
        <p:spPr>
          <a:xfrm>
            <a:off x="446779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915" name="Google Shape;915;g27348af8823_0_4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7348af8823_0_4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7348af8823_0_4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7348af8823_0_4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7348af8823_0_4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7348af8823_0_4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7348af8823_0_48"/>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2" name="Google Shape;922;g27348af8823_0_4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3" name="Google Shape;923;g27348af8823_0_48"/>
          <p:cNvGrpSpPr/>
          <p:nvPr/>
        </p:nvGrpSpPr>
        <p:grpSpPr>
          <a:xfrm>
            <a:off x="-550" y="6984600"/>
            <a:ext cx="8596479" cy="808600"/>
            <a:chOff x="-550" y="6984600"/>
            <a:chExt cx="8596479" cy="808600"/>
          </a:xfrm>
        </p:grpSpPr>
        <p:sp>
          <p:nvSpPr>
            <p:cNvPr id="924" name="Google Shape;924;g27348af8823_0_4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5" name="Google Shape;925;g27348af8823_0_4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6" name="Google Shape;926;g27348af8823_0_4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7" name="Google Shape;927;g27348af8823_0_4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8" name="Google Shape;928;g27348af8823_0_4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9" name="Google Shape;929;g27348af8823_0_48"/>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0" name="Google Shape;930;g27348af8823_0_4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1" name="Google Shape;931;g27348af8823_0_4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2" name="Google Shape;932;g27348af8823_0_4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3" name="Google Shape;933;g27348af8823_0_48"/>
          <p:cNvSpPr/>
          <p:nvPr/>
        </p:nvSpPr>
        <p:spPr>
          <a:xfrm>
            <a:off x="4035421"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34" name="Google Shape;934;g27348af8823_0_48"/>
          <p:cNvGrpSpPr/>
          <p:nvPr/>
        </p:nvGrpSpPr>
        <p:grpSpPr>
          <a:xfrm>
            <a:off x="4203149" y="1310075"/>
            <a:ext cx="1548969" cy="401879"/>
            <a:chOff x="3511931" y="1310075"/>
            <a:chExt cx="1548969" cy="401879"/>
          </a:xfrm>
        </p:grpSpPr>
        <p:sp>
          <p:nvSpPr>
            <p:cNvPr id="935" name="Google Shape;935;g27348af8823_0_48"/>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7348af8823_0_48"/>
            <p:cNvSpPr/>
            <p:nvPr/>
          </p:nvSpPr>
          <p:spPr>
            <a:xfrm>
              <a:off x="3511931" y="1310075"/>
              <a:ext cx="15489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7348af8823_0_48"/>
            <p:cNvSpPr/>
            <p:nvPr/>
          </p:nvSpPr>
          <p:spPr>
            <a:xfrm rot="-5400000">
              <a:off x="4834100"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79ba14bf0a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4" name="Google Shape;944;g279ba14bf0a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5" name="Google Shape;945;g279ba14bf0a_0_0"/>
          <p:cNvSpPr/>
          <p:nvPr/>
        </p:nvSpPr>
        <p:spPr>
          <a:xfrm>
            <a:off x="244429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79ba14bf0a_0_0"/>
          <p:cNvSpPr/>
          <p:nvPr/>
        </p:nvSpPr>
        <p:spPr>
          <a:xfrm>
            <a:off x="406573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7" name="Google Shape;947;g279ba14bf0a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8" name="Google Shape;948;g279ba14bf0a_0_0"/>
          <p:cNvSpPr txBox="1">
            <a:spLocks noGrp="1"/>
          </p:cNvSpPr>
          <p:nvPr>
            <p:ph type="subTitle" idx="4294967295"/>
          </p:nvPr>
        </p:nvSpPr>
        <p:spPr>
          <a:xfrm>
            <a:off x="2205641" y="1308025"/>
            <a:ext cx="10197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b</a:t>
            </a:r>
            <a:endParaRPr sz="12000" b="0" i="0" u="none" strike="noStrike" cap="none">
              <a:solidFill>
                <a:srgbClr val="2356AF"/>
              </a:solidFill>
              <a:latin typeface="Jost"/>
              <a:ea typeface="Jost"/>
              <a:cs typeface="Jost"/>
              <a:sym typeface="Jost"/>
            </a:endParaRPr>
          </a:p>
        </p:txBody>
      </p:sp>
      <p:sp>
        <p:nvSpPr>
          <p:cNvPr id="949" name="Google Shape;949;g279ba14bf0a_0_0"/>
          <p:cNvSpPr txBox="1">
            <a:spLocks noGrp="1"/>
          </p:cNvSpPr>
          <p:nvPr>
            <p:ph type="subTitle" idx="4294967295"/>
          </p:nvPr>
        </p:nvSpPr>
        <p:spPr>
          <a:xfrm>
            <a:off x="3010486" y="13842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0000" b="0" i="0" u="none" strike="noStrike" cap="none">
                <a:solidFill>
                  <a:srgbClr val="F7941D"/>
                </a:solidFill>
                <a:latin typeface="Poppins"/>
                <a:ea typeface="Poppins"/>
                <a:cs typeface="Poppins"/>
                <a:sym typeface="Poppins"/>
              </a:rPr>
              <a:t>a</a:t>
            </a:r>
            <a:endParaRPr sz="10000" b="0" i="0" u="none" strike="noStrike" cap="none">
              <a:solidFill>
                <a:srgbClr val="F7941D"/>
              </a:solidFill>
              <a:latin typeface="Poppins"/>
              <a:ea typeface="Poppins"/>
              <a:cs typeface="Poppins"/>
              <a:sym typeface="Poppins"/>
            </a:endParaRPr>
          </a:p>
        </p:txBody>
      </p:sp>
      <p:sp>
        <p:nvSpPr>
          <p:cNvPr id="950" name="Google Shape;950;g279ba14bf0a_0_0"/>
          <p:cNvSpPr txBox="1">
            <a:spLocks noGrp="1"/>
          </p:cNvSpPr>
          <p:nvPr>
            <p:ph type="subTitle" idx="4294967295"/>
          </p:nvPr>
        </p:nvSpPr>
        <p:spPr>
          <a:xfrm>
            <a:off x="375088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951" name="Google Shape;951;g279ba14bf0a_0_0"/>
          <p:cNvSpPr txBox="1">
            <a:spLocks noGrp="1"/>
          </p:cNvSpPr>
          <p:nvPr>
            <p:ph type="subTitle" idx="4294967295"/>
          </p:nvPr>
        </p:nvSpPr>
        <p:spPr>
          <a:xfrm>
            <a:off x="5025559" y="1308025"/>
            <a:ext cx="19128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ng</a:t>
            </a:r>
            <a:endParaRPr sz="12000" b="0" i="0" u="none" strike="noStrike" cap="none">
              <a:solidFill>
                <a:srgbClr val="FFD400"/>
              </a:solidFill>
              <a:latin typeface="Jost"/>
              <a:ea typeface="Jost"/>
              <a:cs typeface="Jost"/>
              <a:sym typeface="Jost"/>
            </a:endParaRPr>
          </a:p>
        </p:txBody>
      </p:sp>
      <p:sp>
        <p:nvSpPr>
          <p:cNvPr id="952" name="Google Shape;952;g279ba14bf0a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79ba14bf0a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79ba14bf0a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79ba14bf0a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79ba14bf0a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79ba14bf0a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79ba14bf0a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79ba14bf0a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0" name="Google Shape;960;g279ba14bf0a_0_0"/>
          <p:cNvGrpSpPr/>
          <p:nvPr/>
        </p:nvGrpSpPr>
        <p:grpSpPr>
          <a:xfrm>
            <a:off x="-550" y="6984600"/>
            <a:ext cx="8596479" cy="808600"/>
            <a:chOff x="-550" y="6984600"/>
            <a:chExt cx="8596479" cy="808600"/>
          </a:xfrm>
        </p:grpSpPr>
        <p:sp>
          <p:nvSpPr>
            <p:cNvPr id="961" name="Google Shape;961;g279ba14bf0a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2" name="Google Shape;962;g279ba14bf0a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3" name="Google Shape;963;g279ba14bf0a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4" name="Google Shape;964;g279ba14bf0a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5" name="Google Shape;965;g279ba14bf0a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6" name="Google Shape;966;g279ba14bf0a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7" name="Google Shape;967;g279ba14bf0a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8" name="Google Shape;968;g279ba14bf0a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9" name="Google Shape;969;g279ba14bf0a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70" name="Google Shape;970;g279ba14bf0a_0_0"/>
          <p:cNvSpPr/>
          <p:nvPr/>
        </p:nvSpPr>
        <p:spPr>
          <a:xfrm>
            <a:off x="5247836" y="4011900"/>
            <a:ext cx="14682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79ba14bf0a_0_0"/>
          <p:cNvSpPr/>
          <p:nvPr/>
        </p:nvSpPr>
        <p:spPr>
          <a:xfrm>
            <a:off x="470281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79ba14bf0a_0_0"/>
          <p:cNvSpPr txBox="1">
            <a:spLocks noGrp="1"/>
          </p:cNvSpPr>
          <p:nvPr>
            <p:ph type="subTitle" idx="4294967295"/>
          </p:nvPr>
        </p:nvSpPr>
        <p:spPr>
          <a:xfrm>
            <a:off x="438796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973" name="Google Shape;973;g279ba14bf0a_0_0"/>
          <p:cNvSpPr/>
          <p:nvPr/>
        </p:nvSpPr>
        <p:spPr>
          <a:xfrm>
            <a:off x="453193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79ba14bf0a_0_0"/>
          <p:cNvSpPr/>
          <p:nvPr/>
        </p:nvSpPr>
        <p:spPr>
          <a:xfrm>
            <a:off x="3318507"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75" name="Google Shape;975;g279ba14bf0a_0_0"/>
          <p:cNvGrpSpPr/>
          <p:nvPr/>
        </p:nvGrpSpPr>
        <p:grpSpPr>
          <a:xfrm>
            <a:off x="3486248" y="1310077"/>
            <a:ext cx="1463100" cy="401877"/>
            <a:chOff x="3511943" y="1310077"/>
            <a:chExt cx="1463100" cy="401877"/>
          </a:xfrm>
        </p:grpSpPr>
        <p:sp>
          <p:nvSpPr>
            <p:cNvPr id="976" name="Google Shape;976;g279ba14bf0a_0_0"/>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79ba14bf0a_0_0"/>
            <p:cNvSpPr/>
            <p:nvPr/>
          </p:nvSpPr>
          <p:spPr>
            <a:xfrm>
              <a:off x="3511943" y="1310077"/>
              <a:ext cx="14631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79ba14bf0a_0_0"/>
            <p:cNvSpPr/>
            <p:nvPr/>
          </p:nvSpPr>
          <p:spPr>
            <a:xfrm rot="-5400000">
              <a:off x="474817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27348af8823_0_8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5" name="Google Shape;985;g27348af8823_0_8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6" name="Google Shape;986;g27348af8823_0_83"/>
          <p:cNvSpPr/>
          <p:nvPr/>
        </p:nvSpPr>
        <p:spPr>
          <a:xfrm>
            <a:off x="312012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7348af8823_0_83"/>
          <p:cNvSpPr/>
          <p:nvPr/>
        </p:nvSpPr>
        <p:spPr>
          <a:xfrm>
            <a:off x="4158635"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7348af8823_0_83"/>
          <p:cNvSpPr/>
          <p:nvPr/>
        </p:nvSpPr>
        <p:spPr>
          <a:xfrm>
            <a:off x="480618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9" name="Google Shape;989;g27348af8823_0_8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0" name="Google Shape;990;g27348af8823_0_83"/>
          <p:cNvSpPr txBox="1">
            <a:spLocks noGrp="1"/>
          </p:cNvSpPr>
          <p:nvPr>
            <p:ph type="subTitle" idx="4294967295"/>
          </p:nvPr>
        </p:nvSpPr>
        <p:spPr>
          <a:xfrm>
            <a:off x="280527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91" name="Google Shape;991;g27348af8823_0_83"/>
          <p:cNvSpPr txBox="1">
            <a:spLocks noGrp="1"/>
          </p:cNvSpPr>
          <p:nvPr>
            <p:ph type="subTitle" idx="4294967295"/>
          </p:nvPr>
        </p:nvSpPr>
        <p:spPr>
          <a:xfrm>
            <a:off x="384378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i</a:t>
            </a:r>
            <a:endParaRPr sz="12000" b="0" i="0" u="none" strike="noStrike" cap="none">
              <a:solidFill>
                <a:srgbClr val="F7941D"/>
              </a:solidFill>
              <a:latin typeface="Jost"/>
              <a:ea typeface="Jost"/>
              <a:cs typeface="Jost"/>
              <a:sym typeface="Jost"/>
            </a:endParaRPr>
          </a:p>
        </p:txBody>
      </p:sp>
      <p:sp>
        <p:nvSpPr>
          <p:cNvPr id="992" name="Google Shape;992;g27348af8823_0_83"/>
          <p:cNvSpPr txBox="1">
            <a:spLocks noGrp="1"/>
          </p:cNvSpPr>
          <p:nvPr>
            <p:ph type="subTitle" idx="4294967295"/>
          </p:nvPr>
        </p:nvSpPr>
        <p:spPr>
          <a:xfrm>
            <a:off x="449133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93" name="Google Shape;993;g27348af8823_0_8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7348af8823_0_8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7348af8823_0_8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7348af8823_0_8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7348af8823_0_8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7348af8823_0_8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27348af8823_0_83"/>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0" name="Google Shape;1000;g27348af8823_0_8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1" name="Google Shape;1001;g27348af8823_0_83"/>
          <p:cNvGrpSpPr/>
          <p:nvPr/>
        </p:nvGrpSpPr>
        <p:grpSpPr>
          <a:xfrm>
            <a:off x="-550" y="6984600"/>
            <a:ext cx="8596479" cy="808600"/>
            <a:chOff x="-550" y="6984600"/>
            <a:chExt cx="8596479" cy="808600"/>
          </a:xfrm>
        </p:grpSpPr>
        <p:sp>
          <p:nvSpPr>
            <p:cNvPr id="1002" name="Google Shape;1002;g27348af8823_0_8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3" name="Google Shape;1003;g27348af8823_0_8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4" name="Google Shape;1004;g27348af8823_0_8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5" name="Google Shape;1005;g27348af8823_0_8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6" name="Google Shape;1006;g27348af8823_0_8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7" name="Google Shape;1007;g27348af8823_0_83"/>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8" name="Google Shape;1008;g27348af8823_0_8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9" name="Google Shape;1009;g27348af8823_0_8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0" name="Google Shape;1010;g27348af8823_0_8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1" name="Google Shape;1011;g27348af8823_0_83"/>
          <p:cNvSpPr/>
          <p:nvPr/>
        </p:nvSpPr>
        <p:spPr>
          <a:xfrm>
            <a:off x="369660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7348af8823_0_83"/>
          <p:cNvSpPr txBox="1">
            <a:spLocks noGrp="1"/>
          </p:cNvSpPr>
          <p:nvPr>
            <p:ph type="subTitle" idx="4294967295"/>
          </p:nvPr>
        </p:nvSpPr>
        <p:spPr>
          <a:xfrm>
            <a:off x="3624576" y="1308025"/>
            <a:ext cx="5340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1013" name="Google Shape;1013;g27348af8823_0_83"/>
          <p:cNvSpPr txBox="1">
            <a:spLocks noGrp="1"/>
          </p:cNvSpPr>
          <p:nvPr>
            <p:ph type="subTitle" idx="4294967295"/>
          </p:nvPr>
        </p:nvSpPr>
        <p:spPr>
          <a:xfrm>
            <a:off x="531902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e</a:t>
            </a:r>
            <a:endParaRPr sz="12000" b="0" i="0" u="none" strike="noStrike" cap="none">
              <a:solidFill>
                <a:srgbClr val="F7941D"/>
              </a:solidFill>
              <a:latin typeface="Jost"/>
              <a:ea typeface="Jost"/>
              <a:cs typeface="Jost"/>
              <a:sym typeface="Jost"/>
            </a:endParaRPr>
          </a:p>
        </p:txBody>
      </p:sp>
      <p:grpSp>
        <p:nvGrpSpPr>
          <p:cNvPr id="1014" name="Google Shape;1014;g27348af8823_0_83"/>
          <p:cNvGrpSpPr/>
          <p:nvPr/>
        </p:nvGrpSpPr>
        <p:grpSpPr>
          <a:xfrm>
            <a:off x="4310498" y="1310075"/>
            <a:ext cx="1548969" cy="401879"/>
            <a:chOff x="3511931" y="1310075"/>
            <a:chExt cx="1548969" cy="401879"/>
          </a:xfrm>
        </p:grpSpPr>
        <p:sp>
          <p:nvSpPr>
            <p:cNvPr id="1015" name="Google Shape;1015;g27348af8823_0_83"/>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7348af8823_0_83"/>
            <p:cNvSpPr/>
            <p:nvPr/>
          </p:nvSpPr>
          <p:spPr>
            <a:xfrm>
              <a:off x="3511931" y="1310075"/>
              <a:ext cx="15489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7348af8823_0_83"/>
            <p:cNvSpPr/>
            <p:nvPr/>
          </p:nvSpPr>
          <p:spPr>
            <a:xfrm rot="-5400000">
              <a:off x="4834100"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79ba14bf0a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4" name="Google Shape;1024;g279ba14bf0a_0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5" name="Google Shape;1025;g279ba14bf0a_0_42"/>
          <p:cNvSpPr/>
          <p:nvPr/>
        </p:nvSpPr>
        <p:spPr>
          <a:xfrm>
            <a:off x="233282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6" name="Google Shape;1026;g279ba14bf0a_0_42"/>
          <p:cNvSpPr/>
          <p:nvPr/>
        </p:nvSpPr>
        <p:spPr>
          <a:xfrm>
            <a:off x="3371336"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79ba14bf0a_0_42"/>
          <p:cNvSpPr/>
          <p:nvPr/>
        </p:nvSpPr>
        <p:spPr>
          <a:xfrm>
            <a:off x="401888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8" name="Google Shape;1028;g279ba14bf0a_0_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9" name="Google Shape;1029;g279ba14bf0a_0_42"/>
          <p:cNvSpPr txBox="1">
            <a:spLocks noGrp="1"/>
          </p:cNvSpPr>
          <p:nvPr>
            <p:ph type="subTitle" idx="4294967295"/>
          </p:nvPr>
        </p:nvSpPr>
        <p:spPr>
          <a:xfrm>
            <a:off x="201797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1030" name="Google Shape;1030;g279ba14bf0a_0_42"/>
          <p:cNvSpPr txBox="1">
            <a:spLocks noGrp="1"/>
          </p:cNvSpPr>
          <p:nvPr>
            <p:ph type="subTitle" idx="4294967295"/>
          </p:nvPr>
        </p:nvSpPr>
        <p:spPr>
          <a:xfrm>
            <a:off x="305648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i</a:t>
            </a:r>
            <a:endParaRPr sz="12000" b="0" i="0" u="none" strike="noStrike" cap="none">
              <a:solidFill>
                <a:srgbClr val="F7941D"/>
              </a:solidFill>
              <a:latin typeface="Jost"/>
              <a:ea typeface="Jost"/>
              <a:cs typeface="Jost"/>
              <a:sym typeface="Jost"/>
            </a:endParaRPr>
          </a:p>
        </p:txBody>
      </p:sp>
      <p:sp>
        <p:nvSpPr>
          <p:cNvPr id="1031" name="Google Shape;1031;g279ba14bf0a_0_42"/>
          <p:cNvSpPr txBox="1">
            <a:spLocks noGrp="1"/>
          </p:cNvSpPr>
          <p:nvPr>
            <p:ph type="subTitle" idx="4294967295"/>
          </p:nvPr>
        </p:nvSpPr>
        <p:spPr>
          <a:xfrm>
            <a:off x="370403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1032" name="Google Shape;1032;g279ba14bf0a_0_42"/>
          <p:cNvSpPr txBox="1">
            <a:spLocks noGrp="1"/>
          </p:cNvSpPr>
          <p:nvPr>
            <p:ph type="subTitle" idx="4294967295"/>
          </p:nvPr>
        </p:nvSpPr>
        <p:spPr>
          <a:xfrm>
            <a:off x="4851845" y="1308025"/>
            <a:ext cx="2231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ng</a:t>
            </a:r>
            <a:endParaRPr sz="12000" b="0" i="0" u="none" strike="noStrike" cap="none">
              <a:solidFill>
                <a:srgbClr val="FFD400"/>
              </a:solidFill>
              <a:latin typeface="Jost"/>
              <a:ea typeface="Jost"/>
              <a:cs typeface="Jost"/>
              <a:sym typeface="Jost"/>
            </a:endParaRPr>
          </a:p>
        </p:txBody>
      </p:sp>
      <p:sp>
        <p:nvSpPr>
          <p:cNvPr id="1033" name="Google Shape;1033;g279ba14bf0a_0_4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4" name="Google Shape;1034;g279ba14bf0a_0_4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5" name="Google Shape;1035;g279ba14bf0a_0_4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6" name="Google Shape;1036;g279ba14bf0a_0_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7" name="Google Shape;1037;g279ba14bf0a_0_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8" name="Google Shape;1038;g279ba14bf0a_0_4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9" name="Google Shape;1039;g279ba14bf0a_0_4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0" name="Google Shape;1040;g279ba14bf0a_0_4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41" name="Google Shape;1041;g279ba14bf0a_0_42"/>
          <p:cNvGrpSpPr/>
          <p:nvPr/>
        </p:nvGrpSpPr>
        <p:grpSpPr>
          <a:xfrm>
            <a:off x="-550" y="6984600"/>
            <a:ext cx="8596479" cy="808600"/>
            <a:chOff x="-550" y="6984600"/>
            <a:chExt cx="8596479" cy="808600"/>
          </a:xfrm>
        </p:grpSpPr>
        <p:sp>
          <p:nvSpPr>
            <p:cNvPr id="1042" name="Google Shape;1042;g279ba14bf0a_0_4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43" name="Google Shape;1043;g279ba14bf0a_0_4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44" name="Google Shape;1044;g279ba14bf0a_0_4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45" name="Google Shape;1045;g279ba14bf0a_0_4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46" name="Google Shape;1046;g279ba14bf0a_0_4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47" name="Google Shape;1047;g279ba14bf0a_0_4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8" name="Google Shape;1048;g279ba14bf0a_0_4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9" name="Google Shape;1049;g279ba14bf0a_0_4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50" name="Google Shape;1050;g279ba14bf0a_0_4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51" name="Google Shape;1051;g279ba14bf0a_0_42"/>
          <p:cNvSpPr/>
          <p:nvPr/>
        </p:nvSpPr>
        <p:spPr>
          <a:xfrm>
            <a:off x="5336045" y="4011900"/>
            <a:ext cx="1262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2" name="Google Shape;1052;g279ba14bf0a_0_42"/>
          <p:cNvSpPr/>
          <p:nvPr/>
        </p:nvSpPr>
        <p:spPr>
          <a:xfrm>
            <a:off x="4732166"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3" name="Google Shape;1053;g279ba14bf0a_0_42"/>
          <p:cNvSpPr txBox="1">
            <a:spLocks noGrp="1"/>
          </p:cNvSpPr>
          <p:nvPr>
            <p:ph type="subTitle" idx="4294967295"/>
          </p:nvPr>
        </p:nvSpPr>
        <p:spPr>
          <a:xfrm>
            <a:off x="441731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1054" name="Google Shape;1054;g279ba14bf0a_0_42"/>
          <p:cNvSpPr/>
          <p:nvPr/>
        </p:nvSpPr>
        <p:spPr>
          <a:xfrm>
            <a:off x="290930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5" name="Google Shape;1055;g279ba14bf0a_0_42"/>
          <p:cNvSpPr txBox="1">
            <a:spLocks noGrp="1"/>
          </p:cNvSpPr>
          <p:nvPr>
            <p:ph type="subTitle" idx="4294967295"/>
          </p:nvPr>
        </p:nvSpPr>
        <p:spPr>
          <a:xfrm>
            <a:off x="2837277" y="1308025"/>
            <a:ext cx="5340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1056" name="Google Shape;1056;g279ba14bf0a_0_42"/>
          <p:cNvSpPr/>
          <p:nvPr/>
        </p:nvSpPr>
        <p:spPr>
          <a:xfrm>
            <a:off x="4546227"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7" name="Google Shape;1057;g279ba14bf0a_0_42"/>
          <p:cNvGrpSpPr/>
          <p:nvPr/>
        </p:nvGrpSpPr>
        <p:grpSpPr>
          <a:xfrm>
            <a:off x="3511943" y="1310077"/>
            <a:ext cx="1463100" cy="401877"/>
            <a:chOff x="3511943" y="1310077"/>
            <a:chExt cx="1463100" cy="401877"/>
          </a:xfrm>
        </p:grpSpPr>
        <p:sp>
          <p:nvSpPr>
            <p:cNvPr id="1058" name="Google Shape;1058;g279ba14bf0a_0_42"/>
            <p:cNvSpPr/>
            <p:nvPr/>
          </p:nvSpPr>
          <p:spPr>
            <a:xfrm rot="-5400000">
              <a:off x="3388954"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9" name="Google Shape;1059;g279ba14bf0a_0_42"/>
            <p:cNvSpPr/>
            <p:nvPr/>
          </p:nvSpPr>
          <p:spPr>
            <a:xfrm>
              <a:off x="3511943" y="1310077"/>
              <a:ext cx="14631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0" name="Google Shape;1060;g279ba14bf0a_0_42"/>
            <p:cNvSpPr/>
            <p:nvPr/>
          </p:nvSpPr>
          <p:spPr>
            <a:xfrm rot="-5400000">
              <a:off x="474817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67" name="Google Shape;106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grpSp>
        <p:nvGrpSpPr>
          <p:cNvPr id="1073" name="Google Shape;1073;g2dadbbe58d1_1_3"/>
          <p:cNvGrpSpPr/>
          <p:nvPr/>
        </p:nvGrpSpPr>
        <p:grpSpPr>
          <a:xfrm>
            <a:off x="1181100" y="3614075"/>
            <a:ext cx="6781950" cy="1851900"/>
            <a:chOff x="1181100" y="3614075"/>
            <a:chExt cx="6781950" cy="1851900"/>
          </a:xfrm>
        </p:grpSpPr>
        <p:sp>
          <p:nvSpPr>
            <p:cNvPr id="1074" name="Google Shape;1074;g2dadbbe58d1_1_3"/>
            <p:cNvSpPr/>
            <p:nvPr/>
          </p:nvSpPr>
          <p:spPr>
            <a:xfrm flipH="1">
              <a:off x="1181250" y="3629300"/>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5" name="Google Shape;1075;g2dadbbe58d1_1_3"/>
            <p:cNvGrpSpPr/>
            <p:nvPr/>
          </p:nvGrpSpPr>
          <p:grpSpPr>
            <a:xfrm flipH="1">
              <a:off x="1181100" y="4063875"/>
              <a:ext cx="6781800" cy="1170725"/>
              <a:chOff x="1181250" y="4063875"/>
              <a:chExt cx="6781800" cy="1170725"/>
            </a:xfrm>
          </p:grpSpPr>
          <p:cxnSp>
            <p:nvCxnSpPr>
              <p:cNvPr id="1076" name="Google Shape;1076;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7" name="Google Shape;1077;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8" name="Google Shape;1078;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9" name="Google Shape;1079;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80" name="Google Shape;1080;g2dadbbe58d1_1_3"/>
            <p:cNvCxnSpPr/>
            <p:nvPr/>
          </p:nvCxnSpPr>
          <p:spPr>
            <a:xfrm rot="10800000">
              <a:off x="634702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81" name="Google Shape;1081;g2dadbbe58d1_1_3"/>
            <p:cNvCxnSpPr/>
            <p:nvPr/>
          </p:nvCxnSpPr>
          <p:spPr>
            <a:xfrm rot="10800000">
              <a:off x="3938650"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82" name="Google Shape;1082;g2dadbbe58d1_1_3"/>
            <p:cNvCxnSpPr/>
            <p:nvPr/>
          </p:nvCxnSpPr>
          <p:spPr>
            <a:xfrm rot="10800000">
              <a:off x="2857613"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83" name="Google Shape;1083;g2dadbbe58d1_1_3"/>
            <p:cNvGrpSpPr/>
            <p:nvPr/>
          </p:nvGrpSpPr>
          <p:grpSpPr>
            <a:xfrm flipH="1">
              <a:off x="5084125" y="3631675"/>
              <a:ext cx="2875900" cy="1828800"/>
              <a:chOff x="803125" y="3631675"/>
              <a:chExt cx="2875900" cy="1828800"/>
            </a:xfrm>
          </p:grpSpPr>
          <p:sp>
            <p:nvSpPr>
              <p:cNvPr id="1084" name="Google Shape;1084;g2dadbbe58d1_1_3"/>
              <p:cNvSpPr/>
              <p:nvPr/>
            </p:nvSpPr>
            <p:spPr>
              <a:xfrm rot="-5400000">
                <a:off x="1253875" y="3180925"/>
                <a:ext cx="1828800" cy="27303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85" name="Google Shape;1085;g2dadbbe58d1_1_3"/>
              <p:cNvGrpSpPr/>
              <p:nvPr/>
            </p:nvGrpSpPr>
            <p:grpSpPr>
              <a:xfrm>
                <a:off x="3415325" y="4484375"/>
                <a:ext cx="263700" cy="263700"/>
                <a:chOff x="3415325" y="4484375"/>
                <a:chExt cx="263700" cy="263700"/>
              </a:xfrm>
            </p:grpSpPr>
            <p:sp>
              <p:nvSpPr>
                <p:cNvPr id="1086" name="Google Shape;1086;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87" name="Google Shape;1087;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sp>
        <p:nvSpPr>
          <p:cNvPr id="1088" name="Google Shape;1088;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89" name="Google Shape;1089;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90" name="Google Shape;1090;g2dadbbe58d1_1_3"/>
          <p:cNvGrpSpPr/>
          <p:nvPr/>
        </p:nvGrpSpPr>
        <p:grpSpPr>
          <a:xfrm>
            <a:off x="3024000" y="209875"/>
            <a:ext cx="3096000" cy="454800"/>
            <a:chOff x="3024000" y="209875"/>
            <a:chExt cx="3096000" cy="454800"/>
          </a:xfrm>
        </p:grpSpPr>
        <p:sp>
          <p:nvSpPr>
            <p:cNvPr id="1091" name="Google Shape;1091;g2dadbbe58d1_1_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2" name="Google Shape;1092;g2dadbbe58d1_1_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3" name="Google Shape;1093;g2dadbbe58d1_1_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4" name="Google Shape;1094;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1095" name="Google Shape;1095;g2dadbbe58d1_1_3"/>
          <p:cNvPicPr preferRelativeResize="0"/>
          <p:nvPr/>
        </p:nvPicPr>
        <p:blipFill rotWithShape="1">
          <a:blip r:embed="rId4">
            <a:alphaModFix/>
          </a:blip>
          <a:srcRect l="24548" r="24553"/>
          <a:stretch/>
        </p:blipFill>
        <p:spPr>
          <a:xfrm>
            <a:off x="2390775" y="580500"/>
            <a:ext cx="4031649" cy="2505500"/>
          </a:xfrm>
          <a:prstGeom prst="rect">
            <a:avLst/>
          </a:prstGeom>
          <a:noFill/>
          <a:ln>
            <a:noFill/>
          </a:ln>
        </p:spPr>
      </p:pic>
      <p:sp>
        <p:nvSpPr>
          <p:cNvPr id="1096" name="Google Shape;1096;g2dadbbe58d1_1_3"/>
          <p:cNvSpPr txBox="1"/>
          <p:nvPr/>
        </p:nvSpPr>
        <p:spPr>
          <a:xfrm>
            <a:off x="3938650" y="4064350"/>
            <a:ext cx="1287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k</a:t>
            </a:r>
            <a:endParaRPr sz="8500" b="0" i="0" u="none" strike="noStrike" cap="none">
              <a:solidFill>
                <a:srgbClr val="2356AF"/>
              </a:solidFill>
              <a:latin typeface="Jost"/>
              <a:ea typeface="Jost"/>
              <a:cs typeface="Jost"/>
              <a:sym typeface="Jost"/>
            </a:endParaRPr>
          </a:p>
        </p:txBody>
      </p:sp>
      <p:sp>
        <p:nvSpPr>
          <p:cNvPr id="1097" name="Google Shape;1097;g2dadbbe58d1_1_3"/>
          <p:cNvSpPr txBox="1"/>
          <p:nvPr/>
        </p:nvSpPr>
        <p:spPr>
          <a:xfrm>
            <a:off x="1229550" y="4064350"/>
            <a:ext cx="1613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8500" b="0" i="0" u="none" strike="noStrike" cap="none">
                <a:solidFill>
                  <a:srgbClr val="FFD400"/>
                </a:solidFill>
                <a:latin typeface="Jost"/>
                <a:ea typeface="Jost"/>
                <a:cs typeface="Jost"/>
                <a:sym typeface="Jost"/>
              </a:rPr>
              <a:t>sh</a:t>
            </a:r>
            <a:endParaRPr sz="8500" b="0" i="0" u="none" strike="noStrike" cap="none">
              <a:solidFill>
                <a:srgbClr val="2356AF"/>
              </a:solidFill>
              <a:latin typeface="Jost"/>
              <a:ea typeface="Jost"/>
              <a:cs typeface="Jost"/>
              <a:sym typeface="Jost"/>
            </a:endParaRPr>
          </a:p>
        </p:txBody>
      </p:sp>
      <p:sp>
        <p:nvSpPr>
          <p:cNvPr id="1098" name="Google Shape;1098;g2dadbbe58d1_1_3"/>
          <p:cNvSpPr txBox="1"/>
          <p:nvPr/>
        </p:nvSpPr>
        <p:spPr>
          <a:xfrm>
            <a:off x="2842650" y="4131030"/>
            <a:ext cx="1095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F7941D"/>
                </a:solidFill>
                <a:latin typeface="Poppins"/>
                <a:ea typeface="Poppins"/>
                <a:cs typeface="Poppins"/>
                <a:sym typeface="Poppins"/>
              </a:rPr>
              <a:t>a</a:t>
            </a:r>
            <a:endParaRPr sz="7500" b="0" i="0" u="none" strike="noStrike" cap="none">
              <a:solidFill>
                <a:srgbClr val="F7941D"/>
              </a:solidFill>
              <a:latin typeface="Poppins"/>
              <a:ea typeface="Poppins"/>
              <a:cs typeface="Poppins"/>
              <a:sym typeface="Poppins"/>
            </a:endParaRPr>
          </a:p>
        </p:txBody>
      </p:sp>
      <p:sp>
        <p:nvSpPr>
          <p:cNvPr id="1099" name="Google Shape;1099;g2dadbbe58d1_1_3"/>
          <p:cNvSpPr txBox="1"/>
          <p:nvPr/>
        </p:nvSpPr>
        <p:spPr>
          <a:xfrm>
            <a:off x="5226250" y="4063875"/>
            <a:ext cx="1095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7941D"/>
                </a:solidFill>
                <a:latin typeface="Jost"/>
                <a:ea typeface="Jost"/>
                <a:cs typeface="Jost"/>
                <a:sym typeface="Jost"/>
              </a:rPr>
              <a:t>e</a:t>
            </a:r>
            <a:endParaRPr sz="8500" b="0" i="0" u="none" strike="noStrike" cap="none">
              <a:solidFill>
                <a:srgbClr val="F7941D"/>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grpSp>
        <p:nvGrpSpPr>
          <p:cNvPr id="1105" name="Google Shape;1105;g274b82f9c29_0_104"/>
          <p:cNvGrpSpPr/>
          <p:nvPr/>
        </p:nvGrpSpPr>
        <p:grpSpPr>
          <a:xfrm>
            <a:off x="1181100" y="3614075"/>
            <a:ext cx="6781950" cy="1851900"/>
            <a:chOff x="1181100" y="3614075"/>
            <a:chExt cx="6781950" cy="1851900"/>
          </a:xfrm>
        </p:grpSpPr>
        <p:grpSp>
          <p:nvGrpSpPr>
            <p:cNvPr id="1106" name="Google Shape;1106;g274b82f9c29_0_104"/>
            <p:cNvGrpSpPr/>
            <p:nvPr/>
          </p:nvGrpSpPr>
          <p:grpSpPr>
            <a:xfrm>
              <a:off x="1181100" y="3629300"/>
              <a:ext cx="6781950" cy="1828800"/>
              <a:chOff x="1181100" y="3629300"/>
              <a:chExt cx="6781950" cy="1828800"/>
            </a:xfrm>
          </p:grpSpPr>
          <p:sp>
            <p:nvSpPr>
              <p:cNvPr id="1107" name="Google Shape;1107;g274b82f9c29_0_104"/>
              <p:cNvSpPr/>
              <p:nvPr/>
            </p:nvSpPr>
            <p:spPr>
              <a:xfrm flipH="1">
                <a:off x="1181250" y="3629300"/>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08" name="Google Shape;1108;g274b82f9c29_0_104"/>
              <p:cNvGrpSpPr/>
              <p:nvPr/>
            </p:nvGrpSpPr>
            <p:grpSpPr>
              <a:xfrm flipH="1">
                <a:off x="1181100" y="4063875"/>
                <a:ext cx="6781800" cy="1170725"/>
                <a:chOff x="1181250" y="4063875"/>
                <a:chExt cx="6781800" cy="1170725"/>
              </a:xfrm>
            </p:grpSpPr>
            <p:cxnSp>
              <p:nvCxnSpPr>
                <p:cNvPr id="1109" name="Google Shape;1109;g274b82f9c29_0_104"/>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0" name="Google Shape;1110;g274b82f9c29_0_104"/>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1" name="Google Shape;1111;g274b82f9c29_0_104"/>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2" name="Google Shape;1112;g274b82f9c29_0_104"/>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grpSp>
        <p:cxnSp>
          <p:nvCxnSpPr>
            <p:cNvPr id="1113" name="Google Shape;1113;g274b82f9c29_0_104"/>
            <p:cNvCxnSpPr/>
            <p:nvPr/>
          </p:nvCxnSpPr>
          <p:spPr>
            <a:xfrm rot="10800000">
              <a:off x="634702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14" name="Google Shape;1114;g274b82f9c29_0_104"/>
            <p:cNvCxnSpPr/>
            <p:nvPr/>
          </p:nvCxnSpPr>
          <p:spPr>
            <a:xfrm rot="10800000">
              <a:off x="3938650"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15" name="Google Shape;1115;g274b82f9c29_0_104"/>
            <p:cNvCxnSpPr/>
            <p:nvPr/>
          </p:nvCxnSpPr>
          <p:spPr>
            <a:xfrm rot="10800000">
              <a:off x="2857613"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116" name="Google Shape;1116;g274b82f9c29_0_104"/>
            <p:cNvGrpSpPr/>
            <p:nvPr/>
          </p:nvGrpSpPr>
          <p:grpSpPr>
            <a:xfrm flipH="1">
              <a:off x="5084125" y="3631675"/>
              <a:ext cx="2875900" cy="1828800"/>
              <a:chOff x="803125" y="3631675"/>
              <a:chExt cx="2875900" cy="1828800"/>
            </a:xfrm>
          </p:grpSpPr>
          <p:sp>
            <p:nvSpPr>
              <p:cNvPr id="1117" name="Google Shape;1117;g274b82f9c29_0_104"/>
              <p:cNvSpPr/>
              <p:nvPr/>
            </p:nvSpPr>
            <p:spPr>
              <a:xfrm rot="-5400000">
                <a:off x="1253875" y="3180925"/>
                <a:ext cx="1828800" cy="27303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18" name="Google Shape;1118;g274b82f9c29_0_104"/>
              <p:cNvGrpSpPr/>
              <p:nvPr/>
            </p:nvGrpSpPr>
            <p:grpSpPr>
              <a:xfrm>
                <a:off x="3415325" y="4484375"/>
                <a:ext cx="263700" cy="263700"/>
                <a:chOff x="3415325" y="4484375"/>
                <a:chExt cx="263700" cy="263700"/>
              </a:xfrm>
            </p:grpSpPr>
            <p:sp>
              <p:nvSpPr>
                <p:cNvPr id="1119" name="Google Shape;1119;g274b82f9c29_0_104"/>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120" name="Google Shape;1120;g274b82f9c29_0_104"/>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sp>
        <p:nvSpPr>
          <p:cNvPr id="1121" name="Google Shape;1121;g274b82f9c29_0_1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122" name="Google Shape;1122;g274b82f9c29_0_1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123" name="Google Shape;1123;g274b82f9c29_0_104"/>
          <p:cNvGrpSpPr/>
          <p:nvPr/>
        </p:nvGrpSpPr>
        <p:grpSpPr>
          <a:xfrm>
            <a:off x="3024000" y="209875"/>
            <a:ext cx="3096000" cy="454800"/>
            <a:chOff x="3024000" y="209875"/>
            <a:chExt cx="3096000" cy="454800"/>
          </a:xfrm>
        </p:grpSpPr>
        <p:sp>
          <p:nvSpPr>
            <p:cNvPr id="1124" name="Google Shape;1124;g274b82f9c29_0_10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5" name="Google Shape;1125;g274b82f9c29_0_10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6" name="Google Shape;1126;g274b82f9c29_0_10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27" name="Google Shape;1127;g274b82f9c29_0_104"/>
          <p:cNvSpPr txBox="1"/>
          <p:nvPr/>
        </p:nvSpPr>
        <p:spPr>
          <a:xfrm>
            <a:off x="3938650" y="4064350"/>
            <a:ext cx="1287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k</a:t>
            </a:r>
            <a:endParaRPr sz="8500" b="0" i="0" u="none" strike="noStrike" cap="none">
              <a:solidFill>
                <a:srgbClr val="2356AF"/>
              </a:solidFill>
              <a:latin typeface="Jost"/>
              <a:ea typeface="Jost"/>
              <a:cs typeface="Jost"/>
              <a:sym typeface="Jost"/>
            </a:endParaRPr>
          </a:p>
        </p:txBody>
      </p:sp>
      <p:sp>
        <p:nvSpPr>
          <p:cNvPr id="1128" name="Google Shape;1128;g274b82f9c29_0_104"/>
          <p:cNvSpPr txBox="1"/>
          <p:nvPr/>
        </p:nvSpPr>
        <p:spPr>
          <a:xfrm>
            <a:off x="1229550" y="4064350"/>
            <a:ext cx="1613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8500" b="0" i="0" u="none" strike="noStrike" cap="none">
                <a:solidFill>
                  <a:srgbClr val="FFD400"/>
                </a:solidFill>
                <a:latin typeface="Jost"/>
                <a:ea typeface="Jost"/>
                <a:cs typeface="Jost"/>
                <a:sym typeface="Jost"/>
              </a:rPr>
              <a:t>sh</a:t>
            </a:r>
            <a:endParaRPr sz="8500" b="0" i="0" u="none" strike="noStrike" cap="none">
              <a:solidFill>
                <a:srgbClr val="2356AF"/>
              </a:solidFill>
              <a:latin typeface="Jost"/>
              <a:ea typeface="Jost"/>
              <a:cs typeface="Jost"/>
              <a:sym typeface="Jost"/>
            </a:endParaRPr>
          </a:p>
        </p:txBody>
      </p:sp>
      <p:sp>
        <p:nvSpPr>
          <p:cNvPr id="1129" name="Google Shape;1129;g274b82f9c29_0_104"/>
          <p:cNvSpPr txBox="1"/>
          <p:nvPr/>
        </p:nvSpPr>
        <p:spPr>
          <a:xfrm>
            <a:off x="2842650" y="4131030"/>
            <a:ext cx="1095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F7941D"/>
                </a:solidFill>
                <a:latin typeface="Poppins"/>
                <a:ea typeface="Poppins"/>
                <a:cs typeface="Poppins"/>
                <a:sym typeface="Poppins"/>
              </a:rPr>
              <a:t>a</a:t>
            </a:r>
            <a:endParaRPr sz="7500" b="0" i="0" u="none" strike="noStrike" cap="none">
              <a:solidFill>
                <a:srgbClr val="F7941D"/>
              </a:solidFill>
              <a:latin typeface="Poppins"/>
              <a:ea typeface="Poppins"/>
              <a:cs typeface="Poppins"/>
              <a:sym typeface="Poppins"/>
            </a:endParaRPr>
          </a:p>
        </p:txBody>
      </p:sp>
      <p:sp>
        <p:nvSpPr>
          <p:cNvPr id="1130" name="Google Shape;1130;g274b82f9c29_0_104"/>
          <p:cNvSpPr txBox="1"/>
          <p:nvPr/>
        </p:nvSpPr>
        <p:spPr>
          <a:xfrm>
            <a:off x="6347025" y="4064350"/>
            <a:ext cx="1613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ng</a:t>
            </a:r>
            <a:endParaRPr sz="8500" b="0" i="0" u="none" strike="noStrike" cap="none">
              <a:solidFill>
                <a:srgbClr val="FFD400"/>
              </a:solidFill>
              <a:latin typeface="Jost"/>
              <a:ea typeface="Jost"/>
              <a:cs typeface="Jost"/>
              <a:sym typeface="Jost"/>
            </a:endParaRPr>
          </a:p>
        </p:txBody>
      </p:sp>
      <p:sp>
        <p:nvSpPr>
          <p:cNvPr id="1131" name="Google Shape;1131;g274b82f9c29_0_104"/>
          <p:cNvSpPr txBox="1"/>
          <p:nvPr/>
        </p:nvSpPr>
        <p:spPr>
          <a:xfrm>
            <a:off x="5226250" y="4063875"/>
            <a:ext cx="1095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cxnSp>
        <p:nvCxnSpPr>
          <p:cNvPr id="1132" name="Google Shape;1132;g274b82f9c29_0_104"/>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1133" name="Google Shape;1133;g274b82f9c29_0_104"/>
          <p:cNvPicPr preferRelativeResize="0"/>
          <p:nvPr/>
        </p:nvPicPr>
        <p:blipFill rotWithShape="1">
          <a:blip r:embed="rId4">
            <a:alphaModFix/>
          </a:blip>
          <a:srcRect l="24548" r="24553"/>
          <a:stretch/>
        </p:blipFill>
        <p:spPr>
          <a:xfrm>
            <a:off x="2390775" y="580500"/>
            <a:ext cx="4031649" cy="2505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8"/>
        <p:cNvGrpSpPr/>
        <p:nvPr/>
      </p:nvGrpSpPr>
      <p:grpSpPr>
        <a:xfrm>
          <a:off x="0" y="0"/>
          <a:ext cx="0" cy="0"/>
          <a:chOff x="0" y="0"/>
          <a:chExt cx="0" cy="0"/>
        </a:xfrm>
      </p:grpSpPr>
      <p:sp>
        <p:nvSpPr>
          <p:cNvPr id="1139" name="Google Shape;113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0" name="Google Shape;114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1" name="Google Shape;1141;g1f3daf8a844_0_64"/>
          <p:cNvGrpSpPr/>
          <p:nvPr/>
        </p:nvGrpSpPr>
        <p:grpSpPr>
          <a:xfrm>
            <a:off x="3024000" y="209875"/>
            <a:ext cx="3096000" cy="454800"/>
            <a:chOff x="3024000" y="209875"/>
            <a:chExt cx="3096000" cy="454800"/>
          </a:xfrm>
        </p:grpSpPr>
        <p:sp>
          <p:nvSpPr>
            <p:cNvPr id="1142" name="Google Shape;114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3" name="Google Shape;114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4" name="Google Shape;114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5" name="Google Shape;114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6" name="Google Shape;114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7" name="Google Shape;114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8" name="Google Shape;114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9" name="Google Shape;114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50" name="Google Shape;115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1" name="Google Shape;1151;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52" name="Google Shape;115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3" name="Google Shape;1153;g1f3daf8a844_0_64"/>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54" name="Google Shape;1154;g1f3daf8a844_0_64"/>
          <p:cNvSpPr txBox="1"/>
          <p:nvPr/>
        </p:nvSpPr>
        <p:spPr>
          <a:xfrm>
            <a:off x="50239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55" name="Google Shape;1155;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56" name="Google Shape;1156;g1f3daf8a844_0_64"/>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7" name="Google Shape;1157;g1f3daf8a844_0_64"/>
          <p:cNvSpPr txBox="1"/>
          <p:nvPr/>
        </p:nvSpPr>
        <p:spPr>
          <a:xfrm>
            <a:off x="40632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58" name="Google Shape;1158;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59" name="Google Shape;1159;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60" name="Google Shape;1160;g1f3daf8a844_0_64"/>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61" name="Google Shape;1161;g1f3daf8a844_0_64"/>
          <p:cNvSpPr txBox="1"/>
          <p:nvPr/>
        </p:nvSpPr>
        <p:spPr>
          <a:xfrm>
            <a:off x="2333952" y="99572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62" name="Google Shape;116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g274b82f9c29_0_15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9" name="Google Shape;1169;g274b82f9c29_0_15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70" name="Google Shape;1170;g274b82f9c29_0_156"/>
          <p:cNvGrpSpPr/>
          <p:nvPr/>
        </p:nvGrpSpPr>
        <p:grpSpPr>
          <a:xfrm>
            <a:off x="3024000" y="209875"/>
            <a:ext cx="3096000" cy="454800"/>
            <a:chOff x="3024000" y="209875"/>
            <a:chExt cx="3096000" cy="454800"/>
          </a:xfrm>
        </p:grpSpPr>
        <p:sp>
          <p:nvSpPr>
            <p:cNvPr id="1171" name="Google Shape;1171;g274b82f9c29_0_15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2" name="Google Shape;1172;g274b82f9c29_0_15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73" name="Google Shape;1173;g274b82f9c29_0_156"/>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74" name="Google Shape;1174;g274b82f9c29_0_156"/>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sliding 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king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king sh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king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cing</a:t>
            </a:r>
            <a:endParaRPr sz="1800" b="0" i="0" u="none" strike="noStrike" cap="none">
              <a:solidFill>
                <a:srgbClr val="B7B7B7"/>
              </a:solidFill>
              <a:latin typeface="Jost"/>
              <a:ea typeface="Jost"/>
              <a:cs typeface="Jost"/>
              <a:sym typeface="Jost"/>
            </a:endParaRPr>
          </a:p>
        </p:txBody>
      </p:sp>
      <p:cxnSp>
        <p:nvCxnSpPr>
          <p:cNvPr id="1175" name="Google Shape;1175;g274b82f9c29_0_156"/>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76" name="Google Shape;1176;g274b82f9c29_0_156"/>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7" name="Google Shape;1177;g274b82f9c29_0_156"/>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8" name="Google Shape;1178;g274b82f9c29_0_156"/>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9" name="Google Shape;1179;g274b82f9c29_0_156"/>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80" name="Google Shape;1180;g274b82f9c29_0_156"/>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81" name="Google Shape;1181;g274b82f9c29_0_156"/>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82" name="Google Shape;1182;g274b82f9c29_0_156"/>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183" name="Google Shape;1183;g274b82f9c29_0_156"/>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84" name="Google Shape;1184;g274b82f9c29_0_156"/>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85" name="Google Shape;1185;g274b82f9c29_0_156"/>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86" name="Google Shape;1186;g274b82f9c29_0_156"/>
          <p:cNvSpPr txBox="1"/>
          <p:nvPr/>
        </p:nvSpPr>
        <p:spPr>
          <a:xfrm>
            <a:off x="50239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87" name="Google Shape;1187;g274b82f9c29_0_156"/>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88" name="Google Shape;1188;g274b82f9c29_0_156"/>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89" name="Google Shape;1189;g274b82f9c29_0_156"/>
          <p:cNvSpPr txBox="1"/>
          <p:nvPr/>
        </p:nvSpPr>
        <p:spPr>
          <a:xfrm>
            <a:off x="40632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90" name="Google Shape;1190;g274b82f9c29_0_156"/>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91" name="Google Shape;1191;g274b82f9c29_0_156"/>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92" name="Google Shape;1192;g274b82f9c29_0_156"/>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93" name="Google Shape;1193;g274b82f9c29_0_156"/>
          <p:cNvSpPr txBox="1"/>
          <p:nvPr/>
        </p:nvSpPr>
        <p:spPr>
          <a:xfrm>
            <a:off x="2333952" y="99572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435</Words>
  <Application>Microsoft Office PowerPoint</Application>
  <PresentationFormat>On-screen Show (4:3)</PresentationFormat>
  <Paragraphs>165</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Poppins Medium</vt:lpstr>
      <vt:lpstr>Calibri</vt:lpstr>
      <vt:lpstr>Poppins</vt:lpstr>
      <vt:lpstr>Jost</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2026-06-03T01:28:02Z</dcterms:modified>
</cp:coreProperties>
</file>