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iMNwKnJxhxp/afW24d2WDRKV0i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9D1774-17D5-4328-B97D-4E89BD8951AC}">
  <a:tblStyle styleId="{119D1774-17D5-4328-B97D-4E89BD8951A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d9ec88496a_0_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d9ec88496a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d9ec88496a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d9ec88496a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2d9ec88496a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2d9ec88496a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2d9ec88496a_0_67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g2d9ec88496a_0_6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2" name="Google Shape;1032;g2d9ec88496a_0_6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3799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Sound Family /oo/</a:t>
            </a:r>
            <a:endParaRPr sz="180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5 -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23</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5.5 - Sound Families </a:t>
            </a:r>
            <a:endParaRPr sz="180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500" b="1"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5.5</a:t>
              </a:r>
              <a:endParaRPr sz="1300" b="1"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6.png"/><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18.xml"/><Relationship Id="rId4" Type="http://schemas.openxmlformats.org/officeDocument/2006/relationships/image" Target="../media/image7.png"/><Relationship Id="rId9" Type="http://schemas.openxmlformats.org/officeDocument/2006/relationships/slide" Target="slide17.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3.png"/><Relationship Id="rId21" Type="http://schemas.openxmlformats.org/officeDocument/2006/relationships/image" Target="../media/image50.png"/><Relationship Id="rId7" Type="http://schemas.openxmlformats.org/officeDocument/2006/relationships/image" Target="../media/image37.png"/><Relationship Id="rId12" Type="http://schemas.openxmlformats.org/officeDocument/2006/relationships/image" Target="../media/image6.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3.png"/><Relationship Id="rId5" Type="http://schemas.openxmlformats.org/officeDocument/2006/relationships/image" Target="../media/image35.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40.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5.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2.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1.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s>
</file>

<file path=ppt/slides/_rels/slide7.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3" Type="http://schemas.openxmlformats.org/officeDocument/2006/relationships/image" Target="../media/image110.png"/><Relationship Id="rId7" Type="http://schemas.openxmlformats.org/officeDocument/2006/relationships/image" Target="../media/image114.png"/><Relationship Id="rId12" Type="http://schemas.openxmlformats.org/officeDocument/2006/relationships/image" Target="../media/image119.png"/><Relationship Id="rId2" Type="http://schemas.openxmlformats.org/officeDocument/2006/relationships/notesSlide" Target="../notesSlides/notesSlide7.xml"/><Relationship Id="rId16" Type="http://schemas.openxmlformats.org/officeDocument/2006/relationships/image" Target="../media/image123.png"/><Relationship Id="rId1" Type="http://schemas.openxmlformats.org/officeDocument/2006/relationships/slideLayout" Target="../slideLayouts/slideLayout3.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5" Type="http://schemas.openxmlformats.org/officeDocument/2006/relationships/image" Target="../media/image122.png"/><Relationship Id="rId10" Type="http://schemas.openxmlformats.org/officeDocument/2006/relationships/image" Target="../media/image117.png"/><Relationship Id="rId4" Type="http://schemas.openxmlformats.org/officeDocument/2006/relationships/image" Target="../media/image111.png"/><Relationship Id="rId9" Type="http://schemas.openxmlformats.org/officeDocument/2006/relationships/image" Target="../media/image116.png"/><Relationship Id="rId14" Type="http://schemas.openxmlformats.org/officeDocument/2006/relationships/image" Target="../media/image121.png"/></Relationships>
</file>

<file path=ppt/slides/_rels/slide8.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4.png"/><Relationship Id="rId18" Type="http://schemas.openxmlformats.org/officeDocument/2006/relationships/image" Target="../media/image139.png"/><Relationship Id="rId26" Type="http://schemas.openxmlformats.org/officeDocument/2006/relationships/image" Target="../media/image147.png"/><Relationship Id="rId3" Type="http://schemas.openxmlformats.org/officeDocument/2006/relationships/image" Target="../media/image124.png"/><Relationship Id="rId21" Type="http://schemas.openxmlformats.org/officeDocument/2006/relationships/image" Target="../media/image142.png"/><Relationship Id="rId7" Type="http://schemas.openxmlformats.org/officeDocument/2006/relationships/image" Target="../media/image128.png"/><Relationship Id="rId12" Type="http://schemas.openxmlformats.org/officeDocument/2006/relationships/image" Target="../media/image133.png"/><Relationship Id="rId17" Type="http://schemas.openxmlformats.org/officeDocument/2006/relationships/image" Target="../media/image138.png"/><Relationship Id="rId25" Type="http://schemas.openxmlformats.org/officeDocument/2006/relationships/image" Target="../media/image146.png"/><Relationship Id="rId2" Type="http://schemas.openxmlformats.org/officeDocument/2006/relationships/notesSlide" Target="../notesSlides/notesSlide8.xml"/><Relationship Id="rId16" Type="http://schemas.openxmlformats.org/officeDocument/2006/relationships/image" Target="../media/image137.png"/><Relationship Id="rId20" Type="http://schemas.openxmlformats.org/officeDocument/2006/relationships/image" Target="../media/image141.png"/><Relationship Id="rId29" Type="http://schemas.openxmlformats.org/officeDocument/2006/relationships/image" Target="../media/image150.png"/><Relationship Id="rId1" Type="http://schemas.openxmlformats.org/officeDocument/2006/relationships/slideLayout" Target="../slideLayouts/slideLayout3.xml"/><Relationship Id="rId6" Type="http://schemas.openxmlformats.org/officeDocument/2006/relationships/image" Target="../media/image127.png"/><Relationship Id="rId11" Type="http://schemas.openxmlformats.org/officeDocument/2006/relationships/image" Target="../media/image132.png"/><Relationship Id="rId24" Type="http://schemas.openxmlformats.org/officeDocument/2006/relationships/image" Target="../media/image145.png"/><Relationship Id="rId5" Type="http://schemas.openxmlformats.org/officeDocument/2006/relationships/image" Target="../media/image126.png"/><Relationship Id="rId15" Type="http://schemas.openxmlformats.org/officeDocument/2006/relationships/image" Target="../media/image136.png"/><Relationship Id="rId23" Type="http://schemas.openxmlformats.org/officeDocument/2006/relationships/image" Target="../media/image144.png"/><Relationship Id="rId28" Type="http://schemas.openxmlformats.org/officeDocument/2006/relationships/image" Target="../media/image149.png"/><Relationship Id="rId10" Type="http://schemas.openxmlformats.org/officeDocument/2006/relationships/image" Target="../media/image131.png"/><Relationship Id="rId19" Type="http://schemas.openxmlformats.org/officeDocument/2006/relationships/image" Target="../media/image140.png"/><Relationship Id="rId4" Type="http://schemas.openxmlformats.org/officeDocument/2006/relationships/image" Target="../media/image125.png"/><Relationship Id="rId9" Type="http://schemas.openxmlformats.org/officeDocument/2006/relationships/image" Target="../media/image130.png"/><Relationship Id="rId14" Type="http://schemas.openxmlformats.org/officeDocument/2006/relationships/image" Target="../media/image135.png"/><Relationship Id="rId22" Type="http://schemas.openxmlformats.org/officeDocument/2006/relationships/image" Target="../media/image143.png"/><Relationship Id="rId27" Type="http://schemas.openxmlformats.org/officeDocument/2006/relationships/image" Target="../media/image148.png"/><Relationship Id="rId30" Type="http://schemas.openxmlformats.org/officeDocument/2006/relationships/image" Target="../media/image151.png"/></Relationships>
</file>

<file path=ppt/slides/_rels/slide9.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162.png"/><Relationship Id="rId3" Type="http://schemas.openxmlformats.org/officeDocument/2006/relationships/image" Target="../media/image152.png"/><Relationship Id="rId7" Type="http://schemas.openxmlformats.org/officeDocument/2006/relationships/image" Target="../media/image156.png"/><Relationship Id="rId12" Type="http://schemas.openxmlformats.org/officeDocument/2006/relationships/image" Target="../media/image16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5.png"/><Relationship Id="rId11" Type="http://schemas.openxmlformats.org/officeDocument/2006/relationships/image" Target="../media/image160.png"/><Relationship Id="rId5" Type="http://schemas.openxmlformats.org/officeDocument/2006/relationships/image" Target="../media/image154.png"/><Relationship Id="rId15" Type="http://schemas.openxmlformats.org/officeDocument/2006/relationships/image" Target="../media/image164.png"/><Relationship Id="rId10" Type="http://schemas.openxmlformats.org/officeDocument/2006/relationships/image" Target="../media/image159.png"/><Relationship Id="rId4" Type="http://schemas.openxmlformats.org/officeDocument/2006/relationships/image" Target="../media/image153.png"/><Relationship Id="rId9" Type="http://schemas.openxmlformats.org/officeDocument/2006/relationships/image" Target="../media/image158.png"/><Relationship Id="rId14" Type="http://schemas.openxmlformats.org/officeDocument/2006/relationships/image" Target="../media/image163.png"/></Relationships>
</file>

<file path=ppt/slides/_rels/slide10.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png"/><Relationship Id="rId3" Type="http://schemas.openxmlformats.org/officeDocument/2006/relationships/image" Target="../media/image165.png"/><Relationship Id="rId7" Type="http://schemas.openxmlformats.org/officeDocument/2006/relationships/image" Target="../media/image169.png"/><Relationship Id="rId12" Type="http://schemas.openxmlformats.org/officeDocument/2006/relationships/image" Target="../media/image174.png"/><Relationship Id="rId2" Type="http://schemas.openxmlformats.org/officeDocument/2006/relationships/notesSlide" Target="../notesSlides/notesSlide10.xml"/><Relationship Id="rId16" Type="http://schemas.openxmlformats.org/officeDocument/2006/relationships/image" Target="../media/image178.png"/><Relationship Id="rId1" Type="http://schemas.openxmlformats.org/officeDocument/2006/relationships/slideLayout" Target="../slideLayouts/slideLayout3.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5" Type="http://schemas.openxmlformats.org/officeDocument/2006/relationships/image" Target="../media/image177.pn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png"/><Relationship Id="rId14" Type="http://schemas.openxmlformats.org/officeDocument/2006/relationships/image" Target="../media/image176.png"/></Relationships>
</file>

<file path=ppt/slides/_rels/slide11.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/oo/;</a:t>
            </a:r>
            <a:br>
              <a:rPr lang="en-US" sz="3000"/>
            </a:br>
            <a:r>
              <a:rPr lang="en-US" sz="3000"/>
              <a:t>u-e</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23</a:t>
            </a:r>
            <a:endParaRPr/>
          </a:p>
        </p:txBody>
      </p:sp>
      <p:pic>
        <p:nvPicPr>
          <p:cNvPr id="653" name="Google Shape;653;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{119D1774-17D5-4328-B97D-4E89BD8951AC}</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FFFFFF"/>
                          </a:solidFill>
                          <a:latin typeface="Jost"/>
                          <a:ea typeface="Jost"/>
                          <a:cs typeface="Jost"/>
                          <a:sym typeface="Jost"/>
                        </a:rPr>
                        <a:t>/oo/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/oo/</a:t>
            </a:r>
            <a:r>
              <a:rPr lang="en-US"/>
              <a:t> sound family spelling patterns.</a:t>
            </a:r>
            <a:endParaRPr/>
          </a:p>
        </p:txBody>
      </p:sp>
      <p:sp>
        <p:nvSpPr>
          <p:cNvPr id="662" name="Google Shape;662;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334725" y="5256525"/>
            <a:ext cx="14193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4578429" y="4326104"/>
            <a:ext cx="931974" cy="665200"/>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t="89" b="99"/>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799551" y="37371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2181013" y="369768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3305787" y="362499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4518647" y="369768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930400" y="2053250"/>
            <a:ext cx="723070" cy="1023475"/>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4">
            <a:alphaModFix/>
          </a:blip>
          <a:srcRect l="79" r="79"/>
          <a:stretch/>
        </p:blipFill>
        <p:spPr>
          <a:xfrm>
            <a:off x="3364463" y="2053250"/>
            <a:ext cx="723070" cy="1023475"/>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5">
            <a:alphaModFix/>
          </a:blip>
          <a:srcRect l="19" r="29"/>
          <a:stretch/>
        </p:blipFill>
        <p:spPr>
          <a:xfrm>
            <a:off x="1741753" y="2053250"/>
            <a:ext cx="723070" cy="1023475"/>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6">
            <a:alphaModFix/>
          </a:blip>
          <a:srcRect l="19" r="29"/>
          <a:stretch/>
        </p:blipFill>
        <p:spPr>
          <a:xfrm>
            <a:off x="2553109" y="2053250"/>
            <a:ext cx="723070" cy="1023475"/>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7">
            <a:alphaModFix/>
          </a:blip>
          <a:srcRect l="19" r="29"/>
          <a:stretch/>
        </p:blipFill>
        <p:spPr>
          <a:xfrm>
            <a:off x="4175816" y="2053250"/>
            <a:ext cx="723070" cy="1023475"/>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8">
            <a:alphaModFix/>
          </a:blip>
          <a:srcRect l="79" r="79"/>
          <a:stretch/>
        </p:blipFill>
        <p:spPr>
          <a:xfrm>
            <a:off x="6609879" y="2053250"/>
            <a:ext cx="723070" cy="1023475"/>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9">
            <a:alphaModFix/>
          </a:blip>
          <a:srcRect l="79" r="79"/>
          <a:stretch/>
        </p:blipFill>
        <p:spPr>
          <a:xfrm>
            <a:off x="4987172" y="2053250"/>
            <a:ext cx="723070" cy="1023475"/>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0">
            <a:alphaModFix/>
          </a:blip>
          <a:srcRect l="79" r="79"/>
          <a:stretch/>
        </p:blipFill>
        <p:spPr>
          <a:xfrm>
            <a:off x="5798525" y="2053250"/>
            <a:ext cx="723070" cy="1023475"/>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1">
            <a:alphaModFix/>
          </a:blip>
          <a:srcRect l="19" r="29"/>
          <a:stretch/>
        </p:blipFill>
        <p:spPr>
          <a:xfrm>
            <a:off x="7421230" y="2053250"/>
            <a:ext cx="723070" cy="102347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4" name="Google Shape;814;g26b7edf6e71_0_109"/>
          <p:cNvGrpSpPr/>
          <p:nvPr/>
        </p:nvGrpSpPr>
        <p:grpSpPr>
          <a:xfrm>
            <a:off x="865957" y="2135925"/>
            <a:ext cx="7282807" cy="2686611"/>
            <a:chOff x="867357" y="2129450"/>
            <a:chExt cx="7282807" cy="2686611"/>
          </a:xfrm>
        </p:grpSpPr>
        <p:pic>
          <p:nvPicPr>
            <p:cNvPr id="815" name="Google Shape;81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5" name="Google Shape;835;g2c298d33e0c_0_6"/>
          <p:cNvGrpSpPr/>
          <p:nvPr/>
        </p:nvGrpSpPr>
        <p:grpSpPr>
          <a:xfrm>
            <a:off x="866900" y="2140884"/>
            <a:ext cx="7281864" cy="2684601"/>
            <a:chOff x="868300" y="2129450"/>
            <a:chExt cx="7281864" cy="2684601"/>
          </a:xfrm>
        </p:grpSpPr>
        <p:pic>
          <p:nvPicPr>
            <p:cNvPr id="836" name="Google Shape;83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0" name="Google Shape;84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0" name="Google Shape;870;g2c298da1f27_0_455"/>
          <p:cNvGrpSpPr/>
          <p:nvPr/>
        </p:nvGrpSpPr>
        <p:grpSpPr>
          <a:xfrm>
            <a:off x="868300" y="2129450"/>
            <a:ext cx="7281864" cy="2684601"/>
            <a:chOff x="868300" y="2053250"/>
            <a:chExt cx="7281864" cy="2684601"/>
          </a:xfrm>
        </p:grpSpPr>
        <p:pic>
          <p:nvPicPr>
            <p:cNvPr id="871" name="Google Shape;871;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90" name="Google Shape;890;g2c298da1f27_1_0"/>
          <p:cNvGrpSpPr/>
          <p:nvPr/>
        </p:nvGrpSpPr>
        <p:grpSpPr>
          <a:xfrm>
            <a:off x="868300" y="2129450"/>
            <a:ext cx="7281864" cy="2688001"/>
            <a:chOff x="868300" y="2129450"/>
            <a:chExt cx="7281864" cy="2688001"/>
          </a:xfrm>
        </p:grpSpPr>
        <p:pic>
          <p:nvPicPr>
            <p:cNvPr id="891" name="Google Shape;891;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cdbdd193bb_0_343"/>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r>
              <a:rPr lang="en-US" sz="2200">
                <a:solidFill>
                  <a:srgbClr val="2356AF"/>
                </a:solidFill>
              </a:rPr>
              <a:t>people wild child mind kind behind eye oh most only both though</a:t>
            </a:r>
            <a:r>
              <a:rPr lang="en-US" sz="2200"/>
              <a:t>.</a:t>
            </a:r>
            <a:endParaRPr sz="2200"/>
          </a:p>
        </p:txBody>
      </p:sp>
      <p:pic>
        <p:nvPicPr>
          <p:cNvPr id="911" name="Google Shape;911;g2cdbdd193bb_0_343"/>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12" name="Google Shape;912;g2cdbdd193bb_0_343"/>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13" name="Google Shape;913;g2cdbdd193bb_0_343"/>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14" name="Google Shape;914;g2cdbdd193bb_0_343"/>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15" name="Google Shape;915;g2cdbdd193bb_0_343"/>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4">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d9ec88496a_0_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29" name="Google Shape;929;g2d9ec88496a_0_2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0" name="Google Shape;930;g2d9ec88496a_0_22"/>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31" name="Google Shape;931;g2d9ec88496a_0_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2" name="Google Shape;932;g2d9ec88496a_0_22"/>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 t</a:t>
            </a:r>
            <a:r>
              <a:rPr lang="en-US" sz="5800" b="0" i="0" u="none" strike="noStrike" cap="none">
                <a:solidFill>
                  <a:srgbClr val="815137"/>
                </a:solidFill>
                <a:latin typeface="Jost"/>
                <a:ea typeface="Jost"/>
                <a:cs typeface="Jost"/>
                <a:sym typeface="Jost"/>
              </a:rPr>
              <a:t>oo</a:t>
            </a:r>
            <a:r>
              <a:rPr lang="en-US" sz="5800" b="0" i="0" u="none" strike="noStrike" cap="none">
                <a:solidFill>
                  <a:srgbClr val="2356AF"/>
                </a:solidFill>
                <a:latin typeface="Jost"/>
                <a:ea typeface="Jost"/>
                <a:cs typeface="Jost"/>
                <a:sym typeface="Jost"/>
              </a:rPr>
              <a:t>th</a:t>
            </a:r>
            <a:endParaRPr sz="5800" b="0" i="0" u="none" strike="noStrike" cap="none">
              <a:solidFill>
                <a:srgbClr val="2356AF"/>
              </a:solidFill>
              <a:latin typeface="Jost"/>
              <a:ea typeface="Jost"/>
              <a:cs typeface="Jost"/>
              <a:sym typeface="Jost"/>
            </a:endParaRPr>
          </a:p>
        </p:txBody>
      </p:sp>
      <p:sp>
        <p:nvSpPr>
          <p:cNvPr id="933" name="Google Shape;933;g2d9ec88496a_0_22"/>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t</a:t>
            </a:r>
            <a:r>
              <a:rPr lang="en-US" sz="5800" b="0" i="0" u="none" strike="noStrike" cap="none">
                <a:solidFill>
                  <a:srgbClr val="815137"/>
                </a:solidFill>
                <a:latin typeface="Jost"/>
                <a:ea typeface="Jost"/>
                <a:cs typeface="Jost"/>
                <a:sym typeface="Jost"/>
              </a:rPr>
              <a:t>oo</a:t>
            </a:r>
            <a:r>
              <a:rPr lang="en-US" sz="5800" b="0" i="0" u="none" strike="noStrike" cap="none">
                <a:solidFill>
                  <a:srgbClr val="2356AF"/>
                </a:solidFill>
                <a:latin typeface="Jost"/>
                <a:ea typeface="Jost"/>
                <a:cs typeface="Jost"/>
                <a:sym typeface="Jost"/>
              </a:rPr>
              <a:t>l</a:t>
            </a:r>
            <a:endParaRPr sz="5800" b="0" i="0" u="none" strike="noStrike" cap="none">
              <a:solidFill>
                <a:srgbClr val="2356AF"/>
              </a:solidFill>
              <a:latin typeface="Jost"/>
              <a:ea typeface="Jost"/>
              <a:cs typeface="Jost"/>
              <a:sym typeface="Jost"/>
            </a:endParaRPr>
          </a:p>
        </p:txBody>
      </p:sp>
      <p:sp>
        <p:nvSpPr>
          <p:cNvPr id="934" name="Google Shape;934;g2d9ec88496a_0_22"/>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bl</a:t>
            </a:r>
            <a:r>
              <a:rPr lang="en-US" sz="5800" b="0" i="0" u="none" strike="noStrike" cap="none">
                <a:solidFill>
                  <a:srgbClr val="815137"/>
                </a:solidFill>
                <a:latin typeface="Jost"/>
                <a:ea typeface="Jost"/>
                <a:cs typeface="Jost"/>
                <a:sym typeface="Jost"/>
              </a:rPr>
              <a:t>oo</a:t>
            </a:r>
            <a:r>
              <a:rPr lang="en-US" sz="5800" b="0" i="0" u="none" strike="noStrike" cap="none">
                <a:solidFill>
                  <a:srgbClr val="2356AF"/>
                </a:solidFill>
                <a:latin typeface="Jost"/>
                <a:ea typeface="Jost"/>
                <a:cs typeface="Jost"/>
                <a:sym typeface="Jost"/>
              </a:rPr>
              <a:t>m</a:t>
            </a:r>
            <a:endParaRPr sz="5800" b="0" i="0" u="none" strike="noStrike" cap="none">
              <a:solidFill>
                <a:srgbClr val="2356AF"/>
              </a:solidFill>
              <a:latin typeface="Jost"/>
              <a:ea typeface="Jost"/>
              <a:cs typeface="Jost"/>
              <a:sym typeface="Jost"/>
            </a:endParaRPr>
          </a:p>
        </p:txBody>
      </p:sp>
      <p:sp>
        <p:nvSpPr>
          <p:cNvPr id="935" name="Google Shape;935;g2d9ec88496a_0_22"/>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39</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2d9ec88496a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2" name="Google Shape;942;g2d9ec88496a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3" name="Google Shape;943;g2d9ec88496a_0_8"/>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44" name="Google Shape;944;g2d9ec88496a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5" name="Google Shape;945;g2d9ec88496a_0_8"/>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pr</a:t>
            </a:r>
            <a:r>
              <a:rPr lang="en-US" sz="5800" b="0" i="0" u="none" strike="noStrike" cap="none">
                <a:solidFill>
                  <a:srgbClr val="F7941D"/>
                </a:solidFill>
                <a:latin typeface="Jost"/>
                <a:ea typeface="Jost"/>
                <a:cs typeface="Jost"/>
                <a:sym typeface="Jost"/>
              </a:rPr>
              <a:t>u</a:t>
            </a:r>
            <a:r>
              <a:rPr lang="en-US" sz="5800" b="0" i="0" u="none" strike="noStrike" cap="none">
                <a:solidFill>
                  <a:srgbClr val="2356AF"/>
                </a:solidFill>
                <a:latin typeface="Jost"/>
                <a:ea typeface="Jost"/>
                <a:cs typeface="Jost"/>
                <a:sym typeface="Jost"/>
              </a:rPr>
              <a:t>n</a:t>
            </a:r>
            <a:r>
              <a:rPr lang="en-US" sz="5800" b="0" i="0" u="none" strike="noStrike" cap="none">
                <a:solidFill>
                  <a:srgbClr val="F7941D"/>
                </a:solidFill>
                <a:latin typeface="Jost"/>
                <a:ea typeface="Jost"/>
                <a:cs typeface="Jost"/>
                <a:sym typeface="Jost"/>
              </a:rPr>
              <a:t>e</a:t>
            </a:r>
            <a:endParaRPr sz="5800" b="0" i="0" u="none" strike="noStrike" cap="none">
              <a:solidFill>
                <a:srgbClr val="F7941D"/>
              </a:solidFill>
              <a:latin typeface="Jost"/>
              <a:ea typeface="Jost"/>
              <a:cs typeface="Jost"/>
              <a:sym typeface="Jost"/>
            </a:endParaRPr>
          </a:p>
        </p:txBody>
      </p:sp>
      <p:sp>
        <p:nvSpPr>
          <p:cNvPr id="946" name="Google Shape;946;g2d9ec88496a_0_8"/>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t</a:t>
            </a:r>
            <a:r>
              <a:rPr lang="en-US" sz="5800" b="0" i="0" u="none" strike="noStrike" cap="none">
                <a:solidFill>
                  <a:srgbClr val="F7941D"/>
                </a:solidFill>
                <a:latin typeface="Jost"/>
                <a:ea typeface="Jost"/>
                <a:cs typeface="Jost"/>
                <a:sym typeface="Jost"/>
              </a:rPr>
              <a:t>u</a:t>
            </a:r>
            <a:r>
              <a:rPr lang="en-US" sz="5800" b="0" i="0" u="none" strike="noStrike" cap="none">
                <a:solidFill>
                  <a:srgbClr val="2356AF"/>
                </a:solidFill>
                <a:latin typeface="Jost"/>
                <a:ea typeface="Jost"/>
                <a:cs typeface="Jost"/>
                <a:sym typeface="Jost"/>
              </a:rPr>
              <a:t>n</a:t>
            </a:r>
            <a:r>
              <a:rPr lang="en-US" sz="5800" b="0" i="0" u="none" strike="noStrike" cap="none">
                <a:solidFill>
                  <a:srgbClr val="F7941D"/>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47" name="Google Shape;947;g2d9ec88496a_0_8"/>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r</a:t>
            </a:r>
            <a:r>
              <a:rPr lang="en-US" sz="5800" b="0" i="0" u="none" strike="noStrike" cap="none">
                <a:solidFill>
                  <a:srgbClr val="F7941D"/>
                </a:solidFill>
                <a:latin typeface="Jost"/>
                <a:ea typeface="Jost"/>
                <a:cs typeface="Jost"/>
                <a:sym typeface="Jost"/>
              </a:rPr>
              <a:t>u</a:t>
            </a:r>
            <a:r>
              <a:rPr lang="en-US" sz="5800" b="0" i="0" u="none" strike="noStrike" cap="none">
                <a:solidFill>
                  <a:srgbClr val="2356AF"/>
                </a:solidFill>
                <a:latin typeface="Jost"/>
                <a:ea typeface="Jost"/>
                <a:cs typeface="Jost"/>
                <a:sym typeface="Jost"/>
              </a:rPr>
              <a:t>l</a:t>
            </a:r>
            <a:r>
              <a:rPr lang="en-US" sz="5800" b="0" i="0" u="none" strike="noStrike" cap="none">
                <a:solidFill>
                  <a:srgbClr val="F7941D"/>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48" name="Google Shape;948;g2d9ec88496a_0_8"/>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100"/>
              <a:buNone/>
            </a:pPr>
            <a:r>
              <a:rPr lang="en-US"/>
              <a:t>Phase 5, Lesson 27</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5" name="Google Shape;95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6" name="Google Shape;956;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57" name="Google Shape;95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4" name="Google Shape;96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5" name="Google Shape;965;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66" name="Google Shape;96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3" name="Google Shape;97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4" name="Google Shape;974;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5" name="Google Shape;97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82" name="Google Shape;98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83" name="Google Shape;983;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4" name="Google Shape;98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6b641b03cd_0_301"/>
          <p:cNvSpPr txBox="1">
            <a:spLocks noGrp="1"/>
          </p:cNvSpPr>
          <p:nvPr>
            <p:ph type="title"/>
          </p:nvPr>
        </p:nvSpPr>
        <p:spPr>
          <a:xfrm>
            <a:off x="782375" y="5568500"/>
            <a:ext cx="7579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91" name="Google Shape;99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92" name="Google Shape;99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93" name="Google Shape;993;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00" name="Google Shape;1000;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01" name="Google Shape;1001;g26b641b03cd_0_308"/>
          <p:cNvSpPr txBox="1">
            <a:spLocks noGrp="1"/>
          </p:cNvSpPr>
          <p:nvPr>
            <p:ph type="title"/>
          </p:nvPr>
        </p:nvSpPr>
        <p:spPr>
          <a:xfrm>
            <a:off x="750650" y="5568500"/>
            <a:ext cx="7642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02" name="Google Shape;1002;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09" name="Google Shape;100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10" name="Google Shape;1010;g1f3daf8a844_0_64"/>
          <p:cNvGrpSpPr/>
          <p:nvPr/>
        </p:nvGrpSpPr>
        <p:grpSpPr>
          <a:xfrm>
            <a:off x="3024000" y="209875"/>
            <a:ext cx="3096000" cy="454800"/>
            <a:chOff x="3024000" y="209875"/>
            <a:chExt cx="3096000" cy="454800"/>
          </a:xfrm>
        </p:grpSpPr>
        <p:sp>
          <p:nvSpPr>
            <p:cNvPr id="1011" name="Google Shape;101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3" name="Google Shape;101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14" name="Google Shape;101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5" name="Google Shape;101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6" name="Google Shape;101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7" name="Google Shape;101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18" name="Google Shape;1018;g1f3daf8a844_0_64"/>
          <p:cNvSpPr txBox="1"/>
          <p:nvPr/>
        </p:nvSpPr>
        <p:spPr>
          <a:xfrm>
            <a:off x="2113525" y="960050"/>
            <a:ext cx="145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u-e</a:t>
            </a:r>
            <a:endParaRPr sz="5500" b="0" i="0" u="none" strike="noStrike" cap="none">
              <a:solidFill>
                <a:srgbClr val="F7941D"/>
              </a:solidFill>
              <a:latin typeface="Jost"/>
              <a:ea typeface="Jost"/>
              <a:cs typeface="Jost"/>
              <a:sym typeface="Jost"/>
            </a:endParaRPr>
          </a:p>
        </p:txBody>
      </p:sp>
      <p:sp>
        <p:nvSpPr>
          <p:cNvPr id="1019" name="Google Shape;101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20" name="Google Shape;102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21" name="Google Shape;1021;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22" name="Google Shape;102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23" name="Google Shape;1023;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24" name="Google Shape;1024;g1f3daf8a844_0_64"/>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25" name="Google Shape;1025;g1f3daf8a844_0_64"/>
          <p:cNvSpPr txBox="1"/>
          <p:nvPr/>
        </p:nvSpPr>
        <p:spPr>
          <a:xfrm>
            <a:off x="521605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26" name="Google Shape;1026;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27" name="Google Shape;1027;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1028" name="Google Shape;102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2d9ec88496a_0_67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5" name="Google Shape;1035;g2d9ec88496a_0_67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36" name="Google Shape;1036;g2d9ec88496a_0_674"/>
          <p:cNvGrpSpPr/>
          <p:nvPr/>
        </p:nvGrpSpPr>
        <p:grpSpPr>
          <a:xfrm>
            <a:off x="3024000" y="209875"/>
            <a:ext cx="3096000" cy="454800"/>
            <a:chOff x="3024000" y="209875"/>
            <a:chExt cx="3096000" cy="454800"/>
          </a:xfrm>
        </p:grpSpPr>
        <p:sp>
          <p:nvSpPr>
            <p:cNvPr id="1037" name="Google Shape;1037;g2d9ec88496a_0_67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8" name="Google Shape;1038;g2d9ec88496a_0_67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9" name="Google Shape;1039;g2d9ec88496a_0_67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40" name="Google Shape;1040;g2d9ec88496a_0_67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41" name="Google Shape;1041;g2d9ec88496a_0_67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2" name="Google Shape;1042;g2d9ec88496a_0_67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3" name="Google Shape;1043;g2d9ec88496a_0_67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4" name="Google Shape;1044;g2d9ec88496a_0_67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45" name="Google Shape;1045;g2d9ec88496a_0_674"/>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tube rule tune flute rude chute</a:t>
            </a:r>
            <a:endParaRPr sz="1800" b="0" i="0" u="none" strike="noStrike" cap="none">
              <a:solidFill>
                <a:srgbClr val="B7B7B7"/>
              </a:solidFill>
              <a:latin typeface="Jost"/>
              <a:ea typeface="Jost"/>
              <a:cs typeface="Jost"/>
              <a:sym typeface="Jost"/>
            </a:endParaRPr>
          </a:p>
        </p:txBody>
      </p:sp>
      <p:sp>
        <p:nvSpPr>
          <p:cNvPr id="1046" name="Google Shape;1046;g2d9ec88496a_0_674"/>
          <p:cNvSpPr txBox="1"/>
          <p:nvPr/>
        </p:nvSpPr>
        <p:spPr>
          <a:xfrm>
            <a:off x="2113525" y="960050"/>
            <a:ext cx="145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u-e</a:t>
            </a:r>
            <a:endParaRPr sz="5500" b="0" i="0" u="none" strike="noStrike" cap="none">
              <a:solidFill>
                <a:srgbClr val="F7941D"/>
              </a:solidFill>
              <a:latin typeface="Jost"/>
              <a:ea typeface="Jost"/>
              <a:cs typeface="Jost"/>
              <a:sym typeface="Jost"/>
            </a:endParaRPr>
          </a:p>
        </p:txBody>
      </p:sp>
      <p:sp>
        <p:nvSpPr>
          <p:cNvPr id="1047" name="Google Shape;1047;g2d9ec88496a_0_67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48" name="Google Shape;1048;g2d9ec88496a_0_67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49" name="Google Shape;1049;g2d9ec88496a_0_67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cxnSp>
        <p:nvCxnSpPr>
          <p:cNvPr id="1050" name="Google Shape;1050;g2d9ec88496a_0_67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51" name="Google Shape;1051;g2d9ec88496a_0_67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52" name="Google Shape;1052;g2d9ec88496a_0_67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53" name="Google Shape;1053;g2d9ec88496a_0_674"/>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54" name="Google Shape;1054;g2d9ec88496a_0_674"/>
          <p:cNvSpPr txBox="1"/>
          <p:nvPr/>
        </p:nvSpPr>
        <p:spPr>
          <a:xfrm>
            <a:off x="521605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055" name="Google Shape;1055;g2d9ec88496a_0_67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56" name="Google Shape;1056;g2d9ec88496a_0_67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407</Words>
  <Application>Microsoft Office PowerPoint</Application>
  <PresentationFormat>On-screen Show (4:3)</PresentationFormat>
  <Paragraphs>125</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Nunito Black</vt:lpstr>
      <vt:lpstr>Poppins Medium</vt:lpstr>
      <vt:lpstr>Poppins SemiBold</vt:lpstr>
      <vt:lpstr>Calibri</vt:lpstr>
      <vt:lpstr>Jost</vt:lpstr>
      <vt:lpstr>Arial</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vt:lpstr>
      <vt:lpstr>Review Grapheme Caption</vt:lpstr>
      <vt:lpstr>Review Grapheme Caption</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2026-05-25T05:14:06Z</dcterms:modified>
</cp:coreProperties>
</file>