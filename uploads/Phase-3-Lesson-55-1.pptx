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embeddedFontLst>
    <p:embeddedFont>
      <p:font typeface="Jost" panose="020B0604020202020204" charset="0"/>
      <p:regular r:id="rId13"/>
      <p:bold r:id="rId14"/>
      <p:italic r:id="rId15"/>
      <p:boldItalic r:id="rId16"/>
    </p:embeddedFont>
    <p:embeddedFont>
      <p:font typeface="Mulish" panose="020B0604020202020204" charset="0"/>
      <p:regular r:id="rId17"/>
      <p:bold r:id="rId18"/>
      <p:italic r:id="rId19"/>
      <p:boldItalic r:id="rId20"/>
    </p:embeddedFont>
    <p:embeddedFont>
      <p:font typeface="Nunito Black" pitchFamily="2" charset="0"/>
      <p:bold r:id="rId21"/>
      <p:boldItalic r:id="rId22"/>
    </p:embeddedFont>
    <p:embeddedFont>
      <p:font typeface="Poppins" panose="00000500000000000000" pitchFamily="2" charset="0"/>
      <p:regular r:id="rId23"/>
      <p:bold r:id="rId24"/>
      <p:italic r:id="rId25"/>
      <p:boldItalic r:id="rId26"/>
    </p:embeddedFont>
    <p:embeddedFont>
      <p:font typeface="Poppins Medium" panose="00000600000000000000" pitchFamily="2"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5anV0T4VSMWuTsjvZSCkauzFV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CEFF3E-8C0E-41A3-95D4-D7748A362293}">
  <a:tblStyle styleId="{9FCEFF3E-8C0E-41A3-95D4-D7748A36229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d06a1f61bb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d06a1f61bb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d06a1f61bb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d067c62542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d067c625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d067c62542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d067c62542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d067c62542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d067c62542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67c62542_0_9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67c62542_0_9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67c62542_0_9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d067c62542_0_9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d067c62542_0_9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d067c62542_0_9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97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2">
  <p:cSld name="Alien Word of the Day_2_1_1_3">
    <p:spTree>
      <p:nvGrpSpPr>
        <p:cNvPr id="1" name="Shape 103"/>
        <p:cNvGrpSpPr/>
        <p:nvPr/>
      </p:nvGrpSpPr>
      <p:grpSpPr>
        <a:xfrm>
          <a:off x="0" y="0"/>
          <a:ext cx="0" cy="0"/>
          <a:chOff x="0" y="0"/>
          <a:chExt cx="0" cy="0"/>
        </a:xfrm>
      </p:grpSpPr>
      <p:sp>
        <p:nvSpPr>
          <p:cNvPr id="104" name="Google Shape;104;g2d06a1f61bb_0_74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d06a1f61bb_0_74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d06a1f61bb_0_744"/>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d06a1f61bb_0_744"/>
          <p:cNvGrpSpPr/>
          <p:nvPr/>
        </p:nvGrpSpPr>
        <p:grpSpPr>
          <a:xfrm>
            <a:off x="357775" y="5983875"/>
            <a:ext cx="586800" cy="571500"/>
            <a:chOff x="662575" y="6212475"/>
            <a:chExt cx="586800" cy="571500"/>
          </a:xfrm>
        </p:grpSpPr>
        <p:sp>
          <p:nvSpPr>
            <p:cNvPr id="108" name="Google Shape;108;g2d06a1f61bb_0_74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d06a1f61bb_0_744">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06a1f61bb_0_744">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d06a1f61bb_0_744"/>
          <p:cNvGrpSpPr/>
          <p:nvPr/>
        </p:nvGrpSpPr>
        <p:grpSpPr>
          <a:xfrm>
            <a:off x="8199150" y="5983875"/>
            <a:ext cx="586800" cy="571500"/>
            <a:chOff x="7894350" y="6212475"/>
            <a:chExt cx="586800" cy="571500"/>
          </a:xfrm>
        </p:grpSpPr>
        <p:sp>
          <p:nvSpPr>
            <p:cNvPr id="112" name="Google Shape;112;g2d06a1f61bb_0_74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d06a1f61bb_0_74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06a1f61bb_0_74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d06a1f61bb_0_744"/>
          <p:cNvGrpSpPr/>
          <p:nvPr/>
        </p:nvGrpSpPr>
        <p:grpSpPr>
          <a:xfrm>
            <a:off x="-36800" y="-52000"/>
            <a:ext cx="9236100" cy="543750"/>
            <a:chOff x="-36800" y="-52000"/>
            <a:chExt cx="9236100" cy="543750"/>
          </a:xfrm>
        </p:grpSpPr>
        <p:sp>
          <p:nvSpPr>
            <p:cNvPr id="116" name="Google Shape;116;g2d06a1f61bb_0_74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d06a1f61bb_0_744"/>
            <p:cNvGrpSpPr/>
            <p:nvPr/>
          </p:nvGrpSpPr>
          <p:grpSpPr>
            <a:xfrm>
              <a:off x="1900680" y="88250"/>
              <a:ext cx="1337400" cy="403500"/>
              <a:chOff x="565600" y="88250"/>
              <a:chExt cx="1337400" cy="403500"/>
            </a:xfrm>
          </p:grpSpPr>
          <p:sp>
            <p:nvSpPr>
              <p:cNvPr id="118" name="Google Shape;118;g2d06a1f61bb_0_74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d06a1f61bb_0_74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d06a1f61bb_0_74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d06a1f61bb_0_74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d06a1f61bb_0_74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d06a1f61bb_0_74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d06a1f61bb_0_74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d06a1f61bb_0_74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d06a1f61bb_0_74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d06a1f61bb_0_74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d06a1f61bb_0_74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d06a1f61bb_0_74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d06a1f61bb_0_74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Review </a:t>
            </a:r>
            <a:r>
              <a:rPr lang="en-US" sz="1700">
                <a:solidFill>
                  <a:srgbClr val="FFFFFF"/>
                </a:solidFill>
                <a:latin typeface="Poppins SemiBold"/>
                <a:ea typeface="Poppins SemiBold"/>
                <a:cs typeface="Poppins SemiBold"/>
                <a:sym typeface="Poppins SemiBold"/>
              </a:rPr>
              <a:t>CEWs and HFWs</a:t>
            </a:r>
            <a:endParaRPr sz="17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11 - Friday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55</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88"/>
        <p:cNvGrpSpPr/>
        <p:nvPr/>
      </p:nvGrpSpPr>
      <p:grpSpPr>
        <a:xfrm>
          <a:off x="0" y="0"/>
          <a:ext cx="0" cy="0"/>
          <a:chOff x="0" y="0"/>
          <a:chExt cx="0" cy="0"/>
        </a:xfrm>
      </p:grpSpPr>
      <p:sp>
        <p:nvSpPr>
          <p:cNvPr id="189" name="Google Shape;189;g1f819e611e3_0_74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g1f819e611e3_0_7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91" name="Google Shape;191;g1f819e611e3_0_74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92" name="Google Shape;192;g1f819e611e3_0_748"/>
          <p:cNvGrpSpPr/>
          <p:nvPr/>
        </p:nvGrpSpPr>
        <p:grpSpPr>
          <a:xfrm>
            <a:off x="357775" y="5983875"/>
            <a:ext cx="586800" cy="571500"/>
            <a:chOff x="662575" y="6212475"/>
            <a:chExt cx="586800" cy="571500"/>
          </a:xfrm>
        </p:grpSpPr>
        <p:sp>
          <p:nvSpPr>
            <p:cNvPr id="193" name="Google Shape;193;g1f819e611e3_0_74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1f819e611e3_0_74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1f819e611e3_0_74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6" name="Google Shape;196;g1f819e611e3_0_748"/>
          <p:cNvGrpSpPr/>
          <p:nvPr/>
        </p:nvGrpSpPr>
        <p:grpSpPr>
          <a:xfrm>
            <a:off x="8199150" y="5983875"/>
            <a:ext cx="586800" cy="571500"/>
            <a:chOff x="7894350" y="6212475"/>
            <a:chExt cx="586800" cy="571500"/>
          </a:xfrm>
        </p:grpSpPr>
        <p:sp>
          <p:nvSpPr>
            <p:cNvPr id="197" name="Google Shape;197;g1f819e611e3_0_74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1f819e611e3_0_74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1f819e611e3_0_74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0" name="Google Shape;200;g1f819e611e3_0_748"/>
          <p:cNvGrpSpPr/>
          <p:nvPr/>
        </p:nvGrpSpPr>
        <p:grpSpPr>
          <a:xfrm>
            <a:off x="-36800" y="-52000"/>
            <a:ext cx="9236100" cy="543750"/>
            <a:chOff x="-36800" y="-52000"/>
            <a:chExt cx="9236100" cy="543750"/>
          </a:xfrm>
        </p:grpSpPr>
        <p:sp>
          <p:nvSpPr>
            <p:cNvPr id="201" name="Google Shape;201;g1f819e611e3_0_74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2" name="Google Shape;202;g1f819e611e3_0_748"/>
            <p:cNvGrpSpPr/>
            <p:nvPr/>
          </p:nvGrpSpPr>
          <p:grpSpPr>
            <a:xfrm>
              <a:off x="1900680" y="88250"/>
              <a:ext cx="1337400" cy="403500"/>
              <a:chOff x="565600" y="88250"/>
              <a:chExt cx="1337400" cy="403500"/>
            </a:xfrm>
          </p:grpSpPr>
          <p:sp>
            <p:nvSpPr>
              <p:cNvPr id="203" name="Google Shape;203;g1f819e611e3_0_748"/>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4" name="Google Shape;204;g1f819e611e3_0_748"/>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5" name="Google Shape;205;g1f819e611e3_0_74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1f819e611e3_0_74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1f819e611e3_0_74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1f819e611e3_0_74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1f819e611e3_0_74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1f819e611e3_0_74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1f819e611e3_0_74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1f819e611e3_0_74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3" name="Google Shape;213;g1f819e611e3_0_74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1f819e611e3_0_74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5" name="Google Shape;215;g1f819e611e3_0_748"/>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43"/>
        <p:cNvGrpSpPr/>
        <p:nvPr/>
      </p:nvGrpSpPr>
      <p:grpSpPr>
        <a:xfrm>
          <a:off x="0" y="0"/>
          <a:ext cx="0" cy="0"/>
          <a:chOff x="0" y="0"/>
          <a:chExt cx="0" cy="0"/>
        </a:xfrm>
      </p:grpSpPr>
      <p:sp>
        <p:nvSpPr>
          <p:cNvPr id="244" name="Google Shape;244;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45" name="Google Shape;245;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246" name="Google Shape;246;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47" name="Google Shape;247;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49" name="Google Shape;249;g26b641b03cd_0_260"/>
          <p:cNvGrpSpPr/>
          <p:nvPr/>
        </p:nvGrpSpPr>
        <p:grpSpPr>
          <a:xfrm>
            <a:off x="8199150" y="5983875"/>
            <a:ext cx="586800" cy="571500"/>
            <a:chOff x="7894350" y="6212475"/>
            <a:chExt cx="586800" cy="571500"/>
          </a:xfrm>
        </p:grpSpPr>
        <p:sp>
          <p:nvSpPr>
            <p:cNvPr id="250" name="Google Shape;250;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4" name="Google Shape;254;g26b641b03cd_0_260"/>
          <p:cNvGrpSpPr/>
          <p:nvPr/>
        </p:nvGrpSpPr>
        <p:grpSpPr>
          <a:xfrm>
            <a:off x="-36800" y="-52000"/>
            <a:ext cx="9236100" cy="543750"/>
            <a:chOff x="-36800" y="-52000"/>
            <a:chExt cx="9236100" cy="543750"/>
          </a:xfrm>
        </p:grpSpPr>
        <p:sp>
          <p:nvSpPr>
            <p:cNvPr id="255" name="Google Shape;255;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6" name="Google Shape;256;g26b641b03cd_0_260"/>
            <p:cNvGrpSpPr/>
            <p:nvPr/>
          </p:nvGrpSpPr>
          <p:grpSpPr>
            <a:xfrm>
              <a:off x="1900680" y="88250"/>
              <a:ext cx="1337400" cy="403500"/>
              <a:chOff x="565600" y="88250"/>
              <a:chExt cx="1337400" cy="403500"/>
            </a:xfrm>
          </p:grpSpPr>
          <p:sp>
            <p:nvSpPr>
              <p:cNvPr id="257" name="Google Shape;257;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58" name="Google Shape;258;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59" name="Google Shape;25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60" name="Google Shape;26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61" name="Google Shape;26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63" name="Google Shape;26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65" name="Google Shape;26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67" name="Google Shape;26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69" name="Google Shape;269;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70"/>
        <p:cNvGrpSpPr/>
        <p:nvPr/>
      </p:nvGrpSpPr>
      <p:grpSpPr>
        <a:xfrm>
          <a:off x="0" y="0"/>
          <a:ext cx="0" cy="0"/>
          <a:chOff x="0" y="0"/>
          <a:chExt cx="0" cy="0"/>
        </a:xfrm>
      </p:grpSpPr>
      <p:sp>
        <p:nvSpPr>
          <p:cNvPr id="271" name="Google Shape;271;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4" name="Google Shape;27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76" name="Google Shape;276;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81" name="Google Shape;28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2" name="Google Shape;28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84" name="Google Shape;28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85" name="Google Shape;28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86" name="Google Shape;28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7" name="Google Shape;28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88" name="Google Shape;28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89" name="Google Shape;28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0" name="Google Shape;29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1" name="Google Shape;29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92" name="Google Shape;29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93" name="Google Shape;29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94" name="Google Shape;294;g2c235dd0dad_1_87"/>
          <p:cNvGrpSpPr/>
          <p:nvPr/>
        </p:nvGrpSpPr>
        <p:grpSpPr>
          <a:xfrm>
            <a:off x="662575" y="6212475"/>
            <a:ext cx="586800" cy="571500"/>
            <a:chOff x="662575" y="6212475"/>
            <a:chExt cx="586800" cy="571500"/>
          </a:xfrm>
        </p:grpSpPr>
        <p:sp>
          <p:nvSpPr>
            <p:cNvPr id="295" name="Google Shape;295;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235dd0dad_1_87"/>
          <p:cNvGrpSpPr/>
          <p:nvPr/>
        </p:nvGrpSpPr>
        <p:grpSpPr>
          <a:xfrm>
            <a:off x="7894350" y="6212475"/>
            <a:ext cx="586800" cy="571500"/>
            <a:chOff x="7894350" y="6212475"/>
            <a:chExt cx="586800" cy="571500"/>
          </a:xfrm>
        </p:grpSpPr>
        <p:sp>
          <p:nvSpPr>
            <p:cNvPr id="299" name="Google Shape;299;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302"/>
        <p:cNvGrpSpPr/>
        <p:nvPr/>
      </p:nvGrpSpPr>
      <p:grpSpPr>
        <a:xfrm>
          <a:off x="0" y="0"/>
          <a:ext cx="0" cy="0"/>
          <a:chOff x="0" y="0"/>
          <a:chExt cx="0" cy="0"/>
        </a:xfrm>
      </p:grpSpPr>
      <p:sp>
        <p:nvSpPr>
          <p:cNvPr id="303" name="Google Shape;303;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07" name="Google Shape;307;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0" name="Google Shape;31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1" name="Google Shape;31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2" name="Google Shape;31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313" name="Google Shape;313;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4" name="Google Shape;314;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5" name="Google Shape;315;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6" name="Google Shape;31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17" name="Google Shape;31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318" name="Google Shape;31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19" name="Google Shape;31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20" name="Google Shape;32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21" name="Google Shape;32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22" name="Google Shape;32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23" name="Google Shape;32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24" name="Google Shape;32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25" name="Google Shape;325;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326" name="Google Shape;326;g1f3daf8a844_0_32"/>
          <p:cNvGrpSpPr/>
          <p:nvPr/>
        </p:nvGrpSpPr>
        <p:grpSpPr>
          <a:xfrm>
            <a:off x="662575" y="6212475"/>
            <a:ext cx="586800" cy="571500"/>
            <a:chOff x="662575" y="6212475"/>
            <a:chExt cx="586800" cy="571500"/>
          </a:xfrm>
        </p:grpSpPr>
        <p:sp>
          <p:nvSpPr>
            <p:cNvPr id="327" name="Google Shape;32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1f3daf8a844_0_32"/>
          <p:cNvGrpSpPr/>
          <p:nvPr/>
        </p:nvGrpSpPr>
        <p:grpSpPr>
          <a:xfrm>
            <a:off x="7894350" y="6212475"/>
            <a:ext cx="586800" cy="571500"/>
            <a:chOff x="7894350" y="6212475"/>
            <a:chExt cx="586800" cy="571500"/>
          </a:xfrm>
        </p:grpSpPr>
        <p:sp>
          <p:nvSpPr>
            <p:cNvPr id="331" name="Google Shape;33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34"/>
        <p:cNvGrpSpPr/>
        <p:nvPr/>
      </p:nvGrpSpPr>
      <p:grpSpPr>
        <a:xfrm>
          <a:off x="0" y="0"/>
          <a:ext cx="0" cy="0"/>
          <a:chOff x="0" y="0"/>
          <a:chExt cx="0" cy="0"/>
        </a:xfrm>
      </p:grpSpPr>
      <p:sp>
        <p:nvSpPr>
          <p:cNvPr id="335" name="Google Shape;335;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8" name="Google Shape;338;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39" name="Google Shape;339;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2" name="Google Shape;34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3" name="Google Shape;34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4" name="Google Shape;34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47" name="Google Shape;34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348" name="Google Shape;34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49" name="Google Shape;34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0" name="Google Shape;35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1" name="Google Shape;35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2" name="Google Shape;35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 name="Google Shape;35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 name="Google Shape;35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 name="Google Shape;35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6" name="Google Shape;35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57" name="Google Shape;357;g2c157a2fb06_0_53"/>
          <p:cNvGrpSpPr/>
          <p:nvPr/>
        </p:nvGrpSpPr>
        <p:grpSpPr>
          <a:xfrm>
            <a:off x="1403031" y="6958923"/>
            <a:ext cx="6774848" cy="1291477"/>
            <a:chOff x="717231" y="7263723"/>
            <a:chExt cx="6774848" cy="1291477"/>
          </a:xfrm>
        </p:grpSpPr>
        <p:sp>
          <p:nvSpPr>
            <p:cNvPr id="358" name="Google Shape;35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59" name="Google Shape;35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60" name="Google Shape;36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61" name="Google Shape;36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62" name="Google Shape;36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63" name="Google Shape;36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64" name="Google Shape;36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65" name="Google Shape;36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66" name="Google Shape;36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70" name="Google Shape;37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71" name="Google Shape;371;g2c157a2fb06_0_53"/>
          <p:cNvGrpSpPr/>
          <p:nvPr/>
        </p:nvGrpSpPr>
        <p:grpSpPr>
          <a:xfrm>
            <a:off x="662575" y="6212475"/>
            <a:ext cx="586800" cy="571500"/>
            <a:chOff x="662575" y="6212475"/>
            <a:chExt cx="586800" cy="571500"/>
          </a:xfrm>
        </p:grpSpPr>
        <p:sp>
          <p:nvSpPr>
            <p:cNvPr id="372" name="Google Shape;37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5" name="Google Shape;375;g2c157a2fb06_0_53"/>
          <p:cNvGrpSpPr/>
          <p:nvPr/>
        </p:nvGrpSpPr>
        <p:grpSpPr>
          <a:xfrm>
            <a:off x="7894350" y="6212475"/>
            <a:ext cx="586800" cy="571500"/>
            <a:chOff x="7894350" y="6212475"/>
            <a:chExt cx="586800" cy="571500"/>
          </a:xfrm>
        </p:grpSpPr>
        <p:sp>
          <p:nvSpPr>
            <p:cNvPr id="376" name="Google Shape;37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79"/>
        <p:cNvGrpSpPr/>
        <p:nvPr/>
      </p:nvGrpSpPr>
      <p:grpSpPr>
        <a:xfrm>
          <a:off x="0" y="0"/>
          <a:ext cx="0" cy="0"/>
          <a:chOff x="0" y="0"/>
          <a:chExt cx="0" cy="0"/>
        </a:xfrm>
      </p:grpSpPr>
      <p:sp>
        <p:nvSpPr>
          <p:cNvPr id="380" name="Google Shape;380;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88" name="Google Shape;38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89" name="Google Shape;38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93" name="Google Shape;39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94" name="Google Shape;39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5" name="Google Shape;39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6" name="Google Shape;39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7" name="Google Shape;39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8" name="Google Shape;39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9" name="Google Shape;39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400" name="Google Shape;400;g2c157a2fb06_0_158"/>
          <p:cNvGrpSpPr/>
          <p:nvPr/>
        </p:nvGrpSpPr>
        <p:grpSpPr>
          <a:xfrm>
            <a:off x="662575" y="6212475"/>
            <a:ext cx="586800" cy="571500"/>
            <a:chOff x="662575" y="6212475"/>
            <a:chExt cx="586800" cy="571500"/>
          </a:xfrm>
        </p:grpSpPr>
        <p:sp>
          <p:nvSpPr>
            <p:cNvPr id="401" name="Google Shape;40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4" name="Google Shape;404;g2c157a2fb06_0_158"/>
          <p:cNvGrpSpPr/>
          <p:nvPr/>
        </p:nvGrpSpPr>
        <p:grpSpPr>
          <a:xfrm>
            <a:off x="7894350" y="6212475"/>
            <a:ext cx="586800" cy="571500"/>
            <a:chOff x="7894350" y="6212475"/>
            <a:chExt cx="586800" cy="571500"/>
          </a:xfrm>
        </p:grpSpPr>
        <p:sp>
          <p:nvSpPr>
            <p:cNvPr id="405" name="Google Shape;40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08"/>
        <p:cNvGrpSpPr/>
        <p:nvPr/>
      </p:nvGrpSpPr>
      <p:grpSpPr>
        <a:xfrm>
          <a:off x="0" y="0"/>
          <a:ext cx="0" cy="0"/>
          <a:chOff x="0" y="0"/>
          <a:chExt cx="0" cy="0"/>
        </a:xfrm>
      </p:grpSpPr>
      <p:sp>
        <p:nvSpPr>
          <p:cNvPr id="409" name="Google Shape;409;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2" name="Google Shape;41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3" name="Google Shape;413;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8" name="Google Shape;418;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9" name="Google Shape;419;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0" name="Google Shape;420;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21" name="Google Shape;421;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422" name="Google Shape;422;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23" name="Google Shape;423;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24" name="Google Shape;424;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25" name="Google Shape;425;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26" name="Google Shape;426;g2c157a2fb06_0_263"/>
          <p:cNvSpPr>
            <a:spLocks noGrp="1"/>
          </p:cNvSpPr>
          <p:nvPr>
            <p:ph type="pic" idx="8"/>
          </p:nvPr>
        </p:nvSpPr>
        <p:spPr>
          <a:xfrm>
            <a:off x="5086375" y="4412425"/>
            <a:ext cx="2668800" cy="1291500"/>
          </a:xfrm>
          <a:prstGeom prst="rect">
            <a:avLst/>
          </a:prstGeom>
          <a:noFill/>
          <a:ln>
            <a:noFill/>
          </a:ln>
        </p:spPr>
      </p:sp>
      <p:sp>
        <p:nvSpPr>
          <p:cNvPr id="427" name="Google Shape;427;g2c157a2fb06_0_263"/>
          <p:cNvSpPr>
            <a:spLocks noGrp="1"/>
          </p:cNvSpPr>
          <p:nvPr>
            <p:ph type="pic" idx="9"/>
          </p:nvPr>
        </p:nvSpPr>
        <p:spPr>
          <a:xfrm>
            <a:off x="5086375" y="797675"/>
            <a:ext cx="2668800" cy="1291500"/>
          </a:xfrm>
          <a:prstGeom prst="rect">
            <a:avLst/>
          </a:prstGeom>
          <a:noFill/>
          <a:ln>
            <a:noFill/>
          </a:ln>
        </p:spPr>
      </p:sp>
      <p:sp>
        <p:nvSpPr>
          <p:cNvPr id="428" name="Google Shape;428;g2c157a2fb06_0_263"/>
          <p:cNvSpPr>
            <a:spLocks noGrp="1"/>
          </p:cNvSpPr>
          <p:nvPr>
            <p:ph type="pic" idx="13"/>
          </p:nvPr>
        </p:nvSpPr>
        <p:spPr>
          <a:xfrm>
            <a:off x="5086375" y="2002592"/>
            <a:ext cx="2668800" cy="1291500"/>
          </a:xfrm>
          <a:prstGeom prst="rect">
            <a:avLst/>
          </a:prstGeom>
          <a:noFill/>
          <a:ln>
            <a:noFill/>
          </a:ln>
        </p:spPr>
      </p:sp>
      <p:sp>
        <p:nvSpPr>
          <p:cNvPr id="429" name="Google Shape;429;g2c157a2fb06_0_263"/>
          <p:cNvSpPr>
            <a:spLocks noGrp="1"/>
          </p:cNvSpPr>
          <p:nvPr>
            <p:ph type="pic" idx="14"/>
          </p:nvPr>
        </p:nvSpPr>
        <p:spPr>
          <a:xfrm>
            <a:off x="5086375" y="3207508"/>
            <a:ext cx="2668800" cy="1291500"/>
          </a:xfrm>
          <a:prstGeom prst="rect">
            <a:avLst/>
          </a:prstGeom>
          <a:noFill/>
          <a:ln>
            <a:noFill/>
          </a:ln>
        </p:spPr>
      </p:sp>
      <p:sp>
        <p:nvSpPr>
          <p:cNvPr id="430" name="Google Shape;43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1" name="Google Shape;43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2" name="Google Shape;432;g2c157a2fb06_0_263"/>
          <p:cNvGrpSpPr/>
          <p:nvPr/>
        </p:nvGrpSpPr>
        <p:grpSpPr>
          <a:xfrm>
            <a:off x="662575" y="6212475"/>
            <a:ext cx="586800" cy="571500"/>
            <a:chOff x="662575" y="6212475"/>
            <a:chExt cx="586800" cy="571500"/>
          </a:xfrm>
        </p:grpSpPr>
        <p:sp>
          <p:nvSpPr>
            <p:cNvPr id="433" name="Google Shape;43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263"/>
          <p:cNvGrpSpPr/>
          <p:nvPr/>
        </p:nvGrpSpPr>
        <p:grpSpPr>
          <a:xfrm>
            <a:off x="7894350" y="6212475"/>
            <a:ext cx="586800" cy="571500"/>
            <a:chOff x="7894350" y="6212475"/>
            <a:chExt cx="586800" cy="571500"/>
          </a:xfrm>
        </p:grpSpPr>
        <p:sp>
          <p:nvSpPr>
            <p:cNvPr id="437" name="Google Shape;43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40"/>
        <p:cNvGrpSpPr/>
        <p:nvPr/>
      </p:nvGrpSpPr>
      <p:grpSpPr>
        <a:xfrm>
          <a:off x="0" y="0"/>
          <a:ext cx="0" cy="0"/>
          <a:chOff x="0" y="0"/>
          <a:chExt cx="0" cy="0"/>
        </a:xfrm>
      </p:grpSpPr>
      <p:sp>
        <p:nvSpPr>
          <p:cNvPr id="441" name="Google Shape;441;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9" name="Google Shape;44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467"/>
          <p:cNvGrpSpPr/>
          <p:nvPr/>
        </p:nvGrpSpPr>
        <p:grpSpPr>
          <a:xfrm>
            <a:off x="662575" y="6212475"/>
            <a:ext cx="586800" cy="571500"/>
            <a:chOff x="662575" y="6212475"/>
            <a:chExt cx="586800" cy="571500"/>
          </a:xfrm>
        </p:grpSpPr>
        <p:sp>
          <p:nvSpPr>
            <p:cNvPr id="460" name="Google Shape;46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467"/>
          <p:cNvGrpSpPr/>
          <p:nvPr/>
        </p:nvGrpSpPr>
        <p:grpSpPr>
          <a:xfrm>
            <a:off x="7894350" y="6212475"/>
            <a:ext cx="586800" cy="571500"/>
            <a:chOff x="7894350" y="6212475"/>
            <a:chExt cx="586800" cy="571500"/>
          </a:xfrm>
        </p:grpSpPr>
        <p:sp>
          <p:nvSpPr>
            <p:cNvPr id="464" name="Google Shape;46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67"/>
        <p:cNvGrpSpPr/>
        <p:nvPr/>
      </p:nvGrpSpPr>
      <p:grpSpPr>
        <a:xfrm>
          <a:off x="0" y="0"/>
          <a:ext cx="0" cy="0"/>
          <a:chOff x="0" y="0"/>
          <a:chExt cx="0" cy="0"/>
        </a:xfrm>
      </p:grpSpPr>
      <p:sp>
        <p:nvSpPr>
          <p:cNvPr id="468" name="Google Shape;468;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78" name="Google Shape;478;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0" name="Google Shape;480;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2" name="Google Shape;482;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84" name="Google Shape;484;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629"/>
          <p:cNvGrpSpPr/>
          <p:nvPr/>
        </p:nvGrpSpPr>
        <p:grpSpPr>
          <a:xfrm>
            <a:off x="662575" y="6212475"/>
            <a:ext cx="586800" cy="571500"/>
            <a:chOff x="662575" y="6212475"/>
            <a:chExt cx="586800" cy="571500"/>
          </a:xfrm>
        </p:grpSpPr>
        <p:sp>
          <p:nvSpPr>
            <p:cNvPr id="487" name="Google Shape;48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629"/>
          <p:cNvGrpSpPr/>
          <p:nvPr/>
        </p:nvGrpSpPr>
        <p:grpSpPr>
          <a:xfrm>
            <a:off x="7894350" y="6212475"/>
            <a:ext cx="586800" cy="571500"/>
            <a:chOff x="7894350" y="6212475"/>
            <a:chExt cx="586800" cy="571500"/>
          </a:xfrm>
        </p:grpSpPr>
        <p:sp>
          <p:nvSpPr>
            <p:cNvPr id="491" name="Google Shape;49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94"/>
        <p:cNvGrpSpPr/>
        <p:nvPr/>
      </p:nvGrpSpPr>
      <p:grpSpPr>
        <a:xfrm>
          <a:off x="0" y="0"/>
          <a:ext cx="0" cy="0"/>
          <a:chOff x="0" y="0"/>
          <a:chExt cx="0" cy="0"/>
        </a:xfrm>
      </p:grpSpPr>
      <p:sp>
        <p:nvSpPr>
          <p:cNvPr id="495" name="Google Shape;495;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03" name="Google Shape;50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4" name="Google Shape;50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5" name="Google Shape;50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6" name="Google Shape;50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07" name="Google Shape;507;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512" name="Google Shape;51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798"/>
          <p:cNvGrpSpPr/>
          <p:nvPr/>
        </p:nvGrpSpPr>
        <p:grpSpPr>
          <a:xfrm>
            <a:off x="662575" y="6212475"/>
            <a:ext cx="586800" cy="571500"/>
            <a:chOff x="662575" y="6212475"/>
            <a:chExt cx="586800" cy="571500"/>
          </a:xfrm>
        </p:grpSpPr>
        <p:sp>
          <p:nvSpPr>
            <p:cNvPr id="515" name="Google Shape;51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798"/>
          <p:cNvGrpSpPr/>
          <p:nvPr/>
        </p:nvGrpSpPr>
        <p:grpSpPr>
          <a:xfrm>
            <a:off x="7894350" y="6212475"/>
            <a:ext cx="586800" cy="571500"/>
            <a:chOff x="7894350" y="6212475"/>
            <a:chExt cx="586800" cy="571500"/>
          </a:xfrm>
        </p:grpSpPr>
        <p:sp>
          <p:nvSpPr>
            <p:cNvPr id="519" name="Google Shape;51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522"/>
        <p:cNvGrpSpPr/>
        <p:nvPr/>
      </p:nvGrpSpPr>
      <p:grpSpPr>
        <a:xfrm>
          <a:off x="0" y="0"/>
          <a:ext cx="0" cy="0"/>
          <a:chOff x="0" y="0"/>
          <a:chExt cx="0" cy="0"/>
        </a:xfrm>
      </p:grpSpPr>
      <p:sp>
        <p:nvSpPr>
          <p:cNvPr id="523" name="Google Shape;523;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31" name="Google Shape;53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3" name="Google Shape;53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35" name="Google Shape;535;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6" name="Google Shape;536;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537" name="Google Shape;537;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8" name="Google Shape;53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9" name="Google Shape;53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540" name="Google Shape;54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1" name="Google Shape;54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42" name="Google Shape;542;g2c157a2fb06_0_825"/>
          <p:cNvGrpSpPr/>
          <p:nvPr/>
        </p:nvGrpSpPr>
        <p:grpSpPr>
          <a:xfrm>
            <a:off x="662575" y="6212475"/>
            <a:ext cx="586800" cy="571500"/>
            <a:chOff x="662575" y="6212475"/>
            <a:chExt cx="586800" cy="571500"/>
          </a:xfrm>
        </p:grpSpPr>
        <p:sp>
          <p:nvSpPr>
            <p:cNvPr id="543" name="Google Shape;54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6" name="Google Shape;546;g2c157a2fb06_0_825"/>
          <p:cNvGrpSpPr/>
          <p:nvPr/>
        </p:nvGrpSpPr>
        <p:grpSpPr>
          <a:xfrm>
            <a:off x="7894350" y="6212475"/>
            <a:ext cx="586800" cy="571500"/>
            <a:chOff x="7894350" y="6212475"/>
            <a:chExt cx="586800" cy="571500"/>
          </a:xfrm>
        </p:grpSpPr>
        <p:sp>
          <p:nvSpPr>
            <p:cNvPr id="547" name="Google Shape;54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50"/>
        <p:cNvGrpSpPr/>
        <p:nvPr/>
      </p:nvGrpSpPr>
      <p:grpSpPr>
        <a:xfrm>
          <a:off x="0" y="0"/>
          <a:ext cx="0" cy="0"/>
          <a:chOff x="0" y="0"/>
          <a:chExt cx="0" cy="0"/>
        </a:xfrm>
      </p:grpSpPr>
      <p:sp>
        <p:nvSpPr>
          <p:cNvPr id="551" name="Google Shape;551;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8" name="Google Shape;55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9" name="Google Shape;55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4" name="Google Shape;564;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5" name="Google Shape;56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66" name="Google Shape;56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7" name="Google Shape;567;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8" name="Google Shape;568;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9" name="Google Shape;569;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70" name="Google Shape;57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72" name="Google Shape;57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74" name="Google Shape;57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76" name="Google Shape;57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78" name="Google Shape;57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80" name="Google Shape;58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1" name="Google Shape;58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82" name="Google Shape;582;g2c157a2fb06_0_700"/>
          <p:cNvGrpSpPr/>
          <p:nvPr/>
        </p:nvGrpSpPr>
        <p:grpSpPr>
          <a:xfrm>
            <a:off x="662575" y="6212475"/>
            <a:ext cx="586800" cy="571500"/>
            <a:chOff x="662575" y="6212475"/>
            <a:chExt cx="586800" cy="571500"/>
          </a:xfrm>
        </p:grpSpPr>
        <p:sp>
          <p:nvSpPr>
            <p:cNvPr id="583" name="Google Shape;58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6" name="Google Shape;586;g2c157a2fb06_0_700"/>
          <p:cNvGrpSpPr/>
          <p:nvPr/>
        </p:nvGrpSpPr>
        <p:grpSpPr>
          <a:xfrm>
            <a:off x="7894350" y="6212475"/>
            <a:ext cx="586800" cy="571500"/>
            <a:chOff x="7894350" y="6212475"/>
            <a:chExt cx="586800" cy="571500"/>
          </a:xfrm>
        </p:grpSpPr>
        <p:sp>
          <p:nvSpPr>
            <p:cNvPr id="587" name="Google Shape;58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90"/>
        <p:cNvGrpSpPr/>
        <p:nvPr/>
      </p:nvGrpSpPr>
      <p:grpSpPr>
        <a:xfrm>
          <a:off x="0" y="0"/>
          <a:ext cx="0" cy="0"/>
          <a:chOff x="0" y="0"/>
          <a:chExt cx="0" cy="0"/>
        </a:xfrm>
      </p:grpSpPr>
      <p:sp>
        <p:nvSpPr>
          <p:cNvPr id="591" name="Google Shape;591;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4" name="Google Shape;594;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95" name="Google Shape;595;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8" name="Google Shape;59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9" name="Google Shape;599;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1" name="Google Shape;601;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2" name="Google Shape;60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603" name="Google Shape;60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04" name="Google Shape;60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05" name="Google Shape;605;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06" name="Google Shape;606;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07" name="Google Shape;607;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608" name="Google Shape;608;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609" name="Google Shape;609;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610" name="Google Shape;610;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611" name="Google Shape;611;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2" name="Google Shape;612;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613" name="Google Shape;613;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4" name="Google Shape;614;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5" name="Google Shape;615;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6" name="Google Shape;616;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7" name="Google Shape;617;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8" name="Google Shape;618;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9" name="Google Shape;619;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20" name="Google Shape;620;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21" name="Google Shape;621;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622" name="Google Shape;622;g2c157a2fb06_0_932"/>
          <p:cNvGrpSpPr/>
          <p:nvPr/>
        </p:nvGrpSpPr>
        <p:grpSpPr>
          <a:xfrm>
            <a:off x="662575" y="6212475"/>
            <a:ext cx="586800" cy="571500"/>
            <a:chOff x="662575" y="6212475"/>
            <a:chExt cx="586800" cy="571500"/>
          </a:xfrm>
        </p:grpSpPr>
        <p:sp>
          <p:nvSpPr>
            <p:cNvPr id="623" name="Google Shape;623;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157a2fb06_0_932"/>
          <p:cNvGrpSpPr/>
          <p:nvPr/>
        </p:nvGrpSpPr>
        <p:grpSpPr>
          <a:xfrm>
            <a:off x="7894350" y="6212475"/>
            <a:ext cx="586800" cy="571500"/>
            <a:chOff x="7894350" y="6212475"/>
            <a:chExt cx="586800" cy="571500"/>
          </a:xfrm>
        </p:grpSpPr>
        <p:sp>
          <p:nvSpPr>
            <p:cNvPr id="627" name="Google Shape;627;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30"/>
        <p:cNvGrpSpPr/>
        <p:nvPr/>
      </p:nvGrpSpPr>
      <p:grpSpPr>
        <a:xfrm>
          <a:off x="0" y="0"/>
          <a:ext cx="0" cy="0"/>
          <a:chOff x="0" y="0"/>
          <a:chExt cx="0" cy="0"/>
        </a:xfrm>
      </p:grpSpPr>
      <p:sp>
        <p:nvSpPr>
          <p:cNvPr id="631" name="Google Shape;631;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4" name="Google Shape;634;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35" name="Google Shape;635;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8" name="Google Shape;63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39" name="Google Shape;63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40" name="Google Shape;64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41" name="Google Shape;64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2" name="Google Shape;64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3" name="Google Shape;64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4" name="Google Shape;64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5" name="Google Shape;64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7" name="Google Shape;64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8" name="Google Shape;64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9" name="Google Shape;64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0" name="Google Shape;650;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1" name="Google Shape;651;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2" name="Google Shape;652;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3" name="Google Shape;65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54" name="Google Shape;65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55" name="Google Shape;65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6" name="Google Shape;65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57" name="Google Shape;65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58" name="Google Shape;65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59" name="Google Shape;659;g2c157a2fb06_0_1045"/>
          <p:cNvGrpSpPr/>
          <p:nvPr/>
        </p:nvGrpSpPr>
        <p:grpSpPr>
          <a:xfrm>
            <a:off x="662575" y="6212475"/>
            <a:ext cx="586800" cy="571500"/>
            <a:chOff x="662575" y="6212475"/>
            <a:chExt cx="586800" cy="571500"/>
          </a:xfrm>
        </p:grpSpPr>
        <p:sp>
          <p:nvSpPr>
            <p:cNvPr id="660" name="Google Shape;66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1" name="Google Shape;661;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3" name="Google Shape;663;g2c157a2fb06_0_1045"/>
          <p:cNvGrpSpPr/>
          <p:nvPr/>
        </p:nvGrpSpPr>
        <p:grpSpPr>
          <a:xfrm>
            <a:off x="7894350" y="6212475"/>
            <a:ext cx="586800" cy="571500"/>
            <a:chOff x="7894350" y="6212475"/>
            <a:chExt cx="586800" cy="571500"/>
          </a:xfrm>
        </p:grpSpPr>
        <p:sp>
          <p:nvSpPr>
            <p:cNvPr id="664" name="Google Shape;66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67"/>
        <p:cNvGrpSpPr/>
        <p:nvPr/>
      </p:nvGrpSpPr>
      <p:grpSpPr>
        <a:xfrm>
          <a:off x="0" y="0"/>
          <a:ext cx="0" cy="0"/>
          <a:chOff x="0" y="0"/>
          <a:chExt cx="0" cy="0"/>
        </a:xfrm>
      </p:grpSpPr>
      <p:sp>
        <p:nvSpPr>
          <p:cNvPr id="668" name="Google Shape;668;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1" name="Google Shape;671;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72" name="Google Shape;672;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5" name="Google Shape;6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76" name="Google Shape;67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77" name="Google Shape;67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8" name="Google Shape;678;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9" name="Google Shape;6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80" name="Google Shape;6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81" name="Google Shape;681;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82" name="Google Shape;68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83" name="Google Shape;68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84" name="Google Shape;68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85" name="Google Shape;685;g2c157a2fb06_0_1110"/>
          <p:cNvGrpSpPr/>
          <p:nvPr/>
        </p:nvGrpSpPr>
        <p:grpSpPr>
          <a:xfrm>
            <a:off x="5806200" y="1807463"/>
            <a:ext cx="756300" cy="146700"/>
            <a:chOff x="5806200" y="1807463"/>
            <a:chExt cx="756300" cy="146700"/>
          </a:xfrm>
        </p:grpSpPr>
        <p:sp>
          <p:nvSpPr>
            <p:cNvPr id="686" name="Google Shape;68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89" name="Google Shape;68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90" name="Google Shape;69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91" name="Google Shape;691;g2c157a2fb06_0_1110"/>
          <p:cNvGrpSpPr/>
          <p:nvPr/>
        </p:nvGrpSpPr>
        <p:grpSpPr>
          <a:xfrm>
            <a:off x="5806200" y="2842438"/>
            <a:ext cx="756300" cy="146700"/>
            <a:chOff x="5806200" y="1807463"/>
            <a:chExt cx="756300" cy="146700"/>
          </a:xfrm>
        </p:grpSpPr>
        <p:sp>
          <p:nvSpPr>
            <p:cNvPr id="692" name="Google Shape;69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95" name="Google Shape;695;g2c157a2fb06_0_1110"/>
          <p:cNvGrpSpPr/>
          <p:nvPr/>
        </p:nvGrpSpPr>
        <p:grpSpPr>
          <a:xfrm>
            <a:off x="5806200" y="3877413"/>
            <a:ext cx="756300" cy="146700"/>
            <a:chOff x="5806200" y="1807463"/>
            <a:chExt cx="756300" cy="146700"/>
          </a:xfrm>
        </p:grpSpPr>
        <p:sp>
          <p:nvSpPr>
            <p:cNvPr id="696" name="Google Shape;69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99" name="Google Shape;699;g2c157a2fb06_0_1110"/>
          <p:cNvGrpSpPr/>
          <p:nvPr/>
        </p:nvGrpSpPr>
        <p:grpSpPr>
          <a:xfrm>
            <a:off x="662575" y="6212475"/>
            <a:ext cx="586800" cy="571500"/>
            <a:chOff x="662575" y="6212475"/>
            <a:chExt cx="586800" cy="571500"/>
          </a:xfrm>
        </p:grpSpPr>
        <p:sp>
          <p:nvSpPr>
            <p:cNvPr id="700" name="Google Shape;70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03" name="Google Shape;703;g2c157a2fb06_0_1110"/>
          <p:cNvGrpSpPr/>
          <p:nvPr/>
        </p:nvGrpSpPr>
        <p:grpSpPr>
          <a:xfrm>
            <a:off x="7894350" y="6212475"/>
            <a:ext cx="586800" cy="571500"/>
            <a:chOff x="7894350" y="6212475"/>
            <a:chExt cx="586800" cy="571500"/>
          </a:xfrm>
        </p:grpSpPr>
        <p:sp>
          <p:nvSpPr>
            <p:cNvPr id="704" name="Google Shape;70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07"/>
        <p:cNvGrpSpPr/>
        <p:nvPr/>
      </p:nvGrpSpPr>
      <p:grpSpPr>
        <a:xfrm>
          <a:off x="0" y="0"/>
          <a:ext cx="0" cy="0"/>
          <a:chOff x="0" y="0"/>
          <a:chExt cx="0" cy="0"/>
        </a:xfrm>
      </p:grpSpPr>
      <p:sp>
        <p:nvSpPr>
          <p:cNvPr id="708" name="Google Shape;70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712" name="Google Shape;71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715" name="Google Shape;71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716" name="Google Shape;71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717" name="Google Shape;71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718" name="Google Shape;71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719" name="Google Shape;71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720" name="Google Shape;72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721" name="Google Shape;721;p30"/>
          <p:cNvGrpSpPr/>
          <p:nvPr/>
        </p:nvGrpSpPr>
        <p:grpSpPr>
          <a:xfrm>
            <a:off x="6022940" y="5341706"/>
            <a:ext cx="594501" cy="305904"/>
            <a:chOff x="5672081" y="1914352"/>
            <a:chExt cx="792668" cy="305904"/>
          </a:xfrm>
        </p:grpSpPr>
        <p:sp>
          <p:nvSpPr>
            <p:cNvPr id="722" name="Google Shape;72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3" name="Google Shape;72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24" name="Google Shape;72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25" name="Google Shape;72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6" name="Google Shape;72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7" name="Google Shape;72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0" name="Google Shape;73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1" name="Google Shape;73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2" name="Google Shape;73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33" name="Google Shape;73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34" name="Google Shape;73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5" name="Google Shape;73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6" name="Google Shape;73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7" name="Google Shape;73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8" name="Google Shape;73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9" name="Google Shape;73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0" name="Google Shape;74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1" name="Google Shape;74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42" name="Google Shape;74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43" name="Google Shape;74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44" name="Google Shape;74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45" name="Google Shape;74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46" name="Google Shape;74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47" name="Google Shape;74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48" name="Google Shape;74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51" name="Google Shape;75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52" name="Google Shape;75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53"/>
        <p:cNvGrpSpPr/>
        <p:nvPr/>
      </p:nvGrpSpPr>
      <p:grpSpPr>
        <a:xfrm>
          <a:off x="0" y="0"/>
          <a:ext cx="0" cy="0"/>
          <a:chOff x="0" y="0"/>
          <a:chExt cx="0" cy="0"/>
        </a:xfrm>
      </p:grpSpPr>
      <p:sp>
        <p:nvSpPr>
          <p:cNvPr id="754" name="Google Shape;75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55" name="Google Shape;75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56" name="Google Shape;75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57"/>
        <p:cNvGrpSpPr/>
        <p:nvPr/>
      </p:nvGrpSpPr>
      <p:grpSpPr>
        <a:xfrm>
          <a:off x="0" y="0"/>
          <a:ext cx="0" cy="0"/>
          <a:chOff x="0" y="0"/>
          <a:chExt cx="0" cy="0"/>
        </a:xfrm>
      </p:grpSpPr>
      <p:sp>
        <p:nvSpPr>
          <p:cNvPr id="758" name="Google Shape;75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59" name="Google Shape;75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60" name="Google Shape;76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10.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9.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png"/><Relationship Id="rId26" Type="http://schemas.openxmlformats.org/officeDocument/2006/relationships/image" Target="../media/image93.png"/><Relationship Id="rId3" Type="http://schemas.openxmlformats.org/officeDocument/2006/relationships/image" Target="../media/image74.png"/><Relationship Id="rId21" Type="http://schemas.openxmlformats.org/officeDocument/2006/relationships/image" Target="../media/image5.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2.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1.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0.png"/><Relationship Id="rId28" Type="http://schemas.openxmlformats.org/officeDocument/2006/relationships/image" Target="../media/image95.png"/><Relationship Id="rId10" Type="http://schemas.openxmlformats.org/officeDocument/2006/relationships/image" Target="../media/image81.png"/><Relationship Id="rId19" Type="http://schemas.openxmlformats.org/officeDocument/2006/relationships/image" Target="../media/image7.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89.png"/><Relationship Id="rId27" Type="http://schemas.openxmlformats.org/officeDocument/2006/relationships/image" Target="../media/image94.png"/></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74.png"/><Relationship Id="rId2" Type="http://schemas.openxmlformats.org/officeDocument/2006/relationships/notesSlide" Target="../notesSlides/notesSlide7.xml"/><Relationship Id="rId16" Type="http://schemas.openxmlformats.org/officeDocument/2006/relationships/image" Target="../media/image75.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93.png"/><Relationship Id="rId5" Type="http://schemas.openxmlformats.org/officeDocument/2006/relationships/image" Target="../media/image6.png"/><Relationship Id="rId15" Type="http://schemas.openxmlformats.org/officeDocument/2006/relationships/image" Target="../media/image76.png"/><Relationship Id="rId10" Type="http://schemas.openxmlformats.org/officeDocument/2006/relationships/image" Target="../media/image92.png"/><Relationship Id="rId4" Type="http://schemas.openxmlformats.org/officeDocument/2006/relationships/image" Target="../media/image7.png"/><Relationship Id="rId9" Type="http://schemas.openxmlformats.org/officeDocument/2006/relationships/image" Target="../media/image91.png"/><Relationship Id="rId14"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10.png"/><Relationship Id="rId2" Type="http://schemas.openxmlformats.org/officeDocument/2006/relationships/notesSlide" Target="../notesSlides/notesSlide8.xml"/><Relationship Id="rId16" Type="http://schemas.openxmlformats.org/officeDocument/2006/relationships/image" Target="../media/image109.png"/><Relationship Id="rId1" Type="http://schemas.openxmlformats.org/officeDocument/2006/relationships/slideLayout" Target="../slideLayouts/slideLayout5.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9.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10.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graphicFrame>
        <p:nvGraphicFramePr>
          <p:cNvPr id="765" name="Google Shape;765;p1"/>
          <p:cNvGraphicFramePr/>
          <p:nvPr/>
        </p:nvGraphicFramePr>
        <p:xfrm>
          <a:off x="4844200" y="1891197"/>
          <a:ext cx="3784950" cy="1678950"/>
        </p:xfrm>
        <a:graphic>
          <a:graphicData uri="http://schemas.openxmlformats.org/drawingml/2006/table">
            <a:tbl>
              <a:tblPr firstRow="1" bandRow="1">
                <a:noFill/>
                <a:tableStyleId>{9FCEFF3E-8C0E-41A3-95D4-D7748A362293}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66" name="Google Shape;76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67" name="Google Shape;767;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768" name="Google Shape;768;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9" name="Google Shape;769;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70" name="Google Shape;770;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254"/>
              </a:srgbClr>
            </a:outerShdw>
          </a:effectLst>
        </p:spPr>
      </p:pic>
      <p:pic>
        <p:nvPicPr>
          <p:cNvPr id="771" name="Google Shape;771;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254"/>
              </a:srgbClr>
            </a:outerShdw>
          </a:effectLst>
        </p:spPr>
      </p:pic>
      <p:pic>
        <p:nvPicPr>
          <p:cNvPr id="772" name="Google Shape;772;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254"/>
              </a:srgbClr>
            </a:outerShdw>
          </a:effectLst>
        </p:spPr>
      </p:pic>
      <p:pic>
        <p:nvPicPr>
          <p:cNvPr id="773" name="Google Shape;773;p1"/>
          <p:cNvPicPr preferRelativeResize="0"/>
          <p:nvPr/>
        </p:nvPicPr>
        <p:blipFill rotWithShape="1">
          <a:blip r:embed="rId6">
            <a:alphaModFix/>
          </a:blip>
          <a:srcRect t="19" b="29"/>
          <a:stretch/>
        </p:blipFill>
        <p:spPr>
          <a:xfrm rot="-511407">
            <a:off x="4253749" y="4487467"/>
            <a:ext cx="1333892" cy="953242"/>
          </a:xfrm>
          <a:prstGeom prst="rect">
            <a:avLst/>
          </a:prstGeom>
          <a:noFill/>
          <a:ln>
            <a:noFill/>
          </a:ln>
          <a:effectLst>
            <a:outerShdw blurRad="71438" dist="19050" dir="5400000" algn="bl" rotWithShape="0">
              <a:srgbClr val="000000">
                <a:alpha val="17254"/>
              </a:srgbClr>
            </a:outerShdw>
          </a:effectLst>
        </p:spPr>
      </p:pic>
      <p:sp>
        <p:nvSpPr>
          <p:cNvPr id="774" name="Google Shape;774;p1"/>
          <p:cNvSpPr txBox="1"/>
          <p:nvPr/>
        </p:nvSpPr>
        <p:spPr>
          <a:xfrm>
            <a:off x="884100" y="2693575"/>
            <a:ext cx="39447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US" sz="2500">
                <a:solidFill>
                  <a:srgbClr val="262626"/>
                </a:solidFill>
                <a:latin typeface="Poppins"/>
                <a:ea typeface="Poppins"/>
                <a:cs typeface="Poppins"/>
                <a:sym typeface="Poppins"/>
              </a:rPr>
              <a:t>Review Common Exception Words and High Frequency Words</a:t>
            </a:r>
            <a:endParaRPr sz="2500">
              <a:solidFill>
                <a:srgbClr val="262626"/>
              </a:solidFill>
              <a:latin typeface="Poppins"/>
              <a:ea typeface="Poppins"/>
              <a:cs typeface="Poppins"/>
              <a:sym typeface="Poppins"/>
            </a:endParaRPr>
          </a:p>
        </p:txBody>
      </p:sp>
      <p:sp>
        <p:nvSpPr>
          <p:cNvPr id="775" name="Google Shape;775;p1"/>
          <p:cNvSpPr txBox="1"/>
          <p:nvPr/>
        </p:nvSpPr>
        <p:spPr>
          <a:xfrm>
            <a:off x="884092" y="38303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r>
              <a:rPr lang="en-US" sz="2200" i="1">
                <a:solidFill>
                  <a:srgbClr val="262626"/>
                </a:solidFill>
                <a:latin typeface="Poppins"/>
                <a:ea typeface="Poppins"/>
                <a:cs typeface="Poppins"/>
                <a:sym typeface="Poppins"/>
              </a:rPr>
              <a:t>Lesson 55</a:t>
            </a:r>
            <a:endParaRPr sz="2200" i="1">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High Frequency Words.</a:t>
            </a:r>
            <a:endParaRPr/>
          </a:p>
        </p:txBody>
      </p:sp>
      <p:sp>
        <p:nvSpPr>
          <p:cNvPr id="782" name="Google Shape;782;g2bee4f4af4b_0_204"/>
          <p:cNvSpPr txBox="1">
            <a:spLocks noGrp="1"/>
          </p:cNvSpPr>
          <p:nvPr>
            <p:ph type="body" idx="2"/>
          </p:nvPr>
        </p:nvSpPr>
        <p:spPr>
          <a:xfrm>
            <a:off x="3298550" y="1787450"/>
            <a:ext cx="5062500" cy="1575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3 Common Exception Words learned so far </a:t>
            </a:r>
            <a:r>
              <a:rPr lang="en-US">
                <a:solidFill>
                  <a:srgbClr val="2356AF"/>
                </a:solidFill>
              </a:rPr>
              <a:t>push they me we be he she my by looked you are there here were</a:t>
            </a:r>
            <a:r>
              <a:rPr lang="en-US"/>
              <a:t>.</a:t>
            </a:r>
            <a:endParaRPr/>
          </a:p>
        </p:txBody>
      </p:sp>
      <p:sp>
        <p:nvSpPr>
          <p:cNvPr id="783" name="Google Shape;783;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84" name="Google Shape;784;g2bee4f4af4b_0_204"/>
          <p:cNvSpPr txBox="1"/>
          <p:nvPr/>
        </p:nvSpPr>
        <p:spPr>
          <a:xfrm>
            <a:off x="840851"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85" name="Google Shape;785;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786" name="Google Shape;786;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87" name="Google Shape;787;g2bee4f4af4b_0_204"/>
          <p:cNvSpPr txBox="1"/>
          <p:nvPr/>
        </p:nvSpPr>
        <p:spPr>
          <a:xfrm>
            <a:off x="2240288"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88" name="Google Shape;788;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89" name="Google Shape;789;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90" name="Google Shape;790;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91" name="Google Shape;791;g2bee4f4af4b_0_204"/>
          <p:cNvPicPr preferRelativeResize="0"/>
          <p:nvPr/>
        </p:nvPicPr>
        <p:blipFill rotWithShape="1">
          <a:blip r:embed="rId5">
            <a:alphaModFix/>
          </a:blip>
          <a:srcRect t="89" b="97"/>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92" name="Google Shape;792;g2bee4f4af4b_0_204">
            <a:hlinkClick r:id="rId6" action="ppaction://hlinksldjump"/>
          </p:cNvPr>
          <p:cNvSpPr/>
          <p:nvPr/>
        </p:nvSpPr>
        <p:spPr>
          <a:xfrm>
            <a:off x="921315" y="36589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3" name="Google Shape;793;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2bee4f4af4b_0_204">
            <a:hlinkClick r:id="rId7" action="ppaction://hlinksldjump"/>
          </p:cNvPr>
          <p:cNvSpPr/>
          <p:nvPr/>
        </p:nvSpPr>
        <p:spPr>
          <a:xfrm>
            <a:off x="3800823" y="377261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801" name="Google Shape;801;g26b641b03cd_0_165"/>
          <p:cNvGrpSpPr/>
          <p:nvPr/>
        </p:nvGrpSpPr>
        <p:grpSpPr>
          <a:xfrm>
            <a:off x="930400" y="2129444"/>
            <a:ext cx="7283200" cy="3724851"/>
            <a:chOff x="930400" y="2129444"/>
            <a:chExt cx="7283200" cy="3724851"/>
          </a:xfrm>
        </p:grpSpPr>
        <p:pic>
          <p:nvPicPr>
            <p:cNvPr id="802" name="Google Shape;80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05" name="Google Shape;80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06" name="Google Shape;80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07" name="Google Shape;80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08" name="Google Shape;80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09" name="Google Shape;80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10" name="Google Shape;81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11" name="Google Shape;81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12" name="Google Shape;81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13" name="Google Shape;81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14" name="Google Shape;81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15" name="Google Shape;81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16" name="Google Shape;81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17" name="Google Shape;81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18" name="Google Shape;81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19" name="Google Shape;81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20" name="Google Shape;82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1" name="Google Shape;831;g26b7edf6e71_0_26"/>
          <p:cNvPicPr preferRelativeResize="0"/>
          <p:nvPr/>
        </p:nvPicPr>
        <p:blipFill rotWithShape="1">
          <a:blip r:embed="rId3">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32" name="Google Shape;832;g26b7edf6e71_0_26"/>
          <p:cNvPicPr preferRelativeResize="0"/>
          <p:nvPr/>
        </p:nvPicPr>
        <p:blipFill rotWithShape="1">
          <a:blip r:embed="rId4">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33" name="Google Shape;833;g26b7edf6e71_0_26"/>
          <p:cNvPicPr preferRelativeResize="0"/>
          <p:nvPr/>
        </p:nvPicPr>
        <p:blipFill rotWithShape="1">
          <a:blip r:embed="rId5">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34" name="Google Shape;834;g26b7edf6e71_0_26"/>
          <p:cNvPicPr preferRelativeResize="0"/>
          <p:nvPr/>
        </p:nvPicPr>
        <p:blipFill rotWithShape="1">
          <a:blip r:embed="rId6">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35" name="Google Shape;835;g26b7edf6e71_0_26"/>
          <p:cNvPicPr preferRelativeResize="0"/>
          <p:nvPr/>
        </p:nvPicPr>
        <p:blipFill rotWithShape="1">
          <a:blip r:embed="rId7">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36" name="Google Shape;836;g26b7edf6e71_0_26"/>
          <p:cNvPicPr preferRelativeResize="0"/>
          <p:nvPr/>
        </p:nvPicPr>
        <p:blipFill rotWithShape="1">
          <a:blip r:embed="rId8">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37" name="Google Shape;837;g26b7edf6e71_0_26"/>
          <p:cNvPicPr preferRelativeResize="0"/>
          <p:nvPr/>
        </p:nvPicPr>
        <p:blipFill rotWithShape="1">
          <a:blip r:embed="rId9">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38" name="Google Shape;838;g26b7edf6e71_0_26"/>
          <p:cNvPicPr preferRelativeResize="0"/>
          <p:nvPr/>
        </p:nvPicPr>
        <p:blipFill rotWithShape="1">
          <a:blip r:embed="rId10">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39" name="Google Shape;839;g26b7edf6e71_0_26"/>
          <p:cNvPicPr preferRelativeResize="0"/>
          <p:nvPr/>
        </p:nvPicPr>
        <p:blipFill rotWithShape="1">
          <a:blip r:embed="rId11">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40" name="Google Shape;840;g26b7edf6e71_0_26"/>
          <p:cNvPicPr preferRelativeResize="0"/>
          <p:nvPr/>
        </p:nvPicPr>
        <p:blipFill rotWithShape="1">
          <a:blip r:embed="rId12">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41" name="Google Shape;841;g26b7edf6e71_0_26"/>
          <p:cNvPicPr preferRelativeResize="0"/>
          <p:nvPr/>
        </p:nvPicPr>
        <p:blipFill rotWithShape="1">
          <a:blip r:embed="rId13">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42" name="Google Shape;842;g26b7edf6e71_0_26"/>
          <p:cNvPicPr preferRelativeResize="0"/>
          <p:nvPr/>
        </p:nvPicPr>
        <p:blipFill rotWithShape="1">
          <a:blip r:embed="rId14">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43" name="Google Shape;843;g26b7edf6e71_0_26"/>
          <p:cNvPicPr preferRelativeResize="0"/>
          <p:nvPr/>
        </p:nvPicPr>
        <p:blipFill rotWithShape="1">
          <a:blip r:embed="rId15">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44" name="Google Shape;844;g26b7edf6e71_0_26"/>
          <p:cNvPicPr preferRelativeResize="0"/>
          <p:nvPr/>
        </p:nvPicPr>
        <p:blipFill rotWithShape="1">
          <a:blip r:embed="rId16">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45" name="Google Shape;845;g26b7edf6e71_0_26"/>
          <p:cNvPicPr preferRelativeResize="0"/>
          <p:nvPr/>
        </p:nvPicPr>
        <p:blipFill rotWithShape="1">
          <a:blip r:embed="rId17">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6" name="Google Shape;846;g26b7edf6e71_0_26"/>
          <p:cNvPicPr preferRelativeResize="0"/>
          <p:nvPr/>
        </p:nvPicPr>
        <p:blipFill rotWithShape="1">
          <a:blip r:embed="rId18">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7" name="Google Shape;847;g26b7edf6e71_0_26"/>
          <p:cNvPicPr preferRelativeResize="0"/>
          <p:nvPr/>
        </p:nvPicPr>
        <p:blipFill rotWithShape="1">
          <a:blip r:embed="rId19">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48" name="Google Shape;848;g26b7edf6e71_0_26"/>
          <p:cNvPicPr preferRelativeResize="0"/>
          <p:nvPr/>
        </p:nvPicPr>
        <p:blipFill rotWithShape="1">
          <a:blip r:embed="rId20">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49" name="Google Shape;849;g26b7edf6e71_0_26"/>
          <p:cNvPicPr preferRelativeResize="0"/>
          <p:nvPr/>
        </p:nvPicPr>
        <p:blipFill rotWithShape="1">
          <a:blip r:embed="rId21">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50" name="Google Shape;850;g26b7edf6e71_0_26"/>
          <p:cNvPicPr preferRelativeResize="0"/>
          <p:nvPr/>
        </p:nvPicPr>
        <p:blipFill rotWithShape="1">
          <a:blip r:embed="rId22">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51" name="Google Shape;851;g26b7edf6e71_0_26"/>
          <p:cNvPicPr preferRelativeResize="0"/>
          <p:nvPr/>
        </p:nvPicPr>
        <p:blipFill rotWithShape="1">
          <a:blip r:embed="rId23">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52" name="Google Shape;852;g26b7edf6e71_0_26"/>
          <p:cNvPicPr preferRelativeResize="0"/>
          <p:nvPr/>
        </p:nvPicPr>
        <p:blipFill rotWithShape="1">
          <a:blip r:embed="rId24">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53" name="Google Shape;853;g26b7edf6e71_0_26"/>
          <p:cNvPicPr preferRelativeResize="0"/>
          <p:nvPr/>
        </p:nvPicPr>
        <p:blipFill rotWithShape="1">
          <a:blip r:embed="rId25">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54" name="Google Shape;854;g26b7edf6e71_0_26"/>
          <p:cNvPicPr preferRelativeResize="0"/>
          <p:nvPr/>
        </p:nvPicPr>
        <p:blipFill rotWithShape="1">
          <a:blip r:embed="rId26">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55" name="Google Shape;855;g26b7edf6e71_0_26"/>
          <p:cNvPicPr preferRelativeResize="0"/>
          <p:nvPr/>
        </p:nvPicPr>
        <p:blipFill rotWithShape="1">
          <a:blip r:embed="rId27">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56" name="Google Shape;856;g26b7edf6e71_0_26"/>
          <p:cNvPicPr preferRelativeResize="0"/>
          <p:nvPr/>
        </p:nvPicPr>
        <p:blipFill rotWithShape="1">
          <a:blip r:embed="rId28">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57" name="Google Shape;857;g26b7edf6e71_0_26"/>
          <p:cNvPicPr preferRelativeResize="0"/>
          <p:nvPr/>
        </p:nvPicPr>
        <p:blipFill rotWithShape="1">
          <a:blip r:embed="rId29">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64" name="Google Shape;864;g26b7edf6e71_0_109"/>
          <p:cNvGrpSpPr/>
          <p:nvPr/>
        </p:nvGrpSpPr>
        <p:grpSpPr>
          <a:xfrm>
            <a:off x="867357" y="2129450"/>
            <a:ext cx="7282807" cy="2686611"/>
            <a:chOff x="867357" y="2129450"/>
            <a:chExt cx="7282807" cy="2686611"/>
          </a:xfrm>
        </p:grpSpPr>
        <p:pic>
          <p:nvPicPr>
            <p:cNvPr id="865" name="Google Shape;86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6" name="Google Shape;86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7" name="Google Shape;86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8" name="Google Shape;86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1" name="Google Shape;87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3" name="Google Shape;87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4" name="Google Shape;87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5" name="Google Shape;87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7" name="Google Shape;87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8" name="Google Shape;87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d06a1f61bb_0_4"/>
          <p:cNvSpPr txBox="1">
            <a:spLocks noGrp="1"/>
          </p:cNvSpPr>
          <p:nvPr>
            <p:ph type="title"/>
          </p:nvPr>
        </p:nvSpPr>
        <p:spPr>
          <a:xfrm>
            <a:off x="995275" y="582900"/>
            <a:ext cx="71550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a:t>
            </a:r>
            <a:r>
              <a:rPr lang="en-US"/>
              <a:t>.</a:t>
            </a:r>
            <a:endParaRPr/>
          </a:p>
        </p:txBody>
      </p:sp>
      <p:pic>
        <p:nvPicPr>
          <p:cNvPr id="885" name="Google Shape;885;g2d06a1f61bb_0_4"/>
          <p:cNvPicPr preferRelativeResize="0"/>
          <p:nvPr/>
        </p:nvPicPr>
        <p:blipFill rotWithShape="1">
          <a:blip r:embed="rId3">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2d06a1f61bb_0_4"/>
          <p:cNvPicPr preferRelativeResize="0"/>
          <p:nvPr/>
        </p:nvPicPr>
        <p:blipFill rotWithShape="1">
          <a:blip r:embed="rId4">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7" name="Google Shape;887;g2d06a1f61bb_0_4"/>
          <p:cNvPicPr preferRelativeResize="0"/>
          <p:nvPr/>
        </p:nvPicPr>
        <p:blipFill rotWithShape="1">
          <a:blip r:embed="rId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8" name="Google Shape;888;g2d06a1f61bb_0_4"/>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9" name="Google Shape;889;g2d06a1f61bb_0_4"/>
          <p:cNvPicPr preferRelativeResize="0"/>
          <p:nvPr/>
        </p:nvPicPr>
        <p:blipFill rotWithShape="1">
          <a:blip r:embed="rId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0" name="Google Shape;890;g2d06a1f61bb_0_4"/>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2d06a1f61bb_0_4"/>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2d06a1f61bb_0_4"/>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3" name="Google Shape;893;g2d06a1f61bb_0_4"/>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2d06a1f61bb_0_4"/>
          <p:cNvPicPr preferRelativeResize="0"/>
          <p:nvPr/>
        </p:nvPicPr>
        <p:blipFill rotWithShape="1">
          <a:blip r:embed="rId1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5" name="Google Shape;895;g2d06a1f61bb_0_4"/>
          <p:cNvPicPr preferRelativeResize="0"/>
          <p:nvPr/>
        </p:nvPicPr>
        <p:blipFill rotWithShape="1">
          <a:blip r:embed="rId1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6" name="Google Shape;896;g2d06a1f61bb_0_4"/>
          <p:cNvPicPr preferRelativeResize="0"/>
          <p:nvPr/>
        </p:nvPicPr>
        <p:blipFill rotWithShape="1">
          <a:blip r:embed="rId1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2d06a1f61bb_0_4"/>
          <p:cNvPicPr preferRelativeResize="0"/>
          <p:nvPr/>
        </p:nvPicPr>
        <p:blipFill rotWithShape="1">
          <a:blip r:embed="rId1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2d06a1f61bb_0_4"/>
          <p:cNvPicPr preferRelativeResize="0"/>
          <p:nvPr/>
        </p:nvPicPr>
        <p:blipFill rotWithShape="1">
          <a:blip r:embed="rId1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2d06a1f61bb_0_4"/>
          <p:cNvPicPr preferRelativeResize="0"/>
          <p:nvPr/>
        </p:nvPicPr>
        <p:blipFill rotWithShape="1">
          <a:blip r:embed="rId1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2d06a1f61bb_0_4"/>
          <p:cNvPicPr preferRelativeResize="0"/>
          <p:nvPr/>
        </p:nvPicPr>
        <p:blipFill rotWithShape="1">
          <a:blip r:embed="rId1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1" name="Google Shape;901;g2d06a1f61bb_0_4"/>
          <p:cNvPicPr preferRelativeResize="0"/>
          <p:nvPr/>
        </p:nvPicPr>
        <p:blipFill rotWithShape="1">
          <a:blip r:embed="rId1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2" name="Google Shape;902;g2d06a1f61bb_0_4"/>
          <p:cNvPicPr preferRelativeResize="0"/>
          <p:nvPr/>
        </p:nvPicPr>
        <p:blipFill rotWithShape="1">
          <a:blip r:embed="rId2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3" name="Google Shape;903;g2d06a1f61bb_0_4"/>
          <p:cNvPicPr preferRelativeResize="0"/>
          <p:nvPr/>
        </p:nvPicPr>
        <p:blipFill rotWithShape="1">
          <a:blip r:embed="rId2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4" name="Google Shape;904;g2d06a1f61bb_0_4"/>
          <p:cNvPicPr preferRelativeResize="0"/>
          <p:nvPr/>
        </p:nvPicPr>
        <p:blipFill rotWithShape="1">
          <a:blip r:embed="rId2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5" name="Google Shape;905;g2d06a1f61bb_0_4"/>
          <p:cNvPicPr preferRelativeResize="0"/>
          <p:nvPr/>
        </p:nvPicPr>
        <p:blipFill rotWithShape="1">
          <a:blip r:embed="rId2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6" name="Google Shape;906;g2d06a1f61bb_0_4"/>
          <p:cNvPicPr preferRelativeResize="0"/>
          <p:nvPr/>
        </p:nvPicPr>
        <p:blipFill rotWithShape="1">
          <a:blip r:embed="rId2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7" name="Google Shape;907;g2d06a1f61bb_0_4"/>
          <p:cNvPicPr preferRelativeResize="0"/>
          <p:nvPr/>
        </p:nvPicPr>
        <p:blipFill rotWithShape="1">
          <a:blip r:embed="rId2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8" name="Google Shape;908;g2d06a1f61bb_0_4"/>
          <p:cNvPicPr preferRelativeResize="0"/>
          <p:nvPr/>
        </p:nvPicPr>
        <p:blipFill rotWithShape="1">
          <a:blip r:embed="rId2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9" name="Google Shape;909;g2d06a1f61bb_0_4"/>
          <p:cNvPicPr preferRelativeResize="0"/>
          <p:nvPr/>
        </p:nvPicPr>
        <p:blipFill rotWithShape="1">
          <a:blip r:embed="rId2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0" name="Google Shape;910;g2d06a1f61bb_0_4"/>
          <p:cNvPicPr preferRelativeResize="0"/>
          <p:nvPr/>
        </p:nvPicPr>
        <p:blipFill rotWithShape="1">
          <a:blip r:embed="rId2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d067c62542_0_22"/>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17" name="Google Shape;917;g2d067c62542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18" name="Google Shape;918;g2d067c62542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19" name="Google Shape;919;g2d067c62542_0_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7254"/>
              </a:srgbClr>
            </a:outerShdw>
          </a:effectLst>
        </p:spPr>
      </p:pic>
      <p:pic>
        <p:nvPicPr>
          <p:cNvPr id="920" name="Google Shape;920;g2d067c62542_0_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254"/>
              </a:srgbClr>
            </a:outerShdw>
          </a:effectLst>
        </p:spPr>
      </p:pic>
      <p:pic>
        <p:nvPicPr>
          <p:cNvPr id="921" name="Google Shape;921;g2d067c62542_0_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254"/>
              </a:srgbClr>
            </a:outerShdw>
          </a:effectLst>
        </p:spPr>
      </p:pic>
      <p:pic>
        <p:nvPicPr>
          <p:cNvPr id="922" name="Google Shape;922;g2d067c62542_0_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254"/>
              </a:srgbClr>
            </a:outerShdw>
          </a:effectLst>
        </p:spPr>
      </p:pic>
      <p:pic>
        <p:nvPicPr>
          <p:cNvPr id="923" name="Google Shape;923;g2d067c62542_0_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254"/>
              </a:srgbClr>
            </a:outerShdw>
          </a:effectLst>
        </p:spPr>
      </p:pic>
      <p:pic>
        <p:nvPicPr>
          <p:cNvPr id="924" name="Google Shape;924;g2d067c62542_0_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7254"/>
              </a:srgbClr>
            </a:outerShdw>
          </a:effectLst>
        </p:spPr>
      </p:pic>
      <p:pic>
        <p:nvPicPr>
          <p:cNvPr id="925" name="Google Shape;925;g2d067c62542_0_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7254"/>
              </a:srgbClr>
            </a:outerShdw>
          </a:effectLst>
        </p:spPr>
      </p:pic>
      <p:pic>
        <p:nvPicPr>
          <p:cNvPr id="926" name="Google Shape;926;g2d067c62542_0_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7254"/>
              </a:srgbClr>
            </a:outerShdw>
          </a:effectLst>
        </p:spPr>
      </p:pic>
      <p:pic>
        <p:nvPicPr>
          <p:cNvPr id="927" name="Google Shape;927;g2d067c62542_0_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7254"/>
              </a:srgbClr>
            </a:outerShdw>
          </a:effectLst>
        </p:spPr>
      </p:pic>
      <p:pic>
        <p:nvPicPr>
          <p:cNvPr id="928" name="Google Shape;928;g2d067c62542_0_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7254"/>
              </a:srgbClr>
            </a:outerShdw>
          </a:effectLst>
        </p:spPr>
      </p:pic>
      <p:pic>
        <p:nvPicPr>
          <p:cNvPr id="929" name="Google Shape;929;g2d067c62542_0_22"/>
          <p:cNvPicPr preferRelativeResize="0"/>
          <p:nvPr/>
        </p:nvPicPr>
        <p:blipFill rotWithShape="1">
          <a:blip r:embed="rId13">
            <a:alphaModFix/>
          </a:blip>
          <a:srcRect l="99" r="99"/>
          <a:stretch/>
        </p:blipFill>
        <p:spPr>
          <a:xfrm>
            <a:off x="1117250" y="3808610"/>
            <a:ext cx="1311088" cy="939289"/>
          </a:xfrm>
          <a:prstGeom prst="rect">
            <a:avLst/>
          </a:prstGeom>
          <a:noFill/>
          <a:ln>
            <a:noFill/>
          </a:ln>
          <a:effectLst>
            <a:outerShdw blurRad="71438" dist="19050" dir="5400000" algn="bl" rotWithShape="0">
              <a:srgbClr val="000000">
                <a:alpha val="17254"/>
              </a:srgbClr>
            </a:outerShdw>
          </a:effectLst>
        </p:spPr>
      </p:pic>
      <p:pic>
        <p:nvPicPr>
          <p:cNvPr id="930" name="Google Shape;930;g2d067c62542_0_22"/>
          <p:cNvPicPr preferRelativeResize="0"/>
          <p:nvPr/>
        </p:nvPicPr>
        <p:blipFill rotWithShape="1">
          <a:blip r:embed="rId14">
            <a:alphaModFix/>
          </a:blip>
          <a:srcRect l="189" r="179"/>
          <a:stretch/>
        </p:blipFill>
        <p:spPr>
          <a:xfrm>
            <a:off x="2516815" y="3808610"/>
            <a:ext cx="1311088" cy="939290"/>
          </a:xfrm>
          <a:prstGeom prst="rect">
            <a:avLst/>
          </a:prstGeom>
          <a:noFill/>
          <a:ln>
            <a:noFill/>
          </a:ln>
          <a:effectLst>
            <a:outerShdw blurRad="71438" dist="19050" dir="5400000" algn="bl" rotWithShape="0">
              <a:srgbClr val="000000">
                <a:alpha val="17647"/>
              </a:srgbClr>
            </a:outerShdw>
          </a:effectLst>
        </p:spPr>
      </p:pic>
      <p:pic>
        <p:nvPicPr>
          <p:cNvPr id="931" name="Google Shape;931;g2d067c62542_0_22"/>
          <p:cNvPicPr preferRelativeResize="0"/>
          <p:nvPr/>
        </p:nvPicPr>
        <p:blipFill rotWithShape="1">
          <a:blip r:embed="rId15">
            <a:alphaModFix/>
          </a:blip>
          <a:srcRect l="99" r="99"/>
          <a:stretch/>
        </p:blipFill>
        <p:spPr>
          <a:xfrm>
            <a:off x="3915376" y="3808610"/>
            <a:ext cx="1311088" cy="939289"/>
          </a:xfrm>
          <a:prstGeom prst="rect">
            <a:avLst/>
          </a:prstGeom>
          <a:noFill/>
          <a:ln>
            <a:noFill/>
          </a:ln>
          <a:effectLst>
            <a:outerShdw blurRad="71438" dist="19050" dir="5400000" algn="bl" rotWithShape="0">
              <a:srgbClr val="000000">
                <a:alpha val="17647"/>
              </a:srgbClr>
            </a:outerShdw>
          </a:effectLst>
        </p:spPr>
      </p:pic>
      <p:pic>
        <p:nvPicPr>
          <p:cNvPr id="932" name="Google Shape;932;g2d067c62542_0_22"/>
          <p:cNvPicPr preferRelativeResize="0"/>
          <p:nvPr/>
        </p:nvPicPr>
        <p:blipFill rotWithShape="1">
          <a:blip r:embed="rId16">
            <a:alphaModFix/>
          </a:blip>
          <a:srcRect l="99" r="99"/>
          <a:stretch/>
        </p:blipFill>
        <p:spPr>
          <a:xfrm>
            <a:off x="5315518" y="3808610"/>
            <a:ext cx="1311088" cy="939289"/>
          </a:xfrm>
          <a:prstGeom prst="rect">
            <a:avLst/>
          </a:prstGeom>
          <a:noFill/>
          <a:ln>
            <a:noFill/>
          </a:ln>
          <a:effectLst>
            <a:outerShdw blurRad="71438" dist="19050" dir="5400000" algn="bl" rotWithShape="0">
              <a:srgbClr val="000000">
                <a:alpha val="18039"/>
              </a:srgbClr>
            </a:outerShdw>
          </a:effectLst>
        </p:spPr>
      </p:pic>
      <p:pic>
        <p:nvPicPr>
          <p:cNvPr id="933" name="Google Shape;933;g2d067c62542_0_22"/>
          <p:cNvPicPr preferRelativeResize="0"/>
          <p:nvPr/>
        </p:nvPicPr>
        <p:blipFill rotWithShape="1">
          <a:blip r:embed="rId17">
            <a:alphaModFix/>
          </a:blip>
          <a:srcRect l="189" r="179"/>
          <a:stretch/>
        </p:blipFill>
        <p:spPr>
          <a:xfrm>
            <a:off x="6715662" y="3808610"/>
            <a:ext cx="1311088" cy="93929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d067c62542_0_922"/>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0" name="Google Shape;940;g2d067c62542_0_9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41" name="Google Shape;941;g2d067c62542_0_9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2" name="Google Shape;942;g2d067c62542_0_9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7254"/>
              </a:srgbClr>
            </a:outerShdw>
          </a:effectLst>
        </p:spPr>
      </p:pic>
      <p:pic>
        <p:nvPicPr>
          <p:cNvPr id="943" name="Google Shape;943;g2d067c62542_0_9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254"/>
              </a:srgbClr>
            </a:outerShdw>
          </a:effectLst>
        </p:spPr>
      </p:pic>
      <p:pic>
        <p:nvPicPr>
          <p:cNvPr id="944" name="Google Shape;944;g2d067c62542_0_9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254"/>
              </a:srgbClr>
            </a:outerShdw>
          </a:effectLst>
        </p:spPr>
      </p:pic>
      <p:pic>
        <p:nvPicPr>
          <p:cNvPr id="945" name="Google Shape;945;g2d067c62542_0_9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254"/>
              </a:srgbClr>
            </a:outerShdw>
          </a:effectLst>
        </p:spPr>
      </p:pic>
      <p:pic>
        <p:nvPicPr>
          <p:cNvPr id="946" name="Google Shape;946;g2d067c62542_0_9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254"/>
              </a:srgbClr>
            </a:outerShdw>
          </a:effectLst>
        </p:spPr>
      </p:pic>
      <p:pic>
        <p:nvPicPr>
          <p:cNvPr id="947" name="Google Shape;947;g2d067c62542_0_9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7254"/>
              </a:srgbClr>
            </a:outerShdw>
          </a:effectLst>
        </p:spPr>
      </p:pic>
      <p:pic>
        <p:nvPicPr>
          <p:cNvPr id="948" name="Google Shape;948;g2d067c62542_0_9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7254"/>
              </a:srgbClr>
            </a:outerShdw>
          </a:effectLst>
        </p:spPr>
      </p:pic>
      <p:pic>
        <p:nvPicPr>
          <p:cNvPr id="949" name="Google Shape;949;g2d067c62542_0_9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7254"/>
              </a:srgbClr>
            </a:outerShdw>
          </a:effectLst>
        </p:spPr>
      </p:pic>
      <p:pic>
        <p:nvPicPr>
          <p:cNvPr id="950" name="Google Shape;950;g2d067c62542_0_9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7254"/>
              </a:srgbClr>
            </a:outerShdw>
          </a:effectLst>
        </p:spPr>
      </p:pic>
      <p:pic>
        <p:nvPicPr>
          <p:cNvPr id="951" name="Google Shape;951;g2d067c62542_0_9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7254"/>
              </a:srgbClr>
            </a:outerShdw>
          </a:effectLst>
        </p:spPr>
      </p:pic>
      <p:pic>
        <p:nvPicPr>
          <p:cNvPr id="952" name="Google Shape;952;g2d067c62542_0_922"/>
          <p:cNvPicPr preferRelativeResize="0"/>
          <p:nvPr/>
        </p:nvPicPr>
        <p:blipFill rotWithShape="1">
          <a:blip r:embed="rId13">
            <a:alphaModFix/>
          </a:blip>
          <a:srcRect l="99" r="99"/>
          <a:stretch/>
        </p:blipFill>
        <p:spPr>
          <a:xfrm>
            <a:off x="1117250" y="3808610"/>
            <a:ext cx="1311088" cy="939289"/>
          </a:xfrm>
          <a:prstGeom prst="rect">
            <a:avLst/>
          </a:prstGeom>
          <a:noFill/>
          <a:ln>
            <a:noFill/>
          </a:ln>
          <a:effectLst>
            <a:outerShdw blurRad="71438" dist="19050" dir="5400000" algn="bl" rotWithShape="0">
              <a:srgbClr val="000000">
                <a:alpha val="17254"/>
              </a:srgbClr>
            </a:outerShdw>
          </a:effectLst>
        </p:spPr>
      </p:pic>
      <p:pic>
        <p:nvPicPr>
          <p:cNvPr id="953" name="Google Shape;953;g2d067c62542_0_922"/>
          <p:cNvPicPr preferRelativeResize="0"/>
          <p:nvPr/>
        </p:nvPicPr>
        <p:blipFill rotWithShape="1">
          <a:blip r:embed="rId14">
            <a:alphaModFix/>
          </a:blip>
          <a:srcRect l="189" r="179"/>
          <a:stretch/>
        </p:blipFill>
        <p:spPr>
          <a:xfrm>
            <a:off x="2515811" y="3808610"/>
            <a:ext cx="1311088" cy="939290"/>
          </a:xfrm>
          <a:prstGeom prst="rect">
            <a:avLst/>
          </a:prstGeom>
          <a:noFill/>
          <a:ln>
            <a:noFill/>
          </a:ln>
          <a:effectLst>
            <a:outerShdw blurRad="71438" dist="19050" dir="5400000" algn="bl" rotWithShape="0">
              <a:srgbClr val="000000">
                <a:alpha val="17647"/>
              </a:srgbClr>
            </a:outerShdw>
          </a:effectLst>
        </p:spPr>
      </p:pic>
      <p:pic>
        <p:nvPicPr>
          <p:cNvPr id="954" name="Google Shape;954;g2d067c62542_0_922"/>
          <p:cNvPicPr preferRelativeResize="0"/>
          <p:nvPr/>
        </p:nvPicPr>
        <p:blipFill rotWithShape="1">
          <a:blip r:embed="rId15">
            <a:alphaModFix/>
          </a:blip>
          <a:srcRect l="99" r="99"/>
          <a:stretch/>
        </p:blipFill>
        <p:spPr>
          <a:xfrm>
            <a:off x="3915953" y="3808610"/>
            <a:ext cx="1311088" cy="939289"/>
          </a:xfrm>
          <a:prstGeom prst="rect">
            <a:avLst/>
          </a:prstGeom>
          <a:noFill/>
          <a:ln>
            <a:noFill/>
          </a:ln>
          <a:effectLst>
            <a:outerShdw blurRad="71438" dist="19050" dir="5400000" algn="bl" rotWithShape="0">
              <a:srgbClr val="000000">
                <a:alpha val="17647"/>
              </a:srgbClr>
            </a:outerShdw>
          </a:effectLst>
        </p:spPr>
      </p:pic>
      <p:pic>
        <p:nvPicPr>
          <p:cNvPr id="955" name="Google Shape;955;g2d067c62542_0_922"/>
          <p:cNvPicPr preferRelativeResize="0"/>
          <p:nvPr/>
        </p:nvPicPr>
        <p:blipFill rotWithShape="1">
          <a:blip r:embed="rId16">
            <a:alphaModFix/>
          </a:blip>
          <a:srcRect l="99" r="99"/>
          <a:stretch/>
        </p:blipFill>
        <p:spPr>
          <a:xfrm>
            <a:off x="5315520" y="3808610"/>
            <a:ext cx="1311088" cy="939289"/>
          </a:xfrm>
          <a:prstGeom prst="rect">
            <a:avLst/>
          </a:prstGeom>
          <a:noFill/>
          <a:ln>
            <a:noFill/>
          </a:ln>
          <a:effectLst>
            <a:outerShdw blurRad="71438" dist="19050" dir="5400000" algn="bl" rotWithShape="0">
              <a:srgbClr val="000000">
                <a:alpha val="18039"/>
              </a:srgbClr>
            </a:outerShdw>
          </a:effectLst>
        </p:spPr>
      </p:pic>
      <p:pic>
        <p:nvPicPr>
          <p:cNvPr id="956" name="Google Shape;956;g2d067c62542_0_922"/>
          <p:cNvPicPr preferRelativeResize="0"/>
          <p:nvPr/>
        </p:nvPicPr>
        <p:blipFill rotWithShape="1">
          <a:blip r:embed="rId17">
            <a:alphaModFix/>
          </a:blip>
          <a:srcRect l="189" r="179"/>
          <a:stretch/>
        </p:blipFill>
        <p:spPr>
          <a:xfrm>
            <a:off x="6715662" y="3808610"/>
            <a:ext cx="1311088" cy="93929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67c62542_0_9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3" name="Google Shape;963;g2d067c62542_0_9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64" name="Google Shape;964;g2d067c62542_0_94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5" name="Google Shape;965;g2d067c62542_0_940"/>
          <p:cNvPicPr preferRelativeResize="0"/>
          <p:nvPr/>
        </p:nvPicPr>
        <p:blipFill rotWithShape="1">
          <a:blip r:embed="rId3">
            <a:alphaModFix/>
          </a:blip>
          <a:srcRect t="99" b="89"/>
          <a:stretch/>
        </p:blipFill>
        <p:spPr>
          <a:xfrm>
            <a:off x="1157194" y="1683795"/>
            <a:ext cx="1229025" cy="922177"/>
          </a:xfrm>
          <a:prstGeom prst="rect">
            <a:avLst/>
          </a:prstGeom>
          <a:noFill/>
          <a:ln>
            <a:noFill/>
          </a:ln>
          <a:effectLst>
            <a:outerShdw blurRad="57150" dist="19050" dir="5400000" algn="bl" rotWithShape="0">
              <a:srgbClr val="000000">
                <a:alpha val="20000"/>
              </a:srgbClr>
            </a:outerShdw>
          </a:effectLst>
        </p:spPr>
      </p:pic>
      <p:pic>
        <p:nvPicPr>
          <p:cNvPr id="966" name="Google Shape;966;g2d067c62542_0_940"/>
          <p:cNvPicPr preferRelativeResize="0"/>
          <p:nvPr/>
        </p:nvPicPr>
        <p:blipFill rotWithShape="1">
          <a:blip r:embed="rId4">
            <a:alphaModFix/>
          </a:blip>
          <a:srcRect/>
          <a:stretch/>
        </p:blipFill>
        <p:spPr>
          <a:xfrm>
            <a:off x="1157194" y="2755558"/>
            <a:ext cx="1229025" cy="922177"/>
          </a:xfrm>
          <a:prstGeom prst="rect">
            <a:avLst/>
          </a:prstGeom>
          <a:noFill/>
          <a:ln>
            <a:noFill/>
          </a:ln>
          <a:effectLst>
            <a:outerShdw blurRad="57150" dist="19050" dir="5400000" algn="bl" rotWithShape="0">
              <a:srgbClr val="000000">
                <a:alpha val="20000"/>
              </a:srgbClr>
            </a:outerShdw>
          </a:effectLst>
        </p:spPr>
      </p:pic>
      <p:pic>
        <p:nvPicPr>
          <p:cNvPr id="967" name="Google Shape;967;g2d067c62542_0_940"/>
          <p:cNvPicPr preferRelativeResize="0"/>
          <p:nvPr/>
        </p:nvPicPr>
        <p:blipFill rotWithShape="1">
          <a:blip r:embed="rId5">
            <a:alphaModFix/>
          </a:blip>
          <a:srcRect t="99" b="89"/>
          <a:stretch/>
        </p:blipFill>
        <p:spPr>
          <a:xfrm>
            <a:off x="25570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68" name="Google Shape;968;g2d067c62542_0_940"/>
          <p:cNvPicPr preferRelativeResize="0"/>
          <p:nvPr/>
        </p:nvPicPr>
        <p:blipFill rotWithShape="1">
          <a:blip r:embed="rId6">
            <a:alphaModFix/>
          </a:blip>
          <a:srcRect t="99" b="89"/>
          <a:stretch/>
        </p:blipFill>
        <p:spPr>
          <a:xfrm>
            <a:off x="39569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69" name="Google Shape;969;g2d067c62542_0_940"/>
          <p:cNvPicPr preferRelativeResize="0"/>
          <p:nvPr/>
        </p:nvPicPr>
        <p:blipFill rotWithShape="1">
          <a:blip r:embed="rId7">
            <a:alphaModFix/>
          </a:blip>
          <a:srcRect/>
          <a:stretch/>
        </p:blipFill>
        <p:spPr>
          <a:xfrm>
            <a:off x="53567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70" name="Google Shape;970;g2d067c62542_0_940"/>
          <p:cNvPicPr preferRelativeResize="0"/>
          <p:nvPr/>
        </p:nvPicPr>
        <p:blipFill rotWithShape="1">
          <a:blip r:embed="rId8">
            <a:alphaModFix/>
          </a:blip>
          <a:srcRect/>
          <a:stretch/>
        </p:blipFill>
        <p:spPr>
          <a:xfrm>
            <a:off x="67566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71" name="Google Shape;971;g2d067c62542_0_940"/>
          <p:cNvPicPr preferRelativeResize="0"/>
          <p:nvPr/>
        </p:nvPicPr>
        <p:blipFill rotWithShape="1">
          <a:blip r:embed="rId9">
            <a:alphaModFix/>
          </a:blip>
          <a:srcRect t="99" b="89"/>
          <a:stretch/>
        </p:blipFill>
        <p:spPr>
          <a:xfrm>
            <a:off x="3256988" y="3825558"/>
            <a:ext cx="1229025" cy="922177"/>
          </a:xfrm>
          <a:prstGeom prst="rect">
            <a:avLst/>
          </a:prstGeom>
          <a:noFill/>
          <a:ln>
            <a:noFill/>
          </a:ln>
          <a:effectLst>
            <a:outerShdw blurRad="57150" dist="19050" dir="5400000" algn="bl" rotWithShape="0">
              <a:srgbClr val="000000">
                <a:alpha val="20000"/>
              </a:srgbClr>
            </a:outerShdw>
          </a:effectLst>
        </p:spPr>
      </p:pic>
      <p:pic>
        <p:nvPicPr>
          <p:cNvPr id="972" name="Google Shape;972;g2d067c62542_0_940"/>
          <p:cNvPicPr preferRelativeResize="0"/>
          <p:nvPr/>
        </p:nvPicPr>
        <p:blipFill rotWithShape="1">
          <a:blip r:embed="rId10">
            <a:alphaModFix/>
          </a:blip>
          <a:srcRect t="99" b="89"/>
          <a:stretch/>
        </p:blipFill>
        <p:spPr>
          <a:xfrm>
            <a:off x="25570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73" name="Google Shape;973;g2d067c62542_0_940"/>
          <p:cNvPicPr preferRelativeResize="0"/>
          <p:nvPr/>
        </p:nvPicPr>
        <p:blipFill rotWithShape="1">
          <a:blip r:embed="rId11">
            <a:alphaModFix/>
          </a:blip>
          <a:srcRect/>
          <a:stretch/>
        </p:blipFill>
        <p:spPr>
          <a:xfrm>
            <a:off x="3956913" y="1683795"/>
            <a:ext cx="1229025" cy="922177"/>
          </a:xfrm>
          <a:prstGeom prst="rect">
            <a:avLst/>
          </a:prstGeom>
          <a:noFill/>
          <a:ln>
            <a:noFill/>
          </a:ln>
          <a:effectLst>
            <a:outerShdw blurRad="57150" dist="19050" dir="5400000" algn="bl" rotWithShape="0">
              <a:srgbClr val="000000">
                <a:alpha val="20000"/>
              </a:srgbClr>
            </a:outerShdw>
          </a:effectLst>
        </p:spPr>
      </p:pic>
      <p:pic>
        <p:nvPicPr>
          <p:cNvPr id="974" name="Google Shape;974;g2d067c62542_0_940"/>
          <p:cNvPicPr preferRelativeResize="0"/>
          <p:nvPr/>
        </p:nvPicPr>
        <p:blipFill rotWithShape="1">
          <a:blip r:embed="rId12">
            <a:alphaModFix/>
          </a:blip>
          <a:srcRect/>
          <a:stretch/>
        </p:blipFill>
        <p:spPr>
          <a:xfrm>
            <a:off x="53567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75" name="Google Shape;975;g2d067c62542_0_940"/>
          <p:cNvPicPr preferRelativeResize="0"/>
          <p:nvPr/>
        </p:nvPicPr>
        <p:blipFill rotWithShape="1">
          <a:blip r:embed="rId13">
            <a:alphaModFix/>
          </a:blip>
          <a:srcRect t="99" b="89"/>
          <a:stretch/>
        </p:blipFill>
        <p:spPr>
          <a:xfrm>
            <a:off x="6756613" y="1683795"/>
            <a:ext cx="1229025" cy="922177"/>
          </a:xfrm>
          <a:prstGeom prst="rect">
            <a:avLst/>
          </a:prstGeom>
          <a:noFill/>
          <a:ln>
            <a:noFill/>
          </a:ln>
          <a:effectLst>
            <a:outerShdw blurRad="57150" dist="19050" dir="5400000" algn="bl" rotWithShape="0">
              <a:srgbClr val="000000">
                <a:alpha val="20000"/>
              </a:srgbClr>
            </a:outerShdw>
          </a:effectLst>
        </p:spPr>
      </p:pic>
      <p:pic>
        <p:nvPicPr>
          <p:cNvPr id="976" name="Google Shape;976;g2d067c62542_0_940"/>
          <p:cNvPicPr preferRelativeResize="0"/>
          <p:nvPr/>
        </p:nvPicPr>
        <p:blipFill rotWithShape="1">
          <a:blip r:embed="rId14">
            <a:alphaModFix/>
          </a:blip>
          <a:srcRect/>
          <a:stretch/>
        </p:blipFill>
        <p:spPr>
          <a:xfrm>
            <a:off x="4656838" y="3825558"/>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d067c62542_0_9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3" name="Google Shape;983;g2d067c62542_0_9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84" name="Google Shape;984;g2d067c62542_0_9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5" name="Google Shape;985;g2d067c62542_0_993"/>
          <p:cNvPicPr preferRelativeResize="0"/>
          <p:nvPr/>
        </p:nvPicPr>
        <p:blipFill rotWithShape="1">
          <a:blip r:embed="rId3">
            <a:alphaModFix/>
          </a:blip>
          <a:srcRect t="19" b="29"/>
          <a:stretch/>
        </p:blipFill>
        <p:spPr>
          <a:xfrm>
            <a:off x="1157194" y="1683795"/>
            <a:ext cx="1229024" cy="922177"/>
          </a:xfrm>
          <a:prstGeom prst="rect">
            <a:avLst/>
          </a:prstGeom>
          <a:noFill/>
          <a:ln>
            <a:noFill/>
          </a:ln>
          <a:effectLst>
            <a:outerShdw blurRad="57150" dist="19050" dir="5400000" algn="bl" rotWithShape="0">
              <a:srgbClr val="000000">
                <a:alpha val="20000"/>
              </a:srgbClr>
            </a:outerShdw>
          </a:effectLst>
        </p:spPr>
      </p:pic>
      <p:pic>
        <p:nvPicPr>
          <p:cNvPr id="986" name="Google Shape;986;g2d067c62542_0_993"/>
          <p:cNvPicPr preferRelativeResize="0"/>
          <p:nvPr/>
        </p:nvPicPr>
        <p:blipFill rotWithShape="1">
          <a:blip r:embed="rId4">
            <a:alphaModFix/>
          </a:blip>
          <a:srcRect l="69" r="69"/>
          <a:stretch/>
        </p:blipFill>
        <p:spPr>
          <a:xfrm>
            <a:off x="1157194" y="2755558"/>
            <a:ext cx="1229022" cy="922177"/>
          </a:xfrm>
          <a:prstGeom prst="rect">
            <a:avLst/>
          </a:prstGeom>
          <a:noFill/>
          <a:ln>
            <a:noFill/>
          </a:ln>
          <a:effectLst>
            <a:outerShdw blurRad="57150" dist="19050" dir="5400000" algn="bl" rotWithShape="0">
              <a:srgbClr val="000000">
                <a:alpha val="20000"/>
              </a:srgbClr>
            </a:outerShdw>
          </a:effectLst>
        </p:spPr>
      </p:pic>
      <p:pic>
        <p:nvPicPr>
          <p:cNvPr id="987" name="Google Shape;987;g2d067c62542_0_993"/>
          <p:cNvPicPr preferRelativeResize="0"/>
          <p:nvPr/>
        </p:nvPicPr>
        <p:blipFill rotWithShape="1">
          <a:blip r:embed="rId5">
            <a:alphaModFix/>
          </a:blip>
          <a:srcRect t="19" b="29"/>
          <a:stretch/>
        </p:blipFill>
        <p:spPr>
          <a:xfrm>
            <a:off x="25570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88" name="Google Shape;988;g2d067c62542_0_993"/>
          <p:cNvPicPr preferRelativeResize="0"/>
          <p:nvPr/>
        </p:nvPicPr>
        <p:blipFill rotWithShape="1">
          <a:blip r:embed="rId6">
            <a:alphaModFix/>
          </a:blip>
          <a:srcRect t="19" b="29"/>
          <a:stretch/>
        </p:blipFill>
        <p:spPr>
          <a:xfrm>
            <a:off x="39569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89" name="Google Shape;989;g2d067c62542_0_993"/>
          <p:cNvPicPr preferRelativeResize="0"/>
          <p:nvPr/>
        </p:nvPicPr>
        <p:blipFill rotWithShape="1">
          <a:blip r:embed="rId7">
            <a:alphaModFix/>
          </a:blip>
          <a:srcRect l="69" r="69"/>
          <a:stretch/>
        </p:blipFill>
        <p:spPr>
          <a:xfrm>
            <a:off x="67566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90" name="Google Shape;990;g2d067c62542_0_993"/>
          <p:cNvPicPr preferRelativeResize="0"/>
          <p:nvPr/>
        </p:nvPicPr>
        <p:blipFill rotWithShape="1">
          <a:blip r:embed="rId8">
            <a:alphaModFix/>
          </a:blip>
          <a:srcRect t="19" b="29"/>
          <a:stretch/>
        </p:blipFill>
        <p:spPr>
          <a:xfrm>
            <a:off x="3256988" y="3825558"/>
            <a:ext cx="1229024" cy="922177"/>
          </a:xfrm>
          <a:prstGeom prst="rect">
            <a:avLst/>
          </a:prstGeom>
          <a:noFill/>
          <a:ln>
            <a:noFill/>
          </a:ln>
          <a:effectLst>
            <a:outerShdw blurRad="57150" dist="19050" dir="5400000" algn="bl" rotWithShape="0">
              <a:srgbClr val="000000">
                <a:alpha val="20000"/>
              </a:srgbClr>
            </a:outerShdw>
          </a:effectLst>
        </p:spPr>
      </p:pic>
      <p:pic>
        <p:nvPicPr>
          <p:cNvPr id="991" name="Google Shape;991;g2d067c62542_0_993"/>
          <p:cNvPicPr preferRelativeResize="0"/>
          <p:nvPr/>
        </p:nvPicPr>
        <p:blipFill rotWithShape="1">
          <a:blip r:embed="rId9">
            <a:alphaModFix/>
          </a:blip>
          <a:srcRect t="19" b="29"/>
          <a:stretch/>
        </p:blipFill>
        <p:spPr>
          <a:xfrm>
            <a:off x="25570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92" name="Google Shape;992;g2d067c62542_0_993"/>
          <p:cNvPicPr preferRelativeResize="0"/>
          <p:nvPr/>
        </p:nvPicPr>
        <p:blipFill rotWithShape="1">
          <a:blip r:embed="rId10">
            <a:alphaModFix/>
          </a:blip>
          <a:srcRect l="69" r="69"/>
          <a:stretch/>
        </p:blipFill>
        <p:spPr>
          <a:xfrm>
            <a:off x="39569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93" name="Google Shape;993;g2d067c62542_0_993"/>
          <p:cNvPicPr preferRelativeResize="0"/>
          <p:nvPr/>
        </p:nvPicPr>
        <p:blipFill rotWithShape="1">
          <a:blip r:embed="rId11">
            <a:alphaModFix/>
          </a:blip>
          <a:srcRect l="69" r="69"/>
          <a:stretch/>
        </p:blipFill>
        <p:spPr>
          <a:xfrm>
            <a:off x="53567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94" name="Google Shape;994;g2d067c62542_0_993"/>
          <p:cNvPicPr preferRelativeResize="0"/>
          <p:nvPr/>
        </p:nvPicPr>
        <p:blipFill rotWithShape="1">
          <a:blip r:embed="rId12">
            <a:alphaModFix/>
          </a:blip>
          <a:srcRect t="19" b="29"/>
          <a:stretch/>
        </p:blipFill>
        <p:spPr>
          <a:xfrm>
            <a:off x="67566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95" name="Google Shape;995;g2d067c62542_0_993"/>
          <p:cNvPicPr preferRelativeResize="0"/>
          <p:nvPr/>
        </p:nvPicPr>
        <p:blipFill rotWithShape="1">
          <a:blip r:embed="rId13">
            <a:alphaModFix/>
          </a:blip>
          <a:srcRect l="69" r="69"/>
          <a:stretch/>
        </p:blipFill>
        <p:spPr>
          <a:xfrm>
            <a:off x="53567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96" name="Google Shape;996;g2d067c62542_0_993"/>
          <p:cNvPicPr preferRelativeResize="0"/>
          <p:nvPr/>
        </p:nvPicPr>
        <p:blipFill rotWithShape="1">
          <a:blip r:embed="rId14">
            <a:alphaModFix/>
          </a:blip>
          <a:srcRect l="69" r="69"/>
          <a:stretch/>
        </p:blipFill>
        <p:spPr>
          <a:xfrm>
            <a:off x="4656838" y="3825558"/>
            <a:ext cx="1229024"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202</Words>
  <Application>Microsoft Office PowerPoint</Application>
  <PresentationFormat>On-screen Show (4:3)</PresentationFormat>
  <Paragraphs>62</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Nunito Black</vt:lpstr>
      <vt:lpstr>Poppins Medium</vt:lpstr>
      <vt:lpstr>Mulish</vt:lpstr>
      <vt:lpstr>Poppins</vt:lpstr>
      <vt:lpstr>Jost</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2026-04-29T06:07:40Z</dcterms:modified>
</cp:coreProperties>
</file>