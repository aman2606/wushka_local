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hvx9/au/fCDk/bwoVwWxjcJWZP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E9156FA-7265-4445-A168-093062224E80}">
  <a:tblStyle styleId="{3E9156FA-7265-4445-A168-093062224E8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2" name="Google Shape;70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3" name="Google Shape;70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2" name="Google Shape;73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3" name="Google Shape;73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fcc7d9f0e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fcc7d9f0e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fcc7d9f0e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cf1c009511_0_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cf1c009511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cf1c009511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cf1c009511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2cf1c009511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2cf1c009511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4" name="Google Shape;101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3" name="Google Shape;102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2" name="Google Shape;103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31c2a3f4532_0_1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0" name="Google Shape;1040;g31c2a3f4532_0_1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1" name="Google Shape;1041;g31c2a3f4532_0_1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31c2a3f4532_0_8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9" name="Google Shape;1049;g31c2a3f4532_0_8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0" name="Google Shape;1050;g31c2a3f4532_0_8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9" name="Google Shape;105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2cf1c009511_0_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4" name="Google Shape;1084;g2cf1c009511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g2cf1c009511_0_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831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91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'ea' (/ee/)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1 - Thursday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4</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slide" Target="slide10.xml"/><Relationship Id="rId12" Type="http://schemas.openxmlformats.org/officeDocument/2006/relationships/slide" Target="slide2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0.png"/><Relationship Id="rId5" Type="http://schemas.openxmlformats.org/officeDocument/2006/relationships/image" Target="../media/image5.png"/><Relationship Id="rId10" Type="http://schemas.openxmlformats.org/officeDocument/2006/relationships/slide" Target="slide20.xml"/><Relationship Id="rId4" Type="http://schemas.openxmlformats.org/officeDocument/2006/relationships/image" Target="../media/image8.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29"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28" Type="http://schemas.openxmlformats.org/officeDocument/2006/relationships/image" Target="../media/image59.png"/><Relationship Id="rId10" Type="http://schemas.openxmlformats.org/officeDocument/2006/relationships/image" Target="../media/image41.png"/><Relationship Id="rId19" Type="http://schemas.openxmlformats.org/officeDocument/2006/relationships/image" Target="../media/image50.png"/><Relationship Id="rId31" Type="http://schemas.openxmlformats.org/officeDocument/2006/relationships/image" Target="../media/image62.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 Id="rId30" Type="http://schemas.openxmlformats.org/officeDocument/2006/relationships/image" Target="../media/image61.png"/></Relationships>
</file>

<file path=ppt/slides/_rels/slide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65.png"/><Relationship Id="rId4" Type="http://schemas.openxmlformats.org/officeDocument/2006/relationships/image" Target="../media/image64.png"/></Relationships>
</file>

<file path=ppt/slides/_rels/slide6.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6.xml"/><Relationship Id="rId16" Type="http://schemas.openxmlformats.org/officeDocument/2006/relationships/image" Target="../media/image79.png"/><Relationship Id="rId1" Type="http://schemas.openxmlformats.org/officeDocument/2006/relationships/slideLayout" Target="../slideLayouts/slideLayout3.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s>
</file>

<file path=ppt/slides/_rels/slide7.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18" Type="http://schemas.openxmlformats.org/officeDocument/2006/relationships/image" Target="../media/image95.png"/><Relationship Id="rId26" Type="http://schemas.openxmlformats.org/officeDocument/2006/relationships/image" Target="../media/image103.png"/><Relationship Id="rId3" Type="http://schemas.openxmlformats.org/officeDocument/2006/relationships/image" Target="../media/image80.png"/><Relationship Id="rId21" Type="http://schemas.openxmlformats.org/officeDocument/2006/relationships/image" Target="../media/image98.png"/><Relationship Id="rId7" Type="http://schemas.openxmlformats.org/officeDocument/2006/relationships/image" Target="../media/image84.png"/><Relationship Id="rId12" Type="http://schemas.openxmlformats.org/officeDocument/2006/relationships/image" Target="../media/image89.png"/><Relationship Id="rId17" Type="http://schemas.openxmlformats.org/officeDocument/2006/relationships/image" Target="../media/image94.png"/><Relationship Id="rId25" Type="http://schemas.openxmlformats.org/officeDocument/2006/relationships/image" Target="../media/image102.png"/><Relationship Id="rId2" Type="http://schemas.openxmlformats.org/officeDocument/2006/relationships/notesSlide" Target="../notesSlides/notesSlide7.xml"/><Relationship Id="rId16" Type="http://schemas.openxmlformats.org/officeDocument/2006/relationships/image" Target="../media/image93.png"/><Relationship Id="rId20" Type="http://schemas.openxmlformats.org/officeDocument/2006/relationships/image" Target="../media/image97.png"/><Relationship Id="rId29" Type="http://schemas.openxmlformats.org/officeDocument/2006/relationships/image" Target="../media/image106.png"/><Relationship Id="rId1" Type="http://schemas.openxmlformats.org/officeDocument/2006/relationships/slideLayout" Target="../slideLayouts/slideLayout3.xml"/><Relationship Id="rId6" Type="http://schemas.openxmlformats.org/officeDocument/2006/relationships/image" Target="../media/image83.png"/><Relationship Id="rId11" Type="http://schemas.openxmlformats.org/officeDocument/2006/relationships/image" Target="../media/image88.png"/><Relationship Id="rId24" Type="http://schemas.openxmlformats.org/officeDocument/2006/relationships/image" Target="../media/image101.png"/><Relationship Id="rId5" Type="http://schemas.openxmlformats.org/officeDocument/2006/relationships/image" Target="../media/image82.png"/><Relationship Id="rId15" Type="http://schemas.openxmlformats.org/officeDocument/2006/relationships/image" Target="../media/image92.png"/><Relationship Id="rId23" Type="http://schemas.openxmlformats.org/officeDocument/2006/relationships/image" Target="../media/image100.png"/><Relationship Id="rId28" Type="http://schemas.openxmlformats.org/officeDocument/2006/relationships/image" Target="../media/image105.png"/><Relationship Id="rId10" Type="http://schemas.openxmlformats.org/officeDocument/2006/relationships/image" Target="../media/image87.png"/><Relationship Id="rId19" Type="http://schemas.openxmlformats.org/officeDocument/2006/relationships/image" Target="../media/image96.png"/><Relationship Id="rId4" Type="http://schemas.openxmlformats.org/officeDocument/2006/relationships/image" Target="../media/image81.png"/><Relationship Id="rId9" Type="http://schemas.openxmlformats.org/officeDocument/2006/relationships/image" Target="../media/image86.png"/><Relationship Id="rId14" Type="http://schemas.openxmlformats.org/officeDocument/2006/relationships/image" Target="../media/image91.png"/><Relationship Id="rId22" Type="http://schemas.openxmlformats.org/officeDocument/2006/relationships/image" Target="../media/image99.png"/><Relationship Id="rId27" Type="http://schemas.openxmlformats.org/officeDocument/2006/relationships/image" Target="../media/image104.png"/><Relationship Id="rId30" Type="http://schemas.openxmlformats.org/officeDocument/2006/relationships/image" Target="../media/image107.png"/></Relationships>
</file>

<file path=ppt/slides/_rels/slide8.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3" Type="http://schemas.openxmlformats.org/officeDocument/2006/relationships/image" Target="../media/image108.png"/><Relationship Id="rId7" Type="http://schemas.openxmlformats.org/officeDocument/2006/relationships/image" Target="../media/image112.png"/><Relationship Id="rId12" Type="http://schemas.openxmlformats.org/officeDocument/2006/relationships/image" Target="../media/image117.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10.png"/><Relationship Id="rId15" Type="http://schemas.openxmlformats.org/officeDocument/2006/relationships/image" Target="../media/image120.png"/><Relationship Id="rId10" Type="http://schemas.openxmlformats.org/officeDocument/2006/relationships/image" Target="../media/image115.png"/><Relationship Id="rId4" Type="http://schemas.openxmlformats.org/officeDocument/2006/relationships/image" Target="../media/image109.png"/><Relationship Id="rId9" Type="http://schemas.openxmlformats.org/officeDocument/2006/relationships/image" Target="../media/image114.png"/><Relationship Id="rId14" Type="http://schemas.openxmlformats.org/officeDocument/2006/relationships/image" Target="../media/image119.png"/></Relationships>
</file>

<file path=ppt/slides/_rels/slide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637651"/>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Vowel Digraph 'ea' (/ee/)</a:t>
            </a:r>
            <a:endParaRPr/>
          </a:p>
        </p:txBody>
      </p:sp>
      <p:sp>
        <p:nvSpPr>
          <p:cNvPr id="668" name="Google Shape;668;p1"/>
          <p:cNvSpPr txBox="1">
            <a:spLocks noGrp="1"/>
          </p:cNvSpPr>
          <p:nvPr>
            <p:ph type="subTitle" idx="2"/>
          </p:nvPr>
        </p:nvSpPr>
        <p:spPr>
          <a:xfrm>
            <a:off x="884092" y="3651393"/>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{3E9156FA-7265-4445-A168-093062224E80}</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e</a:t>
                      </a:r>
                      <a:r>
                        <a:rPr lang="en-US" sz="1500" u="none" strike="noStrike" cap="none">
                          <a:solidFill>
                            <a:schemeClr val="lt1"/>
                          </a:solidFill>
                          <a:latin typeface="Poppins"/>
                          <a:ea typeface="Poppins"/>
                          <a:cs typeface="Poppins"/>
                          <a:sym typeface="Poppins"/>
                        </a:rPr>
                        <a:t>a</a:t>
                      </a:r>
                      <a:endParaRPr sz="17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l="39" r="49"/>
          <a:stretch/>
        </p:blipFill>
        <p:spPr>
          <a:xfrm rot="186066">
            <a:off x="4009466" y="4465908"/>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9569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vowel digraph </a:t>
            </a:r>
            <a:r>
              <a:rPr lang="en-US">
                <a:solidFill>
                  <a:srgbClr val="8DC63F"/>
                </a:solidFill>
              </a:rPr>
              <a:t>ea</a:t>
            </a:r>
            <a:r>
              <a:rPr lang="en-US"/>
              <a:t> (</a:t>
            </a:r>
            <a:r>
              <a:rPr lang="en-US">
                <a:solidFill>
                  <a:srgbClr val="8DC63F"/>
                </a:solidFill>
              </a:rPr>
              <a:t>/ee/</a:t>
            </a:r>
            <a:r>
              <a:rPr lang="en-US"/>
              <a:t>).</a:t>
            </a:r>
            <a:endParaRPr/>
          </a:p>
        </p:txBody>
      </p:sp>
      <p:sp>
        <p:nvSpPr>
          <p:cNvPr id="679" name="Google Shape;679;g2bee4f4af4b_0_204"/>
          <p:cNvSpPr txBox="1">
            <a:spLocks noGrp="1"/>
          </p:cNvSpPr>
          <p:nvPr>
            <p:ph type="body" idx="2"/>
          </p:nvPr>
        </p:nvSpPr>
        <p:spPr>
          <a:xfrm>
            <a:off x="3298550" y="2083450"/>
            <a:ext cx="4850100" cy="904200"/>
          </a:xfrm>
          <a:prstGeom prst="rect">
            <a:avLst/>
          </a:prstGeom>
          <a:noFill/>
          <a:ln>
            <a:noFill/>
          </a:ln>
        </p:spPr>
        <p:txBody>
          <a:bodyPr spcFirstLastPara="1" wrap="square" lIns="0" tIns="0" rIns="0" bIns="0" anchor="ctr" anchorCtr="0">
            <a:noAutofit/>
          </a:bodyPr>
          <a:lstStyle/>
          <a:p>
            <a:pPr marL="457200" lvl="0" indent="-330200" algn="l" rtl="0">
              <a:lnSpc>
                <a:spcPct val="115000"/>
              </a:lnSpc>
              <a:spcBef>
                <a:spcPts val="1000"/>
              </a:spcBef>
              <a:spcAft>
                <a:spcPts val="0"/>
              </a:spcAft>
              <a:buSzPts val="1600"/>
              <a:buChar char="•"/>
            </a:pPr>
            <a:r>
              <a:rPr lang="en-US"/>
              <a:t>Recall all GPCs learned so far using flashcards.</a:t>
            </a:r>
            <a:endParaRPr/>
          </a:p>
          <a:p>
            <a:pPr marL="457200" lvl="0" indent="-330200" algn="l" rtl="0">
              <a:lnSpc>
                <a:spcPct val="115000"/>
              </a:lnSpc>
              <a:spcBef>
                <a:spcPts val="0"/>
              </a:spcBef>
              <a:spcAft>
                <a:spcPts val="0"/>
              </a:spcAft>
              <a:buSzPts val="1600"/>
              <a:buChar char="•"/>
            </a:pPr>
            <a:r>
              <a:rPr lang="en-US"/>
              <a:t>Recall Phase 4 Common Exception Words </a:t>
            </a:r>
            <a:r>
              <a:rPr lang="en-US">
                <a:solidFill>
                  <a:srgbClr val="2356AF"/>
                </a:solidFill>
              </a:rPr>
              <a:t>said like out have some come what was so old do little one.</a:t>
            </a:r>
            <a:endParaRPr/>
          </a:p>
        </p:txBody>
      </p:sp>
      <p:sp>
        <p:nvSpPr>
          <p:cNvPr id="680" name="Google Shape;68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1" name="Google Shape;68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2" name="Google Shape;682;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83" name="Google Shape;68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4" name="Google Shape;68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5" name="Google Shape;685;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6" name="Google Shape;68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6">
            <a:alphaModFix/>
          </a:blip>
          <a:srcRect t="89" b="98"/>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2" name="Google Shape;692;g2bee4f4af4b_0_204">
            <a:hlinkClick r:id="rId7" action="ppaction://hlinksldjump"/>
          </p:cNvPr>
          <p:cNvSpPr/>
          <p:nvPr/>
        </p:nvSpPr>
        <p:spPr>
          <a:xfrm>
            <a:off x="979654"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2bee4f4af4b_0_204">
            <a:hlinkClick r:id="rId8" action="ppaction://hlinksldjump"/>
          </p:cNvPr>
          <p:cNvSpPr/>
          <p:nvPr/>
        </p:nvSpPr>
        <p:spPr>
          <a:xfrm>
            <a:off x="2423213" y="382387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9" action="ppaction://hlinksldjump"/>
          </p:cNvPr>
          <p:cNvSpPr/>
          <p:nvPr/>
        </p:nvSpPr>
        <p:spPr>
          <a:xfrm>
            <a:off x="4859461" y="380986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10" action="ppaction://hlinksldjump"/>
          </p:cNvPr>
          <p:cNvSpPr/>
          <p:nvPr/>
        </p:nvSpPr>
        <p:spPr>
          <a:xfrm>
            <a:off x="3566344"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6" name="Google Shape;696;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7" name="Google Shape;697;g2bee4f4af4b_0_204"/>
          <p:cNvSpPr txBox="1"/>
          <p:nvPr/>
        </p:nvSpPr>
        <p:spPr>
          <a:xfrm>
            <a:off x="5845102" y="5256525"/>
            <a:ext cx="144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98" name="Google Shape;698;g2bee4f4af4b_0_204"/>
          <p:cNvPicPr preferRelativeResize="0"/>
          <p:nvPr/>
        </p:nvPicPr>
        <p:blipFill rotWithShape="1">
          <a:blip r:embed="rId11">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699" name="Google Shape;699;g2bee4f4af4b_0_204">
            <a:hlinkClick r:id="rId12" action="ppaction://hlinksldjump"/>
          </p:cNvPr>
          <p:cNvSpPr/>
          <p:nvPr/>
        </p:nvSpPr>
        <p:spPr>
          <a:xfrm>
            <a:off x="5982881" y="377059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6" name="Google Shape;706;g26b641b03cd_0_165"/>
          <p:cNvGrpSpPr/>
          <p:nvPr/>
        </p:nvGrpSpPr>
        <p:grpSpPr>
          <a:xfrm>
            <a:off x="930400" y="2053244"/>
            <a:ext cx="7283200" cy="3724851"/>
            <a:chOff x="930400" y="2129444"/>
            <a:chExt cx="7283200" cy="3724851"/>
          </a:xfrm>
        </p:grpSpPr>
        <p:pic>
          <p:nvPicPr>
            <p:cNvPr id="707" name="Google Shape;70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6" name="Google Shape;736;g26b7edf6e71_0_26"/>
          <p:cNvGrpSpPr/>
          <p:nvPr/>
        </p:nvGrpSpPr>
        <p:grpSpPr>
          <a:xfrm>
            <a:off x="930400" y="2053250"/>
            <a:ext cx="7283201" cy="2971674"/>
            <a:chOff x="930400" y="2129450"/>
            <a:chExt cx="7283201" cy="2971674"/>
          </a:xfrm>
        </p:grpSpPr>
        <p:pic>
          <p:nvPicPr>
            <p:cNvPr id="737" name="Google Shape;737;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7" name="Google Shape;747;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2" name="Google Shape;772;g2c298da1f27_0_417"/>
          <p:cNvPicPr preferRelativeResize="0"/>
          <p:nvPr/>
        </p:nvPicPr>
        <p:blipFill rotWithShape="1">
          <a:blip r:embed="rId3">
            <a:alphaModFix/>
          </a:blip>
          <a:srcRect l="79" r="79"/>
          <a:stretch/>
        </p:blipFill>
        <p:spPr>
          <a:xfrm>
            <a:off x="1851201" y="2306150"/>
            <a:ext cx="1748971" cy="2475574"/>
          </a:xfrm>
          <a:prstGeom prst="rect">
            <a:avLst/>
          </a:prstGeom>
          <a:noFill/>
          <a:ln>
            <a:noFill/>
          </a:ln>
          <a:effectLst>
            <a:outerShdw blurRad="71438" dist="28575" dir="5400000" algn="bl" rotWithShape="0">
              <a:srgbClr val="000000">
                <a:alpha val="15294"/>
              </a:srgbClr>
            </a:outerShdw>
          </a:effectLst>
        </p:spPr>
      </p:pic>
      <p:pic>
        <p:nvPicPr>
          <p:cNvPr id="773" name="Google Shape;773;g2c298da1f27_0_417"/>
          <p:cNvPicPr preferRelativeResize="0"/>
          <p:nvPr/>
        </p:nvPicPr>
        <p:blipFill rotWithShape="1">
          <a:blip r:embed="rId4">
            <a:alphaModFix/>
          </a:blip>
          <a:srcRect l="19" r="29"/>
          <a:stretch/>
        </p:blipFill>
        <p:spPr>
          <a:xfrm>
            <a:off x="3697513" y="2306150"/>
            <a:ext cx="1748971" cy="2475574"/>
          </a:xfrm>
          <a:prstGeom prst="rect">
            <a:avLst/>
          </a:prstGeom>
          <a:noFill/>
          <a:ln>
            <a:noFill/>
          </a:ln>
          <a:effectLst>
            <a:outerShdw blurRad="71438" dist="28575" dir="5400000" algn="bl" rotWithShape="0">
              <a:srgbClr val="000000">
                <a:alpha val="15294"/>
              </a:srgbClr>
            </a:outerShdw>
          </a:effectLst>
        </p:spPr>
      </p:pic>
      <p:pic>
        <p:nvPicPr>
          <p:cNvPr id="774" name="Google Shape;774;g2c298da1f27_0_417"/>
          <p:cNvPicPr preferRelativeResize="0"/>
          <p:nvPr/>
        </p:nvPicPr>
        <p:blipFill rotWithShape="1">
          <a:blip r:embed="rId5">
            <a:alphaModFix/>
          </a:blip>
          <a:srcRect l="19" r="29"/>
          <a:stretch/>
        </p:blipFill>
        <p:spPr>
          <a:xfrm>
            <a:off x="5543822" y="2306150"/>
            <a:ext cx="1748971" cy="2475574"/>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1" name="Google Shape;781;g26b7edf6e71_0_109"/>
          <p:cNvGrpSpPr/>
          <p:nvPr/>
        </p:nvGrpSpPr>
        <p:grpSpPr>
          <a:xfrm>
            <a:off x="865957" y="2135925"/>
            <a:ext cx="7282807" cy="2686611"/>
            <a:chOff x="867357" y="2129450"/>
            <a:chExt cx="7282807" cy="2686611"/>
          </a:xfrm>
        </p:grpSpPr>
        <p:pic>
          <p:nvPicPr>
            <p:cNvPr id="782" name="Google Shape;78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02" name="Google Shape;802;g2c298d33e0c_0_6"/>
          <p:cNvGrpSpPr/>
          <p:nvPr/>
        </p:nvGrpSpPr>
        <p:grpSpPr>
          <a:xfrm>
            <a:off x="866900" y="2079100"/>
            <a:ext cx="7281864" cy="2684601"/>
            <a:chOff x="868300" y="2129450"/>
            <a:chExt cx="7281864" cy="2684601"/>
          </a:xfrm>
        </p:grpSpPr>
        <p:pic>
          <p:nvPicPr>
            <p:cNvPr id="803" name="Google Shape;803;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04" name="Google Shape;804;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05" name="Google Shape;805;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06" name="Google Shape;806;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07" name="Google Shape;807;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08" name="Google Shape;808;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9" name="Google Shape;809;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1" name="Google Shape;811;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3" name="Google Shape;813;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grpSp>
        <p:nvGrpSpPr>
          <p:cNvPr id="836" name="Google Shape;836;g2c298da1f27_0_455"/>
          <p:cNvGrpSpPr/>
          <p:nvPr/>
        </p:nvGrpSpPr>
        <p:grpSpPr>
          <a:xfrm>
            <a:off x="868300" y="2129450"/>
            <a:ext cx="7281864" cy="2684601"/>
            <a:chOff x="868300" y="2053250"/>
            <a:chExt cx="7281864" cy="2684601"/>
          </a:xfrm>
        </p:grpSpPr>
        <p:pic>
          <p:nvPicPr>
            <p:cNvPr id="837" name="Google Shape;837;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44" name="Google Shape;844;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49" name="Google Shape;849;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
        <p:nvSpPr>
          <p:cNvPr id="850" name="Google Shape;850;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fcc7d9f0e_0_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a:t>
            </a:r>
            <a:r>
              <a:rPr lang="en-US"/>
              <a:t>.</a:t>
            </a:r>
            <a:endParaRPr/>
          </a:p>
        </p:txBody>
      </p:sp>
      <p:pic>
        <p:nvPicPr>
          <p:cNvPr id="857" name="Google Shape;857;g2cfcc7d9f0e_0_3"/>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858" name="Google Shape;858;g2cfcc7d9f0e_0_3"/>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859" name="Google Shape;859;g2cfcc7d9f0e_0_3"/>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50"/>
              </a:srgbClr>
            </a:outerShdw>
          </a:effectLst>
        </p:spPr>
      </p:pic>
      <p:pic>
        <p:nvPicPr>
          <p:cNvPr id="860" name="Google Shape;860;g2cfcc7d9f0e_0_3"/>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67" name="Google Shape;86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68" name="Google Shape;868;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69" name="Google Shape;86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6" name="Google Shape;87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7" name="Google Shape;877;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78" name="Google Shape;87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85" name="Google Shape;88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86" name="Google Shape;886;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87" name="Google Shape;88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4" name="Google Shape;89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95" name="Google Shape;895;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96" name="Google Shape;89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03" name="Google Shape;90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4" name="Google Shape;90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1" name="Google Shape;911;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2" name="Google Shape;912;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8" name="Google Shape;918;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9" name="Google Shape;919;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0" name="Google Shape;920;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1" name="Google Shape;921;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2" name="Google Shape;922;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3" name="Google Shape;923;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4" name="Google Shape;924;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5" name="Google Shape;925;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c4fb7f6616_1_0"/>
          <p:cNvSpPr/>
          <p:nvPr/>
        </p:nvSpPr>
        <p:spPr>
          <a:xfrm>
            <a:off x="544707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8" name="Google Shape;92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9" name="Google Shape;929;g2c4fb7f6616_1_0"/>
          <p:cNvSpPr txBox="1">
            <a:spLocks noGrp="1"/>
          </p:cNvSpPr>
          <p:nvPr>
            <p:ph type="subTitle" idx="4294967295"/>
          </p:nvPr>
        </p:nvSpPr>
        <p:spPr>
          <a:xfrm>
            <a:off x="48774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30" name="Google Shape;930;g2c4fb7f6616_1_0"/>
          <p:cNvSpPr txBox="1">
            <a:spLocks noGrp="1"/>
          </p:cNvSpPr>
          <p:nvPr>
            <p:ph type="subTitle" idx="4294967295"/>
          </p:nvPr>
        </p:nvSpPr>
        <p:spPr>
          <a:xfrm>
            <a:off x="2737175" y="1308025"/>
            <a:ext cx="2947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e</a:t>
            </a:r>
            <a:r>
              <a:rPr lang="en-US" sz="13000" b="0" i="0" u="none" strike="noStrike" cap="none">
                <a:solidFill>
                  <a:srgbClr val="815137"/>
                </a:solidFill>
                <a:latin typeface="Poppins"/>
                <a:ea typeface="Poppins"/>
                <a:cs typeface="Poppins"/>
                <a:sym typeface="Poppins"/>
              </a:rPr>
              <a:t>a</a:t>
            </a:r>
            <a:endParaRPr sz="15000" b="0" i="0" u="none" strike="noStrike" cap="none">
              <a:solidFill>
                <a:srgbClr val="815137"/>
              </a:solidFill>
              <a:latin typeface="Jost"/>
              <a:ea typeface="Jost"/>
              <a:cs typeface="Jost"/>
              <a:sym typeface="Jost"/>
            </a:endParaRPr>
          </a:p>
        </p:txBody>
      </p:sp>
      <p:sp>
        <p:nvSpPr>
          <p:cNvPr id="931" name="Google Shape;931;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33" name="Google Shape;933;g2c4fb7f6616_1_0"/>
          <p:cNvSpPr/>
          <p:nvPr/>
        </p:nvSpPr>
        <p:spPr>
          <a:xfrm>
            <a:off x="3266000" y="4056375"/>
            <a:ext cx="18516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cf1c009511_0_3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0" name="Google Shape;940;g2cf1c009511_0_3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1" name="Google Shape;941;g2cf1c009511_0_3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cf1c009511_0_3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cf1c009511_0_3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cf1c009511_0_3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cf1c009511_0_3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6" name="Google Shape;946;g2cf1c009511_0_3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7" name="Google Shape;947;g2cf1c009511_0_3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8" name="Google Shape;948;g2cf1c009511_0_3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9" name="Google Shape;949;g2cf1c009511_0_3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0" name="Google Shape;950;g2cf1c009511_0_3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1" name="Google Shape;951;g2cf1c009511_0_36"/>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2" name="Google Shape;952;g2cf1c009511_0_3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3" name="Google Shape;953;g2cf1c009511_0_3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4" name="Google Shape;954;g2cf1c009511_0_3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cf1c009511_0_36"/>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6" name="Google Shape;956;g2cf1c009511_0_36"/>
          <p:cNvSpPr/>
          <p:nvPr/>
        </p:nvSpPr>
        <p:spPr>
          <a:xfrm>
            <a:off x="325617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7" name="Google Shape;957;g2cf1c009511_0_3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8" name="Google Shape;958;g2cf1c009511_0_36"/>
          <p:cNvSpPr txBox="1">
            <a:spLocks noGrp="1"/>
          </p:cNvSpPr>
          <p:nvPr>
            <p:ph type="subTitle" idx="4294967295"/>
          </p:nvPr>
        </p:nvSpPr>
        <p:spPr>
          <a:xfrm>
            <a:off x="2686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59" name="Google Shape;959;g2cf1c009511_0_3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cf1c009511_0_3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61" name="Google Shape;961;g2cf1c009511_0_36"/>
          <p:cNvSpPr txBox="1">
            <a:spLocks noGrp="1"/>
          </p:cNvSpPr>
          <p:nvPr>
            <p:ph type="subTitle" idx="4294967295"/>
          </p:nvPr>
        </p:nvSpPr>
        <p:spPr>
          <a:xfrm>
            <a:off x="3509975" y="1308025"/>
            <a:ext cx="2947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e</a:t>
            </a:r>
            <a:r>
              <a:rPr lang="en-US" sz="13000" b="0" i="0" u="none" strike="noStrike" cap="none">
                <a:solidFill>
                  <a:srgbClr val="815137"/>
                </a:solidFill>
                <a:latin typeface="Poppins"/>
                <a:ea typeface="Poppins"/>
                <a:cs typeface="Poppins"/>
                <a:sym typeface="Poppins"/>
              </a:rPr>
              <a:t>a</a:t>
            </a:r>
            <a:endParaRPr sz="15000" b="0" i="0" u="none" strike="noStrike" cap="none">
              <a:solidFill>
                <a:srgbClr val="815137"/>
              </a:solidFill>
              <a:latin typeface="Jost"/>
              <a:ea typeface="Jost"/>
              <a:cs typeface="Jost"/>
              <a:sym typeface="Jost"/>
            </a:endParaRPr>
          </a:p>
        </p:txBody>
      </p:sp>
      <p:sp>
        <p:nvSpPr>
          <p:cNvPr id="962" name="Google Shape;962;g2cf1c009511_0_36"/>
          <p:cNvSpPr/>
          <p:nvPr/>
        </p:nvSpPr>
        <p:spPr>
          <a:xfrm>
            <a:off x="4038800" y="4056375"/>
            <a:ext cx="18516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2cf1c009511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9" name="Google Shape;969;g2cf1c009511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0" name="Google Shape;970;g2cf1c009511_0_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cf1c009511_0_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cf1c009511_0_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cf1c009511_0_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cf1c009511_0_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cf1c009511_0_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6" name="Google Shape;976;g2cf1c009511_0_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7" name="Google Shape;977;g2cf1c009511_0_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8" name="Google Shape;978;g2cf1c009511_0_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9" name="Google Shape;979;g2cf1c009511_0_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0" name="Google Shape;980;g2cf1c009511_0_8"/>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1" name="Google Shape;981;g2cf1c009511_0_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2" name="Google Shape;982;g2cf1c009511_0_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3" name="Google Shape;983;g2cf1c009511_0_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cf1c009511_0_8"/>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cf1c009511_0_8"/>
          <p:cNvSpPr/>
          <p:nvPr/>
        </p:nvSpPr>
        <p:spPr>
          <a:xfrm>
            <a:off x="5937544"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6" name="Google Shape;986;g2cf1c009511_0_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7" name="Google Shape;987;g2cf1c009511_0_8"/>
          <p:cNvSpPr txBox="1">
            <a:spLocks noGrp="1"/>
          </p:cNvSpPr>
          <p:nvPr>
            <p:ph type="subTitle" idx="4294967295"/>
          </p:nvPr>
        </p:nvSpPr>
        <p:spPr>
          <a:xfrm>
            <a:off x="536789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88" name="Google Shape;988;g2cf1c009511_0_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cf1c009511_0_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90" name="Google Shape;990;g2cf1c009511_0_8"/>
          <p:cNvSpPr/>
          <p:nvPr/>
        </p:nvSpPr>
        <p:spPr>
          <a:xfrm>
            <a:off x="2816356"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2cf1c009511_0_8"/>
          <p:cNvSpPr txBox="1">
            <a:spLocks noGrp="1"/>
          </p:cNvSpPr>
          <p:nvPr>
            <p:ph type="subTitle" idx="4294967295"/>
          </p:nvPr>
        </p:nvSpPr>
        <p:spPr>
          <a:xfrm>
            <a:off x="224670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992" name="Google Shape;992;g2cf1c009511_0_8"/>
          <p:cNvSpPr txBox="1">
            <a:spLocks noGrp="1"/>
          </p:cNvSpPr>
          <p:nvPr>
            <p:ph type="subTitle" idx="4294967295"/>
          </p:nvPr>
        </p:nvSpPr>
        <p:spPr>
          <a:xfrm>
            <a:off x="3077839" y="1308025"/>
            <a:ext cx="2947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e</a:t>
            </a:r>
            <a:r>
              <a:rPr lang="en-US" sz="13000" b="0" i="0" u="none" strike="noStrike" cap="none">
                <a:solidFill>
                  <a:srgbClr val="815137"/>
                </a:solidFill>
                <a:latin typeface="Poppins"/>
                <a:ea typeface="Poppins"/>
                <a:cs typeface="Poppins"/>
                <a:sym typeface="Poppins"/>
              </a:rPr>
              <a:t>a</a:t>
            </a:r>
            <a:endParaRPr sz="15000" b="0" i="0" u="none" strike="noStrike" cap="none">
              <a:solidFill>
                <a:srgbClr val="815137"/>
              </a:solidFill>
              <a:latin typeface="Jost"/>
              <a:ea typeface="Jost"/>
              <a:cs typeface="Jost"/>
              <a:sym typeface="Jost"/>
            </a:endParaRPr>
          </a:p>
        </p:txBody>
      </p:sp>
      <p:sp>
        <p:nvSpPr>
          <p:cNvPr id="993" name="Google Shape;993;g2cf1c009511_0_8"/>
          <p:cNvSpPr/>
          <p:nvPr/>
        </p:nvSpPr>
        <p:spPr>
          <a:xfrm>
            <a:off x="3606664" y="4056375"/>
            <a:ext cx="18516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00" name="Google Shape;100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1" name="Google Shape;100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8" name="Google Shape;100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9" name="Google Shape;1009;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0" name="Google Shape;101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7" name="Google Shape;101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8" name="Google Shape;1018;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19" name="Google Shape;101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6" name="Google Shape;102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7" name="Google Shape;1027;g26b641b03cd_0_213"/>
          <p:cNvPicPr preferRelativeResize="0"/>
          <p:nvPr/>
        </p:nvPicPr>
        <p:blipFill rotWithShape="1">
          <a:blip r:embed="rId3">
            <a:alphaModFix/>
          </a:blip>
          <a:srcRect l="129" r="139"/>
          <a:stretch/>
        </p:blipFill>
        <p:spPr>
          <a:xfrm>
            <a:off x="3273200" y="1365375"/>
            <a:ext cx="2597600" cy="3621551"/>
          </a:xfrm>
          <a:prstGeom prst="rect">
            <a:avLst/>
          </a:prstGeom>
          <a:noFill/>
          <a:ln>
            <a:noFill/>
          </a:ln>
          <a:effectLst>
            <a:outerShdw blurRad="85725" dist="19050" dir="5400000" algn="bl" rotWithShape="0">
              <a:srgbClr val="000000">
                <a:alpha val="20000"/>
              </a:srgbClr>
            </a:outerShdw>
          </a:effectLst>
        </p:spPr>
      </p:pic>
      <p:sp>
        <p:nvSpPr>
          <p:cNvPr id="1028" name="Google Shape;102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5" name="Google Shape;103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6" name="Google Shape;1036;g2c186218c5a_0_149"/>
          <p:cNvPicPr preferRelativeResize="0"/>
          <p:nvPr/>
        </p:nvPicPr>
        <p:blipFill rotWithShape="1">
          <a:blip r:embed="rId3">
            <a:alphaModFix/>
          </a:blip>
          <a:srcRect l="129" r="139"/>
          <a:stretch/>
        </p:blipFill>
        <p:spPr>
          <a:xfrm>
            <a:off x="3273200" y="1365375"/>
            <a:ext cx="2597600" cy="3621551"/>
          </a:xfrm>
          <a:prstGeom prst="rect">
            <a:avLst/>
          </a:prstGeom>
          <a:noFill/>
          <a:ln>
            <a:noFill/>
          </a:ln>
          <a:effectLst>
            <a:outerShdw blurRad="85725" dist="19050" dir="5400000" algn="bl" rotWithShape="0">
              <a:srgbClr val="000000">
                <a:alpha val="20000"/>
              </a:srgbClr>
            </a:outerShdw>
          </a:effectLst>
        </p:spPr>
      </p:pic>
      <p:sp>
        <p:nvSpPr>
          <p:cNvPr id="1037" name="Google Shape;103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g31c2a3f4532_0_170"/>
          <p:cNvSpPr txBox="1">
            <a:spLocks noGrp="1"/>
          </p:cNvSpPr>
          <p:nvPr>
            <p:ph type="title"/>
          </p:nvPr>
        </p:nvSpPr>
        <p:spPr>
          <a:xfrm>
            <a:off x="799100" y="5568500"/>
            <a:ext cx="7545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Practice Common Exception Words</a:t>
            </a:r>
            <a:endParaRPr/>
          </a:p>
        </p:txBody>
      </p:sp>
      <p:sp>
        <p:nvSpPr>
          <p:cNvPr id="1044" name="Google Shape;1044;g31c2a3f4532_0_17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5" name="Google Shape;1045;g31c2a3f4532_0_170"/>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6" name="Google Shape;1046;g31c2a3f4532_0_17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g31c2a3f4532_0_834"/>
          <p:cNvSpPr txBox="1">
            <a:spLocks noGrp="1"/>
          </p:cNvSpPr>
          <p:nvPr>
            <p:ph type="title"/>
          </p:nvPr>
        </p:nvSpPr>
        <p:spPr>
          <a:xfrm>
            <a:off x="799100" y="5568500"/>
            <a:ext cx="7545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Practice Common Exception Words</a:t>
            </a:r>
            <a:endParaRPr/>
          </a:p>
        </p:txBody>
      </p:sp>
      <p:sp>
        <p:nvSpPr>
          <p:cNvPr id="1053" name="Google Shape;1053;g31c2a3f4532_0_83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4" name="Google Shape;1054;g31c2a3f4532_0_834"/>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5" name="Google Shape;1055;g31c2a3f4532_0_83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2" name="Google Shape;106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3" name="Google Shape;1063;g1f3daf8a844_0_64"/>
          <p:cNvGrpSpPr/>
          <p:nvPr/>
        </p:nvGrpSpPr>
        <p:grpSpPr>
          <a:xfrm>
            <a:off x="3024000" y="209875"/>
            <a:ext cx="3096000" cy="454800"/>
            <a:chOff x="3024000" y="209875"/>
            <a:chExt cx="3096000" cy="454800"/>
          </a:xfrm>
        </p:grpSpPr>
        <p:sp>
          <p:nvSpPr>
            <p:cNvPr id="1064" name="Google Shape;106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5" name="Google Shape;106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6" name="Google Shape;106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7" name="Google Shape;106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8" name="Google Shape;106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9" name="Google Shape;106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0" name="Google Shape;107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1" name="Google Shape;1071;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72" name="Google Shape;1072;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3" name="Google Shape;107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4" name="Google Shape;1074;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75" name="Google Shape;1075;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76" name="Google Shape;1076;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77" name="Google Shape;1077;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78" name="Google Shape;1078;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79" name="Google Shape;1079;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80" name="Google Shape;1080;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500" b="0" i="0" u="none" strike="noStrike" cap="none">
                <a:solidFill>
                  <a:srgbClr val="815137"/>
                </a:solidFill>
                <a:latin typeface="Poppins"/>
                <a:ea typeface="Poppins"/>
                <a:cs typeface="Poppins"/>
                <a:sym typeface="Poppins"/>
              </a:rPr>
              <a:t>a</a:t>
            </a:r>
            <a:endParaRPr sz="5000" b="0" i="0" u="none" strike="noStrike" cap="none">
              <a:solidFill>
                <a:srgbClr val="815137"/>
              </a:solidFill>
              <a:latin typeface="Jost"/>
              <a:ea typeface="Jost"/>
              <a:cs typeface="Jost"/>
              <a:sym typeface="Jost"/>
            </a:endParaRPr>
          </a:p>
        </p:txBody>
      </p:sp>
      <p:cxnSp>
        <p:nvCxnSpPr>
          <p:cNvPr id="1081" name="Google Shape;1081;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g2cf1c009511_0_7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8" name="Google Shape;1088;g2cf1c009511_0_7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9" name="Google Shape;1089;g2cf1c009511_0_70"/>
          <p:cNvGrpSpPr/>
          <p:nvPr/>
        </p:nvGrpSpPr>
        <p:grpSpPr>
          <a:xfrm>
            <a:off x="3024000" y="209875"/>
            <a:ext cx="3096000" cy="454800"/>
            <a:chOff x="3024000" y="209875"/>
            <a:chExt cx="3096000" cy="454800"/>
          </a:xfrm>
        </p:grpSpPr>
        <p:sp>
          <p:nvSpPr>
            <p:cNvPr id="1090" name="Google Shape;1090;g2cf1c009511_0_7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1" name="Google Shape;1091;g2cf1c009511_0_7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2" name="Google Shape;1092;g2cf1c009511_0_7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3" name="Google Shape;1093;g2cf1c009511_0_70"/>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4" name="Google Shape;1094;g2cf1c009511_0_70"/>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5" name="Google Shape;1095;g2cf1c009511_0_70"/>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6" name="Google Shape;1096;g2cf1c009511_0_7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7" name="Google Shape;1097;g2cf1c009511_0_70"/>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8" name="Google Shape;1098;g2cf1c009511_0_70"/>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se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 me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he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tre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le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st repe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a:t>
            </a:r>
            <a:endParaRPr sz="1800" b="0" i="0" u="none" strike="noStrike" cap="none">
              <a:solidFill>
                <a:srgbClr val="B7B7B7"/>
              </a:solidFill>
              <a:latin typeface="Jost"/>
              <a:ea typeface="Jost"/>
              <a:cs typeface="Jost"/>
              <a:sym typeface="Jost"/>
            </a:endParaRPr>
          </a:p>
        </p:txBody>
      </p:sp>
      <p:sp>
        <p:nvSpPr>
          <p:cNvPr id="1099" name="Google Shape;1099;g2cf1c009511_0_70"/>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0" name="Google Shape;1100;g2cf1c009511_0_70"/>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1" name="Google Shape;1101;g2cf1c009511_0_70"/>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2" name="Google Shape;1102;g2cf1c009511_0_70"/>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03" name="Google Shape;1103;g2cf1c009511_0_70"/>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cxnSp>
        <p:nvCxnSpPr>
          <p:cNvPr id="1104" name="Google Shape;1104;g2cf1c009511_0_70"/>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5" name="Google Shape;1105;g2cf1c009511_0_70"/>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6" name="Google Shape;1106;g2cf1c009511_0_70"/>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07" name="Google Shape;1107;g2cf1c009511_0_70"/>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8" name="Google Shape;1108;g2cf1c009511_0_70"/>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9" name="Google Shape;1109;g2cf1c009511_0_70"/>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500" b="0" i="0" u="none" strike="noStrike" cap="none">
                <a:solidFill>
                  <a:srgbClr val="815137"/>
                </a:solidFill>
                <a:latin typeface="Poppins"/>
                <a:ea typeface="Poppins"/>
                <a:cs typeface="Poppins"/>
                <a:sym typeface="Poppins"/>
              </a:rPr>
              <a:t>a</a:t>
            </a:r>
            <a:endParaRPr sz="5000" b="0" i="0" u="none" strike="noStrike" cap="none">
              <a:solidFill>
                <a:srgbClr val="815137"/>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420</Words>
  <Application>Microsoft Office PowerPoint</Application>
  <PresentationFormat>On-screen Show (4:3)</PresentationFormat>
  <Paragraphs>167</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Poppins Medium</vt:lpstr>
      <vt:lpstr>Poppins SemiBold</vt:lpstr>
      <vt:lpstr>Calibri</vt:lpstr>
      <vt:lpstr>Jost</vt:lpstr>
      <vt:lpstr>Poppins</vt:lpstr>
      <vt:lpstr>Arial</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Practice Common Exception Words</vt:lpstr>
      <vt:lpstr>Practice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2026-05-20T04:26:43Z</dcterms:modified>
</cp:coreProperties>
</file>