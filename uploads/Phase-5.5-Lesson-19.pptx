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izPzgMF9eYXzfggw9e/tSSL/ARQ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CE67F88-1089-489B-9279-C6D71C0B2D5E}">
  <a:tblStyle styleId="{8CE67F88-1089-489B-9279-C6D71C0B2D5E}"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7" name="Google Shape;67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8" name="Google Shape;67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3" name="Google Shape;743;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4" name="Google Shape;744;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1" name="Google Shape;791;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2" name="Google Shape;792;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5" name="Google Shape;805;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6" name="Google Shape;806;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6" name="Google Shape;826;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7" name="Google Shape;827;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1" name="Google Shape;861;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2" name="Google Shape;862;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1" name="Google Shape;881;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2" name="Google Shape;882;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2" name="Google Shape;902;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3" name="Google Shape;903;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9" name="Google Shape;919;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0" name="Google Shape;920;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0"/>
        <p:cNvGrpSpPr/>
        <p:nvPr/>
      </p:nvGrpSpPr>
      <p:grpSpPr>
        <a:xfrm>
          <a:off x="0" y="0"/>
          <a:ext cx="0" cy="0"/>
          <a:chOff x="0" y="0"/>
          <a:chExt cx="0" cy="0"/>
        </a:xfrm>
      </p:grpSpPr>
      <p:sp>
        <p:nvSpPr>
          <p:cNvPr id="931" name="Google Shape;931;g2d9c44942c1_0_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2" name="Google Shape;932;g2d9c44942c1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3" name="Google Shape;933;g2d9c44942c1_0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2" name="Google Shape;952;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3" name="Google Shape;953;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g2d9c44942c1_0_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9" name="Google Shape;989;g2d9c44942c1_0_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0" name="Google Shape;990;g2d9c44942c1_0_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p:cNvGrpSpPr/>
        <p:nvPr/>
      </p:nvGrpSpPr>
      <p:grpSpPr>
        <a:xfrm>
          <a:off x="0" y="0"/>
          <a:ext cx="0" cy="0"/>
          <a:chOff x="0" y="0"/>
          <a:chExt cx="0" cy="0"/>
        </a:xfrm>
      </p:grpSpPr>
      <p:sp>
        <p:nvSpPr>
          <p:cNvPr id="1027" name="Google Shape;1027;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8" name="Google Shape;1028;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9" name="Google Shape;1029;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3"/>
        <p:cNvGrpSpPr/>
        <p:nvPr/>
      </p:nvGrpSpPr>
      <p:grpSpPr>
        <a:xfrm>
          <a:off x="0" y="0"/>
          <a:ext cx="0" cy="0"/>
          <a:chOff x="0" y="0"/>
          <a:chExt cx="0" cy="0"/>
        </a:xfrm>
      </p:grpSpPr>
      <p:sp>
        <p:nvSpPr>
          <p:cNvPr id="1034" name="Google Shape;1034;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5" name="Google Shape;1035;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6" name="Google Shape;1036;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4" name="Google Shape;1044;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5" name="Google Shape;1045;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1"/>
        <p:cNvGrpSpPr/>
        <p:nvPr/>
      </p:nvGrpSpPr>
      <p:grpSpPr>
        <a:xfrm>
          <a:off x="0" y="0"/>
          <a:ext cx="0" cy="0"/>
          <a:chOff x="0" y="0"/>
          <a:chExt cx="0" cy="0"/>
        </a:xfrm>
      </p:grpSpPr>
      <p:sp>
        <p:nvSpPr>
          <p:cNvPr id="1052" name="Google Shape;1052;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3" name="Google Shape;1053;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4" name="Google Shape;1054;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0"/>
        <p:cNvGrpSpPr/>
        <p:nvPr/>
      </p:nvGrpSpPr>
      <p:grpSpPr>
        <a:xfrm>
          <a:off x="0" y="0"/>
          <a:ext cx="0" cy="0"/>
          <a:chOff x="0" y="0"/>
          <a:chExt cx="0" cy="0"/>
        </a:xfrm>
      </p:grpSpPr>
      <p:sp>
        <p:nvSpPr>
          <p:cNvPr id="1061" name="Google Shape;1061;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2" name="Google Shape;1062;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3" name="Google Shape;1063;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p:cNvGrpSpPr/>
        <p:nvPr/>
      </p:nvGrpSpPr>
      <p:grpSpPr>
        <a:xfrm>
          <a:off x="0" y="0"/>
          <a:ext cx="0" cy="0"/>
          <a:chOff x="0" y="0"/>
          <a:chExt cx="0" cy="0"/>
        </a:xfrm>
      </p:grpSpPr>
      <p:sp>
        <p:nvSpPr>
          <p:cNvPr id="1070" name="Google Shape;1070;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1" name="Google Shape;1071;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2" name="Google Shape;1072;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3"/>
        <p:cNvGrpSpPr/>
        <p:nvPr/>
      </p:nvGrpSpPr>
      <p:grpSpPr>
        <a:xfrm>
          <a:off x="0" y="0"/>
          <a:ext cx="0" cy="0"/>
          <a:chOff x="0" y="0"/>
          <a:chExt cx="0" cy="0"/>
        </a:xfrm>
      </p:grpSpPr>
      <p:sp>
        <p:nvSpPr>
          <p:cNvPr id="1094" name="Google Shape;1094;g2d9c44942c1_0_9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5" name="Google Shape;1095;g2d9c44942c1_0_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6" name="Google Shape;1096;g2d9c44942c1_0_9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8123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/oa/</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4 - Thursday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19</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image" Target="../media/image6.png"/><Relationship Id="rId7" Type="http://schemas.openxmlformats.org/officeDocument/2006/relationships/slide" Target="slide2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9" Type="http://schemas.openxmlformats.org/officeDocument/2006/relationships/image" Target="../media/image96.png"/><Relationship Id="rId21" Type="http://schemas.openxmlformats.org/officeDocument/2006/relationships/image" Target="../media/image79.png"/><Relationship Id="rId34" Type="http://schemas.openxmlformats.org/officeDocument/2006/relationships/image" Target="../media/image92.png"/><Relationship Id="rId42" Type="http://schemas.openxmlformats.org/officeDocument/2006/relationships/image" Target="../media/image99.png"/><Relationship Id="rId7" Type="http://schemas.openxmlformats.org/officeDocument/2006/relationships/image" Target="../media/image65.png"/><Relationship Id="rId2" Type="http://schemas.openxmlformats.org/officeDocument/2006/relationships/notesSlide" Target="../notesSlides/notesSlide5.xml"/><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41" Type="http://schemas.openxmlformats.org/officeDocument/2006/relationships/image" Target="../media/image98.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90.png"/><Relationship Id="rId37" Type="http://schemas.openxmlformats.org/officeDocument/2006/relationships/image" Target="../media/image94.png"/><Relationship Id="rId40" Type="http://schemas.openxmlformats.org/officeDocument/2006/relationships/image" Target="../media/image97.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36" Type="http://schemas.openxmlformats.org/officeDocument/2006/relationships/image" Target="../media/image6.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89.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8.png"/><Relationship Id="rId35" Type="http://schemas.openxmlformats.org/officeDocument/2006/relationships/image" Target="../media/image93.png"/><Relationship Id="rId43" Type="http://schemas.openxmlformats.org/officeDocument/2006/relationships/image" Target="../media/image100.png"/><Relationship Id="rId8" Type="http://schemas.openxmlformats.org/officeDocument/2006/relationships/image" Target="../media/image66.png"/><Relationship Id="rId3" Type="http://schemas.openxmlformats.org/officeDocument/2006/relationships/image" Target="../media/image61.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33" Type="http://schemas.openxmlformats.org/officeDocument/2006/relationships/image" Target="../media/image91.png"/><Relationship Id="rId38" Type="http://schemas.openxmlformats.org/officeDocument/2006/relationships/image" Target="../media/image95.png"/></Relationships>
</file>

<file path=ppt/slides/_rels/slide6.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101.png"/><Relationship Id="rId7" Type="http://schemas.openxmlformats.org/officeDocument/2006/relationships/image" Target="../media/image105.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04.png"/><Relationship Id="rId5" Type="http://schemas.openxmlformats.org/officeDocument/2006/relationships/image" Target="../media/image103.png"/><Relationship Id="rId10" Type="http://schemas.openxmlformats.org/officeDocument/2006/relationships/image" Target="../media/image108.png"/><Relationship Id="rId4" Type="http://schemas.openxmlformats.org/officeDocument/2006/relationships/image" Target="../media/image102.png"/><Relationship Id="rId9" Type="http://schemas.openxmlformats.org/officeDocument/2006/relationships/image" Target="../media/image107.png"/></Relationships>
</file>

<file path=ppt/slides/_rels/slide7.xml.rels><?xml version="1.0" encoding="UTF-8" standalone="yes"?>
<Relationships xmlns="http://schemas.openxmlformats.org/package/2006/relationships"><Relationship Id="rId8" Type="http://schemas.openxmlformats.org/officeDocument/2006/relationships/image" Target="../media/image114.png"/><Relationship Id="rId13" Type="http://schemas.openxmlformats.org/officeDocument/2006/relationships/image" Target="../media/image119.png"/><Relationship Id="rId3" Type="http://schemas.openxmlformats.org/officeDocument/2006/relationships/image" Target="../media/image109.png"/><Relationship Id="rId7" Type="http://schemas.openxmlformats.org/officeDocument/2006/relationships/image" Target="../media/image113.png"/><Relationship Id="rId12" Type="http://schemas.openxmlformats.org/officeDocument/2006/relationships/image" Target="../media/image118.png"/><Relationship Id="rId2" Type="http://schemas.openxmlformats.org/officeDocument/2006/relationships/notesSlide" Target="../notesSlides/notesSlide7.xml"/><Relationship Id="rId16" Type="http://schemas.openxmlformats.org/officeDocument/2006/relationships/image" Target="../media/image122.png"/><Relationship Id="rId1" Type="http://schemas.openxmlformats.org/officeDocument/2006/relationships/slideLayout" Target="../slideLayouts/slideLayout3.xml"/><Relationship Id="rId6" Type="http://schemas.openxmlformats.org/officeDocument/2006/relationships/image" Target="../media/image112.png"/><Relationship Id="rId11" Type="http://schemas.openxmlformats.org/officeDocument/2006/relationships/image" Target="../media/image117.png"/><Relationship Id="rId5" Type="http://schemas.openxmlformats.org/officeDocument/2006/relationships/image" Target="../media/image111.png"/><Relationship Id="rId15" Type="http://schemas.openxmlformats.org/officeDocument/2006/relationships/image" Target="../media/image121.png"/><Relationship Id="rId10" Type="http://schemas.openxmlformats.org/officeDocument/2006/relationships/image" Target="../media/image116.png"/><Relationship Id="rId4" Type="http://schemas.openxmlformats.org/officeDocument/2006/relationships/image" Target="../media/image110.png"/><Relationship Id="rId9" Type="http://schemas.openxmlformats.org/officeDocument/2006/relationships/image" Target="../media/image115.png"/><Relationship Id="rId14" Type="http://schemas.openxmlformats.org/officeDocument/2006/relationships/image" Target="../media/image120.png"/></Relationships>
</file>

<file path=ppt/slides/_rels/slide8.xml.rels><?xml version="1.0" encoding="UTF-8" standalone="yes"?>
<Relationships xmlns="http://schemas.openxmlformats.org/package/2006/relationships"><Relationship Id="rId8" Type="http://schemas.openxmlformats.org/officeDocument/2006/relationships/image" Target="../media/image128.png"/><Relationship Id="rId13" Type="http://schemas.openxmlformats.org/officeDocument/2006/relationships/image" Target="../media/image133.png"/><Relationship Id="rId18" Type="http://schemas.openxmlformats.org/officeDocument/2006/relationships/image" Target="../media/image138.png"/><Relationship Id="rId26" Type="http://schemas.openxmlformats.org/officeDocument/2006/relationships/image" Target="../media/image146.png"/><Relationship Id="rId3" Type="http://schemas.openxmlformats.org/officeDocument/2006/relationships/image" Target="../media/image123.png"/><Relationship Id="rId21" Type="http://schemas.openxmlformats.org/officeDocument/2006/relationships/image" Target="../media/image141.png"/><Relationship Id="rId7" Type="http://schemas.openxmlformats.org/officeDocument/2006/relationships/image" Target="../media/image127.png"/><Relationship Id="rId12" Type="http://schemas.openxmlformats.org/officeDocument/2006/relationships/image" Target="../media/image132.png"/><Relationship Id="rId17" Type="http://schemas.openxmlformats.org/officeDocument/2006/relationships/image" Target="../media/image137.png"/><Relationship Id="rId25" Type="http://schemas.openxmlformats.org/officeDocument/2006/relationships/image" Target="../media/image145.png"/><Relationship Id="rId2" Type="http://schemas.openxmlformats.org/officeDocument/2006/relationships/notesSlide" Target="../notesSlides/notesSlide8.xml"/><Relationship Id="rId16" Type="http://schemas.openxmlformats.org/officeDocument/2006/relationships/image" Target="../media/image136.png"/><Relationship Id="rId20" Type="http://schemas.openxmlformats.org/officeDocument/2006/relationships/image" Target="../media/image140.png"/><Relationship Id="rId29" Type="http://schemas.openxmlformats.org/officeDocument/2006/relationships/image" Target="../media/image149.png"/><Relationship Id="rId1" Type="http://schemas.openxmlformats.org/officeDocument/2006/relationships/slideLayout" Target="../slideLayouts/slideLayout3.xml"/><Relationship Id="rId6" Type="http://schemas.openxmlformats.org/officeDocument/2006/relationships/image" Target="../media/image126.png"/><Relationship Id="rId11" Type="http://schemas.openxmlformats.org/officeDocument/2006/relationships/image" Target="../media/image131.png"/><Relationship Id="rId24" Type="http://schemas.openxmlformats.org/officeDocument/2006/relationships/image" Target="../media/image144.png"/><Relationship Id="rId5" Type="http://schemas.openxmlformats.org/officeDocument/2006/relationships/image" Target="../media/image125.png"/><Relationship Id="rId15" Type="http://schemas.openxmlformats.org/officeDocument/2006/relationships/image" Target="../media/image135.png"/><Relationship Id="rId23" Type="http://schemas.openxmlformats.org/officeDocument/2006/relationships/image" Target="../media/image143.png"/><Relationship Id="rId28" Type="http://schemas.openxmlformats.org/officeDocument/2006/relationships/image" Target="../media/image148.png"/><Relationship Id="rId10" Type="http://schemas.openxmlformats.org/officeDocument/2006/relationships/image" Target="../media/image130.png"/><Relationship Id="rId19" Type="http://schemas.openxmlformats.org/officeDocument/2006/relationships/image" Target="../media/image139.png"/><Relationship Id="rId4" Type="http://schemas.openxmlformats.org/officeDocument/2006/relationships/image" Target="../media/image124.png"/><Relationship Id="rId9" Type="http://schemas.openxmlformats.org/officeDocument/2006/relationships/image" Target="../media/image129.png"/><Relationship Id="rId14" Type="http://schemas.openxmlformats.org/officeDocument/2006/relationships/image" Target="../media/image134.png"/><Relationship Id="rId22" Type="http://schemas.openxmlformats.org/officeDocument/2006/relationships/image" Target="../media/image142.png"/><Relationship Id="rId27" Type="http://schemas.openxmlformats.org/officeDocument/2006/relationships/image" Target="../media/image147.png"/><Relationship Id="rId30" Type="http://schemas.openxmlformats.org/officeDocument/2006/relationships/image" Target="../media/image150.png"/></Relationships>
</file>

<file path=ppt/slides/_rels/slide9.xml.rels><?xml version="1.0" encoding="UTF-8" standalone="yes"?>
<Relationships xmlns="http://schemas.openxmlformats.org/package/2006/relationships"><Relationship Id="rId8" Type="http://schemas.openxmlformats.org/officeDocument/2006/relationships/image" Target="../media/image156.png"/><Relationship Id="rId13" Type="http://schemas.openxmlformats.org/officeDocument/2006/relationships/image" Target="../media/image161.png"/><Relationship Id="rId3" Type="http://schemas.openxmlformats.org/officeDocument/2006/relationships/image" Target="../media/image151.png"/><Relationship Id="rId7" Type="http://schemas.openxmlformats.org/officeDocument/2006/relationships/image" Target="../media/image155.png"/><Relationship Id="rId12" Type="http://schemas.openxmlformats.org/officeDocument/2006/relationships/image" Target="../media/image160.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4.png"/><Relationship Id="rId11" Type="http://schemas.openxmlformats.org/officeDocument/2006/relationships/image" Target="../media/image159.png"/><Relationship Id="rId5" Type="http://schemas.openxmlformats.org/officeDocument/2006/relationships/image" Target="../media/image153.png"/><Relationship Id="rId15" Type="http://schemas.openxmlformats.org/officeDocument/2006/relationships/image" Target="../media/image163.png"/><Relationship Id="rId10" Type="http://schemas.openxmlformats.org/officeDocument/2006/relationships/image" Target="../media/image158.png"/><Relationship Id="rId4" Type="http://schemas.openxmlformats.org/officeDocument/2006/relationships/image" Target="../media/image152.png"/><Relationship Id="rId9" Type="http://schemas.openxmlformats.org/officeDocument/2006/relationships/image" Target="../media/image157.png"/><Relationship Id="rId14" Type="http://schemas.openxmlformats.org/officeDocument/2006/relationships/image" Target="../media/image162.png"/></Relationships>
</file>

<file path=ppt/slides/_rels/slide10.xml.rels><?xml version="1.0" encoding="UTF-8" standalone="yes"?>
<Relationships xmlns="http://schemas.openxmlformats.org/package/2006/relationships"><Relationship Id="rId8" Type="http://schemas.openxmlformats.org/officeDocument/2006/relationships/image" Target="../media/image169.png"/><Relationship Id="rId13" Type="http://schemas.openxmlformats.org/officeDocument/2006/relationships/image" Target="../media/image174.png"/><Relationship Id="rId3" Type="http://schemas.openxmlformats.org/officeDocument/2006/relationships/image" Target="../media/image164.png"/><Relationship Id="rId7" Type="http://schemas.openxmlformats.org/officeDocument/2006/relationships/image" Target="../media/image168.png"/><Relationship Id="rId12" Type="http://schemas.openxmlformats.org/officeDocument/2006/relationships/image" Target="../media/image173.png"/><Relationship Id="rId2" Type="http://schemas.openxmlformats.org/officeDocument/2006/relationships/notesSlide" Target="../notesSlides/notesSlide10.xml"/><Relationship Id="rId16" Type="http://schemas.openxmlformats.org/officeDocument/2006/relationships/image" Target="../media/image177.png"/><Relationship Id="rId1" Type="http://schemas.openxmlformats.org/officeDocument/2006/relationships/slideLayout" Target="../slideLayouts/slideLayout3.xml"/><Relationship Id="rId6" Type="http://schemas.openxmlformats.org/officeDocument/2006/relationships/image" Target="../media/image167.png"/><Relationship Id="rId11" Type="http://schemas.openxmlformats.org/officeDocument/2006/relationships/image" Target="../media/image172.png"/><Relationship Id="rId5" Type="http://schemas.openxmlformats.org/officeDocument/2006/relationships/image" Target="../media/image166.png"/><Relationship Id="rId15" Type="http://schemas.openxmlformats.org/officeDocument/2006/relationships/image" Target="../media/image176.png"/><Relationship Id="rId10" Type="http://schemas.openxmlformats.org/officeDocument/2006/relationships/image" Target="../media/image171.png"/><Relationship Id="rId4" Type="http://schemas.openxmlformats.org/officeDocument/2006/relationships/image" Target="../media/image165.png"/><Relationship Id="rId9" Type="http://schemas.openxmlformats.org/officeDocument/2006/relationships/image" Target="../media/image170.png"/><Relationship Id="rId14" Type="http://schemas.openxmlformats.org/officeDocument/2006/relationships/image" Target="../media/image175.png"/></Relationships>
</file>

<file path=ppt/slides/_rels/slide11.xml.rels><?xml version="1.0" encoding="UTF-8" standalone="yes"?>
<Relationships xmlns="http://schemas.openxmlformats.org/package/2006/relationships"><Relationship Id="rId8" Type="http://schemas.openxmlformats.org/officeDocument/2006/relationships/image" Target="../media/image183.png"/><Relationship Id="rId13" Type="http://schemas.openxmlformats.org/officeDocument/2006/relationships/image" Target="../media/image188.png"/><Relationship Id="rId3" Type="http://schemas.openxmlformats.org/officeDocument/2006/relationships/image" Target="../media/image178.png"/><Relationship Id="rId7" Type="http://schemas.openxmlformats.org/officeDocument/2006/relationships/image" Target="../media/image182.png"/><Relationship Id="rId12" Type="http://schemas.openxmlformats.org/officeDocument/2006/relationships/image" Target="../media/image187.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81.png"/><Relationship Id="rId11" Type="http://schemas.openxmlformats.org/officeDocument/2006/relationships/image" Target="../media/image186.png"/><Relationship Id="rId5" Type="http://schemas.openxmlformats.org/officeDocument/2006/relationships/image" Target="../media/image180.png"/><Relationship Id="rId10" Type="http://schemas.openxmlformats.org/officeDocument/2006/relationships/image" Target="../media/image185.png"/><Relationship Id="rId4" Type="http://schemas.openxmlformats.org/officeDocument/2006/relationships/image" Target="../media/image179.png"/><Relationship Id="rId9" Type="http://schemas.openxmlformats.org/officeDocument/2006/relationships/image" Target="../media/image184.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100" y="2716650"/>
            <a:ext cx="39600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sz="3000"/>
              <a:t>Sound Family /oa/;</a:t>
            </a:r>
            <a:br>
              <a:rPr lang="en-US" sz="3000"/>
            </a:br>
            <a:r>
              <a:rPr lang="en-US" sz="3000"/>
              <a:t>ou</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19</a:t>
            </a:r>
            <a:endParaRPr/>
          </a:p>
        </p:txBody>
      </p:sp>
      <p:pic>
        <p:nvPicPr>
          <p:cNvPr id="653" name="Google Shape;653;p1"/>
          <p:cNvPicPr preferRelativeResize="0"/>
          <p:nvPr/>
        </p:nvPicPr>
        <p:blipFill rotWithShape="1">
          <a:blip r:embed="rId3">
            <a:alphaModFix/>
          </a:blip>
          <a:srcRect l="19" r="19"/>
          <a:stretch/>
        </p:blipFill>
        <p:spPr>
          <a:xfrm rot="540305">
            <a:off x="6695728" y="3950203"/>
            <a:ext cx="1208040" cy="1709828"/>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19" r="19"/>
          <a:stretch/>
        </p:blipFill>
        <p:spPr>
          <a:xfrm rot="-278018">
            <a:off x="5552278" y="3960008"/>
            <a:ext cx="1208038" cy="1709827"/>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{8CE67F88-1089-489B-9279-C6D71C0B2D5E}</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/o</a:t>
                      </a:r>
                      <a:r>
                        <a:rPr lang="en-US" sz="1350" u="none" strike="noStrike" cap="none">
                          <a:solidFill>
                            <a:srgbClr val="FFFFFF"/>
                          </a:solidFill>
                          <a:latin typeface="Poppins"/>
                          <a:ea typeface="Poppins"/>
                          <a:cs typeface="Poppins"/>
                          <a:sym typeface="Poppins"/>
                        </a:rPr>
                        <a:t>a</a:t>
                      </a:r>
                      <a:r>
                        <a:rPr lang="en-US" sz="1600" u="none" strike="noStrike" cap="none">
                          <a:solidFill>
                            <a:srgbClr val="FFFFFF"/>
                          </a:solidFill>
                          <a:latin typeface="Jost"/>
                          <a:ea typeface="Jost"/>
                          <a:cs typeface="Jost"/>
                          <a:sym typeface="Jost"/>
                        </a:rPr>
                        <a:t>/ </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solidFill>
                            <a:srgbClr val="D9D9D9"/>
                          </a:solidFill>
                          <a:latin typeface="Jost"/>
                          <a:ea typeface="Jost"/>
                          <a:cs typeface="Jost"/>
                          <a:sym typeface="Jost"/>
                        </a:rPr>
                        <a:t>/oo/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/y-oo/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/oa/</a:t>
            </a:r>
            <a:r>
              <a:rPr lang="en-US"/>
              <a:t> sound family spelling patterns.</a:t>
            </a:r>
            <a:endParaRPr/>
          </a:p>
        </p:txBody>
      </p:sp>
      <p:sp>
        <p:nvSpPr>
          <p:cNvPr id="662" name="Google Shape;662;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3 Common Exception Words </a:t>
            </a:r>
            <a:r>
              <a:rPr lang="en-US">
                <a:solidFill>
                  <a:srgbClr val="2356AF"/>
                </a:solidFill>
              </a:rPr>
              <a:t>push they me we be he she my by looked you are there here were all sure</a:t>
            </a:r>
            <a:r>
              <a:rPr lang="en-US"/>
              <a:t>.</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19" r="19"/>
          <a:stretch/>
        </p:blipFill>
        <p:spPr>
          <a:xfrm>
            <a:off x="995626" y="4101860"/>
            <a:ext cx="786850" cy="1113688"/>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l="69" r="69"/>
          <a:stretch/>
        </p:blipFill>
        <p:spPr>
          <a:xfrm>
            <a:off x="2262506" y="4169988"/>
            <a:ext cx="813600" cy="977433"/>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3526254"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3165099" y="5256525"/>
            <a:ext cx="15360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t="89" b="79"/>
          <a:stretch/>
        </p:blipFill>
        <p:spPr>
          <a:xfrm>
            <a:off x="3467067" y="4326104"/>
            <a:ext cx="931974" cy="665199"/>
          </a:xfrm>
          <a:prstGeom prst="rect">
            <a:avLst/>
          </a:prstGeom>
          <a:noFill/>
          <a:ln>
            <a:noFill/>
          </a:ln>
          <a:effectLst>
            <a:outerShdw blurRad="71438" dist="19050" dir="5220000" algn="bl" rotWithShape="0">
              <a:srgbClr val="D8D8D8"/>
            </a:outerShdw>
          </a:effectLst>
        </p:spPr>
      </p:pic>
      <p:sp>
        <p:nvSpPr>
          <p:cNvPr id="672" name="Google Shape;672;g2bee4f4af4b_0_204">
            <a:hlinkClick r:id="rId6" action="ppaction://hlinksldjump"/>
          </p:cNvPr>
          <p:cNvSpPr/>
          <p:nvPr/>
        </p:nvSpPr>
        <p:spPr>
          <a:xfrm>
            <a:off x="969907" y="37576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bee4f4af4b_0_204">
            <a:hlinkClick r:id="rId7" action="ppaction://hlinksldjump"/>
          </p:cNvPr>
          <p:cNvSpPr/>
          <p:nvPr/>
        </p:nvSpPr>
        <p:spPr>
          <a:xfrm>
            <a:off x="3391821" y="381742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4" name="Google Shape;674;g2bee4f4af4b_0_204">
            <a:hlinkClick r:id="rId8" action="ppaction://hlinksldjump"/>
          </p:cNvPr>
          <p:cNvSpPr/>
          <p:nvPr/>
        </p:nvSpPr>
        <p:spPr>
          <a:xfrm>
            <a:off x="2046242" y="37576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1" name="Google Shape;681;g26b641b03cd_0_165"/>
          <p:cNvGrpSpPr/>
          <p:nvPr/>
        </p:nvGrpSpPr>
        <p:grpSpPr>
          <a:xfrm>
            <a:off x="930400" y="2053244"/>
            <a:ext cx="7283200" cy="3724851"/>
            <a:chOff x="930400" y="2129444"/>
            <a:chExt cx="7283200" cy="3724851"/>
          </a:xfrm>
        </p:grpSpPr>
        <p:pic>
          <p:nvPicPr>
            <p:cNvPr id="682" name="Google Shape;68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1" name="Google Shape;711;g26b7edf6e71_0_26"/>
          <p:cNvGrpSpPr/>
          <p:nvPr/>
        </p:nvGrpSpPr>
        <p:grpSpPr>
          <a:xfrm>
            <a:off x="930400" y="2053250"/>
            <a:ext cx="7283201" cy="2971674"/>
            <a:chOff x="930400" y="2129450"/>
            <a:chExt cx="7283201" cy="2971674"/>
          </a:xfrm>
        </p:grpSpPr>
        <p:pic>
          <p:nvPicPr>
            <p:cNvPr id="712" name="Google Shape;712;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3" name="Google Shape;713;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7" name="Google Shape;717;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2" name="Google Shape;722;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6" name="Google Shape;726;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9" name="Google Shape;729;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0" name="Google Shape;730;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1" name="Google Shape;731;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2" name="Google Shape;732;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7" name="Google Shape;747;g2c298da1f27_0_417"/>
          <p:cNvGrpSpPr/>
          <p:nvPr/>
        </p:nvGrpSpPr>
        <p:grpSpPr>
          <a:xfrm>
            <a:off x="930400" y="2053250"/>
            <a:ext cx="7283201" cy="2971674"/>
            <a:chOff x="930400" y="2053250"/>
            <a:chExt cx="7283201" cy="2971674"/>
          </a:xfrm>
        </p:grpSpPr>
        <p:pic>
          <p:nvPicPr>
            <p:cNvPr id="748" name="Google Shape;748;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9" name="Google Shape;749;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0" name="Google Shape;750;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1" name="Google Shape;751;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5" name="Google Shape;795;g2cdbdd49f8e_0_0"/>
          <p:cNvPicPr preferRelativeResize="0"/>
          <p:nvPr/>
        </p:nvPicPr>
        <p:blipFill rotWithShape="1">
          <a:blip r:embed="rId3">
            <a:alphaModFix/>
          </a:blip>
          <a:srcRect l="79" r="79"/>
          <a:stretch/>
        </p:blipFill>
        <p:spPr>
          <a:xfrm>
            <a:off x="930400" y="2053250"/>
            <a:ext cx="815206" cy="1153887"/>
          </a:xfrm>
          <a:prstGeom prst="rect">
            <a:avLst/>
          </a:prstGeom>
          <a:noFill/>
          <a:ln>
            <a:noFill/>
          </a:ln>
          <a:effectLst>
            <a:outerShdw blurRad="71438" dist="28575" dir="5400000" algn="bl" rotWithShape="0">
              <a:srgbClr val="000000">
                <a:alpha val="15294"/>
              </a:srgbClr>
            </a:outerShdw>
          </a:effectLst>
        </p:spPr>
      </p:pic>
      <p:pic>
        <p:nvPicPr>
          <p:cNvPr id="796" name="Google Shape;796;g2cdbdd49f8e_0_0"/>
          <p:cNvPicPr preferRelativeResize="0"/>
          <p:nvPr/>
        </p:nvPicPr>
        <p:blipFill rotWithShape="1">
          <a:blip r:embed="rId4">
            <a:alphaModFix/>
          </a:blip>
          <a:srcRect l="79" r="79"/>
          <a:stretch/>
        </p:blipFill>
        <p:spPr>
          <a:xfrm>
            <a:off x="3674616" y="2053250"/>
            <a:ext cx="815206" cy="1153887"/>
          </a:xfrm>
          <a:prstGeom prst="rect">
            <a:avLst/>
          </a:prstGeom>
          <a:noFill/>
          <a:ln>
            <a:noFill/>
          </a:ln>
          <a:effectLst>
            <a:outerShdw blurRad="71438" dist="28575" dir="5400000" algn="bl" rotWithShape="0">
              <a:srgbClr val="000000">
                <a:alpha val="15294"/>
              </a:srgbClr>
            </a:outerShdw>
          </a:effectLst>
        </p:spPr>
      </p:pic>
      <p:pic>
        <p:nvPicPr>
          <p:cNvPr id="797" name="Google Shape;797;g2cdbdd49f8e_0_0"/>
          <p:cNvPicPr preferRelativeResize="0"/>
          <p:nvPr/>
        </p:nvPicPr>
        <p:blipFill rotWithShape="1">
          <a:blip r:embed="rId5">
            <a:alphaModFix/>
          </a:blip>
          <a:srcRect l="19" r="29"/>
          <a:stretch/>
        </p:blipFill>
        <p:spPr>
          <a:xfrm>
            <a:off x="1845138" y="2053250"/>
            <a:ext cx="815206" cy="1153889"/>
          </a:xfrm>
          <a:prstGeom prst="rect">
            <a:avLst/>
          </a:prstGeom>
          <a:noFill/>
          <a:ln>
            <a:noFill/>
          </a:ln>
          <a:effectLst>
            <a:outerShdw blurRad="71438" dist="28575" dir="5400000" algn="bl" rotWithShape="0">
              <a:srgbClr val="000000">
                <a:alpha val="15294"/>
              </a:srgbClr>
            </a:outerShdw>
          </a:effectLst>
        </p:spPr>
      </p:pic>
      <p:pic>
        <p:nvPicPr>
          <p:cNvPr id="798" name="Google Shape;798;g2cdbdd49f8e_0_0"/>
          <p:cNvPicPr preferRelativeResize="0"/>
          <p:nvPr/>
        </p:nvPicPr>
        <p:blipFill rotWithShape="1">
          <a:blip r:embed="rId6">
            <a:alphaModFix/>
          </a:blip>
          <a:srcRect l="19" r="29"/>
          <a:stretch/>
        </p:blipFill>
        <p:spPr>
          <a:xfrm>
            <a:off x="2759878" y="2053250"/>
            <a:ext cx="815206" cy="1153889"/>
          </a:xfrm>
          <a:prstGeom prst="rect">
            <a:avLst/>
          </a:prstGeom>
          <a:noFill/>
          <a:ln>
            <a:noFill/>
          </a:ln>
          <a:effectLst>
            <a:outerShdw blurRad="71438" dist="28575" dir="5400000" algn="bl" rotWithShape="0">
              <a:srgbClr val="000000">
                <a:alpha val="15294"/>
              </a:srgbClr>
            </a:outerShdw>
          </a:effectLst>
        </p:spPr>
      </p:pic>
      <p:pic>
        <p:nvPicPr>
          <p:cNvPr id="799" name="Google Shape;799;g2cdbdd49f8e_0_0"/>
          <p:cNvPicPr preferRelativeResize="0"/>
          <p:nvPr/>
        </p:nvPicPr>
        <p:blipFill rotWithShape="1">
          <a:blip r:embed="rId7">
            <a:alphaModFix/>
          </a:blip>
          <a:srcRect l="19" r="29"/>
          <a:stretch/>
        </p:blipFill>
        <p:spPr>
          <a:xfrm>
            <a:off x="4589354" y="2053250"/>
            <a:ext cx="815206" cy="1153889"/>
          </a:xfrm>
          <a:prstGeom prst="rect">
            <a:avLst/>
          </a:prstGeom>
          <a:noFill/>
          <a:ln>
            <a:noFill/>
          </a:ln>
          <a:effectLst>
            <a:outerShdw blurRad="71438" dist="28575" dir="5400000" algn="bl" rotWithShape="0">
              <a:srgbClr val="000000">
                <a:alpha val="15294"/>
              </a:srgbClr>
            </a:outerShdw>
          </a:effectLst>
        </p:spPr>
      </p:pic>
      <p:pic>
        <p:nvPicPr>
          <p:cNvPr id="800" name="Google Shape;800;g2cdbdd49f8e_0_0"/>
          <p:cNvPicPr preferRelativeResize="0"/>
          <p:nvPr/>
        </p:nvPicPr>
        <p:blipFill rotWithShape="1">
          <a:blip r:embed="rId8">
            <a:alphaModFix/>
          </a:blip>
          <a:srcRect l="79" r="79"/>
          <a:stretch/>
        </p:blipFill>
        <p:spPr>
          <a:xfrm>
            <a:off x="7333570" y="2053250"/>
            <a:ext cx="815206" cy="1153887"/>
          </a:xfrm>
          <a:prstGeom prst="rect">
            <a:avLst/>
          </a:prstGeom>
          <a:noFill/>
          <a:ln>
            <a:noFill/>
          </a:ln>
          <a:effectLst>
            <a:outerShdw blurRad="71438" dist="28575" dir="5400000" algn="bl" rotWithShape="0">
              <a:srgbClr val="000000">
                <a:alpha val="15294"/>
              </a:srgbClr>
            </a:outerShdw>
          </a:effectLst>
        </p:spPr>
      </p:pic>
      <p:pic>
        <p:nvPicPr>
          <p:cNvPr id="801" name="Google Shape;801;g2cdbdd49f8e_0_0"/>
          <p:cNvPicPr preferRelativeResize="0"/>
          <p:nvPr/>
        </p:nvPicPr>
        <p:blipFill rotWithShape="1">
          <a:blip r:embed="rId9">
            <a:alphaModFix/>
          </a:blip>
          <a:srcRect l="79" r="79"/>
          <a:stretch/>
        </p:blipFill>
        <p:spPr>
          <a:xfrm>
            <a:off x="5504094" y="2053250"/>
            <a:ext cx="815206" cy="1153887"/>
          </a:xfrm>
          <a:prstGeom prst="rect">
            <a:avLst/>
          </a:prstGeom>
          <a:noFill/>
          <a:ln>
            <a:noFill/>
          </a:ln>
          <a:effectLst>
            <a:outerShdw blurRad="71438" dist="28575" dir="5400000" algn="bl" rotWithShape="0">
              <a:srgbClr val="000000">
                <a:alpha val="15294"/>
              </a:srgbClr>
            </a:outerShdw>
          </a:effectLst>
        </p:spPr>
      </p:pic>
      <p:pic>
        <p:nvPicPr>
          <p:cNvPr id="802" name="Google Shape;802;g2cdbdd49f8e_0_0"/>
          <p:cNvPicPr preferRelativeResize="0"/>
          <p:nvPr/>
        </p:nvPicPr>
        <p:blipFill rotWithShape="1">
          <a:blip r:embed="rId10">
            <a:alphaModFix/>
          </a:blip>
          <a:srcRect l="79" r="79"/>
          <a:stretch/>
        </p:blipFill>
        <p:spPr>
          <a:xfrm>
            <a:off x="6418832" y="2053250"/>
            <a:ext cx="815206" cy="1153887"/>
          </a:xfrm>
          <a:prstGeom prst="rect">
            <a:avLst/>
          </a:prstGeom>
          <a:noFill/>
          <a:ln>
            <a:noFill/>
          </a:ln>
          <a:effectLst>
            <a:outerShdw blurRad="71438" dist="28575" dir="5400000" algn="bl" rotWithShape="0">
              <a:srgbClr val="000000">
                <a:alpha val="15294"/>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09" name="Google Shape;809;g26b7edf6e71_0_109"/>
          <p:cNvGrpSpPr/>
          <p:nvPr/>
        </p:nvGrpSpPr>
        <p:grpSpPr>
          <a:xfrm>
            <a:off x="865957" y="2135925"/>
            <a:ext cx="7282807" cy="2686611"/>
            <a:chOff x="867357" y="2129450"/>
            <a:chExt cx="7282807" cy="2686611"/>
          </a:xfrm>
        </p:grpSpPr>
        <p:pic>
          <p:nvPicPr>
            <p:cNvPr id="810" name="Google Shape;810;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1" name="Google Shape;811;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2" name="Google Shape;812;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3" name="Google Shape;813;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4" name="Google Shape;814;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15" name="Google Shape;815;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8"/>
        <p:cNvGrpSpPr/>
        <p:nvPr/>
      </p:nvGrpSpPr>
      <p:grpSpPr>
        <a:xfrm>
          <a:off x="0" y="0"/>
          <a:ext cx="0" cy="0"/>
          <a:chOff x="0" y="0"/>
          <a:chExt cx="0" cy="0"/>
        </a:xfrm>
      </p:grpSpPr>
      <p:sp>
        <p:nvSpPr>
          <p:cNvPr id="829" name="Google Shape;829;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30" name="Google Shape;830;g2c298d33e0c_0_6"/>
          <p:cNvGrpSpPr/>
          <p:nvPr/>
        </p:nvGrpSpPr>
        <p:grpSpPr>
          <a:xfrm>
            <a:off x="866900" y="2133161"/>
            <a:ext cx="7281864" cy="2684601"/>
            <a:chOff x="868300" y="2129450"/>
            <a:chExt cx="7281864" cy="2684601"/>
          </a:xfrm>
        </p:grpSpPr>
        <p:pic>
          <p:nvPicPr>
            <p:cNvPr id="831" name="Google Shape;831;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2" name="Google Shape;832;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3" name="Google Shape;833;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35" name="Google Shape;835;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3"/>
        <p:cNvGrpSpPr/>
        <p:nvPr/>
      </p:nvGrpSpPr>
      <p:grpSpPr>
        <a:xfrm>
          <a:off x="0" y="0"/>
          <a:ext cx="0" cy="0"/>
          <a:chOff x="0" y="0"/>
          <a:chExt cx="0" cy="0"/>
        </a:xfrm>
      </p:grpSpPr>
      <p:sp>
        <p:nvSpPr>
          <p:cNvPr id="864" name="Google Shape;864;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65" name="Google Shape;865;g2c298da1f27_0_455"/>
          <p:cNvGrpSpPr/>
          <p:nvPr/>
        </p:nvGrpSpPr>
        <p:grpSpPr>
          <a:xfrm>
            <a:off x="868300" y="2129450"/>
            <a:ext cx="7281864" cy="2684601"/>
            <a:chOff x="868300" y="2053250"/>
            <a:chExt cx="7281864" cy="2684601"/>
          </a:xfrm>
        </p:grpSpPr>
        <p:pic>
          <p:nvPicPr>
            <p:cNvPr id="866" name="Google Shape;866;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67" name="Google Shape;867;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68" name="Google Shape;868;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69" name="Google Shape;869;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70" name="Google Shape;870;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71" name="Google Shape;871;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72" name="Google Shape;872;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73" name="Google Shape;873;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74" name="Google Shape;874;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75" name="Google Shape;875;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76" name="Google Shape;876;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77" name="Google Shape;877;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78" name="Google Shape;878;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4" name="Google Shape;884;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885" name="Google Shape;885;g2c298da1f27_1_0"/>
          <p:cNvGrpSpPr/>
          <p:nvPr/>
        </p:nvGrpSpPr>
        <p:grpSpPr>
          <a:xfrm>
            <a:off x="868300" y="2129450"/>
            <a:ext cx="7281864" cy="2688001"/>
            <a:chOff x="868300" y="2129450"/>
            <a:chExt cx="7281864" cy="2688001"/>
          </a:xfrm>
        </p:grpSpPr>
        <p:pic>
          <p:nvPicPr>
            <p:cNvPr id="886" name="Google Shape;886;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87" name="Google Shape;887;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88" name="Google Shape;888;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89" name="Google Shape;889;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90" name="Google Shape;890;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91" name="Google Shape;891;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92" name="Google Shape;892;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93" name="Google Shape;893;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94" name="Google Shape;894;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95" name="Google Shape;895;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96" name="Google Shape;896;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97" name="Google Shape;897;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98" name="Google Shape;898;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99" name="Google Shape;899;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g2cdbdd193bb_0_343"/>
          <p:cNvSpPr txBox="1">
            <a:spLocks noGrp="1"/>
          </p:cNvSpPr>
          <p:nvPr>
            <p:ph type="title"/>
          </p:nvPr>
        </p:nvSpPr>
        <p:spPr>
          <a:xfrm>
            <a:off x="1079300" y="582900"/>
            <a:ext cx="6985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a:t>Review Phase 5.5 Common Exception Words </a:t>
            </a:r>
            <a:br>
              <a:rPr lang="en-US"/>
            </a:br>
            <a:r>
              <a:rPr lang="en-US">
                <a:solidFill>
                  <a:srgbClr val="2356AF"/>
                </a:solidFill>
              </a:rPr>
              <a:t>people wild child mind kind behind eye oh most only both</a:t>
            </a:r>
            <a:r>
              <a:rPr lang="en-US"/>
              <a:t>.</a:t>
            </a:r>
            <a:endParaRPr/>
          </a:p>
        </p:txBody>
      </p:sp>
      <p:pic>
        <p:nvPicPr>
          <p:cNvPr id="906" name="Google Shape;906;g2cdbdd193bb_0_343"/>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47"/>
              </a:srgbClr>
            </a:outerShdw>
          </a:effectLst>
        </p:spPr>
      </p:pic>
      <p:pic>
        <p:nvPicPr>
          <p:cNvPr id="907" name="Google Shape;907;g2cdbdd193bb_0_343"/>
          <p:cNvPicPr preferRelativeResize="0"/>
          <p:nvPr/>
        </p:nvPicPr>
        <p:blipFill rotWithShape="1">
          <a:blip r:embed="rId4">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47"/>
              </a:srgbClr>
            </a:outerShdw>
          </a:effectLst>
        </p:spPr>
      </p:pic>
      <p:pic>
        <p:nvPicPr>
          <p:cNvPr id="908" name="Google Shape;908;g2cdbdd193bb_0_343"/>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47"/>
              </a:srgbClr>
            </a:outerShdw>
          </a:effectLst>
        </p:spPr>
      </p:pic>
      <p:pic>
        <p:nvPicPr>
          <p:cNvPr id="909" name="Google Shape;909;g2cdbdd193bb_0_343"/>
          <p:cNvPicPr preferRelativeResize="0"/>
          <p:nvPr/>
        </p:nvPicPr>
        <p:blipFill rotWithShape="1">
          <a:blip r:embed="rId6">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47"/>
              </a:srgbClr>
            </a:outerShdw>
          </a:effectLst>
        </p:spPr>
      </p:pic>
      <p:pic>
        <p:nvPicPr>
          <p:cNvPr id="910" name="Google Shape;910;g2cdbdd193bb_0_343"/>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47"/>
              </a:srgbClr>
            </a:outerShdw>
          </a:effectLst>
        </p:spPr>
      </p:pic>
      <p:pic>
        <p:nvPicPr>
          <p:cNvPr id="911" name="Google Shape;911;g2cdbdd193bb_0_343"/>
          <p:cNvPicPr preferRelativeResize="0"/>
          <p:nvPr/>
        </p:nvPicPr>
        <p:blipFill rotWithShape="1">
          <a:blip r:embed="rId8">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47"/>
              </a:srgbClr>
            </a:outerShdw>
          </a:effectLst>
        </p:spPr>
      </p:pic>
      <p:pic>
        <p:nvPicPr>
          <p:cNvPr id="912" name="Google Shape;912;g2cdbdd193bb_0_343"/>
          <p:cNvPicPr preferRelativeResize="0"/>
          <p:nvPr/>
        </p:nvPicPr>
        <p:blipFill rotWithShape="1">
          <a:blip r:embed="rId9">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47"/>
              </a:srgbClr>
            </a:outerShdw>
          </a:effectLst>
        </p:spPr>
      </p:pic>
      <p:pic>
        <p:nvPicPr>
          <p:cNvPr id="913" name="Google Shape;913;g2cdbdd193bb_0_343"/>
          <p:cNvPicPr preferRelativeResize="0"/>
          <p:nvPr/>
        </p:nvPicPr>
        <p:blipFill rotWithShape="1">
          <a:blip r:embed="rId10">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47"/>
              </a:srgbClr>
            </a:outerShdw>
          </a:effectLst>
        </p:spPr>
      </p:pic>
      <p:pic>
        <p:nvPicPr>
          <p:cNvPr id="914" name="Google Shape;914;g2cdbdd193bb_0_343"/>
          <p:cNvPicPr preferRelativeResize="0"/>
          <p:nvPr/>
        </p:nvPicPr>
        <p:blipFill rotWithShape="1">
          <a:blip r:embed="rId11">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47"/>
              </a:srgbClr>
            </a:outerShdw>
          </a:effectLst>
        </p:spPr>
      </p:pic>
      <p:pic>
        <p:nvPicPr>
          <p:cNvPr id="915" name="Google Shape;915;g2cdbdd193bb_0_343"/>
          <p:cNvPicPr preferRelativeResize="0"/>
          <p:nvPr/>
        </p:nvPicPr>
        <p:blipFill rotWithShape="1">
          <a:blip r:embed="rId12">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47"/>
              </a:srgbClr>
            </a:outerShdw>
          </a:effectLst>
        </p:spPr>
      </p:pic>
      <p:pic>
        <p:nvPicPr>
          <p:cNvPr id="916" name="Google Shape;916;g2cdbdd193bb_0_343"/>
          <p:cNvPicPr preferRelativeResize="0"/>
          <p:nvPr/>
        </p:nvPicPr>
        <p:blipFill rotWithShape="1">
          <a:blip r:embed="rId13">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23" name="Google Shape;923;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24" name="Google Shape;924;g2c186218c5a_0_25"/>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25" name="Google Shape;925;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26" name="Google Shape;926;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pr</a:t>
            </a:r>
            <a:r>
              <a:rPr lang="en-US" sz="5800" b="0" i="0" u="none" strike="noStrike" cap="none">
                <a:solidFill>
                  <a:srgbClr val="815137"/>
                </a:solidFill>
                <a:latin typeface="Jost"/>
                <a:ea typeface="Jost"/>
                <a:cs typeface="Jost"/>
                <a:sym typeface="Jost"/>
              </a:rPr>
              <a:t>ou</a:t>
            </a:r>
            <a:r>
              <a:rPr lang="en-US" sz="5800" b="0" i="0" u="none" strike="noStrike" cap="none">
                <a:solidFill>
                  <a:srgbClr val="2356AF"/>
                </a:solidFill>
                <a:latin typeface="Jost"/>
                <a:ea typeface="Jost"/>
                <a:cs typeface="Jost"/>
                <a:sym typeface="Jost"/>
              </a:rPr>
              <a:t>d</a:t>
            </a:r>
            <a:endParaRPr sz="5800" b="0" i="0" u="none" strike="noStrike" cap="none">
              <a:solidFill>
                <a:srgbClr val="2356AF"/>
              </a:solidFill>
              <a:latin typeface="Jost"/>
              <a:ea typeface="Jost"/>
              <a:cs typeface="Jost"/>
              <a:sym typeface="Jost"/>
            </a:endParaRPr>
          </a:p>
        </p:txBody>
      </p:sp>
      <p:sp>
        <p:nvSpPr>
          <p:cNvPr id="927" name="Google Shape;927;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b</a:t>
            </a:r>
            <a:r>
              <a:rPr lang="en-US" sz="5800" b="0" i="0" u="none" strike="noStrike" cap="none">
                <a:solidFill>
                  <a:srgbClr val="815137"/>
                </a:solidFill>
                <a:latin typeface="Jost"/>
                <a:ea typeface="Jost"/>
                <a:cs typeface="Jost"/>
                <a:sym typeface="Jost"/>
              </a:rPr>
              <a:t>ou</a:t>
            </a:r>
            <a:r>
              <a:rPr lang="en-US" sz="5800" b="0" i="0" u="none" strike="noStrike" cap="none">
                <a:solidFill>
                  <a:srgbClr val="2356AF"/>
                </a:solidFill>
                <a:latin typeface="Jost"/>
                <a:ea typeface="Jost"/>
                <a:cs typeface="Jost"/>
                <a:sym typeface="Jost"/>
              </a:rPr>
              <a:t>nce</a:t>
            </a:r>
            <a:endParaRPr sz="5800" b="0" i="0" u="none" strike="noStrike" cap="none">
              <a:solidFill>
                <a:srgbClr val="2356AF"/>
              </a:solidFill>
              <a:latin typeface="Jost"/>
              <a:ea typeface="Jost"/>
              <a:cs typeface="Jost"/>
              <a:sym typeface="Jost"/>
            </a:endParaRPr>
          </a:p>
        </p:txBody>
      </p:sp>
      <p:sp>
        <p:nvSpPr>
          <p:cNvPr id="928" name="Google Shape;928;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l</a:t>
            </a:r>
            <a:r>
              <a:rPr lang="en-US" sz="5800" b="0" i="0" u="none" strike="noStrike" cap="none">
                <a:solidFill>
                  <a:srgbClr val="815137"/>
                </a:solidFill>
                <a:latin typeface="Jost"/>
                <a:ea typeface="Jost"/>
                <a:cs typeface="Jost"/>
                <a:sym typeface="Jost"/>
              </a:rPr>
              <a:t>ou</a:t>
            </a:r>
            <a:r>
              <a:rPr lang="en-US" sz="5800" b="0" i="0" u="none" strike="noStrike" cap="none">
                <a:solidFill>
                  <a:srgbClr val="2356AF"/>
                </a:solidFill>
                <a:latin typeface="Jost"/>
                <a:ea typeface="Jost"/>
                <a:cs typeface="Jost"/>
                <a:sym typeface="Jost"/>
              </a:rPr>
              <a:t>d</a:t>
            </a:r>
            <a:endParaRPr sz="5800" b="0" i="0" u="none" strike="noStrike" cap="none">
              <a:solidFill>
                <a:srgbClr val="2356AF"/>
              </a:solidFill>
              <a:latin typeface="Jost"/>
              <a:ea typeface="Jost"/>
              <a:cs typeface="Jost"/>
              <a:sym typeface="Jost"/>
            </a:endParaRPr>
          </a:p>
        </p:txBody>
      </p:sp>
      <p:sp>
        <p:nvSpPr>
          <p:cNvPr id="929" name="Google Shape;929;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 Lesson 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4"/>
        <p:cNvGrpSpPr/>
        <p:nvPr/>
      </p:nvGrpSpPr>
      <p:grpSpPr>
        <a:xfrm>
          <a:off x="0" y="0"/>
          <a:ext cx="0" cy="0"/>
          <a:chOff x="0" y="0"/>
          <a:chExt cx="0" cy="0"/>
        </a:xfrm>
      </p:grpSpPr>
      <p:sp>
        <p:nvSpPr>
          <p:cNvPr id="935" name="Google Shape;935;g2d9c44942c1_0_1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36" name="Google Shape;936;g2d9c44942c1_0_1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37" name="Google Shape;937;g2d9c44942c1_0_12"/>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38" name="Google Shape;938;g2d9c44942c1_0_1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39" name="Google Shape;939;g2d9c44942c1_0_12"/>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b</a:t>
            </a:r>
            <a:r>
              <a:rPr lang="en-US" sz="5800" b="0" i="0" u="none" strike="noStrike" cap="none">
                <a:solidFill>
                  <a:srgbClr val="815137"/>
                </a:solidFill>
                <a:latin typeface="Jost"/>
                <a:ea typeface="Jost"/>
                <a:cs typeface="Jost"/>
                <a:sym typeface="Jost"/>
              </a:rPr>
              <a:t>ou</a:t>
            </a:r>
            <a:r>
              <a:rPr lang="en-US" sz="5800" b="0" i="0" u="none" strike="noStrike" cap="none">
                <a:solidFill>
                  <a:srgbClr val="2356AF"/>
                </a:solidFill>
                <a:latin typeface="Jost"/>
                <a:ea typeface="Jost"/>
                <a:cs typeface="Jost"/>
                <a:sym typeface="Jost"/>
              </a:rPr>
              <a:t>lder</a:t>
            </a:r>
            <a:endParaRPr sz="5800" b="0" i="0" u="none" strike="noStrike" cap="none">
              <a:solidFill>
                <a:srgbClr val="2356AF"/>
              </a:solidFill>
              <a:latin typeface="Jost"/>
              <a:ea typeface="Jost"/>
              <a:cs typeface="Jost"/>
              <a:sym typeface="Jost"/>
            </a:endParaRPr>
          </a:p>
        </p:txBody>
      </p:sp>
      <p:sp>
        <p:nvSpPr>
          <p:cNvPr id="940" name="Google Shape;940;g2d9c44942c1_0_12"/>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s</a:t>
            </a:r>
            <a:r>
              <a:rPr lang="en-US" sz="5800" b="0" i="0" u="none" strike="noStrike" cap="none">
                <a:solidFill>
                  <a:srgbClr val="815137"/>
                </a:solidFill>
                <a:latin typeface="Jost"/>
                <a:ea typeface="Jost"/>
                <a:cs typeface="Jost"/>
                <a:sym typeface="Jost"/>
              </a:rPr>
              <a:t>ou</a:t>
            </a:r>
            <a:r>
              <a:rPr lang="en-US" sz="5800" b="0" i="0" u="none" strike="noStrike" cap="none">
                <a:solidFill>
                  <a:srgbClr val="2356AF"/>
                </a:solidFill>
                <a:latin typeface="Jost"/>
                <a:ea typeface="Jost"/>
                <a:cs typeface="Jost"/>
                <a:sym typeface="Jost"/>
              </a:rPr>
              <a:t>l</a:t>
            </a:r>
            <a:endParaRPr sz="5800" b="0" i="0" u="none" strike="noStrike" cap="none">
              <a:solidFill>
                <a:srgbClr val="2356AF"/>
              </a:solidFill>
              <a:latin typeface="Jost"/>
              <a:ea typeface="Jost"/>
              <a:cs typeface="Jost"/>
              <a:sym typeface="Jost"/>
            </a:endParaRPr>
          </a:p>
        </p:txBody>
      </p:sp>
      <p:sp>
        <p:nvSpPr>
          <p:cNvPr id="941" name="Google Shape;941;g2d9c44942c1_0_12"/>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sh</a:t>
            </a:r>
            <a:r>
              <a:rPr lang="en-US" sz="5800" b="0" i="0" u="none" strike="noStrike" cap="none">
                <a:solidFill>
                  <a:srgbClr val="815137"/>
                </a:solidFill>
                <a:latin typeface="Jost"/>
                <a:ea typeface="Jost"/>
                <a:cs typeface="Jost"/>
                <a:sym typeface="Jost"/>
              </a:rPr>
              <a:t>ou</a:t>
            </a:r>
            <a:r>
              <a:rPr lang="en-US" sz="5800" b="0" i="0" u="none" strike="noStrike" cap="none">
                <a:solidFill>
                  <a:srgbClr val="2356AF"/>
                </a:solidFill>
                <a:latin typeface="Jost"/>
                <a:ea typeface="Jost"/>
                <a:cs typeface="Jost"/>
                <a:sym typeface="Jost"/>
              </a:rPr>
              <a:t>lder</a:t>
            </a:r>
            <a:endParaRPr sz="5800" b="0" i="0" u="none" strike="noStrike" cap="none">
              <a:solidFill>
                <a:srgbClr val="2356AF"/>
              </a:solidFill>
              <a:latin typeface="Jost"/>
              <a:ea typeface="Jost"/>
              <a:cs typeface="Jost"/>
              <a:sym typeface="Jost"/>
            </a:endParaRPr>
          </a:p>
        </p:txBody>
      </p:sp>
      <p:sp>
        <p:nvSpPr>
          <p:cNvPr id="942" name="Google Shape;942;g2d9c44942c1_0_12"/>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19</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8" name="Google Shape;948;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49" name="Google Shape;949;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56" name="Google Shape;956;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57" name="Google Shape;957;g2c4fb7f6616_1_0"/>
          <p:cNvSpPr/>
          <p:nvPr/>
        </p:nvSpPr>
        <p:spPr>
          <a:xfrm>
            <a:off x="484558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58" name="Google Shape;958;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9" name="Google Shape;959;g2c4fb7f6616_1_0"/>
          <p:cNvSpPr txBox="1">
            <a:spLocks noGrp="1"/>
          </p:cNvSpPr>
          <p:nvPr>
            <p:ph type="subTitle" idx="4294967295"/>
          </p:nvPr>
        </p:nvSpPr>
        <p:spPr>
          <a:xfrm>
            <a:off x="427593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60" name="Google Shape;960;g2c4fb7f6616_1_0"/>
          <p:cNvSpPr txBox="1">
            <a:spLocks noGrp="1"/>
          </p:cNvSpPr>
          <p:nvPr>
            <p:ph type="subTitle" idx="4294967295"/>
          </p:nvPr>
        </p:nvSpPr>
        <p:spPr>
          <a:xfrm>
            <a:off x="2666170" y="1308025"/>
            <a:ext cx="2361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ou</a:t>
            </a:r>
            <a:endParaRPr sz="15000" b="0" i="0" u="none" strike="noStrike" cap="none">
              <a:solidFill>
                <a:srgbClr val="815137"/>
              </a:solidFill>
              <a:latin typeface="Jost"/>
              <a:ea typeface="Jost"/>
              <a:cs typeface="Jost"/>
              <a:sym typeface="Jost"/>
            </a:endParaRPr>
          </a:p>
        </p:txBody>
      </p:sp>
      <p:sp>
        <p:nvSpPr>
          <p:cNvPr id="961" name="Google Shape;961;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2" name="Google Shape;962;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3" name="Google Shape;963;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4" name="Google Shape;964;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5" name="Google Shape;965;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6" name="Google Shape;966;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7" name="Google Shape;967;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8" name="Google Shape;968;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69" name="Google Shape;969;g2c4fb7f6616_1_0"/>
          <p:cNvGrpSpPr/>
          <p:nvPr/>
        </p:nvGrpSpPr>
        <p:grpSpPr>
          <a:xfrm>
            <a:off x="-550" y="6984600"/>
            <a:ext cx="8596479" cy="808600"/>
            <a:chOff x="-550" y="6984600"/>
            <a:chExt cx="8596479" cy="808600"/>
          </a:xfrm>
        </p:grpSpPr>
        <p:sp>
          <p:nvSpPr>
            <p:cNvPr id="970" name="Google Shape;970;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1" name="Google Shape;971;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2" name="Google Shape;972;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73" name="Google Shape;973;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4" name="Google Shape;974;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75" name="Google Shape;975;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76" name="Google Shape;976;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77" name="Google Shape;977;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78" name="Google Shape;978;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79" name="Google Shape;979;g2c4fb7f6616_1_0"/>
          <p:cNvSpPr txBox="1">
            <a:spLocks noGrp="1"/>
          </p:cNvSpPr>
          <p:nvPr>
            <p:ph type="subTitle" idx="4294967295"/>
          </p:nvPr>
        </p:nvSpPr>
        <p:spPr>
          <a:xfrm>
            <a:off x="989942" y="1308025"/>
            <a:ext cx="20739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3"/>
                </a:solidFill>
                <a:latin typeface="Jost"/>
                <a:ea typeface="Jost"/>
                <a:cs typeface="Jost"/>
                <a:sym typeface="Jost"/>
              </a:rPr>
              <a:t>sh</a:t>
            </a:r>
            <a:endParaRPr sz="15000" b="0" i="0" u="none" strike="noStrike" cap="none">
              <a:solidFill>
                <a:srgbClr val="FFD403"/>
              </a:solidFill>
              <a:latin typeface="Jost"/>
              <a:ea typeface="Jost"/>
              <a:cs typeface="Jost"/>
              <a:sym typeface="Jost"/>
            </a:endParaRPr>
          </a:p>
        </p:txBody>
      </p:sp>
      <p:sp>
        <p:nvSpPr>
          <p:cNvPr id="980" name="Google Shape;980;g2c4fb7f6616_1_0"/>
          <p:cNvSpPr/>
          <p:nvPr/>
        </p:nvSpPr>
        <p:spPr>
          <a:xfrm>
            <a:off x="1283419" y="4011900"/>
            <a:ext cx="14871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1" name="Google Shape;981;g2c4fb7f6616_1_0"/>
          <p:cNvSpPr/>
          <p:nvPr/>
        </p:nvSpPr>
        <p:spPr>
          <a:xfrm>
            <a:off x="2971122" y="4011900"/>
            <a:ext cx="17430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2" name="Google Shape;982;g2c4fb7f6616_1_0"/>
          <p:cNvSpPr/>
          <p:nvPr/>
        </p:nvSpPr>
        <p:spPr>
          <a:xfrm>
            <a:off x="556705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3" name="Google Shape;983;g2c4fb7f6616_1_0"/>
          <p:cNvSpPr txBox="1">
            <a:spLocks noGrp="1"/>
          </p:cNvSpPr>
          <p:nvPr>
            <p:ph type="subTitle" idx="4294967295"/>
          </p:nvPr>
        </p:nvSpPr>
        <p:spPr>
          <a:xfrm>
            <a:off x="499740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984" name="Google Shape;984;g2c4fb7f6616_1_0"/>
          <p:cNvSpPr txBox="1">
            <a:spLocks noGrp="1"/>
          </p:cNvSpPr>
          <p:nvPr>
            <p:ph type="subTitle" idx="4294967295"/>
          </p:nvPr>
        </p:nvSpPr>
        <p:spPr>
          <a:xfrm>
            <a:off x="6011158" y="1308025"/>
            <a:ext cx="21429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993FA2"/>
                </a:solidFill>
                <a:latin typeface="Jost"/>
                <a:ea typeface="Jost"/>
                <a:cs typeface="Jost"/>
                <a:sym typeface="Jost"/>
              </a:rPr>
              <a:t>er</a:t>
            </a:r>
            <a:endParaRPr sz="15000" b="0" i="0" u="none" strike="noStrike" cap="none">
              <a:solidFill>
                <a:srgbClr val="993FA2"/>
              </a:solidFill>
              <a:latin typeface="Jost"/>
              <a:ea typeface="Jost"/>
              <a:cs typeface="Jost"/>
              <a:sym typeface="Jost"/>
            </a:endParaRPr>
          </a:p>
        </p:txBody>
      </p:sp>
      <p:sp>
        <p:nvSpPr>
          <p:cNvPr id="985" name="Google Shape;985;g2c4fb7f6616_1_0"/>
          <p:cNvSpPr/>
          <p:nvPr/>
        </p:nvSpPr>
        <p:spPr>
          <a:xfrm>
            <a:off x="6339059" y="4011900"/>
            <a:ext cx="14871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6" name="Google Shape;986;g2c4fb7f6616_1_0"/>
          <p:cNvSpPr/>
          <p:nvPr/>
        </p:nvSpPr>
        <p:spPr>
          <a:xfrm>
            <a:off x="5338913"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g2d9c44942c1_0_4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93" name="Google Shape;993;g2d9c44942c1_0_4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94" name="Google Shape;994;g2d9c44942c1_0_43"/>
          <p:cNvSpPr/>
          <p:nvPr/>
        </p:nvSpPr>
        <p:spPr>
          <a:xfrm>
            <a:off x="478724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95" name="Google Shape;995;g2d9c44942c1_0_4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96" name="Google Shape;996;g2d9c44942c1_0_43"/>
          <p:cNvSpPr txBox="1">
            <a:spLocks noGrp="1"/>
          </p:cNvSpPr>
          <p:nvPr>
            <p:ph type="subTitle" idx="4294967295"/>
          </p:nvPr>
        </p:nvSpPr>
        <p:spPr>
          <a:xfrm>
            <a:off x="4706443" y="1308025"/>
            <a:ext cx="593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97" name="Google Shape;997;g2d9c44942c1_0_43"/>
          <p:cNvSpPr txBox="1">
            <a:spLocks noGrp="1"/>
          </p:cNvSpPr>
          <p:nvPr>
            <p:ph type="subTitle" idx="4294967295"/>
          </p:nvPr>
        </p:nvSpPr>
        <p:spPr>
          <a:xfrm>
            <a:off x="2607829" y="1308025"/>
            <a:ext cx="2361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ou</a:t>
            </a:r>
            <a:endParaRPr sz="15000" b="0" i="0" u="none" strike="noStrike" cap="none">
              <a:solidFill>
                <a:srgbClr val="815137"/>
              </a:solidFill>
              <a:latin typeface="Jost"/>
              <a:ea typeface="Jost"/>
              <a:cs typeface="Jost"/>
              <a:sym typeface="Jost"/>
            </a:endParaRPr>
          </a:p>
        </p:txBody>
      </p:sp>
      <p:sp>
        <p:nvSpPr>
          <p:cNvPr id="998" name="Google Shape;998;g2d9c44942c1_0_43"/>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9" name="Google Shape;999;g2d9c44942c1_0_43"/>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0" name="Google Shape;1000;g2d9c44942c1_0_43"/>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1" name="Google Shape;1001;g2d9c44942c1_0_4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2" name="Google Shape;1002;g2d9c44942c1_0_4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3" name="Google Shape;1003;g2d9c44942c1_0_43"/>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4" name="Google Shape;1004;g2d9c44942c1_0_43"/>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5" name="Google Shape;1005;g2d9c44942c1_0_43"/>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06" name="Google Shape;1006;g2d9c44942c1_0_43"/>
          <p:cNvGrpSpPr/>
          <p:nvPr/>
        </p:nvGrpSpPr>
        <p:grpSpPr>
          <a:xfrm>
            <a:off x="-550" y="6984600"/>
            <a:ext cx="8596479" cy="808600"/>
            <a:chOff x="-550" y="6984600"/>
            <a:chExt cx="8596479" cy="808600"/>
          </a:xfrm>
        </p:grpSpPr>
        <p:sp>
          <p:nvSpPr>
            <p:cNvPr id="1007" name="Google Shape;1007;g2d9c44942c1_0_43"/>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08" name="Google Shape;1008;g2d9c44942c1_0_43"/>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09" name="Google Shape;1009;g2d9c44942c1_0_43"/>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10" name="Google Shape;1010;g2d9c44942c1_0_43"/>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11" name="Google Shape;1011;g2d9c44942c1_0_43"/>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12" name="Google Shape;1012;g2d9c44942c1_0_43"/>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13" name="Google Shape;1013;g2d9c44942c1_0_43"/>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14" name="Google Shape;1014;g2d9c44942c1_0_43"/>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15" name="Google Shape;1015;g2d9c44942c1_0_43"/>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16" name="Google Shape;1016;g2d9c44942c1_0_43"/>
          <p:cNvSpPr/>
          <p:nvPr/>
        </p:nvSpPr>
        <p:spPr>
          <a:xfrm>
            <a:off x="2912781" y="4011900"/>
            <a:ext cx="17430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7" name="Google Shape;1017;g2d9c44942c1_0_43"/>
          <p:cNvSpPr/>
          <p:nvPr/>
        </p:nvSpPr>
        <p:spPr>
          <a:xfrm>
            <a:off x="535701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8" name="Google Shape;1018;g2d9c44942c1_0_43"/>
          <p:cNvSpPr txBox="1">
            <a:spLocks noGrp="1"/>
          </p:cNvSpPr>
          <p:nvPr>
            <p:ph type="subTitle" idx="4294967295"/>
          </p:nvPr>
        </p:nvSpPr>
        <p:spPr>
          <a:xfrm>
            <a:off x="5188772" y="1308025"/>
            <a:ext cx="726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1019" name="Google Shape;1019;g2d9c44942c1_0_43"/>
          <p:cNvSpPr/>
          <p:nvPr/>
        </p:nvSpPr>
        <p:spPr>
          <a:xfrm>
            <a:off x="202421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0" name="Google Shape;1020;g2d9c44942c1_0_43"/>
          <p:cNvSpPr txBox="1">
            <a:spLocks noGrp="1"/>
          </p:cNvSpPr>
          <p:nvPr>
            <p:ph type="subTitle" idx="4294967295"/>
          </p:nvPr>
        </p:nvSpPr>
        <p:spPr>
          <a:xfrm>
            <a:off x="145456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1021" name="Google Shape;1021;g2d9c44942c1_0_43"/>
          <p:cNvSpPr/>
          <p:nvPr/>
        </p:nvSpPr>
        <p:spPr>
          <a:xfrm>
            <a:off x="591536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2" name="Google Shape;1022;g2d9c44942c1_0_43"/>
          <p:cNvSpPr txBox="1">
            <a:spLocks noGrp="1"/>
          </p:cNvSpPr>
          <p:nvPr>
            <p:ph type="subTitle" idx="4294967295"/>
          </p:nvPr>
        </p:nvSpPr>
        <p:spPr>
          <a:xfrm>
            <a:off x="5684399" y="1308025"/>
            <a:ext cx="936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1023" name="Google Shape;1023;g2d9c44942c1_0_43"/>
          <p:cNvSpPr/>
          <p:nvPr/>
        </p:nvSpPr>
        <p:spPr>
          <a:xfrm>
            <a:off x="6806585" y="3906888"/>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15137"/>
              </a:solidFill>
              <a:latin typeface="Poppins"/>
              <a:ea typeface="Poppins"/>
              <a:cs typeface="Poppins"/>
              <a:sym typeface="Poppins"/>
            </a:endParaRPr>
          </a:p>
        </p:txBody>
      </p:sp>
      <p:sp>
        <p:nvSpPr>
          <p:cNvPr id="1024" name="Google Shape;1024;g2d9c44942c1_0_43"/>
          <p:cNvSpPr txBox="1">
            <a:spLocks noGrp="1"/>
          </p:cNvSpPr>
          <p:nvPr>
            <p:ph type="subTitle" idx="4294967295"/>
          </p:nvPr>
        </p:nvSpPr>
        <p:spPr>
          <a:xfrm>
            <a:off x="623693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y</a:t>
            </a:r>
            <a:endParaRPr sz="15000" b="0" i="0" u="none" strike="noStrike" cap="none">
              <a:solidFill>
                <a:srgbClr val="815137"/>
              </a:solidFill>
              <a:latin typeface="Jost"/>
              <a:ea typeface="Jost"/>
              <a:cs typeface="Jost"/>
              <a:sym typeface="Jost"/>
            </a:endParaRPr>
          </a:p>
        </p:txBody>
      </p:sp>
      <p:sp>
        <p:nvSpPr>
          <p:cNvPr id="1025" name="Google Shape;1025;g2d9c44942c1_0_43"/>
          <p:cNvSpPr/>
          <p:nvPr/>
        </p:nvSpPr>
        <p:spPr>
          <a:xfrm>
            <a:off x="5197374"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0"/>
        <p:cNvGrpSpPr/>
        <p:nvPr/>
      </p:nvGrpSpPr>
      <p:grpSpPr>
        <a:xfrm>
          <a:off x="0" y="0"/>
          <a:ext cx="0" cy="0"/>
          <a:chOff x="0" y="0"/>
          <a:chExt cx="0" cy="0"/>
        </a:xfrm>
      </p:grpSpPr>
      <p:sp>
        <p:nvSpPr>
          <p:cNvPr id="1031" name="Google Shape;1031;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32" name="Google Shape;1032;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37"/>
        <p:cNvGrpSpPr/>
        <p:nvPr/>
      </p:nvGrpSpPr>
      <p:grpSpPr>
        <a:xfrm>
          <a:off x="0" y="0"/>
          <a:ext cx="0" cy="0"/>
          <a:chOff x="0" y="0"/>
          <a:chExt cx="0" cy="0"/>
        </a:xfrm>
      </p:grpSpPr>
      <p:sp>
        <p:nvSpPr>
          <p:cNvPr id="1038" name="Google Shape;1038;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39" name="Google Shape;1039;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40" name="Google Shape;1040;g26b641b03cd_0_204"/>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41" name="Google Shape;1041;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6"/>
        <p:cNvGrpSpPr/>
        <p:nvPr/>
      </p:nvGrpSpPr>
      <p:grpSpPr>
        <a:xfrm>
          <a:off x="0" y="0"/>
          <a:ext cx="0" cy="0"/>
          <a:chOff x="0" y="0"/>
          <a:chExt cx="0" cy="0"/>
        </a:xfrm>
      </p:grpSpPr>
      <p:sp>
        <p:nvSpPr>
          <p:cNvPr id="1047" name="Google Shape;1047;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48" name="Google Shape;1048;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49" name="Google Shape;1049;g2c186218c5a_0_48"/>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50" name="Google Shape;1050;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g26b641b03cd_0_301"/>
          <p:cNvSpPr txBox="1">
            <a:spLocks noGrp="1"/>
          </p:cNvSpPr>
          <p:nvPr>
            <p:ph type="title"/>
          </p:nvPr>
        </p:nvSpPr>
        <p:spPr>
          <a:xfrm>
            <a:off x="864850" y="5568500"/>
            <a:ext cx="74142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57" name="Google Shape;1057;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58" name="Google Shape;1058;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59" name="Google Shape;1059;g26b641b03cd_0_301"/>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4"/>
        <p:cNvGrpSpPr/>
        <p:nvPr/>
      </p:nvGrpSpPr>
      <p:grpSpPr>
        <a:xfrm>
          <a:off x="0" y="0"/>
          <a:ext cx="0" cy="0"/>
          <a:chOff x="0" y="0"/>
          <a:chExt cx="0" cy="0"/>
        </a:xfrm>
      </p:grpSpPr>
      <p:sp>
        <p:nvSpPr>
          <p:cNvPr id="1065" name="Google Shape;1065;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66" name="Google Shape;1066;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67" name="Google Shape;1067;g26b641b03cd_0_308"/>
          <p:cNvSpPr txBox="1">
            <a:spLocks noGrp="1"/>
          </p:cNvSpPr>
          <p:nvPr>
            <p:ph type="title"/>
          </p:nvPr>
        </p:nvSpPr>
        <p:spPr>
          <a:xfrm>
            <a:off x="699975" y="5568500"/>
            <a:ext cx="77442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068" name="Google Shape;1068;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3"/>
        <p:cNvGrpSpPr/>
        <p:nvPr/>
      </p:nvGrpSpPr>
      <p:grpSpPr>
        <a:xfrm>
          <a:off x="0" y="0"/>
          <a:ext cx="0" cy="0"/>
          <a:chOff x="0" y="0"/>
          <a:chExt cx="0" cy="0"/>
        </a:xfrm>
      </p:grpSpPr>
      <p:sp>
        <p:nvSpPr>
          <p:cNvPr id="1074" name="Google Shape;1074;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75" name="Google Shape;1075;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76" name="Google Shape;1076;g1f3daf8a844_0_64"/>
          <p:cNvGrpSpPr/>
          <p:nvPr/>
        </p:nvGrpSpPr>
        <p:grpSpPr>
          <a:xfrm>
            <a:off x="3024000" y="209875"/>
            <a:ext cx="3096000" cy="454800"/>
            <a:chOff x="3024000" y="209875"/>
            <a:chExt cx="3096000" cy="454800"/>
          </a:xfrm>
        </p:grpSpPr>
        <p:sp>
          <p:nvSpPr>
            <p:cNvPr id="1077" name="Google Shape;1077;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8" name="Google Shape;1078;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79" name="Google Shape;1079;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80" name="Google Shape;1080;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1" name="Google Shape;1081;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2" name="Google Shape;1082;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83" name="Google Shape;1083;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84" name="Google Shape;1084;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ou</a:t>
            </a:r>
            <a:endParaRPr sz="5500" b="0" i="0" u="none" strike="noStrike" cap="none">
              <a:solidFill>
                <a:srgbClr val="815137"/>
              </a:solidFill>
              <a:latin typeface="Jost"/>
              <a:ea typeface="Jost"/>
              <a:cs typeface="Jost"/>
              <a:sym typeface="Jost"/>
            </a:endParaRPr>
          </a:p>
        </p:txBody>
      </p:sp>
      <p:sp>
        <p:nvSpPr>
          <p:cNvPr id="1085" name="Google Shape;1085;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sh</a:t>
            </a:r>
            <a:endParaRPr sz="5500" b="0" i="0" u="none" strike="noStrike" cap="none">
              <a:solidFill>
                <a:srgbClr val="FFD403"/>
              </a:solidFill>
              <a:latin typeface="Jost"/>
              <a:ea typeface="Jost"/>
              <a:cs typeface="Jost"/>
              <a:sym typeface="Jost"/>
            </a:endParaRPr>
          </a:p>
        </p:txBody>
      </p:sp>
      <p:sp>
        <p:nvSpPr>
          <p:cNvPr id="1086" name="Google Shape;1086;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87" name="Google Shape;1087;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88" name="Google Shape;1088;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089" name="Google Shape;1089;g1f3daf8a844_0_64"/>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90" name="Google Shape;1090;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91" name="Google Shape;1091;g1f3daf8a844_0_6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cxnSp>
        <p:nvCxnSpPr>
          <p:cNvPr id="1092" name="Google Shape;1092;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97"/>
        <p:cNvGrpSpPr/>
        <p:nvPr/>
      </p:nvGrpSpPr>
      <p:grpSpPr>
        <a:xfrm>
          <a:off x="0" y="0"/>
          <a:ext cx="0" cy="0"/>
          <a:chOff x="0" y="0"/>
          <a:chExt cx="0" cy="0"/>
        </a:xfrm>
      </p:grpSpPr>
      <p:sp>
        <p:nvSpPr>
          <p:cNvPr id="1098" name="Google Shape;1098;g2d9c44942c1_0_9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99" name="Google Shape;1099;g2d9c44942c1_0_9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00" name="Google Shape;1100;g2d9c44942c1_0_90"/>
          <p:cNvGrpSpPr/>
          <p:nvPr/>
        </p:nvGrpSpPr>
        <p:grpSpPr>
          <a:xfrm>
            <a:off x="3024000" y="209875"/>
            <a:ext cx="3096000" cy="454800"/>
            <a:chOff x="3024000" y="209875"/>
            <a:chExt cx="3096000" cy="454800"/>
          </a:xfrm>
        </p:grpSpPr>
        <p:sp>
          <p:nvSpPr>
            <p:cNvPr id="1101" name="Google Shape;1101;g2d9c44942c1_0_90"/>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2" name="Google Shape;1102;g2d9c44942c1_0_90"/>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03" name="Google Shape;1103;g2d9c44942c1_0_90"/>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04" name="Google Shape;1104;g2d9c44942c1_0_90"/>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05" name="Google Shape;1105;g2d9c44942c1_0_90"/>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6" name="Google Shape;1106;g2d9c44942c1_0_90"/>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7" name="Google Shape;1107;g2d9c44942c1_0_90"/>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08" name="Google Shape;1108;g2d9c44942c1_0_90"/>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09" name="Google Shape;1109;g2d9c44942c1_0_90"/>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soul shoulder boulder</a:t>
            </a:r>
            <a:endParaRPr sz="1800" b="0" i="0" u="none" strike="noStrike" cap="none">
              <a:solidFill>
                <a:srgbClr val="B7B7B7"/>
              </a:solidFill>
              <a:latin typeface="Jost"/>
              <a:ea typeface="Jost"/>
              <a:cs typeface="Jost"/>
              <a:sym typeface="Jost"/>
            </a:endParaRPr>
          </a:p>
        </p:txBody>
      </p:sp>
      <p:sp>
        <p:nvSpPr>
          <p:cNvPr id="1110" name="Google Shape;1110;g2d9c44942c1_0_90"/>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ou</a:t>
            </a:r>
            <a:endParaRPr sz="5500" b="0" i="0" u="none" strike="noStrike" cap="none">
              <a:solidFill>
                <a:srgbClr val="815137"/>
              </a:solidFill>
              <a:latin typeface="Jost"/>
              <a:ea typeface="Jost"/>
              <a:cs typeface="Jost"/>
              <a:sym typeface="Jost"/>
            </a:endParaRPr>
          </a:p>
        </p:txBody>
      </p:sp>
      <p:sp>
        <p:nvSpPr>
          <p:cNvPr id="1111" name="Google Shape;1111;g2d9c44942c1_0_90"/>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sh</a:t>
            </a:r>
            <a:endParaRPr sz="5500" b="0" i="0" u="none" strike="noStrike" cap="none">
              <a:solidFill>
                <a:srgbClr val="FFD403"/>
              </a:solidFill>
              <a:latin typeface="Jost"/>
              <a:ea typeface="Jost"/>
              <a:cs typeface="Jost"/>
              <a:sym typeface="Jost"/>
            </a:endParaRPr>
          </a:p>
        </p:txBody>
      </p:sp>
      <p:sp>
        <p:nvSpPr>
          <p:cNvPr id="1112" name="Google Shape;1112;g2d9c44942c1_0_90"/>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13" name="Google Shape;1113;g2d9c44942c1_0_90"/>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cxnSp>
        <p:nvCxnSpPr>
          <p:cNvPr id="1114" name="Google Shape;1114;g2d9c44942c1_0_90"/>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15" name="Google Shape;1115;g2d9c44942c1_0_90"/>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116" name="Google Shape;1116;g2d9c44942c1_0_90"/>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17" name="Google Shape;1117;g2d9c44942c1_0_90"/>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18" name="Google Shape;1118;g2d9c44942c1_0_9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472</Words>
  <Application>Microsoft Office PowerPoint</Application>
  <PresentationFormat>On-screen Show (4:3)</PresentationFormat>
  <Paragraphs>151</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Poppins SemiBold</vt:lpstr>
      <vt:lpstr>Poppins</vt:lpstr>
      <vt:lpstr>Poppins Medium</vt:lpstr>
      <vt:lpstr>Nunito Black</vt:lpstr>
      <vt:lpstr>Calibri</vt:lpstr>
      <vt:lpstr>Jost</vt:lpstr>
      <vt:lpstr>Arial</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Phase 5.5 Common Exception Words  people wild child mind kind behind eye oh most only both.</vt:lpstr>
      <vt:lpstr>Review Grapheme Caption</vt:lpstr>
      <vt:lpstr>Teach Grapheme Caption</vt:lpstr>
      <vt:lpstr>Explain Decoding</vt:lpstr>
      <vt:lpstr>Model Blending Phonemes</vt:lpstr>
      <vt:lpstr>Model Blending Phonemes</vt:lpstr>
      <vt:lpstr>Explain Encoding</vt:lpstr>
      <vt:lpstr>Build a Decodable Word</vt:lpstr>
      <vt:lpstr>Build a Decodable Word</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2026-05-25T04:37:03Z</dcterms:modified>
</cp:coreProperties>
</file>