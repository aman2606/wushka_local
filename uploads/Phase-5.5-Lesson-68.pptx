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Nunito Black" pitchFamily="2" charset="0"/>
      <p:bold r:id="rId21"/>
      <p:boldItalic r:id="rId22"/>
    </p:embeddedFont>
    <p:embeddedFont>
      <p:font typeface="Poppins" panose="00000500000000000000" pitchFamily="2" charset="0"/>
      <p:regular r:id="rId23"/>
      <p:bold r:id="rId24"/>
      <p:italic r:id="rId25"/>
      <p:boldItalic r:id="rId26"/>
    </p:embeddedFont>
    <p:embeddedFont>
      <p:font typeface="Poppins Medium" panose="00000600000000000000" pitchFamily="2"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fG7tg2qdHy/m/Y/6h8bMWtQaw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5C63106-8C7B-4B53-B7AA-7B9D1756A816}">
  <a:tblStyle styleId="{15C63106-8C7B-4B53-B7AA-7B9D1756A81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3" name="Google Shape;66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4" name="Google Shape;66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4" name="Google Shape;84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041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Clr>
                <a:schemeClr val="dk1"/>
              </a:buClr>
              <a:buSzPts val="1100"/>
              <a:buFont typeface="Arial"/>
              <a:buNone/>
            </a:pPr>
            <a:r>
              <a:rPr lang="en-US" sz="1800">
                <a:solidFill>
                  <a:srgbClr val="FFFFFF"/>
                </a:solidFill>
                <a:latin typeface="Poppins SemiBold"/>
                <a:ea typeface="Poppins SemiBold"/>
                <a:cs typeface="Poppins SemiBold"/>
                <a:sym typeface="Poppins SemiBold"/>
              </a:rPr>
              <a:t>Review Tricky Words</a:t>
            </a:r>
            <a:endParaRPr sz="1800">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14 -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68</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9.png"/><Relationship Id="rId7" Type="http://schemas.openxmlformats.org/officeDocument/2006/relationships/image" Target="../media/image8.png"/><Relationship Id="rId12"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slide" Target="slide7.xml"/><Relationship Id="rId5" Type="http://schemas.openxmlformats.org/officeDocument/2006/relationships/image" Target="../media/image11.png"/><Relationship Id="rId10" Type="http://schemas.openxmlformats.org/officeDocument/2006/relationships/slide" Target="slide8.xml"/><Relationship Id="rId4" Type="http://schemas.openxmlformats.org/officeDocument/2006/relationships/image" Target="../media/image10.png"/><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9" Type="http://schemas.openxmlformats.org/officeDocument/2006/relationships/image" Target="../media/image101.png"/><Relationship Id="rId21" Type="http://schemas.openxmlformats.org/officeDocument/2006/relationships/image" Target="../media/image83.png"/><Relationship Id="rId34" Type="http://schemas.openxmlformats.org/officeDocument/2006/relationships/image" Target="../media/image96.png"/><Relationship Id="rId42" Type="http://schemas.openxmlformats.org/officeDocument/2006/relationships/image" Target="../media/image104.png"/><Relationship Id="rId7"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8.png"/><Relationship Id="rId20" Type="http://schemas.openxmlformats.org/officeDocument/2006/relationships/image" Target="../media/image82.png"/><Relationship Id="rId29" Type="http://schemas.openxmlformats.org/officeDocument/2006/relationships/image" Target="../media/image91.png"/><Relationship Id="rId41" Type="http://schemas.openxmlformats.org/officeDocument/2006/relationships/image" Target="../media/image103.png"/><Relationship Id="rId1" Type="http://schemas.openxmlformats.org/officeDocument/2006/relationships/slideLayout" Target="../slideLayouts/slideLayout3.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32" Type="http://schemas.openxmlformats.org/officeDocument/2006/relationships/image" Target="../media/image94.png"/><Relationship Id="rId37" Type="http://schemas.openxmlformats.org/officeDocument/2006/relationships/image" Target="../media/image99.png"/><Relationship Id="rId40" Type="http://schemas.openxmlformats.org/officeDocument/2006/relationships/image" Target="../media/image102.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png"/><Relationship Id="rId36" Type="http://schemas.openxmlformats.org/officeDocument/2006/relationships/image" Target="../media/image98.png"/><Relationship Id="rId10" Type="http://schemas.openxmlformats.org/officeDocument/2006/relationships/image" Target="../media/image72.png"/><Relationship Id="rId19" Type="http://schemas.openxmlformats.org/officeDocument/2006/relationships/image" Target="../media/image81.png"/><Relationship Id="rId31" Type="http://schemas.openxmlformats.org/officeDocument/2006/relationships/image" Target="../media/image93.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92.png"/><Relationship Id="rId35" Type="http://schemas.openxmlformats.org/officeDocument/2006/relationships/image" Target="../media/image97.png"/><Relationship Id="rId43" Type="http://schemas.openxmlformats.org/officeDocument/2006/relationships/image" Target="../media/image105.png"/><Relationship Id="rId8" Type="http://schemas.openxmlformats.org/officeDocument/2006/relationships/image" Target="../media/image70.png"/><Relationship Id="rId3" Type="http://schemas.openxmlformats.org/officeDocument/2006/relationships/image" Target="../media/image65.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100.png"/></Relationships>
</file>

<file path=ppt/slides/_rels/slide6.xml.rels><?xml version="1.0" encoding="UTF-8" standalone="yes"?>
<Relationships xmlns="http://schemas.openxmlformats.org/package/2006/relationships"><Relationship Id="rId13" Type="http://schemas.openxmlformats.org/officeDocument/2006/relationships/image" Target="../media/image116.png"/><Relationship Id="rId18" Type="http://schemas.openxmlformats.org/officeDocument/2006/relationships/image" Target="../media/image121.png"/><Relationship Id="rId26" Type="http://schemas.openxmlformats.org/officeDocument/2006/relationships/image" Target="../media/image129.png"/><Relationship Id="rId3" Type="http://schemas.openxmlformats.org/officeDocument/2006/relationships/image" Target="../media/image106.png"/><Relationship Id="rId21" Type="http://schemas.openxmlformats.org/officeDocument/2006/relationships/image" Target="../media/image124.png"/><Relationship Id="rId34" Type="http://schemas.openxmlformats.org/officeDocument/2006/relationships/image" Target="../media/image137.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5" Type="http://schemas.openxmlformats.org/officeDocument/2006/relationships/image" Target="../media/image128.png"/><Relationship Id="rId33" Type="http://schemas.openxmlformats.org/officeDocument/2006/relationships/image" Target="../media/image136.png"/><Relationship Id="rId2" Type="http://schemas.openxmlformats.org/officeDocument/2006/relationships/notesSlide" Target="../notesSlides/notesSlide6.xml"/><Relationship Id="rId16" Type="http://schemas.openxmlformats.org/officeDocument/2006/relationships/image" Target="../media/image119.png"/><Relationship Id="rId20" Type="http://schemas.openxmlformats.org/officeDocument/2006/relationships/image" Target="../media/image123.png"/><Relationship Id="rId29" Type="http://schemas.openxmlformats.org/officeDocument/2006/relationships/image" Target="../media/image132.png"/><Relationship Id="rId1" Type="http://schemas.openxmlformats.org/officeDocument/2006/relationships/slideLayout" Target="../slideLayouts/slideLayout3.xml"/><Relationship Id="rId6" Type="http://schemas.openxmlformats.org/officeDocument/2006/relationships/image" Target="../media/image109.png"/><Relationship Id="rId11" Type="http://schemas.openxmlformats.org/officeDocument/2006/relationships/image" Target="../media/image114.png"/><Relationship Id="rId24" Type="http://schemas.openxmlformats.org/officeDocument/2006/relationships/image" Target="../media/image127.png"/><Relationship Id="rId32" Type="http://schemas.openxmlformats.org/officeDocument/2006/relationships/image" Target="../media/image135.png"/><Relationship Id="rId5" Type="http://schemas.openxmlformats.org/officeDocument/2006/relationships/image" Target="../media/image108.png"/><Relationship Id="rId15" Type="http://schemas.openxmlformats.org/officeDocument/2006/relationships/image" Target="../media/image118.png"/><Relationship Id="rId23" Type="http://schemas.openxmlformats.org/officeDocument/2006/relationships/image" Target="../media/image126.png"/><Relationship Id="rId28" Type="http://schemas.openxmlformats.org/officeDocument/2006/relationships/image" Target="../media/image131.png"/><Relationship Id="rId10" Type="http://schemas.openxmlformats.org/officeDocument/2006/relationships/image" Target="../media/image113.png"/><Relationship Id="rId19" Type="http://schemas.openxmlformats.org/officeDocument/2006/relationships/image" Target="../media/image122.png"/><Relationship Id="rId31" Type="http://schemas.openxmlformats.org/officeDocument/2006/relationships/image" Target="../media/image134.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 Id="rId22" Type="http://schemas.openxmlformats.org/officeDocument/2006/relationships/image" Target="../media/image125.png"/><Relationship Id="rId27" Type="http://schemas.openxmlformats.org/officeDocument/2006/relationships/image" Target="../media/image130.png"/><Relationship Id="rId30" Type="http://schemas.openxmlformats.org/officeDocument/2006/relationships/image" Target="../media/image133.png"/><Relationship Id="rId35" Type="http://schemas.openxmlformats.org/officeDocument/2006/relationships/image" Target="../media/image138.png"/><Relationship Id="rId8"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43.png"/><Relationship Id="rId13" Type="http://schemas.openxmlformats.org/officeDocument/2006/relationships/image" Target="../media/image148.png"/><Relationship Id="rId3" Type="http://schemas.openxmlformats.org/officeDocument/2006/relationships/image" Target="../media/image12.png"/><Relationship Id="rId7" Type="http://schemas.openxmlformats.org/officeDocument/2006/relationships/image" Target="../media/image142.png"/><Relationship Id="rId12" Type="http://schemas.openxmlformats.org/officeDocument/2006/relationships/image" Target="../media/image147.png"/><Relationship Id="rId2" Type="http://schemas.openxmlformats.org/officeDocument/2006/relationships/notesSlide" Target="../notesSlides/notesSlide7.xml"/><Relationship Id="rId16" Type="http://schemas.openxmlformats.org/officeDocument/2006/relationships/image" Target="../media/image151.png"/><Relationship Id="rId1" Type="http://schemas.openxmlformats.org/officeDocument/2006/relationships/slideLayout" Target="../slideLayouts/slideLayout3.xml"/><Relationship Id="rId6" Type="http://schemas.openxmlformats.org/officeDocument/2006/relationships/image" Target="../media/image141.png"/><Relationship Id="rId11" Type="http://schemas.openxmlformats.org/officeDocument/2006/relationships/image" Target="../media/image146.png"/><Relationship Id="rId5" Type="http://schemas.openxmlformats.org/officeDocument/2006/relationships/image" Target="../media/image140.png"/><Relationship Id="rId15" Type="http://schemas.openxmlformats.org/officeDocument/2006/relationships/image" Target="../media/image150.png"/><Relationship Id="rId10" Type="http://schemas.openxmlformats.org/officeDocument/2006/relationships/image" Target="../media/image145.png"/><Relationship Id="rId4" Type="http://schemas.openxmlformats.org/officeDocument/2006/relationships/image" Target="../media/image139.png"/><Relationship Id="rId9" Type="http://schemas.openxmlformats.org/officeDocument/2006/relationships/image" Target="../media/image144.png"/><Relationship Id="rId14" Type="http://schemas.openxmlformats.org/officeDocument/2006/relationships/image" Target="../media/image149.png"/></Relationships>
</file>

<file path=ppt/slides/_rels/slide8.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18" Type="http://schemas.openxmlformats.org/officeDocument/2006/relationships/image" Target="../media/image167.png"/><Relationship Id="rId26" Type="http://schemas.openxmlformats.org/officeDocument/2006/relationships/image" Target="../media/image174.png"/><Relationship Id="rId3" Type="http://schemas.openxmlformats.org/officeDocument/2006/relationships/image" Target="../media/image152.png"/><Relationship Id="rId21" Type="http://schemas.openxmlformats.org/officeDocument/2006/relationships/image" Target="../media/image169.png"/><Relationship Id="rId7" Type="http://schemas.openxmlformats.org/officeDocument/2006/relationships/image" Target="../media/image156.png"/><Relationship Id="rId12" Type="http://schemas.openxmlformats.org/officeDocument/2006/relationships/image" Target="../media/image161.png"/><Relationship Id="rId17" Type="http://schemas.openxmlformats.org/officeDocument/2006/relationships/image" Target="../media/image166.png"/><Relationship Id="rId25" Type="http://schemas.openxmlformats.org/officeDocument/2006/relationships/image" Target="../media/image173.png"/><Relationship Id="rId2" Type="http://schemas.openxmlformats.org/officeDocument/2006/relationships/notesSlide" Target="../notesSlides/notesSlide8.xml"/><Relationship Id="rId16" Type="http://schemas.openxmlformats.org/officeDocument/2006/relationships/image" Target="../media/image165.png"/><Relationship Id="rId20" Type="http://schemas.openxmlformats.org/officeDocument/2006/relationships/image" Target="../media/image168.png"/><Relationship Id="rId29"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55.png"/><Relationship Id="rId11" Type="http://schemas.openxmlformats.org/officeDocument/2006/relationships/image" Target="../media/image160.png"/><Relationship Id="rId24" Type="http://schemas.openxmlformats.org/officeDocument/2006/relationships/image" Target="../media/image172.png"/><Relationship Id="rId5" Type="http://schemas.openxmlformats.org/officeDocument/2006/relationships/image" Target="../media/image154.png"/><Relationship Id="rId15" Type="http://schemas.openxmlformats.org/officeDocument/2006/relationships/image" Target="../media/image164.png"/><Relationship Id="rId23" Type="http://schemas.openxmlformats.org/officeDocument/2006/relationships/image" Target="../media/image171.png"/><Relationship Id="rId28" Type="http://schemas.openxmlformats.org/officeDocument/2006/relationships/image" Target="../media/image176.png"/><Relationship Id="rId10" Type="http://schemas.openxmlformats.org/officeDocument/2006/relationships/image" Target="../media/image159.png"/><Relationship Id="rId19" Type="http://schemas.openxmlformats.org/officeDocument/2006/relationships/image" Target="../media/image11.png"/><Relationship Id="rId4" Type="http://schemas.openxmlformats.org/officeDocument/2006/relationships/image" Target="../media/image153.png"/><Relationship Id="rId9" Type="http://schemas.openxmlformats.org/officeDocument/2006/relationships/image" Target="../media/image158.png"/><Relationship Id="rId14" Type="http://schemas.openxmlformats.org/officeDocument/2006/relationships/image" Target="../media/image163.png"/><Relationship Id="rId22" Type="http://schemas.openxmlformats.org/officeDocument/2006/relationships/image" Target="../media/image170.png"/><Relationship Id="rId27" Type="http://schemas.openxmlformats.org/officeDocument/2006/relationships/image" Target="../media/image175.png"/><Relationship Id="rId30" Type="http://schemas.openxmlformats.org/officeDocument/2006/relationships/image" Target="../media/image178.png"/></Relationships>
</file>

<file path=ppt/slides/_rels/slide9.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8.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6.png"/><Relationship Id="rId5" Type="http://schemas.openxmlformats.org/officeDocument/2006/relationships/image" Target="../media/image181.png"/><Relationship Id="rId15" Type="http://schemas.openxmlformats.org/officeDocument/2006/relationships/image" Target="../media/image190.png"/><Relationship Id="rId10" Type="http://schemas.openxmlformats.org/officeDocument/2006/relationships/image" Target="../media/image10.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89.png"/></Relationships>
</file>

<file path=ppt/slides/_rels/slide10.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200.png"/><Relationship Id="rId3" Type="http://schemas.openxmlformats.org/officeDocument/2006/relationships/image" Target="../media/image191.png"/><Relationship Id="rId7" Type="http://schemas.openxmlformats.org/officeDocument/2006/relationships/image" Target="../media/image195.png"/><Relationship Id="rId12" Type="http://schemas.openxmlformats.org/officeDocument/2006/relationships/image" Target="../media/image199.png"/><Relationship Id="rId17" Type="http://schemas.openxmlformats.org/officeDocument/2006/relationships/image" Target="../media/image204.png"/><Relationship Id="rId2" Type="http://schemas.openxmlformats.org/officeDocument/2006/relationships/notesSlide" Target="../notesSlides/notesSlide10.xml"/><Relationship Id="rId16" Type="http://schemas.openxmlformats.org/officeDocument/2006/relationships/image" Target="../media/image203.png"/><Relationship Id="rId1" Type="http://schemas.openxmlformats.org/officeDocument/2006/relationships/slideLayout" Target="../slideLayouts/slideLayout3.xml"/><Relationship Id="rId6" Type="http://schemas.openxmlformats.org/officeDocument/2006/relationships/image" Target="../media/image194.png"/><Relationship Id="rId11" Type="http://schemas.openxmlformats.org/officeDocument/2006/relationships/image" Target="../media/image9.png"/><Relationship Id="rId5" Type="http://schemas.openxmlformats.org/officeDocument/2006/relationships/image" Target="../media/image193.png"/><Relationship Id="rId15" Type="http://schemas.openxmlformats.org/officeDocument/2006/relationships/image" Target="../media/image202.png"/><Relationship Id="rId10" Type="http://schemas.openxmlformats.org/officeDocument/2006/relationships/image" Target="../media/image198.png"/><Relationship Id="rId4" Type="http://schemas.openxmlformats.org/officeDocument/2006/relationships/image" Target="../media/image192.png"/><Relationship Id="rId9" Type="http://schemas.openxmlformats.org/officeDocument/2006/relationships/image" Target="../media/image197.png"/><Relationship Id="rId14" Type="http://schemas.openxmlformats.org/officeDocument/2006/relationships/image" Target="../media/image201.png"/></Relationships>
</file>

<file path=ppt/slides/_rels/slide11.xml.rels><?xml version="1.0" encoding="UTF-8" standalone="yes"?>
<Relationships xmlns="http://schemas.openxmlformats.org/package/2006/relationships"><Relationship Id="rId8" Type="http://schemas.openxmlformats.org/officeDocument/2006/relationships/image" Target="../media/image208.png"/><Relationship Id="rId13" Type="http://schemas.openxmlformats.org/officeDocument/2006/relationships/image" Target="../media/image212.png"/><Relationship Id="rId18" Type="http://schemas.openxmlformats.org/officeDocument/2006/relationships/image" Target="../media/image217.png"/><Relationship Id="rId26" Type="http://schemas.openxmlformats.org/officeDocument/2006/relationships/image" Target="../media/image5.png"/><Relationship Id="rId3" Type="http://schemas.openxmlformats.org/officeDocument/2006/relationships/image" Target="../media/image8.png"/><Relationship Id="rId21" Type="http://schemas.openxmlformats.org/officeDocument/2006/relationships/image" Target="../media/image220.png"/><Relationship Id="rId7" Type="http://schemas.openxmlformats.org/officeDocument/2006/relationships/image" Target="../media/image207.png"/><Relationship Id="rId12" Type="http://schemas.openxmlformats.org/officeDocument/2006/relationships/image" Target="../media/image211.png"/><Relationship Id="rId17" Type="http://schemas.openxmlformats.org/officeDocument/2006/relationships/image" Target="../media/image216.png"/><Relationship Id="rId25" Type="http://schemas.openxmlformats.org/officeDocument/2006/relationships/image" Target="../media/image224.png"/><Relationship Id="rId2" Type="http://schemas.openxmlformats.org/officeDocument/2006/relationships/notesSlide" Target="../notesSlides/notesSlide11.xml"/><Relationship Id="rId16" Type="http://schemas.openxmlformats.org/officeDocument/2006/relationships/image" Target="../media/image215.png"/><Relationship Id="rId20" Type="http://schemas.openxmlformats.org/officeDocument/2006/relationships/image" Target="../media/image219.png"/><Relationship Id="rId1" Type="http://schemas.openxmlformats.org/officeDocument/2006/relationships/slideLayout" Target="../slideLayouts/slideLayout3.xml"/><Relationship Id="rId6" Type="http://schemas.openxmlformats.org/officeDocument/2006/relationships/image" Target="../media/image206.png"/><Relationship Id="rId11" Type="http://schemas.openxmlformats.org/officeDocument/2006/relationships/image" Target="../media/image6.png"/><Relationship Id="rId24" Type="http://schemas.openxmlformats.org/officeDocument/2006/relationships/image" Target="../media/image223.png"/><Relationship Id="rId5" Type="http://schemas.openxmlformats.org/officeDocument/2006/relationships/image" Target="../media/image205.png"/><Relationship Id="rId15" Type="http://schemas.openxmlformats.org/officeDocument/2006/relationships/image" Target="../media/image214.png"/><Relationship Id="rId23" Type="http://schemas.openxmlformats.org/officeDocument/2006/relationships/image" Target="../media/image222.png"/><Relationship Id="rId10" Type="http://schemas.openxmlformats.org/officeDocument/2006/relationships/image" Target="../media/image210.png"/><Relationship Id="rId19" Type="http://schemas.openxmlformats.org/officeDocument/2006/relationships/image" Target="../media/image218.png"/><Relationship Id="rId4" Type="http://schemas.openxmlformats.org/officeDocument/2006/relationships/image" Target="../media/image7.png"/><Relationship Id="rId9" Type="http://schemas.openxmlformats.org/officeDocument/2006/relationships/image" Target="../media/image209.png"/><Relationship Id="rId14" Type="http://schemas.openxmlformats.org/officeDocument/2006/relationships/image" Target="../media/image213.png"/><Relationship Id="rId22" Type="http://schemas.openxmlformats.org/officeDocument/2006/relationships/image" Target="../media/image221.png"/></Relationships>
</file>

<file path=ppt/slides/_rels/slide12.xml.rels><?xml version="1.0" encoding="UTF-8" standalone="yes"?>
<Relationships xmlns="http://schemas.openxmlformats.org/package/2006/relationships"><Relationship Id="rId8" Type="http://schemas.openxmlformats.org/officeDocument/2006/relationships/image" Target="../media/image230.png"/><Relationship Id="rId13" Type="http://schemas.openxmlformats.org/officeDocument/2006/relationships/image" Target="../media/image235.png"/><Relationship Id="rId3" Type="http://schemas.openxmlformats.org/officeDocument/2006/relationships/image" Target="../media/image225.png"/><Relationship Id="rId7" Type="http://schemas.openxmlformats.org/officeDocument/2006/relationships/image" Target="../media/image229.png"/><Relationship Id="rId12" Type="http://schemas.openxmlformats.org/officeDocument/2006/relationships/image" Target="../media/image234.png"/><Relationship Id="rId2" Type="http://schemas.openxmlformats.org/officeDocument/2006/relationships/notesSlide" Target="../notesSlides/notesSlide12.xml"/><Relationship Id="rId16" Type="http://schemas.openxmlformats.org/officeDocument/2006/relationships/image" Target="../media/image238.png"/><Relationship Id="rId1" Type="http://schemas.openxmlformats.org/officeDocument/2006/relationships/slideLayout" Target="../slideLayouts/slideLayout3.xml"/><Relationship Id="rId6" Type="http://schemas.openxmlformats.org/officeDocument/2006/relationships/image" Target="../media/image228.png"/><Relationship Id="rId11" Type="http://schemas.openxmlformats.org/officeDocument/2006/relationships/image" Target="../media/image233.png"/><Relationship Id="rId5" Type="http://schemas.openxmlformats.org/officeDocument/2006/relationships/image" Target="../media/image227.png"/><Relationship Id="rId15" Type="http://schemas.openxmlformats.org/officeDocument/2006/relationships/image" Target="../media/image237.png"/><Relationship Id="rId10" Type="http://schemas.openxmlformats.org/officeDocument/2006/relationships/image" Target="../media/image232.png"/><Relationship Id="rId4" Type="http://schemas.openxmlformats.org/officeDocument/2006/relationships/image" Target="../media/image226.png"/><Relationship Id="rId9" Type="http://schemas.openxmlformats.org/officeDocument/2006/relationships/image" Target="../media/image231.png"/><Relationship Id="rId14" Type="http://schemas.openxmlformats.org/officeDocument/2006/relationships/image" Target="../media/image236.png"/></Relationships>
</file>

<file path=ppt/slides/_rels/slide13.xml.rels><?xml version="1.0" encoding="UTF-8" standalone="yes"?>
<Relationships xmlns="http://schemas.openxmlformats.org/package/2006/relationships"><Relationship Id="rId8" Type="http://schemas.openxmlformats.org/officeDocument/2006/relationships/image" Target="../media/image236.png"/><Relationship Id="rId3" Type="http://schemas.openxmlformats.org/officeDocument/2006/relationships/image" Target="../media/image156.png"/><Relationship Id="rId7" Type="http://schemas.openxmlformats.org/officeDocument/2006/relationships/image" Target="../media/image23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34.png"/><Relationship Id="rId5" Type="http://schemas.openxmlformats.org/officeDocument/2006/relationships/image" Target="../media/image233.png"/><Relationship Id="rId10" Type="http://schemas.openxmlformats.org/officeDocument/2006/relationships/image" Target="../media/image238.png"/><Relationship Id="rId4" Type="http://schemas.openxmlformats.org/officeDocument/2006/relationships/image" Target="../media/image232.png"/><Relationship Id="rId9" Type="http://schemas.openxmlformats.org/officeDocument/2006/relationships/image" Target="../media/image237.png"/></Relationships>
</file>

<file path=ppt/slides/_rels/slide14.xml.rels><?xml version="1.0" encoding="UTF-8" standalone="yes"?>
<Relationships xmlns="http://schemas.openxmlformats.org/package/2006/relationships"><Relationship Id="rId8" Type="http://schemas.openxmlformats.org/officeDocument/2006/relationships/image" Target="../media/image244.png"/><Relationship Id="rId3" Type="http://schemas.openxmlformats.org/officeDocument/2006/relationships/image" Target="../media/image239.png"/><Relationship Id="rId7" Type="http://schemas.openxmlformats.org/officeDocument/2006/relationships/image" Target="../media/image24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42.png"/><Relationship Id="rId5" Type="http://schemas.openxmlformats.org/officeDocument/2006/relationships/image" Target="../media/image241.png"/><Relationship Id="rId10" Type="http://schemas.openxmlformats.org/officeDocument/2006/relationships/image" Target="../media/image246.png"/><Relationship Id="rId4" Type="http://schemas.openxmlformats.org/officeDocument/2006/relationships/image" Target="../media/image240.png"/><Relationship Id="rId9" Type="http://schemas.openxmlformats.org/officeDocument/2006/relationships/image" Target="../media/image2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Common Exception Words</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68</a:t>
            </a:r>
            <a:endParaRPr/>
          </a:p>
        </p:txBody>
      </p:sp>
      <p:grpSp>
        <p:nvGrpSpPr>
          <p:cNvPr id="654" name="Google Shape;654;p1"/>
          <p:cNvGrpSpPr/>
          <p:nvPr/>
        </p:nvGrpSpPr>
        <p:grpSpPr>
          <a:xfrm>
            <a:off x="4190473" y="4149529"/>
            <a:ext cx="4588401" cy="1407735"/>
            <a:chOff x="4190473" y="4149529"/>
            <a:chExt cx="4588401" cy="1407735"/>
          </a:xfrm>
        </p:grpSpPr>
        <p:sp>
          <p:nvSpPr>
            <p:cNvPr id="655" name="Google Shape;655;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56" name="Google Shape;656;p1"/>
            <p:cNvPicPr preferRelativeResize="0"/>
            <p:nvPr/>
          </p:nvPicPr>
          <p:blipFill rotWithShape="1">
            <a:blip r:embed="rId3">
              <a:alphaModFix/>
            </a:blip>
            <a:srcRect/>
            <a:stretch/>
          </p:blipFill>
          <p:spPr>
            <a:xfrm rot="648185">
              <a:off x="7367470" y="4487461"/>
              <a:ext cx="1333890" cy="953242"/>
            </a:xfrm>
            <a:prstGeom prst="rect">
              <a:avLst/>
            </a:prstGeom>
            <a:noFill/>
            <a:ln>
              <a:noFill/>
            </a:ln>
            <a:effectLst>
              <a:outerShdw blurRad="71438" dist="19050" dir="5400000" algn="bl" rotWithShape="0">
                <a:srgbClr val="000000">
                  <a:alpha val="17650"/>
                </a:srgbClr>
              </a:outerShdw>
            </a:effectLst>
          </p:spPr>
        </p:pic>
        <p:pic>
          <p:nvPicPr>
            <p:cNvPr id="657" name="Google Shape;657;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50"/>
                </a:srgbClr>
              </a:outerShdw>
            </a:effectLst>
          </p:spPr>
        </p:pic>
        <p:pic>
          <p:nvPicPr>
            <p:cNvPr id="658" name="Google Shape;658;p1"/>
            <p:cNvPicPr preferRelativeResize="0"/>
            <p:nvPr/>
          </p:nvPicPr>
          <p:blipFill rotWithShape="1">
            <a:blip r:embed="rId5">
              <a:alphaModFix/>
            </a:blip>
            <a:srcRect l="39" r="39"/>
            <a:stretch/>
          </p:blipFill>
          <p:spPr>
            <a:xfrm rot="-305105">
              <a:off x="5255740" y="4206861"/>
              <a:ext cx="1336092" cy="955590"/>
            </a:xfrm>
            <a:prstGeom prst="rect">
              <a:avLst/>
            </a:prstGeom>
            <a:noFill/>
            <a:ln>
              <a:noFill/>
            </a:ln>
            <a:effectLst>
              <a:outerShdw blurRad="71438" dist="19050" dir="5400000" algn="bl" rotWithShape="0">
                <a:srgbClr val="000000">
                  <a:alpha val="17650"/>
                </a:srgbClr>
              </a:outerShdw>
            </a:effectLst>
          </p:spPr>
        </p:pic>
        <p:pic>
          <p:nvPicPr>
            <p:cNvPr id="659" name="Google Shape;659;p1"/>
            <p:cNvPicPr preferRelativeResize="0"/>
            <p:nvPr/>
          </p:nvPicPr>
          <p:blipFill rotWithShape="1">
            <a:blip r:embed="rId6">
              <a:alphaModFix/>
            </a:blip>
            <a:srcRect/>
            <a:stretch/>
          </p:blipFill>
          <p:spPr>
            <a:xfrm rot="-511404">
              <a:off x="4253749" y="4487468"/>
              <a:ext cx="1333892" cy="953243"/>
            </a:xfrm>
            <a:prstGeom prst="rect">
              <a:avLst/>
            </a:prstGeom>
            <a:noFill/>
            <a:ln>
              <a:noFill/>
            </a:ln>
            <a:effectLst>
              <a:outerShdw blurRad="71438" dist="19050" dir="5400000" algn="bl" rotWithShape="0">
                <a:srgbClr val="000000">
                  <a:alpha val="17650"/>
                </a:srgbClr>
              </a:outerShdw>
            </a:effectLst>
          </p:spPr>
        </p:pic>
      </p:grpSp>
      <p:graphicFrame>
        <p:nvGraphicFramePr>
          <p:cNvPr id="660" name="Google Shape;660;p1"/>
          <p:cNvGraphicFramePr/>
          <p:nvPr/>
        </p:nvGraphicFramePr>
        <p:xfrm>
          <a:off x="4844200" y="1646527"/>
          <a:ext cx="3784875" cy="2032200"/>
        </p:xfrm>
        <a:graphic>
          <a:graphicData uri="http://schemas.openxmlformats.org/drawingml/2006/table">
            <a:tbl>
              <a:tblPr firstRow="1" bandRow="1">
                <a:noFill/>
                <a:tableStyleId>{15C63106-8C7B-4B53-B7AA-7B9D1756A816}</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spcBef>
                <a:spcPts val="0"/>
              </a:spcBef>
              <a:spcAft>
                <a:spcPts val="0"/>
              </a:spcAft>
              <a:buSzPts val="1600"/>
              <a:buChar char="•"/>
            </a:pPr>
            <a:r>
              <a:rPr lang="en-US"/>
              <a:t>Learn and practise Common Exception Words and review sound families learned.</a:t>
            </a:r>
            <a:endParaRPr/>
          </a:p>
        </p:txBody>
      </p:sp>
      <p:sp>
        <p:nvSpPr>
          <p:cNvPr id="667" name="Google Shape;667;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8" name="Google Shape;66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69" name="Google Shape;669;g2bee4f4af4b_0_204"/>
          <p:cNvSpPr txBox="1"/>
          <p:nvPr/>
        </p:nvSpPr>
        <p:spPr>
          <a:xfrm>
            <a:off x="4942416" y="5566003"/>
            <a:ext cx="813600" cy="246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pic>
        <p:nvPicPr>
          <p:cNvPr id="670" name="Google Shape;670;g2bee4f4af4b_0_204"/>
          <p:cNvPicPr preferRelativeResize="0"/>
          <p:nvPr/>
        </p:nvPicPr>
        <p:blipFill rotWithShape="1">
          <a:blip r:embed="rId3">
            <a:alphaModFix/>
          </a:blip>
          <a:srcRect/>
          <a:stretch/>
        </p:blipFill>
        <p:spPr>
          <a:xfrm>
            <a:off x="4883229" y="4326104"/>
            <a:ext cx="931974" cy="665200"/>
          </a:xfrm>
          <a:prstGeom prst="rect">
            <a:avLst/>
          </a:prstGeom>
          <a:noFill/>
          <a:ln>
            <a:noFill/>
          </a:ln>
          <a:effectLst>
            <a:outerShdw blurRad="71438" dist="19050" dir="5220000" algn="bl" rotWithShape="0">
              <a:srgbClr val="D8D8D8"/>
            </a:outerShdw>
          </a:effectLst>
        </p:spPr>
      </p:pic>
      <p:sp>
        <p:nvSpPr>
          <p:cNvPr id="671" name="Google Shape;671;g2bee4f4af4b_0_204"/>
          <p:cNvSpPr txBox="1"/>
          <p:nvPr/>
        </p:nvSpPr>
        <p:spPr>
          <a:xfrm>
            <a:off x="3647016" y="5566003"/>
            <a:ext cx="813600" cy="246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pic>
        <p:nvPicPr>
          <p:cNvPr id="672" name="Google Shape;672;g2bee4f4af4b_0_204"/>
          <p:cNvPicPr preferRelativeResize="0"/>
          <p:nvPr/>
        </p:nvPicPr>
        <p:blipFill rotWithShape="1">
          <a:blip r:embed="rId4">
            <a:alphaModFix/>
          </a:blip>
          <a:srcRect/>
          <a:stretch/>
        </p:blipFill>
        <p:spPr>
          <a:xfrm>
            <a:off x="3587829" y="4326104"/>
            <a:ext cx="931974" cy="665200"/>
          </a:xfrm>
          <a:prstGeom prst="rect">
            <a:avLst/>
          </a:prstGeom>
          <a:noFill/>
          <a:ln>
            <a:noFill/>
          </a:ln>
          <a:effectLst>
            <a:outerShdw blurRad="71438" dist="19050" dir="5220000" algn="bl" rotWithShape="0">
              <a:srgbClr val="D8D8D8"/>
            </a:outerShdw>
          </a:effectLst>
        </p:spPr>
      </p:pic>
      <p:sp>
        <p:nvSpPr>
          <p:cNvPr id="673" name="Google Shape;673;g2bee4f4af4b_0_204"/>
          <p:cNvSpPr txBox="1"/>
          <p:nvPr/>
        </p:nvSpPr>
        <p:spPr>
          <a:xfrm>
            <a:off x="2351591" y="5566003"/>
            <a:ext cx="813600" cy="246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pic>
        <p:nvPicPr>
          <p:cNvPr id="674" name="Google Shape;674;g2bee4f4af4b_0_204"/>
          <p:cNvPicPr preferRelativeResize="0"/>
          <p:nvPr/>
        </p:nvPicPr>
        <p:blipFill rotWithShape="1">
          <a:blip r:embed="rId5">
            <a:alphaModFix/>
          </a:blip>
          <a:srcRect t="89" b="79"/>
          <a:stretch/>
        </p:blipFill>
        <p:spPr>
          <a:xfrm>
            <a:off x="2292429" y="4326104"/>
            <a:ext cx="931974" cy="665199"/>
          </a:xfrm>
          <a:prstGeom prst="rect">
            <a:avLst/>
          </a:prstGeom>
          <a:noFill/>
          <a:ln>
            <a:noFill/>
          </a:ln>
          <a:effectLst>
            <a:outerShdw blurRad="71438" dist="19050" dir="5220000" algn="bl" rotWithShape="0">
              <a:srgbClr val="D8D8D8"/>
            </a:outerShdw>
          </a:effectLst>
        </p:spPr>
      </p:pic>
      <p:sp>
        <p:nvSpPr>
          <p:cNvPr id="675" name="Google Shape;675;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6" name="Google Shape;676;g2bee4f4af4b_0_204"/>
          <p:cNvSpPr txBox="1"/>
          <p:nvPr/>
        </p:nvSpPr>
        <p:spPr>
          <a:xfrm>
            <a:off x="781726" y="5217175"/>
            <a:ext cx="1362600" cy="369300"/>
          </a:xfrm>
          <a:prstGeom prst="rect">
            <a:avLst/>
          </a:prstGeom>
          <a:noFill/>
          <a:ln>
            <a:noFill/>
          </a:ln>
        </p:spPr>
        <p:txBody>
          <a:bodyPr spcFirstLastPara="1" wrap="square" lIns="0" tIns="45700" rIns="0"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Phase 2</a:t>
            </a:r>
            <a:endParaRPr sz="1400" b="0" i="0" u="none" strike="noStrike" cap="none">
              <a:solidFill>
                <a:srgbClr val="000000"/>
              </a:solidFill>
              <a:latin typeface="Poppins Medium"/>
              <a:ea typeface="Poppins Medium"/>
              <a:cs typeface="Poppins Medium"/>
              <a:sym typeface="Poppins Medium"/>
            </a:endParaRPr>
          </a:p>
        </p:txBody>
      </p:sp>
      <p:pic>
        <p:nvPicPr>
          <p:cNvPr id="677" name="Google Shape;677;g2bee4f4af4b_0_204"/>
          <p:cNvPicPr preferRelativeResize="0"/>
          <p:nvPr/>
        </p:nvPicPr>
        <p:blipFill rotWithShape="1">
          <a:blip r:embed="rId6">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678" name="Google Shape;678;g2bee4f4af4b_0_204"/>
          <p:cNvSpPr txBox="1"/>
          <p:nvPr/>
        </p:nvSpPr>
        <p:spPr>
          <a:xfrm>
            <a:off x="6237816" y="5566003"/>
            <a:ext cx="813600" cy="2463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pic>
        <p:nvPicPr>
          <p:cNvPr id="679" name="Google Shape;679;g2bee4f4af4b_0_204"/>
          <p:cNvPicPr preferRelativeResize="0"/>
          <p:nvPr/>
        </p:nvPicPr>
        <p:blipFill rotWithShape="1">
          <a:blip r:embed="rId7">
            <a:alphaModFix/>
          </a:blip>
          <a:srcRect t="59" b="59"/>
          <a:stretch/>
        </p:blipFill>
        <p:spPr>
          <a:xfrm>
            <a:off x="6178629" y="4326104"/>
            <a:ext cx="931973" cy="665200"/>
          </a:xfrm>
          <a:prstGeom prst="rect">
            <a:avLst/>
          </a:prstGeom>
          <a:noFill/>
          <a:ln>
            <a:noFill/>
          </a:ln>
          <a:effectLst>
            <a:outerShdw blurRad="71438" dist="19050" dir="5220000" algn="bl" rotWithShape="0">
              <a:srgbClr val="D8D8D8"/>
            </a:outerShdw>
          </a:effectLst>
        </p:spPr>
      </p:pic>
      <p:sp>
        <p:nvSpPr>
          <p:cNvPr id="680" name="Google Shape;680;g2bee4f4af4b_0_204"/>
          <p:cNvSpPr txBox="1"/>
          <p:nvPr/>
        </p:nvSpPr>
        <p:spPr>
          <a:xfrm>
            <a:off x="2077126" y="5217175"/>
            <a:ext cx="1362600" cy="369300"/>
          </a:xfrm>
          <a:prstGeom prst="rect">
            <a:avLst/>
          </a:prstGeom>
          <a:noFill/>
          <a:ln>
            <a:noFill/>
          </a:ln>
        </p:spPr>
        <p:txBody>
          <a:bodyPr spcFirstLastPara="1" wrap="square" lIns="0" tIns="45700" rIns="0"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Phase </a:t>
            </a:r>
            <a:r>
              <a:rPr lang="en-US" sz="900">
                <a:solidFill>
                  <a:srgbClr val="757070"/>
                </a:solidFill>
                <a:latin typeface="Poppins Medium"/>
                <a:ea typeface="Poppins Medium"/>
                <a:cs typeface="Poppins Medium"/>
                <a:sym typeface="Poppins Medium"/>
              </a:rPr>
              <a:t>3</a:t>
            </a:r>
            <a:endParaRPr sz="1400" b="0" i="0" u="none" strike="noStrike" cap="none">
              <a:solidFill>
                <a:srgbClr val="000000"/>
              </a:solidFill>
              <a:latin typeface="Poppins Medium"/>
              <a:ea typeface="Poppins Medium"/>
              <a:cs typeface="Poppins Medium"/>
              <a:sym typeface="Poppins Medium"/>
            </a:endParaRPr>
          </a:p>
        </p:txBody>
      </p:sp>
      <p:sp>
        <p:nvSpPr>
          <p:cNvPr id="681" name="Google Shape;681;g2bee4f4af4b_0_204"/>
          <p:cNvSpPr txBox="1"/>
          <p:nvPr/>
        </p:nvSpPr>
        <p:spPr>
          <a:xfrm>
            <a:off x="3319276" y="5217175"/>
            <a:ext cx="1469100" cy="369300"/>
          </a:xfrm>
          <a:prstGeom prst="rect">
            <a:avLst/>
          </a:prstGeom>
          <a:noFill/>
          <a:ln>
            <a:noFill/>
          </a:ln>
        </p:spPr>
        <p:txBody>
          <a:bodyPr spcFirstLastPara="1" wrap="square" lIns="0" tIns="45700" rIns="0"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Phase </a:t>
            </a:r>
            <a:r>
              <a:rPr lang="en-US" sz="900">
                <a:solidFill>
                  <a:srgbClr val="757070"/>
                </a:solidFill>
                <a:latin typeface="Poppins Medium"/>
                <a:ea typeface="Poppins Medium"/>
                <a:cs typeface="Poppins Medium"/>
                <a:sym typeface="Poppins Medium"/>
              </a:rPr>
              <a:t>4</a:t>
            </a:r>
            <a:endParaRPr sz="1400" b="0" i="0" u="none" strike="noStrike" cap="none">
              <a:solidFill>
                <a:srgbClr val="000000"/>
              </a:solidFill>
              <a:latin typeface="Poppins Medium"/>
              <a:ea typeface="Poppins Medium"/>
              <a:cs typeface="Poppins Medium"/>
              <a:sym typeface="Poppins Medium"/>
            </a:endParaRPr>
          </a:p>
        </p:txBody>
      </p:sp>
      <p:sp>
        <p:nvSpPr>
          <p:cNvPr id="682" name="Google Shape;682;g2bee4f4af4b_0_204"/>
          <p:cNvSpPr txBox="1"/>
          <p:nvPr/>
        </p:nvSpPr>
        <p:spPr>
          <a:xfrm>
            <a:off x="4667914" y="5217175"/>
            <a:ext cx="1362600" cy="369300"/>
          </a:xfrm>
          <a:prstGeom prst="rect">
            <a:avLst/>
          </a:prstGeom>
          <a:noFill/>
          <a:ln>
            <a:noFill/>
          </a:ln>
        </p:spPr>
        <p:txBody>
          <a:bodyPr spcFirstLastPara="1" wrap="square" lIns="0" tIns="45700" rIns="0"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Phase </a:t>
            </a:r>
            <a:r>
              <a:rPr lang="en-US" sz="900">
                <a:solidFill>
                  <a:srgbClr val="757070"/>
                </a:solidFill>
                <a:latin typeface="Poppins Medium"/>
                <a:ea typeface="Poppins Medium"/>
                <a:cs typeface="Poppins Medium"/>
                <a:sym typeface="Poppins Medium"/>
              </a:rPr>
              <a:t>5</a:t>
            </a:r>
            <a:endParaRPr sz="1400" b="0" i="0" u="none" strike="noStrike" cap="none">
              <a:solidFill>
                <a:srgbClr val="000000"/>
              </a:solidFill>
              <a:latin typeface="Poppins Medium"/>
              <a:ea typeface="Poppins Medium"/>
              <a:cs typeface="Poppins Medium"/>
              <a:sym typeface="Poppins Medium"/>
            </a:endParaRPr>
          </a:p>
        </p:txBody>
      </p:sp>
      <p:sp>
        <p:nvSpPr>
          <p:cNvPr id="683" name="Google Shape;683;g2bee4f4af4b_0_204"/>
          <p:cNvSpPr txBox="1"/>
          <p:nvPr/>
        </p:nvSpPr>
        <p:spPr>
          <a:xfrm>
            <a:off x="6030489" y="5217175"/>
            <a:ext cx="1362600" cy="369300"/>
          </a:xfrm>
          <a:prstGeom prst="rect">
            <a:avLst/>
          </a:prstGeom>
          <a:noFill/>
          <a:ln>
            <a:noFill/>
          </a:ln>
        </p:spPr>
        <p:txBody>
          <a:bodyPr spcFirstLastPara="1" wrap="square" lIns="0" tIns="45700" rIns="0" bIns="45700" anchor="t" anchorCtr="0">
            <a:spAutoFit/>
          </a:bodyPr>
          <a:lstStyle/>
          <a:p>
            <a:pPr marL="0" lvl="0" indent="0" algn="ctr" rtl="0">
              <a:spcBef>
                <a:spcPts val="0"/>
              </a:spcBef>
              <a:spcAft>
                <a:spcPts val="0"/>
              </a:spcAft>
              <a:buClr>
                <a:schemeClr val="dk1"/>
              </a:buClr>
              <a:buSzPts val="1100"/>
              <a:buFont typeface="Arial"/>
              <a:buNone/>
            </a:pPr>
            <a:r>
              <a:rPr lang="en-US" sz="900">
                <a:solidFill>
                  <a:srgbClr val="757070"/>
                </a:solidFill>
                <a:latin typeface="Poppins Medium"/>
                <a:ea typeface="Poppins Medium"/>
                <a:cs typeface="Poppins Medium"/>
                <a:sym typeface="Poppins Medium"/>
              </a:rPr>
              <a:t>Common Exception Word Cards</a:t>
            </a:r>
            <a:r>
              <a:rPr lang="en-US" sz="900" b="0" i="0" u="none" strike="noStrike" cap="none">
                <a:solidFill>
                  <a:srgbClr val="757070"/>
                </a:solidFill>
                <a:latin typeface="Poppins Medium"/>
                <a:ea typeface="Poppins Medium"/>
                <a:cs typeface="Poppins Medium"/>
                <a:sym typeface="Poppins Medium"/>
              </a:rPr>
              <a:t> Phase </a:t>
            </a:r>
            <a:r>
              <a:rPr lang="en-US" sz="900">
                <a:solidFill>
                  <a:srgbClr val="757070"/>
                </a:solidFill>
                <a:latin typeface="Poppins Medium"/>
                <a:ea typeface="Poppins Medium"/>
                <a:cs typeface="Poppins Medium"/>
                <a:sym typeface="Poppins Medium"/>
              </a:rPr>
              <a:t>5.5</a:t>
            </a:r>
            <a:endParaRPr sz="1400" b="0" i="0" u="none" strike="noStrike" cap="none">
              <a:solidFill>
                <a:srgbClr val="000000"/>
              </a:solidFill>
              <a:latin typeface="Poppins Medium"/>
              <a:ea typeface="Poppins Medium"/>
              <a:cs typeface="Poppins Medium"/>
              <a:sym typeface="Poppins Medium"/>
            </a:endParaRPr>
          </a:p>
        </p:txBody>
      </p:sp>
      <p:sp>
        <p:nvSpPr>
          <p:cNvPr id="684" name="Google Shape;684;g2bee4f4af4b_0_204">
            <a:hlinkClick r:id="rId8" action="ppaction://hlinksldjump"/>
          </p:cNvPr>
          <p:cNvSpPr/>
          <p:nvPr/>
        </p:nvSpPr>
        <p:spPr>
          <a:xfrm>
            <a:off x="3489465" y="37387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5" name="Google Shape;685;g2bee4f4af4b_0_204">
            <a:hlinkClick r:id="rId9" action="ppaction://hlinksldjump"/>
          </p:cNvPr>
          <p:cNvSpPr/>
          <p:nvPr/>
        </p:nvSpPr>
        <p:spPr>
          <a:xfrm>
            <a:off x="4735100" y="363289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6" name="Google Shape;686;g2bee4f4af4b_0_204">
            <a:hlinkClick r:id="rId10" action="ppaction://hlinksldjump"/>
          </p:cNvPr>
          <p:cNvSpPr/>
          <p:nvPr/>
        </p:nvSpPr>
        <p:spPr>
          <a:xfrm>
            <a:off x="2144300" y="37387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bee4f4af4b_0_204">
            <a:hlinkClick r:id="rId11" action="ppaction://hlinksldjump"/>
          </p:cNvPr>
          <p:cNvSpPr/>
          <p:nvPr/>
        </p:nvSpPr>
        <p:spPr>
          <a:xfrm>
            <a:off x="882500" y="374828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bee4f4af4b_0_204">
            <a:hlinkClick r:id="rId12" action="ppaction://hlinksldjump"/>
          </p:cNvPr>
          <p:cNvSpPr/>
          <p:nvPr/>
        </p:nvSpPr>
        <p:spPr>
          <a:xfrm>
            <a:off x="6128504" y="368275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95" name="Google Shape;695;g26b641b03cd_0_165"/>
          <p:cNvGrpSpPr/>
          <p:nvPr/>
        </p:nvGrpSpPr>
        <p:grpSpPr>
          <a:xfrm>
            <a:off x="930400" y="2053244"/>
            <a:ext cx="7283200" cy="3724851"/>
            <a:chOff x="930400" y="2129444"/>
            <a:chExt cx="7283200" cy="3724851"/>
          </a:xfrm>
        </p:grpSpPr>
        <p:pic>
          <p:nvPicPr>
            <p:cNvPr id="696" name="Google Shape;69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708" name="Google Shape;70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709" name="Google Shape;70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10" name="Google Shape;71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11" name="Google Shape;711;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12" name="Google Shape;71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13" name="Google Shape;713;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14" name="Google Shape;714;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15" name="Google Shape;715;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16" name="Google Shape;71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17" name="Google Shape;71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18" name="Google Shape;718;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25" name="Google Shape;725;g26b7edf6e71_0_26"/>
          <p:cNvGrpSpPr/>
          <p:nvPr/>
        </p:nvGrpSpPr>
        <p:grpSpPr>
          <a:xfrm>
            <a:off x="930400" y="2053250"/>
            <a:ext cx="7283201" cy="2971674"/>
            <a:chOff x="930400" y="2129450"/>
            <a:chExt cx="7283201" cy="2971674"/>
          </a:xfrm>
        </p:grpSpPr>
        <p:pic>
          <p:nvPicPr>
            <p:cNvPr id="726" name="Google Shape;72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27" name="Google Shape;727;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32" name="Google Shape;73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33" name="Google Shape;733;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34" name="Google Shape;73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35" name="Google Shape;735;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36" name="Google Shape;73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37" name="Google Shape;73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8" name="Google Shape;738;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9" name="Google Shape;73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40" name="Google Shape;740;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41" name="Google Shape;74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42" name="Google Shape;74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4" name="Google Shape;74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45" name="Google Shape;745;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46" name="Google Shape;746;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47" name="Google Shape;74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48" name="Google Shape;74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49" name="Google Shape;74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50" name="Google Shape;75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51" name="Google Shape;75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52" name="Google Shape;752;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53" name="Google Shape;753;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54" name="Google Shape;75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1" name="Google Shape;761;g2c298da1f27_0_417"/>
          <p:cNvGrpSpPr/>
          <p:nvPr/>
        </p:nvGrpSpPr>
        <p:grpSpPr>
          <a:xfrm>
            <a:off x="930400" y="2053250"/>
            <a:ext cx="7283201" cy="2971674"/>
            <a:chOff x="930400" y="2053250"/>
            <a:chExt cx="7283201" cy="2971674"/>
          </a:xfrm>
        </p:grpSpPr>
        <p:pic>
          <p:nvPicPr>
            <p:cNvPr id="762" name="Google Shape;76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64" name="Google Shape;764;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65" name="Google Shape;76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66" name="Google Shape;76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5" name="Google Shape;775;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76" name="Google Shape;776;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7" name="Google Shape;777;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78" name="Google Shape;77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79" name="Google Shape;779;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0" name="Google Shape;78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81" name="Google Shape;781;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82" name="Google Shape;78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83" name="Google Shape;783;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4" name="Google Shape;784;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85" name="Google Shape;785;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88" name="Google Shape;788;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92" name="Google Shape;792;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93" name="Google Shape;79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94" name="Google Shape;794;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5" name="Google Shape;795;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96" name="Google Shape;796;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97" name="Google Shape;79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8" name="Google Shape;79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99" name="Google Shape;79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800" name="Google Shape;800;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801" name="Google Shape;80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802" name="Google Shape;802;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9" name="Google Shape;809;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509"/>
              </a:srgbClr>
            </a:outerShdw>
          </a:effectLst>
        </p:spPr>
      </p:pic>
      <p:pic>
        <p:nvPicPr>
          <p:cNvPr id="810" name="Google Shape;810;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509"/>
              </a:srgbClr>
            </a:outerShdw>
          </a:effectLst>
        </p:spPr>
      </p:pic>
      <p:pic>
        <p:nvPicPr>
          <p:cNvPr id="811" name="Google Shape;811;g2cdbdd49f8e_0_0"/>
          <p:cNvPicPr preferRelativeResize="0"/>
          <p:nvPr/>
        </p:nvPicPr>
        <p:blipFill rotWithShape="1">
          <a:blip r:embed="rId5">
            <a:alphaModFix/>
          </a:blip>
          <a:srcRect l="19" r="28"/>
          <a:stretch/>
        </p:blipFill>
        <p:spPr>
          <a:xfrm>
            <a:off x="5137051" y="2901638"/>
            <a:ext cx="545045" cy="771492"/>
          </a:xfrm>
          <a:prstGeom prst="rect">
            <a:avLst/>
          </a:prstGeom>
          <a:noFill/>
          <a:ln>
            <a:noFill/>
          </a:ln>
          <a:effectLst>
            <a:outerShdw blurRad="71438" dist="28575" dir="5400000" algn="bl" rotWithShape="0">
              <a:srgbClr val="000000">
                <a:alpha val="14509"/>
              </a:srgbClr>
            </a:outerShdw>
          </a:effectLst>
        </p:spPr>
      </p:pic>
      <p:pic>
        <p:nvPicPr>
          <p:cNvPr id="812" name="Google Shape;812;g2cdbdd49f8e_0_0"/>
          <p:cNvPicPr preferRelativeResize="0"/>
          <p:nvPr/>
        </p:nvPicPr>
        <p:blipFill rotWithShape="1">
          <a:blip r:embed="rId6">
            <a:alphaModFix/>
          </a:blip>
          <a:srcRect l="19" r="28"/>
          <a:stretch/>
        </p:blipFill>
        <p:spPr>
          <a:xfrm>
            <a:off x="5748645" y="2901638"/>
            <a:ext cx="545045" cy="771492"/>
          </a:xfrm>
          <a:prstGeom prst="rect">
            <a:avLst/>
          </a:prstGeom>
          <a:noFill/>
          <a:ln>
            <a:noFill/>
          </a:ln>
          <a:effectLst>
            <a:outerShdw blurRad="71438" dist="28575" dir="5400000" algn="bl" rotWithShape="0">
              <a:srgbClr val="000000">
                <a:alpha val="14509"/>
              </a:srgbClr>
            </a:outerShdw>
          </a:effectLst>
        </p:spPr>
      </p:pic>
      <p:pic>
        <p:nvPicPr>
          <p:cNvPr id="813" name="Google Shape;813;g2cdbdd49f8e_0_0"/>
          <p:cNvPicPr preferRelativeResize="0"/>
          <p:nvPr/>
        </p:nvPicPr>
        <p:blipFill rotWithShape="1">
          <a:blip r:embed="rId7">
            <a:alphaModFix/>
          </a:blip>
          <a:srcRect l="19" r="28"/>
          <a:stretch/>
        </p:blipFill>
        <p:spPr>
          <a:xfrm>
            <a:off x="6360241" y="2901638"/>
            <a:ext cx="545045" cy="771492"/>
          </a:xfrm>
          <a:prstGeom prst="rect">
            <a:avLst/>
          </a:prstGeom>
          <a:noFill/>
          <a:ln>
            <a:noFill/>
          </a:ln>
          <a:effectLst>
            <a:outerShdw blurRad="71438" dist="28575" dir="5400000" algn="bl" rotWithShape="0">
              <a:srgbClr val="000000">
                <a:alpha val="14509"/>
              </a:srgbClr>
            </a:outerShdw>
          </a:effectLst>
        </p:spPr>
      </p:pic>
      <p:pic>
        <p:nvPicPr>
          <p:cNvPr id="814" name="Google Shape;814;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509"/>
              </a:srgbClr>
            </a:outerShdw>
          </a:effectLst>
        </p:spPr>
      </p:pic>
      <p:pic>
        <p:nvPicPr>
          <p:cNvPr id="815" name="Google Shape;815;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509"/>
              </a:srgbClr>
            </a:outerShdw>
          </a:effectLst>
        </p:spPr>
      </p:pic>
      <p:pic>
        <p:nvPicPr>
          <p:cNvPr id="816" name="Google Shape;816;g2cdbdd49f8e_0_0"/>
          <p:cNvPicPr preferRelativeResize="0"/>
          <p:nvPr/>
        </p:nvPicPr>
        <p:blipFill rotWithShape="1">
          <a:blip r:embed="rId10">
            <a:alphaModFix/>
          </a:blip>
          <a:srcRect l="19" r="28"/>
          <a:stretch/>
        </p:blipFill>
        <p:spPr>
          <a:xfrm>
            <a:off x="856170" y="3750043"/>
            <a:ext cx="545045" cy="771492"/>
          </a:xfrm>
          <a:prstGeom prst="rect">
            <a:avLst/>
          </a:prstGeom>
          <a:noFill/>
          <a:ln>
            <a:noFill/>
          </a:ln>
          <a:effectLst>
            <a:outerShdw blurRad="71438" dist="28575" dir="5400000" algn="bl" rotWithShape="0">
              <a:srgbClr val="000000">
                <a:alpha val="14509"/>
              </a:srgbClr>
            </a:outerShdw>
          </a:effectLst>
        </p:spPr>
      </p:pic>
      <p:pic>
        <p:nvPicPr>
          <p:cNvPr id="817" name="Google Shape;817;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509"/>
              </a:srgbClr>
            </a:outerShdw>
          </a:effectLst>
        </p:spPr>
      </p:pic>
      <p:pic>
        <p:nvPicPr>
          <p:cNvPr id="818" name="Google Shape;818;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509"/>
              </a:srgbClr>
            </a:outerShdw>
          </a:effectLst>
        </p:spPr>
      </p:pic>
      <p:pic>
        <p:nvPicPr>
          <p:cNvPr id="819" name="Google Shape;819;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509"/>
              </a:srgbClr>
            </a:outerShdw>
          </a:effectLst>
        </p:spPr>
      </p:pic>
      <p:pic>
        <p:nvPicPr>
          <p:cNvPr id="820" name="Google Shape;820;g2cdbdd49f8e_0_0"/>
          <p:cNvPicPr preferRelativeResize="0"/>
          <p:nvPr/>
        </p:nvPicPr>
        <p:blipFill rotWithShape="1">
          <a:blip r:embed="rId14">
            <a:alphaModFix/>
          </a:blip>
          <a:srcRect l="19" r="28"/>
          <a:stretch/>
        </p:blipFill>
        <p:spPr>
          <a:xfrm>
            <a:off x="3302538" y="3750028"/>
            <a:ext cx="545045" cy="771492"/>
          </a:xfrm>
          <a:prstGeom prst="rect">
            <a:avLst/>
          </a:prstGeom>
          <a:noFill/>
          <a:ln>
            <a:noFill/>
          </a:ln>
          <a:effectLst>
            <a:outerShdw blurRad="71438" dist="28575" dir="5400000" algn="bl" rotWithShape="0">
              <a:srgbClr val="000000">
                <a:alpha val="14509"/>
              </a:srgbClr>
            </a:outerShdw>
          </a:effectLst>
        </p:spPr>
      </p:pic>
      <p:pic>
        <p:nvPicPr>
          <p:cNvPr id="821" name="Google Shape;821;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509"/>
              </a:srgbClr>
            </a:outerShdw>
          </a:effectLst>
        </p:spPr>
      </p:pic>
      <p:pic>
        <p:nvPicPr>
          <p:cNvPr id="822" name="Google Shape;822;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509"/>
              </a:srgbClr>
            </a:outerShdw>
          </a:effectLst>
        </p:spPr>
      </p:pic>
      <p:pic>
        <p:nvPicPr>
          <p:cNvPr id="823" name="Google Shape;823;g2cdbdd49f8e_0_0"/>
          <p:cNvPicPr preferRelativeResize="0"/>
          <p:nvPr/>
        </p:nvPicPr>
        <p:blipFill rotWithShape="1">
          <a:blip r:embed="rId17">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509"/>
              </a:srgbClr>
            </a:outerShdw>
          </a:effectLst>
        </p:spPr>
      </p:pic>
      <p:pic>
        <p:nvPicPr>
          <p:cNvPr id="824" name="Google Shape;824;g2cdbdd49f8e_0_0"/>
          <p:cNvPicPr preferRelativeResize="0"/>
          <p:nvPr/>
        </p:nvPicPr>
        <p:blipFill rotWithShape="1">
          <a:blip r:embed="rId18">
            <a:alphaModFix/>
          </a:blip>
          <a:srcRect/>
          <a:stretch/>
        </p:blipFill>
        <p:spPr>
          <a:xfrm>
            <a:off x="2690687" y="2901638"/>
            <a:ext cx="545045" cy="771487"/>
          </a:xfrm>
          <a:prstGeom prst="rect">
            <a:avLst/>
          </a:prstGeom>
          <a:noFill/>
          <a:ln>
            <a:noFill/>
          </a:ln>
          <a:effectLst>
            <a:outerShdw blurRad="71438" dist="28575" dir="5400000" algn="bl" rotWithShape="0">
              <a:srgbClr val="000000">
                <a:alpha val="14901"/>
              </a:srgbClr>
            </a:outerShdw>
          </a:effectLst>
        </p:spPr>
      </p:pic>
      <p:pic>
        <p:nvPicPr>
          <p:cNvPr id="825" name="Google Shape;825;g2cdbdd49f8e_0_0"/>
          <p:cNvPicPr preferRelativeResize="0"/>
          <p:nvPr/>
        </p:nvPicPr>
        <p:blipFill rotWithShape="1">
          <a:blip r:embed="rId19">
            <a:alphaModFix/>
          </a:blip>
          <a:srcRect/>
          <a:stretch/>
        </p:blipFill>
        <p:spPr>
          <a:xfrm>
            <a:off x="2079093" y="2901638"/>
            <a:ext cx="545045" cy="771487"/>
          </a:xfrm>
          <a:prstGeom prst="rect">
            <a:avLst/>
          </a:prstGeom>
          <a:noFill/>
          <a:ln>
            <a:noFill/>
          </a:ln>
          <a:effectLst>
            <a:outerShdw blurRad="71438" dist="28575" dir="5400000" algn="bl" rotWithShape="0">
              <a:srgbClr val="000000">
                <a:alpha val="14901"/>
              </a:srgbClr>
            </a:outerShdw>
          </a:effectLst>
        </p:spPr>
      </p:pic>
      <p:pic>
        <p:nvPicPr>
          <p:cNvPr id="826" name="Google Shape;826;g2cdbdd49f8e_0_0"/>
          <p:cNvPicPr preferRelativeResize="0"/>
          <p:nvPr/>
        </p:nvPicPr>
        <p:blipFill rotWithShape="1">
          <a:blip r:embed="rId20">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4901"/>
              </a:srgbClr>
            </a:outerShdw>
          </a:effectLst>
        </p:spPr>
      </p:pic>
      <p:pic>
        <p:nvPicPr>
          <p:cNvPr id="827" name="Google Shape;827;g2cdbdd49f8e_0_0"/>
          <p:cNvPicPr preferRelativeResize="0"/>
          <p:nvPr/>
        </p:nvPicPr>
        <p:blipFill rotWithShape="1">
          <a:blip r:embed="rId21">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4901"/>
              </a:srgbClr>
            </a:outerShdw>
          </a:effectLst>
        </p:spPr>
      </p:pic>
      <p:pic>
        <p:nvPicPr>
          <p:cNvPr id="828" name="Google Shape;828;g2cdbdd49f8e_0_0"/>
          <p:cNvPicPr preferRelativeResize="0"/>
          <p:nvPr/>
        </p:nvPicPr>
        <p:blipFill rotWithShape="1">
          <a:blip r:embed="rId22">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4901"/>
              </a:srgbClr>
            </a:outerShdw>
          </a:effectLst>
        </p:spPr>
      </p:pic>
      <p:pic>
        <p:nvPicPr>
          <p:cNvPr id="829" name="Google Shape;829;g2cdbdd49f8e_0_0"/>
          <p:cNvPicPr preferRelativeResize="0"/>
          <p:nvPr/>
        </p:nvPicPr>
        <p:blipFill rotWithShape="1">
          <a:blip r:embed="rId23">
            <a:alphaModFix/>
          </a:blip>
          <a:srcRect l="19" r="28"/>
          <a:stretch/>
        </p:blipFill>
        <p:spPr>
          <a:xfrm>
            <a:off x="1467501" y="2053250"/>
            <a:ext cx="545045" cy="771492"/>
          </a:xfrm>
          <a:prstGeom prst="rect">
            <a:avLst/>
          </a:prstGeom>
          <a:noFill/>
          <a:ln>
            <a:noFill/>
          </a:ln>
          <a:effectLst>
            <a:outerShdw blurRad="71438" dist="28575" dir="5400000" algn="bl" rotWithShape="0">
              <a:srgbClr val="000000">
                <a:alpha val="14901"/>
              </a:srgbClr>
            </a:outerShdw>
          </a:effectLst>
        </p:spPr>
      </p:pic>
      <p:pic>
        <p:nvPicPr>
          <p:cNvPr id="830" name="Google Shape;830;g2cdbdd49f8e_0_0"/>
          <p:cNvPicPr preferRelativeResize="0"/>
          <p:nvPr/>
        </p:nvPicPr>
        <p:blipFill rotWithShape="1">
          <a:blip r:embed="rId24">
            <a:alphaModFix/>
          </a:blip>
          <a:srcRect l="19" r="28"/>
          <a:stretch/>
        </p:blipFill>
        <p:spPr>
          <a:xfrm>
            <a:off x="2079096" y="2053250"/>
            <a:ext cx="545045" cy="771492"/>
          </a:xfrm>
          <a:prstGeom prst="rect">
            <a:avLst/>
          </a:prstGeom>
          <a:noFill/>
          <a:ln>
            <a:noFill/>
          </a:ln>
          <a:effectLst>
            <a:outerShdw blurRad="71438" dist="28575" dir="5400000" algn="bl" rotWithShape="0">
              <a:srgbClr val="000000">
                <a:alpha val="14901"/>
              </a:srgbClr>
            </a:outerShdw>
          </a:effectLst>
        </p:spPr>
      </p:pic>
      <p:pic>
        <p:nvPicPr>
          <p:cNvPr id="831" name="Google Shape;831;g2cdbdd49f8e_0_0"/>
          <p:cNvPicPr preferRelativeResize="0"/>
          <p:nvPr/>
        </p:nvPicPr>
        <p:blipFill rotWithShape="1">
          <a:blip r:embed="rId25">
            <a:alphaModFix/>
          </a:blip>
          <a:srcRect l="19" r="28"/>
          <a:stretch/>
        </p:blipFill>
        <p:spPr>
          <a:xfrm>
            <a:off x="3302281" y="2053250"/>
            <a:ext cx="545045" cy="771492"/>
          </a:xfrm>
          <a:prstGeom prst="rect">
            <a:avLst/>
          </a:prstGeom>
          <a:noFill/>
          <a:ln>
            <a:noFill/>
          </a:ln>
          <a:effectLst>
            <a:outerShdw blurRad="71438" dist="28575" dir="5400000" algn="bl" rotWithShape="0">
              <a:srgbClr val="000000">
                <a:alpha val="14901"/>
              </a:srgbClr>
            </a:outerShdw>
          </a:effectLst>
        </p:spPr>
      </p:pic>
      <p:pic>
        <p:nvPicPr>
          <p:cNvPr id="832" name="Google Shape;832;g2cdbdd49f8e_0_0"/>
          <p:cNvPicPr preferRelativeResize="0"/>
          <p:nvPr/>
        </p:nvPicPr>
        <p:blipFill rotWithShape="1">
          <a:blip r:embed="rId26">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4901"/>
              </a:srgbClr>
            </a:outerShdw>
          </a:effectLst>
        </p:spPr>
      </p:pic>
      <p:pic>
        <p:nvPicPr>
          <p:cNvPr id="833" name="Google Shape;833;g2cdbdd49f8e_0_0"/>
          <p:cNvPicPr preferRelativeResize="0"/>
          <p:nvPr/>
        </p:nvPicPr>
        <p:blipFill rotWithShape="1">
          <a:blip r:embed="rId27">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4901"/>
              </a:srgbClr>
            </a:outerShdw>
          </a:effectLst>
        </p:spPr>
      </p:pic>
      <p:pic>
        <p:nvPicPr>
          <p:cNvPr id="834" name="Google Shape;834;g2cdbdd49f8e_0_0"/>
          <p:cNvPicPr preferRelativeResize="0"/>
          <p:nvPr/>
        </p:nvPicPr>
        <p:blipFill rotWithShape="1">
          <a:blip r:embed="rId28">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4901"/>
              </a:srgbClr>
            </a:outerShdw>
          </a:effectLst>
        </p:spPr>
      </p:pic>
      <p:pic>
        <p:nvPicPr>
          <p:cNvPr id="835" name="Google Shape;835;g2cdbdd49f8e_0_0"/>
          <p:cNvPicPr preferRelativeResize="0"/>
          <p:nvPr/>
        </p:nvPicPr>
        <p:blipFill rotWithShape="1">
          <a:blip r:embed="rId29">
            <a:alphaModFix/>
          </a:blip>
          <a:srcRect l="19" r="28"/>
          <a:stretch/>
        </p:blipFill>
        <p:spPr>
          <a:xfrm>
            <a:off x="5748652" y="2053250"/>
            <a:ext cx="545045" cy="771492"/>
          </a:xfrm>
          <a:prstGeom prst="rect">
            <a:avLst/>
          </a:prstGeom>
          <a:noFill/>
          <a:ln>
            <a:noFill/>
          </a:ln>
          <a:effectLst>
            <a:outerShdw blurRad="71438" dist="28575" dir="5400000" algn="bl" rotWithShape="0">
              <a:srgbClr val="000000">
                <a:alpha val="14901"/>
              </a:srgbClr>
            </a:outerShdw>
          </a:effectLst>
        </p:spPr>
      </p:pic>
      <p:pic>
        <p:nvPicPr>
          <p:cNvPr id="836" name="Google Shape;836;g2cdbdd49f8e_0_0"/>
          <p:cNvPicPr preferRelativeResize="0"/>
          <p:nvPr/>
        </p:nvPicPr>
        <p:blipFill rotWithShape="1">
          <a:blip r:embed="rId30">
            <a:alphaModFix/>
          </a:blip>
          <a:srcRect/>
          <a:stretch/>
        </p:blipFill>
        <p:spPr>
          <a:xfrm>
            <a:off x="6360240" y="2053250"/>
            <a:ext cx="545045" cy="771487"/>
          </a:xfrm>
          <a:prstGeom prst="rect">
            <a:avLst/>
          </a:prstGeom>
          <a:noFill/>
          <a:ln>
            <a:noFill/>
          </a:ln>
          <a:effectLst>
            <a:outerShdw blurRad="71438" dist="28575" dir="5400000" algn="bl" rotWithShape="0">
              <a:srgbClr val="000000">
                <a:alpha val="14901"/>
              </a:srgbClr>
            </a:outerShdw>
          </a:effectLst>
        </p:spPr>
      </p:pic>
      <p:pic>
        <p:nvPicPr>
          <p:cNvPr id="837" name="Google Shape;837;g2cdbdd49f8e_0_0"/>
          <p:cNvPicPr preferRelativeResize="0"/>
          <p:nvPr/>
        </p:nvPicPr>
        <p:blipFill rotWithShape="1">
          <a:blip r:embed="rId31">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4901"/>
              </a:srgbClr>
            </a:outerShdw>
          </a:effectLst>
        </p:spPr>
      </p:pic>
      <p:pic>
        <p:nvPicPr>
          <p:cNvPr id="838" name="Google Shape;838;g2cdbdd49f8e_0_0"/>
          <p:cNvPicPr preferRelativeResize="0"/>
          <p:nvPr/>
        </p:nvPicPr>
        <p:blipFill rotWithShape="1">
          <a:blip r:embed="rId32">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4901"/>
              </a:srgbClr>
            </a:outerShdw>
          </a:effectLst>
        </p:spPr>
      </p:pic>
      <p:pic>
        <p:nvPicPr>
          <p:cNvPr id="839" name="Google Shape;839;g2cdbdd49f8e_0_0"/>
          <p:cNvPicPr preferRelativeResize="0"/>
          <p:nvPr/>
        </p:nvPicPr>
        <p:blipFill rotWithShape="1">
          <a:blip r:embed="rId33">
            <a:alphaModFix/>
          </a:blip>
          <a:srcRect/>
          <a:stretch/>
        </p:blipFill>
        <p:spPr>
          <a:xfrm>
            <a:off x="855905" y="2901641"/>
            <a:ext cx="545045" cy="771487"/>
          </a:xfrm>
          <a:prstGeom prst="rect">
            <a:avLst/>
          </a:prstGeom>
          <a:noFill/>
          <a:ln>
            <a:noFill/>
          </a:ln>
          <a:effectLst>
            <a:outerShdw blurRad="71438" dist="28575" dir="5400000" algn="bl" rotWithShape="0">
              <a:srgbClr val="000000">
                <a:alpha val="14901"/>
              </a:srgbClr>
            </a:outerShdw>
          </a:effectLst>
        </p:spPr>
      </p:pic>
      <p:pic>
        <p:nvPicPr>
          <p:cNvPr id="840" name="Google Shape;840;g2cdbdd49f8e_0_0"/>
          <p:cNvPicPr preferRelativeResize="0"/>
          <p:nvPr/>
        </p:nvPicPr>
        <p:blipFill rotWithShape="1">
          <a:blip r:embed="rId34">
            <a:alphaModFix/>
          </a:blip>
          <a:srcRect l="19" r="29"/>
          <a:stretch/>
        </p:blipFill>
        <p:spPr>
          <a:xfrm>
            <a:off x="5137051" y="3750013"/>
            <a:ext cx="545045" cy="771492"/>
          </a:xfrm>
          <a:prstGeom prst="rect">
            <a:avLst/>
          </a:prstGeom>
          <a:noFill/>
          <a:ln>
            <a:noFill/>
          </a:ln>
          <a:effectLst>
            <a:outerShdw blurRad="71438" dist="28575" dir="5400000" algn="bl" rotWithShape="0">
              <a:srgbClr val="000000">
                <a:alpha val="14510"/>
              </a:srgbClr>
            </a:outerShdw>
          </a:effectLst>
        </p:spPr>
      </p:pic>
      <p:pic>
        <p:nvPicPr>
          <p:cNvPr id="841" name="Google Shape;841;g2cdbdd49f8e_0_0"/>
          <p:cNvPicPr preferRelativeResize="0"/>
          <p:nvPr/>
        </p:nvPicPr>
        <p:blipFill rotWithShape="1">
          <a:blip r:embed="rId35">
            <a:alphaModFix/>
          </a:blip>
          <a:srcRect l="79" r="79"/>
          <a:stretch/>
        </p:blipFill>
        <p:spPr>
          <a:xfrm>
            <a:off x="5748645" y="3750013"/>
            <a:ext cx="545045" cy="771492"/>
          </a:xfrm>
          <a:prstGeom prst="rect">
            <a:avLst/>
          </a:prstGeom>
          <a:noFill/>
          <a:ln>
            <a:noFill/>
          </a:ln>
          <a:effectLst>
            <a:outerShdw blurRad="71438" dist="28575" dir="5400000" algn="bl" rotWithShape="0">
              <a:srgbClr val="000000">
                <a:alpha val="1451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grpSp>
        <p:nvGrpSpPr>
          <p:cNvPr id="847" name="Google Shape;847;g26b7edf6e71_0_109"/>
          <p:cNvGrpSpPr/>
          <p:nvPr/>
        </p:nvGrpSpPr>
        <p:grpSpPr>
          <a:xfrm>
            <a:off x="865957" y="2135925"/>
            <a:ext cx="7282807" cy="2686611"/>
            <a:chOff x="867357" y="2129450"/>
            <a:chExt cx="7282807" cy="2686611"/>
          </a:xfrm>
        </p:grpSpPr>
        <p:pic>
          <p:nvPicPr>
            <p:cNvPr id="848" name="Google Shape;84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52" name="Google Shape;852;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53" name="Google Shape;853;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54" name="Google Shape;854;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55" name="Google Shape;855;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56" name="Google Shape;856;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57" name="Google Shape;857;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58" name="Google Shape;858;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59" name="Google Shape;859;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60" name="Google Shape;860;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61" name="Google Shape;861;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62" name="Google Shape;862;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grpSp>
        <p:nvGrpSpPr>
          <p:cNvPr id="868" name="Google Shape;868;g2c298d33e0c_0_6"/>
          <p:cNvGrpSpPr/>
          <p:nvPr/>
        </p:nvGrpSpPr>
        <p:grpSpPr>
          <a:xfrm>
            <a:off x="866900" y="2155300"/>
            <a:ext cx="7281864" cy="2684601"/>
            <a:chOff x="868300" y="2129450"/>
            <a:chExt cx="7281864" cy="2684601"/>
          </a:xfrm>
        </p:grpSpPr>
        <p:pic>
          <p:nvPicPr>
            <p:cNvPr id="869" name="Google Shape;869;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73" name="Google Shape;873;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87" name="Google Shape;88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88" name="Google Shape;888;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89" name="Google Shape;889;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90" name="Google Shape;89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91" name="Google Shape;89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92" name="Google Shape;892;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93" name="Google Shape;893;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94" name="Google Shape;894;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95" name="Google Shape;895;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96" name="Google Shape;896;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97" name="Google Shape;897;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904" name="Google Shape;904;g2c298da1f27_0_455"/>
          <p:cNvGrpSpPr/>
          <p:nvPr/>
        </p:nvGrpSpPr>
        <p:grpSpPr>
          <a:xfrm>
            <a:off x="868300" y="2129450"/>
            <a:ext cx="7281864" cy="2684601"/>
            <a:chOff x="868300" y="2053250"/>
            <a:chExt cx="7281864" cy="2684601"/>
          </a:xfrm>
        </p:grpSpPr>
        <p:pic>
          <p:nvPicPr>
            <p:cNvPr id="905" name="Google Shape;905;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906" name="Google Shape;906;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907" name="Google Shape;907;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908" name="Google Shape;908;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909" name="Google Shape;909;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10" name="Google Shape;910;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11" name="Google Shape;91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12" name="Google Shape;912;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13" name="Google Shape;91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14" name="Google Shape;91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15" name="Google Shape;915;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16" name="Google Shape;916;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17" name="Google Shape;917;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pic>
        <p:nvPicPr>
          <p:cNvPr id="923" name="Google Shape;923;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24" name="Google Shape;924;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25" name="Google Shape;925;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26" name="Google Shape;926;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27" name="Google Shape;927;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28" name="Google Shape;928;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29" name="Google Shape;929;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30" name="Google Shape;930;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31" name="Google Shape;931;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32" name="Google Shape;932;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33" name="Google Shape;933;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34" name="Google Shape;934;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35" name="Google Shape;935;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36" name="Google Shape;936;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37" name="Google Shape;937;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38" name="Google Shape;938;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5" name="Google Shape;945;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59" name="Google Shape;959;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60" name="Google Shape;960;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61" name="Google Shape;961;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62" name="Google Shape;962;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63" name="Google Shape;963;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64" name="Google Shape;964;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65" name="Google Shape;965;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66" name="Google Shape;966;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67" name="Google Shape;967;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68" name="Google Shape;968;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a:t>
            </a:r>
            <a:r>
              <a:rPr lang="en-US" sz="2000"/>
              <a:t>.</a:t>
            </a:r>
            <a:endParaRPr sz="2000"/>
          </a:p>
        </p:txBody>
      </p:sp>
      <p:pic>
        <p:nvPicPr>
          <p:cNvPr id="975" name="Google Shape;975;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80" name="Google Shape;980;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81" name="Google Shape;981;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82" name="Google Shape;982;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83" name="Google Shape;983;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84" name="Google Shape;984;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85" name="Google Shape;985;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86" name="Google Shape;986;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87" name="Google Shape;987;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988" name="Google Shape;988;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95" name="Google Shape;99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96" name="Google Shape;99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7" name="Google Shape;997;g26b641b03cd_0_301"/>
          <p:cNvPicPr preferRelativeResize="0"/>
          <p:nvPr/>
        </p:nvPicPr>
        <p:blipFill rotWithShape="1">
          <a:blip r:embed="rId3">
            <a:alphaModFix/>
          </a:blip>
          <a:srcRect l="59" r="59"/>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998" name="Google Shape;998;g26b641b03cd_0_301"/>
          <p:cNvPicPr preferRelativeResize="0"/>
          <p:nvPr/>
        </p:nvPicPr>
        <p:blipFill rotWithShape="1">
          <a:blip r:embed="rId4">
            <a:alphaModFix/>
          </a:blip>
          <a:srcRect l="59" r="59"/>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999" name="Google Shape;999;g26b641b03cd_0_301"/>
          <p:cNvPicPr preferRelativeResize="0"/>
          <p:nvPr/>
        </p:nvPicPr>
        <p:blipFill rotWithShape="1">
          <a:blip r:embed="rId5">
            <a:alphaModFix/>
          </a:blip>
          <a:srcRect l="59"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1000" name="Google Shape;1000;g26b641b03cd_0_301"/>
          <p:cNvPicPr preferRelativeResize="0"/>
          <p:nvPr/>
        </p:nvPicPr>
        <p:blipFill rotWithShape="1">
          <a:blip r:embed="rId6">
            <a:alphaModFix/>
          </a:blip>
          <a:srcRect t="19" b="29"/>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01" name="Google Shape;1001;g26b641b03cd_0_301"/>
          <p:cNvPicPr preferRelativeResize="0"/>
          <p:nvPr/>
        </p:nvPicPr>
        <p:blipFill rotWithShape="1">
          <a:blip r:embed="rId7">
            <a:alphaModFix/>
          </a:blip>
          <a:srcRect l="59"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02" name="Google Shape;1002;g26b641b03cd_0_301"/>
          <p:cNvPicPr preferRelativeResize="0"/>
          <p:nvPr/>
        </p:nvPicPr>
        <p:blipFill rotWithShape="1">
          <a:blip r:embed="rId8">
            <a:alphaModFix/>
          </a:blip>
          <a:srcRect t="19" b="29"/>
          <a:stretch/>
        </p:blipFill>
        <p:spPr>
          <a:xfrm>
            <a:off x="5756963"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03" name="Google Shape;1003;g26b641b03cd_0_301"/>
          <p:cNvPicPr preferRelativeResize="0"/>
          <p:nvPr/>
        </p:nvPicPr>
        <p:blipFill rotWithShape="1">
          <a:blip r:embed="rId9">
            <a:alphaModFix/>
          </a:blip>
          <a:srcRect t="19" b="29"/>
          <a:stretch/>
        </p:blipFill>
        <p:spPr>
          <a:xfrm>
            <a:off x="2446640" y="4008262"/>
            <a:ext cx="2043837" cy="1460582"/>
          </a:xfrm>
          <a:prstGeom prst="rect">
            <a:avLst/>
          </a:prstGeom>
          <a:noFill/>
          <a:ln>
            <a:noFill/>
          </a:ln>
          <a:effectLst>
            <a:outerShdw blurRad="57150" dist="19050" dir="5400000" algn="bl" rotWithShape="0">
              <a:srgbClr val="000000">
                <a:alpha val="20000"/>
              </a:srgbClr>
            </a:outerShdw>
          </a:effectLst>
        </p:spPr>
      </p:pic>
      <p:pic>
        <p:nvPicPr>
          <p:cNvPr id="1004" name="Google Shape;1004;g26b641b03cd_0_301"/>
          <p:cNvPicPr preferRelativeResize="0"/>
          <p:nvPr/>
        </p:nvPicPr>
        <p:blipFill rotWithShape="1">
          <a:blip r:embed="rId10">
            <a:alphaModFix/>
          </a:blip>
          <a:srcRect l="59" r="59"/>
          <a:stretch/>
        </p:blipFill>
        <p:spPr>
          <a:xfrm>
            <a:off x="4653522" y="40082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1" name="Google Shape;101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12" name="Google Shape;1012;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13" name="Google Shape;1013;g26b641b03cd_0_308"/>
          <p:cNvPicPr preferRelativeResize="0"/>
          <p:nvPr/>
        </p:nvPicPr>
        <p:blipFill rotWithShape="1">
          <a:blip r:embed="rId3">
            <a:alphaModFix/>
          </a:blip>
          <a:srcRect l="59" r="59"/>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1014" name="Google Shape;1014;g26b641b03cd_0_308"/>
          <p:cNvPicPr preferRelativeResize="0"/>
          <p:nvPr/>
        </p:nvPicPr>
        <p:blipFill rotWithShape="1">
          <a:blip r:embed="rId4">
            <a:alphaModFix/>
          </a:blip>
          <a:srcRect l="59" r="59"/>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1015" name="Google Shape;1015;g26b641b03cd_0_308"/>
          <p:cNvPicPr preferRelativeResize="0"/>
          <p:nvPr/>
        </p:nvPicPr>
        <p:blipFill rotWithShape="1">
          <a:blip r:embed="rId5">
            <a:alphaModFix/>
          </a:blip>
          <a:srcRect l="59" r="59"/>
          <a:stretch/>
        </p:blipFill>
        <p:spPr>
          <a:xfrm>
            <a:off x="5756963" y="841625"/>
            <a:ext cx="2043837" cy="1460583"/>
          </a:xfrm>
          <a:prstGeom prst="rect">
            <a:avLst/>
          </a:prstGeom>
          <a:noFill/>
          <a:ln>
            <a:noFill/>
          </a:ln>
          <a:effectLst>
            <a:outerShdw blurRad="57150" dist="19050" dir="5400000" algn="bl" rotWithShape="0">
              <a:srgbClr val="000000">
                <a:alpha val="20000"/>
              </a:srgbClr>
            </a:outerShdw>
          </a:effectLst>
        </p:spPr>
      </p:pic>
      <p:pic>
        <p:nvPicPr>
          <p:cNvPr id="1016" name="Google Shape;1016;g26b641b03cd_0_308"/>
          <p:cNvPicPr preferRelativeResize="0"/>
          <p:nvPr/>
        </p:nvPicPr>
        <p:blipFill rotWithShape="1">
          <a:blip r:embed="rId6">
            <a:alphaModFix/>
          </a:blip>
          <a:srcRect t="19" b="29"/>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17" name="Google Shape;1017;g26b641b03cd_0_308"/>
          <p:cNvPicPr preferRelativeResize="0"/>
          <p:nvPr/>
        </p:nvPicPr>
        <p:blipFill rotWithShape="1">
          <a:blip r:embed="rId7">
            <a:alphaModFix/>
          </a:blip>
          <a:srcRect l="59"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18" name="Google Shape;1018;g26b641b03cd_0_308"/>
          <p:cNvPicPr preferRelativeResize="0"/>
          <p:nvPr/>
        </p:nvPicPr>
        <p:blipFill rotWithShape="1">
          <a:blip r:embed="rId8">
            <a:alphaModFix/>
          </a:blip>
          <a:srcRect t="19" b="29"/>
          <a:stretch/>
        </p:blipFill>
        <p:spPr>
          <a:xfrm>
            <a:off x="5756963"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19" name="Google Shape;1019;g26b641b03cd_0_308"/>
          <p:cNvPicPr preferRelativeResize="0"/>
          <p:nvPr/>
        </p:nvPicPr>
        <p:blipFill rotWithShape="1">
          <a:blip r:embed="rId9">
            <a:alphaModFix/>
          </a:blip>
          <a:srcRect t="19" b="29"/>
          <a:stretch/>
        </p:blipFill>
        <p:spPr>
          <a:xfrm>
            <a:off x="2446640" y="4008262"/>
            <a:ext cx="2043837" cy="1460582"/>
          </a:xfrm>
          <a:prstGeom prst="rect">
            <a:avLst/>
          </a:prstGeom>
          <a:noFill/>
          <a:ln>
            <a:noFill/>
          </a:ln>
          <a:effectLst>
            <a:outerShdw blurRad="57150" dist="19050" dir="5400000" algn="bl" rotWithShape="0">
              <a:srgbClr val="000000">
                <a:alpha val="20000"/>
              </a:srgbClr>
            </a:outerShdw>
          </a:effectLst>
        </p:spPr>
      </p:pic>
      <p:pic>
        <p:nvPicPr>
          <p:cNvPr id="1020" name="Google Shape;1020;g26b641b03cd_0_308"/>
          <p:cNvPicPr preferRelativeResize="0"/>
          <p:nvPr/>
        </p:nvPicPr>
        <p:blipFill rotWithShape="1">
          <a:blip r:embed="rId10">
            <a:alphaModFix/>
          </a:blip>
          <a:srcRect l="59" r="59"/>
          <a:stretch/>
        </p:blipFill>
        <p:spPr>
          <a:xfrm>
            <a:off x="4653522" y="4008262"/>
            <a:ext cx="2043837" cy="1460583"/>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337</Words>
  <Application>Microsoft Office PowerPoint</Application>
  <PresentationFormat>On-screen Show (4:3)</PresentationFormat>
  <Paragraphs>69</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Poppins Medium</vt:lpstr>
      <vt:lpstr>Arial</vt:lpstr>
      <vt:lpstr>Poppins</vt:lpstr>
      <vt:lpstr>Jost</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2026-05-29T03:18:52Z</dcterms:modified>
</cp:coreProperties>
</file>