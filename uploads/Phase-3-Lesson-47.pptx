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TDLxhc6FXvKrH+I00/LUBA6LM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FC57C6-3052-4173-849C-F02C38AB2BA3}">
  <a:tblStyle styleId="{1BFC57C6-3052-4173-849C-F02C38AB2BA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ed518753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ed518753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ed518753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ec44e434c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ec44e434c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ec44e434c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ec44e434c_0_15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ec44e434c_0_15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ec44e434c_0_15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Trigraph 'air'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10 -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47</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0.xml"/><Relationship Id="rId5" Type="http://schemas.openxmlformats.org/officeDocument/2006/relationships/image" Target="../media/image5.png"/><Relationship Id="rId10" Type="http://schemas.openxmlformats.org/officeDocument/2006/relationships/slide" Target="slide19.xml"/><Relationship Id="rId4" Type="http://schemas.openxmlformats.org/officeDocument/2006/relationships/image" Target="../media/image9.png"/><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69.png"/><Relationship Id="rId1" Type="http://schemas.openxmlformats.org/officeDocument/2006/relationships/slideLayout" Target="../slideLayouts/slideLayout3.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6.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3" Type="http://schemas.openxmlformats.org/officeDocument/2006/relationships/image" Target="../media/image70.pn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notesSlide" Target="../notesSlides/notesSlide6.xml"/><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3.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90.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s>
</file>

<file path=ppt/slides/_rels/slide7.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92957"/>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R-controlled Trigraph 'air'</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47</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{1BFC57C6-3052-4173-849C-F02C38AB2BA3}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ir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774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trigraph </a:t>
            </a:r>
            <a:r>
              <a:rPr lang="en-US">
                <a:solidFill>
                  <a:srgbClr val="8DC63F"/>
                </a:solidFill>
              </a:rPr>
              <a:t>air</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15349" y="5256525"/>
            <a:ext cx="1506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954295" y="387511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419696" y="378014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4866282" y="37705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5895440" y="37801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3551071" y="37705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7" name="Google Shape;727;g26b641b03cd_0_165"/>
          <p:cNvGrpSpPr/>
          <p:nvPr/>
        </p:nvGrpSpPr>
        <p:grpSpPr>
          <a:xfrm>
            <a:off x="930400" y="2129444"/>
            <a:ext cx="7283200" cy="3724851"/>
            <a:chOff x="930400" y="2129444"/>
            <a:chExt cx="7283200" cy="3724851"/>
          </a:xfrm>
        </p:grpSpPr>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7" name="Google Shape;757;g26b7edf6e71_0_26"/>
          <p:cNvPicPr preferRelativeResize="0"/>
          <p:nvPr/>
        </p:nvPicPr>
        <p:blipFill rotWithShape="1">
          <a:blip r:embed="rId3">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4">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5">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6">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1" name="Google Shape;761;g26b7edf6e71_0_26"/>
          <p:cNvPicPr preferRelativeResize="0"/>
          <p:nvPr/>
        </p:nvPicPr>
        <p:blipFill rotWithShape="1">
          <a:blip r:embed="rId7">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8">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9">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0">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1">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12">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26b7edf6e71_0_26"/>
          <p:cNvPicPr preferRelativeResize="0"/>
          <p:nvPr/>
        </p:nvPicPr>
        <p:blipFill rotWithShape="1">
          <a:blip r:embed="rId13">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4">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5">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6">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7">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8">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19">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0">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1">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2">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3">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4">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5">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6" name="Google Shape;786;g26b7edf6e71_0_109"/>
          <p:cNvGrpSpPr/>
          <p:nvPr/>
        </p:nvGrpSpPr>
        <p:grpSpPr>
          <a:xfrm>
            <a:off x="867357" y="2129450"/>
            <a:ext cx="7282807" cy="2686611"/>
            <a:chOff x="867357" y="2129450"/>
            <a:chExt cx="7282807" cy="2686611"/>
          </a:xfrm>
        </p:grpSpPr>
        <p:pic>
          <p:nvPicPr>
            <p:cNvPr id="787" name="Google Shape;78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c610ea7438_0_1"/>
          <p:cNvSpPr txBox="1">
            <a:spLocks noGrp="1"/>
          </p:cNvSpPr>
          <p:nvPr>
            <p:ph type="title"/>
          </p:nvPr>
        </p:nvSpPr>
        <p:spPr>
          <a:xfrm>
            <a:off x="551200" y="582900"/>
            <a:ext cx="8041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br>
              <a:rPr lang="en-US"/>
            </a:br>
            <a:r>
              <a:rPr lang="en-US">
                <a:solidFill>
                  <a:srgbClr val="2356AF"/>
                </a:solidFill>
              </a:rPr>
              <a:t>push they me we be he she my by looked you are</a:t>
            </a:r>
            <a:r>
              <a:rPr lang="en-US"/>
              <a:t>.</a:t>
            </a:r>
            <a:endParaRPr/>
          </a:p>
        </p:txBody>
      </p:sp>
      <p:pic>
        <p:nvPicPr>
          <p:cNvPr id="807" name="Google Shape;807;g2c610ea7438_0_1"/>
          <p:cNvPicPr preferRelativeResize="0"/>
          <p:nvPr/>
        </p:nvPicPr>
        <p:blipFill rotWithShape="1">
          <a:blip r:embed="rId3">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1"/>
              </a:srgbClr>
            </a:outerShdw>
          </a:effectLst>
        </p:spPr>
      </p:pic>
      <p:pic>
        <p:nvPicPr>
          <p:cNvPr id="808" name="Google Shape;808;g2c610ea7438_0_1"/>
          <p:cNvPicPr preferRelativeResize="0"/>
          <p:nvPr/>
        </p:nvPicPr>
        <p:blipFill rotWithShape="1">
          <a:blip r:embed="rId4">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5">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6">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7">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8">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9">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0">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1">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12">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13">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1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15">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1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1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1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1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0">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1">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22">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23">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24">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25">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ed5187539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36" name="Google Shape;836;g2ced5187539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37" name="Google Shape;837;g2ced5187539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4" name="Google Shape;84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5" name="Google Shape;84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46" name="Google Shape;84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3" name="Google Shape;85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4" name="Google Shape;85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5" name="Google Shape;85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2" name="Google Shape;86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63" name="Google Shape;86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4" name="Google Shape;86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1" name="Google Shape;87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72" name="Google Shape;87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73" name="Google Shape;87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0" name="Google Shape;88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1" name="Google Shape;88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8" name="Google Shape;88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9" name="Google Shape;88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4" name="Google Shape;894;g2c4fd7a3c22_2_0"/>
          <p:cNvGrpSpPr/>
          <p:nvPr/>
        </p:nvGrpSpPr>
        <p:grpSpPr>
          <a:xfrm>
            <a:off x="304250" y="6984600"/>
            <a:ext cx="8330829" cy="808600"/>
            <a:chOff x="-152950" y="7365600"/>
            <a:chExt cx="8330829" cy="808600"/>
          </a:xfrm>
        </p:grpSpPr>
        <p:sp>
          <p:nvSpPr>
            <p:cNvPr id="895" name="Google Shape;89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6" name="Google Shape;89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7" name="Google Shape;89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8" name="Google Shape;89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9" name="Google Shape;89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0" name="Google Shape;90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1" name="Google Shape;90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2" name="Google Shape;90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3" name="Google Shape;90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4fd7a3c22_2_0"/>
          <p:cNvSpPr/>
          <p:nvPr/>
        </p:nvSpPr>
        <p:spPr>
          <a:xfrm>
            <a:off x="336748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6" name="Google Shape;90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7" name="Google Shape;907;g2c4fd7a3c22_2_0"/>
          <p:cNvSpPr txBox="1">
            <a:spLocks noGrp="1"/>
          </p:cNvSpPr>
          <p:nvPr>
            <p:ph type="subTitle" idx="4294967295"/>
          </p:nvPr>
        </p:nvSpPr>
        <p:spPr>
          <a:xfrm>
            <a:off x="279778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08" name="Google Shape;908;g2c4fd7a3c22_2_0"/>
          <p:cNvSpPr txBox="1">
            <a:spLocks noGrp="1"/>
          </p:cNvSpPr>
          <p:nvPr>
            <p:ph type="subTitle" idx="4294967295"/>
          </p:nvPr>
        </p:nvSpPr>
        <p:spPr>
          <a:xfrm>
            <a:off x="3735019" y="1308025"/>
            <a:ext cx="2611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909" name="Google Shape;909;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d7a3c22_2_0"/>
          <p:cNvSpPr/>
          <p:nvPr/>
        </p:nvSpPr>
        <p:spPr>
          <a:xfrm>
            <a:off x="4038619" y="4011900"/>
            <a:ext cx="2004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ec44e434c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7" name="Google Shape;917;g2cec44e434c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8" name="Google Shape;918;g2cec44e434c_0_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ec44e434c_0_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ec44e434c_0_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ec44e434c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ec44e434c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3" name="Google Shape;923;g2cec44e434c_0_8"/>
          <p:cNvGrpSpPr/>
          <p:nvPr/>
        </p:nvGrpSpPr>
        <p:grpSpPr>
          <a:xfrm>
            <a:off x="304250" y="6984600"/>
            <a:ext cx="8330829" cy="808600"/>
            <a:chOff x="-152950" y="7365600"/>
            <a:chExt cx="8330829" cy="808600"/>
          </a:xfrm>
        </p:grpSpPr>
        <p:sp>
          <p:nvSpPr>
            <p:cNvPr id="924" name="Google Shape;924;g2cec44e434c_0_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5" name="Google Shape;925;g2cec44e434c_0_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6" name="Google Shape;926;g2cec44e434c_0_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7" name="Google Shape;927;g2cec44e434c_0_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8" name="Google Shape;928;g2cec44e434c_0_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9" name="Google Shape;929;g2cec44e434c_0_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0" name="Google Shape;930;g2cec44e434c_0_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1" name="Google Shape;931;g2cec44e434c_0_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2" name="Google Shape;932;g2cec44e434c_0_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cec44e434c_0_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ec44e434c_0_8"/>
          <p:cNvSpPr/>
          <p:nvPr/>
        </p:nvSpPr>
        <p:spPr>
          <a:xfrm>
            <a:off x="329128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5" name="Google Shape;935;g2cec44e434c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6" name="Google Shape;936;g2cec44e434c_0_8"/>
          <p:cNvSpPr txBox="1">
            <a:spLocks noGrp="1"/>
          </p:cNvSpPr>
          <p:nvPr>
            <p:ph type="subTitle" idx="4294967295"/>
          </p:nvPr>
        </p:nvSpPr>
        <p:spPr>
          <a:xfrm>
            <a:off x="272158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37" name="Google Shape;937;g2cec44e434c_0_8"/>
          <p:cNvSpPr txBox="1">
            <a:spLocks noGrp="1"/>
          </p:cNvSpPr>
          <p:nvPr>
            <p:ph type="subTitle" idx="4294967295"/>
          </p:nvPr>
        </p:nvSpPr>
        <p:spPr>
          <a:xfrm>
            <a:off x="3811219" y="1308025"/>
            <a:ext cx="2611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938" name="Google Shape;938;g2cec44e434c_0_8"/>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ec44e434c_0_8"/>
          <p:cNvSpPr/>
          <p:nvPr/>
        </p:nvSpPr>
        <p:spPr>
          <a:xfrm>
            <a:off x="4114819" y="4011900"/>
            <a:ext cx="2004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46" name="Google Shape;94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47" name="Google Shape;94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54" name="Google Shape;95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5" name="Google Shape;955;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6" name="Google Shape;95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3" name="Google Shape;96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4" name="Google Shape;964;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5" name="Google Shape;96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72" name="Google Shape;97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3" name="Google Shape;97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4" name="Google Shape;97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1" name="Google Shape;98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2" name="Google Shape;98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3" name="Google Shape;98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6b641b03cd_0_301"/>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0" name="Google Shape;990;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1" name="Google Shape;991;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2" name="Google Shape;99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6b641b03cd_0_308"/>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9" name="Google Shape;99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00" name="Google Shape;1000;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1" name="Google Shape;100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8" name="Google Shape;100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9" name="Google Shape;1009;g1f3daf8a844_0_64"/>
          <p:cNvGrpSpPr/>
          <p:nvPr/>
        </p:nvGrpSpPr>
        <p:grpSpPr>
          <a:xfrm>
            <a:off x="3024000" y="209875"/>
            <a:ext cx="3096000" cy="454800"/>
            <a:chOff x="3024000" y="209875"/>
            <a:chExt cx="3096000" cy="454800"/>
          </a:xfrm>
        </p:grpSpPr>
        <p:sp>
          <p:nvSpPr>
            <p:cNvPr id="1010" name="Google Shape;101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2" name="Google Shape;101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3" name="Google Shape;101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4" name="Google Shape;101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5" name="Google Shape;101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6" name="Google Shape;101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7" name="Google Shape;1017;g1f3daf8a844_0_64"/>
          <p:cNvSpPr txBox="1"/>
          <p:nvPr/>
        </p:nvSpPr>
        <p:spPr>
          <a:xfrm>
            <a:off x="2333951"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18" name="Google Shape;1018;g1f3daf8a844_0_64"/>
          <p:cNvSpPr txBox="1"/>
          <p:nvPr/>
        </p:nvSpPr>
        <p:spPr>
          <a:xfrm>
            <a:off x="5792506"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9" name="Google Shape;1019;g1f3daf8a844_0_64"/>
          <p:cNvSpPr txBox="1"/>
          <p:nvPr/>
        </p:nvSpPr>
        <p:spPr>
          <a:xfrm>
            <a:off x="1181100"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20" name="Google Shape;1020;g1f3daf8a844_0_64"/>
          <p:cNvSpPr txBox="1"/>
          <p:nvPr/>
        </p:nvSpPr>
        <p:spPr>
          <a:xfrm>
            <a:off x="3486803"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21" name="Google Shape;1021;g1f3daf8a844_0_64"/>
          <p:cNvSpPr txBox="1"/>
          <p:nvPr/>
        </p:nvSpPr>
        <p:spPr>
          <a:xfrm>
            <a:off x="4639654"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22" name="Google Shape;1022;g1f3daf8a844_0_64"/>
          <p:cNvSpPr txBox="1"/>
          <p:nvPr/>
        </p:nvSpPr>
        <p:spPr>
          <a:xfrm>
            <a:off x="6840874" y="1645850"/>
            <a:ext cx="1226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cxnSp>
        <p:nvCxnSpPr>
          <p:cNvPr id="1023" name="Google Shape;102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ec44e434c_0_15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0" name="Google Shape;1030;g2cec44e434c_0_15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1" name="Google Shape;1031;g2cec44e434c_0_1543"/>
          <p:cNvGrpSpPr/>
          <p:nvPr/>
        </p:nvGrpSpPr>
        <p:grpSpPr>
          <a:xfrm>
            <a:off x="3024000" y="209875"/>
            <a:ext cx="3096000" cy="454800"/>
            <a:chOff x="3024000" y="209875"/>
            <a:chExt cx="3096000" cy="454800"/>
          </a:xfrm>
        </p:grpSpPr>
        <p:sp>
          <p:nvSpPr>
            <p:cNvPr id="1032" name="Google Shape;1032;g2cec44e434c_0_154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cec44e434c_0_154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4" name="Google Shape;1034;g2cec44e434c_0_154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5" name="Google Shape;1035;g2cec44e434c_0_154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6" name="Google Shape;1036;g2cec44e434c_0_154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7" name="Google Shape;1037;g2cec44e434c_0_154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8" name="Google Shape;1038;g2cec44e434c_0_154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9" name="Google Shape;1039;g2cec44e434c_0_154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0" name="Google Shape;1040;g2cec44e434c_0_154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ch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a:t>
            </a:r>
            <a:endParaRPr sz="1800" b="0" i="0" u="none" strike="noStrike" cap="none">
              <a:solidFill>
                <a:srgbClr val="B7B7B7"/>
              </a:solidFill>
              <a:latin typeface="Jost"/>
              <a:ea typeface="Jost"/>
              <a:cs typeface="Jost"/>
              <a:sym typeface="Jost"/>
            </a:endParaRPr>
          </a:p>
        </p:txBody>
      </p:sp>
      <p:sp>
        <p:nvSpPr>
          <p:cNvPr id="1041" name="Google Shape;1041;g2cec44e434c_0_1543"/>
          <p:cNvSpPr txBox="1"/>
          <p:nvPr/>
        </p:nvSpPr>
        <p:spPr>
          <a:xfrm>
            <a:off x="2333951"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42" name="Google Shape;1042;g2cec44e434c_0_1543"/>
          <p:cNvSpPr txBox="1"/>
          <p:nvPr/>
        </p:nvSpPr>
        <p:spPr>
          <a:xfrm>
            <a:off x="5792506"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3" name="Google Shape;1043;g2cec44e434c_0_1543"/>
          <p:cNvSpPr txBox="1"/>
          <p:nvPr/>
        </p:nvSpPr>
        <p:spPr>
          <a:xfrm>
            <a:off x="1181100"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44" name="Google Shape;1044;g2cec44e434c_0_1543"/>
          <p:cNvSpPr txBox="1"/>
          <p:nvPr/>
        </p:nvSpPr>
        <p:spPr>
          <a:xfrm>
            <a:off x="3486803"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5" name="Google Shape;1045;g2cec44e434c_0_1543"/>
          <p:cNvSpPr txBox="1"/>
          <p:nvPr/>
        </p:nvSpPr>
        <p:spPr>
          <a:xfrm>
            <a:off x="4639654"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046" name="Google Shape;1046;g2cec44e434c_0_154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7" name="Google Shape;1047;g2cec44e434c_0_1543"/>
          <p:cNvSpPr txBox="1"/>
          <p:nvPr/>
        </p:nvSpPr>
        <p:spPr>
          <a:xfrm>
            <a:off x="6945355"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398</Words>
  <Application>Microsoft Office PowerPoint</Application>
  <PresentationFormat>On-screen Show (4:3)</PresentationFormat>
  <Paragraphs>150</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Nunito Black</vt:lpstr>
      <vt:lpstr>Mulish</vt:lpstr>
      <vt:lpstr>Calibri</vt:lpstr>
      <vt:lpstr>Poppins SemiBold</vt:lpstr>
      <vt:lpstr>Poppins Medium</vt:lpstr>
      <vt:lpstr>Poppins</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2026-04-29T05:36:36Z</dcterms:modified>
</cp:coreProperties>
</file>