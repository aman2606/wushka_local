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Cfn6woThhdIBZE4QNSSsGRxH1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FC7544E-B67A-4ED6-A72F-97785FB67BCD}">
  <a:tblStyle styleId="{1FC7544E-B67A-4ED6-A72F-97785FB67BC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1" name="Google Shape;71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7" name="Google Shape;747;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1dbc6ecf8e_0_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31dbc6ecf8e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31dbc6ecf8e_0_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0" name="Google Shape;101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31dbc6ecf8e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g31dbc6ecf8e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g31dbc6ecf8e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7" name="Google Shape;112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8" name="Google Shape;112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6" name="Google Shape;113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7" name="Google Shape;113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31dbc6ecf8e_0_1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1" name="Google Shape;1161;g31dbc6ecf8e_0_1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2" name="Google Shape;1162;g31dbc6ecf8e_0_1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9677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/or/ - augh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15 -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image" Target="../media/image6.png"/><Relationship Id="rId7"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2.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6.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13" Type="http://schemas.openxmlformats.org/officeDocument/2006/relationships/image" Target="../media/image111.png"/><Relationship Id="rId18" Type="http://schemas.openxmlformats.org/officeDocument/2006/relationships/image" Target="../media/image116.png"/><Relationship Id="rId26" Type="http://schemas.openxmlformats.org/officeDocument/2006/relationships/image" Target="../media/image124.png"/><Relationship Id="rId3" Type="http://schemas.openxmlformats.org/officeDocument/2006/relationships/image" Target="../media/image101.png"/><Relationship Id="rId21" Type="http://schemas.openxmlformats.org/officeDocument/2006/relationships/image" Target="../media/image119.png"/><Relationship Id="rId34" Type="http://schemas.openxmlformats.org/officeDocument/2006/relationships/image" Target="../media/image132.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5" Type="http://schemas.openxmlformats.org/officeDocument/2006/relationships/image" Target="../media/image123.png"/><Relationship Id="rId33" Type="http://schemas.openxmlformats.org/officeDocument/2006/relationships/image" Target="../media/image131.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29"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24" Type="http://schemas.openxmlformats.org/officeDocument/2006/relationships/image" Target="../media/image122.png"/><Relationship Id="rId32" Type="http://schemas.openxmlformats.org/officeDocument/2006/relationships/image" Target="../media/image130.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21.png"/><Relationship Id="rId28" Type="http://schemas.openxmlformats.org/officeDocument/2006/relationships/image" Target="../media/image126.png"/><Relationship Id="rId36" Type="http://schemas.openxmlformats.org/officeDocument/2006/relationships/image" Target="../media/image134.png"/><Relationship Id="rId10" Type="http://schemas.openxmlformats.org/officeDocument/2006/relationships/image" Target="../media/image108.png"/><Relationship Id="rId19" Type="http://schemas.openxmlformats.org/officeDocument/2006/relationships/image" Target="../media/image117.png"/><Relationship Id="rId31" Type="http://schemas.openxmlformats.org/officeDocument/2006/relationships/image" Target="../media/image129.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20.png"/><Relationship Id="rId27" Type="http://schemas.openxmlformats.org/officeDocument/2006/relationships/image" Target="../media/image125.png"/><Relationship Id="rId30" Type="http://schemas.openxmlformats.org/officeDocument/2006/relationships/image" Target="../media/image128.png"/><Relationship Id="rId35" Type="http://schemas.openxmlformats.org/officeDocument/2006/relationships/image" Target="../media/image133.png"/><Relationship Id="rId8"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3" Type="http://schemas.openxmlformats.org/officeDocument/2006/relationships/image" Target="../media/image135.png"/><Relationship Id="rId7" Type="http://schemas.openxmlformats.org/officeDocument/2006/relationships/image" Target="../media/image139.png"/><Relationship Id="rId12" Type="http://schemas.openxmlformats.org/officeDocument/2006/relationships/image" Target="../media/image144.png"/><Relationship Id="rId2" Type="http://schemas.openxmlformats.org/officeDocument/2006/relationships/notesSlide" Target="../notesSlides/notesSlide7.xml"/><Relationship Id="rId16" Type="http://schemas.openxmlformats.org/officeDocument/2006/relationships/image" Target="../media/image148.png"/><Relationship Id="rId1" Type="http://schemas.openxmlformats.org/officeDocument/2006/relationships/slideLayout" Target="../slideLayouts/slideLayout3.xml"/><Relationship Id="rId6" Type="http://schemas.openxmlformats.org/officeDocument/2006/relationships/image" Target="../media/image138.png"/><Relationship Id="rId11" Type="http://schemas.openxmlformats.org/officeDocument/2006/relationships/image" Target="../media/image143.png"/><Relationship Id="rId5" Type="http://schemas.openxmlformats.org/officeDocument/2006/relationships/image" Target="../media/image137.png"/><Relationship Id="rId15" Type="http://schemas.openxmlformats.org/officeDocument/2006/relationships/image" Target="../media/image147.png"/><Relationship Id="rId10" Type="http://schemas.openxmlformats.org/officeDocument/2006/relationships/image" Target="../media/image142.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s>
</file>

<file path=ppt/slides/_rels/slide8.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64.png"/><Relationship Id="rId26" Type="http://schemas.openxmlformats.org/officeDocument/2006/relationships/image" Target="../media/image172.png"/><Relationship Id="rId3" Type="http://schemas.openxmlformats.org/officeDocument/2006/relationships/image" Target="../media/image149.png"/><Relationship Id="rId21" Type="http://schemas.openxmlformats.org/officeDocument/2006/relationships/image" Target="../media/image167.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5" Type="http://schemas.openxmlformats.org/officeDocument/2006/relationships/image" Target="../media/image171.png"/><Relationship Id="rId2" Type="http://schemas.openxmlformats.org/officeDocument/2006/relationships/notesSlide" Target="../notesSlides/notesSlide8.xml"/><Relationship Id="rId16" Type="http://schemas.openxmlformats.org/officeDocument/2006/relationships/image" Target="../media/image162.png"/><Relationship Id="rId20" Type="http://schemas.openxmlformats.org/officeDocument/2006/relationships/image" Target="../media/image166.png"/><Relationship Id="rId29" Type="http://schemas.openxmlformats.org/officeDocument/2006/relationships/image" Target="../media/image175.png"/><Relationship Id="rId1" Type="http://schemas.openxmlformats.org/officeDocument/2006/relationships/slideLayout" Target="../slideLayouts/slideLayout3.xml"/><Relationship Id="rId6" Type="http://schemas.openxmlformats.org/officeDocument/2006/relationships/image" Target="../media/image152.png"/><Relationship Id="rId11" Type="http://schemas.openxmlformats.org/officeDocument/2006/relationships/image" Target="../media/image157.png"/><Relationship Id="rId24" Type="http://schemas.openxmlformats.org/officeDocument/2006/relationships/image" Target="../media/image170.png"/><Relationship Id="rId5" Type="http://schemas.openxmlformats.org/officeDocument/2006/relationships/image" Target="../media/image151.png"/><Relationship Id="rId15" Type="http://schemas.openxmlformats.org/officeDocument/2006/relationships/image" Target="../media/image161.png"/><Relationship Id="rId23" Type="http://schemas.openxmlformats.org/officeDocument/2006/relationships/image" Target="../media/image169.png"/><Relationship Id="rId28" Type="http://schemas.openxmlformats.org/officeDocument/2006/relationships/image" Target="../media/image174.png"/><Relationship Id="rId10" Type="http://schemas.openxmlformats.org/officeDocument/2006/relationships/image" Target="../media/image156.png"/><Relationship Id="rId19" Type="http://schemas.openxmlformats.org/officeDocument/2006/relationships/image" Target="../media/image165.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 Id="rId22" Type="http://schemas.openxmlformats.org/officeDocument/2006/relationships/image" Target="../media/image168.png"/><Relationship Id="rId27" Type="http://schemas.openxmlformats.org/officeDocument/2006/relationships/image" Target="../media/image173.png"/><Relationship Id="rId30" Type="http://schemas.openxmlformats.org/officeDocument/2006/relationships/image" Target="../media/image176.png"/></Relationships>
</file>

<file path=ppt/slides/_rels/slide9.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7.png"/><Relationship Id="rId3" Type="http://schemas.openxmlformats.org/officeDocument/2006/relationships/image" Target="../media/image177.png"/><Relationship Id="rId7" Type="http://schemas.openxmlformats.org/officeDocument/2006/relationships/image" Target="../media/image181.png"/><Relationship Id="rId12" Type="http://schemas.openxmlformats.org/officeDocument/2006/relationships/image" Target="../media/image18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0.png"/><Relationship Id="rId11" Type="http://schemas.openxmlformats.org/officeDocument/2006/relationships/image" Target="../media/image185.png"/><Relationship Id="rId5" Type="http://schemas.openxmlformats.org/officeDocument/2006/relationships/image" Target="../media/image179.png"/><Relationship Id="rId15" Type="http://schemas.openxmlformats.org/officeDocument/2006/relationships/image" Target="../media/image189.png"/><Relationship Id="rId10" Type="http://schemas.openxmlformats.org/officeDocument/2006/relationships/image" Target="../media/image184.png"/><Relationship Id="rId4" Type="http://schemas.openxmlformats.org/officeDocument/2006/relationships/image" Target="../media/image178.png"/><Relationship Id="rId9" Type="http://schemas.openxmlformats.org/officeDocument/2006/relationships/image" Target="../media/image183.png"/><Relationship Id="rId14" Type="http://schemas.openxmlformats.org/officeDocument/2006/relationships/image" Target="../media/image188.png"/></Relationships>
</file>

<file path=ppt/slides/_rels/slide10.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3" Type="http://schemas.openxmlformats.org/officeDocument/2006/relationships/image" Target="../media/image190.png"/><Relationship Id="rId7" Type="http://schemas.openxmlformats.org/officeDocument/2006/relationships/image" Target="../media/image194.png"/><Relationship Id="rId12" Type="http://schemas.openxmlformats.org/officeDocument/2006/relationships/image" Target="../media/image199.png"/><Relationship Id="rId17" Type="http://schemas.openxmlformats.org/officeDocument/2006/relationships/image" Target="../media/image204.png"/><Relationship Id="rId2" Type="http://schemas.openxmlformats.org/officeDocument/2006/relationships/notesSlide" Target="../notesSlides/notesSlide10.xml"/><Relationship Id="rId16" Type="http://schemas.openxmlformats.org/officeDocument/2006/relationships/image" Target="../media/image203.png"/><Relationship Id="rId1" Type="http://schemas.openxmlformats.org/officeDocument/2006/relationships/slideLayout" Target="../slideLayouts/slideLayout3.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5" Type="http://schemas.openxmlformats.org/officeDocument/2006/relationships/image" Target="../media/image202.png"/><Relationship Id="rId10" Type="http://schemas.openxmlformats.org/officeDocument/2006/relationships/image" Target="../media/image197.png"/><Relationship Id="rId4" Type="http://schemas.openxmlformats.org/officeDocument/2006/relationships/image" Target="../media/image191.png"/><Relationship Id="rId9" Type="http://schemas.openxmlformats.org/officeDocument/2006/relationships/image" Target="../media/image196.png"/><Relationship Id="rId14" Type="http://schemas.openxmlformats.org/officeDocument/2006/relationships/image" Target="../media/image201.png"/></Relationships>
</file>

<file path=ppt/slides/_rels/slide11.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15.png"/><Relationship Id="rId18" Type="http://schemas.openxmlformats.org/officeDocument/2006/relationships/image" Target="../media/image220.png"/><Relationship Id="rId26" Type="http://schemas.openxmlformats.org/officeDocument/2006/relationships/image" Target="../media/image228.png"/><Relationship Id="rId3" Type="http://schemas.openxmlformats.org/officeDocument/2006/relationships/image" Target="../media/image205.png"/><Relationship Id="rId21" Type="http://schemas.openxmlformats.org/officeDocument/2006/relationships/image" Target="../media/image223.png"/><Relationship Id="rId7" Type="http://schemas.openxmlformats.org/officeDocument/2006/relationships/image" Target="../media/image209.png"/><Relationship Id="rId12" Type="http://schemas.openxmlformats.org/officeDocument/2006/relationships/image" Target="../media/image214.png"/><Relationship Id="rId17" Type="http://schemas.openxmlformats.org/officeDocument/2006/relationships/image" Target="../media/image219.png"/><Relationship Id="rId25" Type="http://schemas.openxmlformats.org/officeDocument/2006/relationships/image" Target="../media/image227.png"/><Relationship Id="rId2" Type="http://schemas.openxmlformats.org/officeDocument/2006/relationships/notesSlide" Target="../notesSlides/notesSlide11.xml"/><Relationship Id="rId16" Type="http://schemas.openxmlformats.org/officeDocument/2006/relationships/image" Target="../media/image218.png"/><Relationship Id="rId20" Type="http://schemas.openxmlformats.org/officeDocument/2006/relationships/image" Target="../media/image222.png"/><Relationship Id="rId1" Type="http://schemas.openxmlformats.org/officeDocument/2006/relationships/slideLayout" Target="../slideLayouts/slideLayout3.xml"/><Relationship Id="rId6" Type="http://schemas.openxmlformats.org/officeDocument/2006/relationships/image" Target="../media/image208.png"/><Relationship Id="rId11" Type="http://schemas.openxmlformats.org/officeDocument/2006/relationships/image" Target="../media/image213.png"/><Relationship Id="rId24" Type="http://schemas.openxmlformats.org/officeDocument/2006/relationships/image" Target="../media/image226.png"/><Relationship Id="rId5" Type="http://schemas.openxmlformats.org/officeDocument/2006/relationships/image" Target="../media/image207.png"/><Relationship Id="rId15" Type="http://schemas.openxmlformats.org/officeDocument/2006/relationships/image" Target="../media/image217.png"/><Relationship Id="rId23" Type="http://schemas.openxmlformats.org/officeDocument/2006/relationships/image" Target="../media/image225.png"/><Relationship Id="rId10" Type="http://schemas.openxmlformats.org/officeDocument/2006/relationships/image" Target="../media/image212.png"/><Relationship Id="rId19" Type="http://schemas.openxmlformats.org/officeDocument/2006/relationships/image" Target="../media/image221.png"/><Relationship Id="rId4" Type="http://schemas.openxmlformats.org/officeDocument/2006/relationships/image" Target="../media/image206.png"/><Relationship Id="rId9" Type="http://schemas.openxmlformats.org/officeDocument/2006/relationships/image" Target="../media/image211.png"/><Relationship Id="rId14" Type="http://schemas.openxmlformats.org/officeDocument/2006/relationships/image" Target="../media/image216.png"/><Relationship Id="rId22" Type="http://schemas.openxmlformats.org/officeDocument/2006/relationships/image" Target="../media/image224.png"/></Relationships>
</file>

<file path=ppt/slides/_rels/slide12.xml.rels><?xml version="1.0" encoding="UTF-8" standalone="yes"?>
<Relationships xmlns="http://schemas.openxmlformats.org/package/2006/relationships"><Relationship Id="rId8" Type="http://schemas.openxmlformats.org/officeDocument/2006/relationships/image" Target="../media/image234.png"/><Relationship Id="rId13" Type="http://schemas.openxmlformats.org/officeDocument/2006/relationships/image" Target="../media/image239.png"/><Relationship Id="rId18" Type="http://schemas.openxmlformats.org/officeDocument/2006/relationships/image" Target="../media/image244.png"/><Relationship Id="rId3" Type="http://schemas.openxmlformats.org/officeDocument/2006/relationships/image" Target="../media/image229.png"/><Relationship Id="rId7" Type="http://schemas.openxmlformats.org/officeDocument/2006/relationships/image" Target="../media/image233.png"/><Relationship Id="rId12" Type="http://schemas.openxmlformats.org/officeDocument/2006/relationships/image" Target="../media/image238.png"/><Relationship Id="rId17" Type="http://schemas.openxmlformats.org/officeDocument/2006/relationships/image" Target="../media/image243.png"/><Relationship Id="rId2" Type="http://schemas.openxmlformats.org/officeDocument/2006/relationships/notesSlide" Target="../notesSlides/notesSlide12.xml"/><Relationship Id="rId16" Type="http://schemas.openxmlformats.org/officeDocument/2006/relationships/image" Target="../media/image242.png"/><Relationship Id="rId1" Type="http://schemas.openxmlformats.org/officeDocument/2006/relationships/slideLayout" Target="../slideLayouts/slideLayout3.xml"/><Relationship Id="rId6" Type="http://schemas.openxmlformats.org/officeDocument/2006/relationships/image" Target="../media/image232.png"/><Relationship Id="rId11" Type="http://schemas.openxmlformats.org/officeDocument/2006/relationships/image" Target="../media/image237.png"/><Relationship Id="rId5" Type="http://schemas.openxmlformats.org/officeDocument/2006/relationships/image" Target="../media/image231.png"/><Relationship Id="rId15" Type="http://schemas.openxmlformats.org/officeDocument/2006/relationships/image" Target="../media/image241.png"/><Relationship Id="rId10" Type="http://schemas.openxmlformats.org/officeDocument/2006/relationships/image" Target="../media/image236.png"/><Relationship Id="rId19" Type="http://schemas.openxmlformats.org/officeDocument/2006/relationships/image" Target="../media/image245.png"/><Relationship Id="rId4" Type="http://schemas.openxmlformats.org/officeDocument/2006/relationships/image" Target="../media/image230.png"/><Relationship Id="rId9" Type="http://schemas.openxmlformats.org/officeDocument/2006/relationships/image" Target="../media/image235.png"/><Relationship Id="rId14" Type="http://schemas.openxmlformats.org/officeDocument/2006/relationships/image" Target="../media/image240.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4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/or/; augh</a:t>
            </a:r>
            <a:endParaRPr sz="3000"/>
          </a:p>
        </p:txBody>
      </p:sp>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73</a:t>
            </a:r>
            <a:endParaRPr/>
          </a:p>
        </p:txBody>
      </p:sp>
      <p:grpSp>
        <p:nvGrpSpPr>
          <p:cNvPr id="654" name="Google Shape;654;p1"/>
          <p:cNvGrpSpPr/>
          <p:nvPr/>
        </p:nvGrpSpPr>
        <p:grpSpPr>
          <a:xfrm>
            <a:off x="5485189" y="3866198"/>
            <a:ext cx="2544947" cy="1877837"/>
            <a:chOff x="5485189" y="3866198"/>
            <a:chExt cx="2544947" cy="1877837"/>
          </a:xfrm>
        </p:grpSpPr>
        <p:pic>
          <p:nvPicPr>
            <p:cNvPr id="655" name="Google Shape;655;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6" name="Google Shape;656;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pSp>
      <p:graphicFrame>
        <p:nvGraphicFramePr>
          <p:cNvPr id="657" name="Google Shape;657;p1"/>
          <p:cNvGraphicFramePr/>
          <p:nvPr/>
        </p:nvGraphicFramePr>
        <p:xfrm>
          <a:off x="4844200" y="1646527"/>
          <a:ext cx="3784875" cy="2032200"/>
        </p:xfrm>
        <a:graphic>
          <a:graphicData uri="http://schemas.openxmlformats.org/drawingml/2006/table">
            <a:tbl>
              <a:tblPr firstRow="1" bandRow="1">
                <a:noFill/>
                <a:tableStyleId>{1FC7544E-B67A-4ED6-A72F-97785FB67BCD}</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/or/ </a:t>
            </a:r>
            <a:r>
              <a:rPr lang="en-US"/>
              <a:t>sound family spelling patterns.</a:t>
            </a:r>
            <a:endParaRPr/>
          </a:p>
        </p:txBody>
      </p:sp>
      <p:sp>
        <p:nvSpPr>
          <p:cNvPr id="664" name="Google Shape;664;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spcBef>
                <a:spcPts val="0"/>
              </a:spcBef>
              <a:spcAft>
                <a:spcPts val="0"/>
              </a:spcAft>
              <a:buSzPts val="1600"/>
              <a:buChar char="•"/>
            </a:pPr>
            <a:r>
              <a:rPr lang="en-US"/>
              <a:t>Recall all GPCs learned so far using flashcards.</a:t>
            </a:r>
            <a:endParaRPr/>
          </a:p>
        </p:txBody>
      </p:sp>
      <p:sp>
        <p:nvSpPr>
          <p:cNvPr id="665" name="Google Shape;665;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pic>
        <p:nvPicPr>
          <p:cNvPr id="666" name="Google Shape;666;g2bee4f4af4b_0_204"/>
          <p:cNvPicPr preferRelativeResize="0"/>
          <p:nvPr/>
        </p:nvPicPr>
        <p:blipFill rotWithShape="1">
          <a:blip r:embed="rId3">
            <a:alphaModFix/>
          </a:blip>
          <a:srcRect l="19" r="19"/>
          <a:stretch/>
        </p:blipFill>
        <p:spPr>
          <a:xfrm>
            <a:off x="995626" y="3949460"/>
            <a:ext cx="786850" cy="1113688"/>
          </a:xfrm>
          <a:prstGeom prst="rect">
            <a:avLst/>
          </a:prstGeom>
          <a:noFill/>
          <a:ln>
            <a:noFill/>
          </a:ln>
          <a:effectLst>
            <a:outerShdw blurRad="71438" dist="19050" dir="5220000" algn="bl" rotWithShape="0">
              <a:srgbClr val="D8D8D8"/>
            </a:outerShdw>
          </a:effectLst>
        </p:spPr>
      </p:pic>
      <p:pic>
        <p:nvPicPr>
          <p:cNvPr id="667" name="Google Shape;667;g2bee4f4af4b_0_204"/>
          <p:cNvPicPr preferRelativeResize="0"/>
          <p:nvPr/>
        </p:nvPicPr>
        <p:blipFill rotWithShape="1">
          <a:blip r:embed="rId4">
            <a:alphaModFix/>
          </a:blip>
          <a:srcRect l="89" r="79"/>
          <a:stretch/>
        </p:blipFill>
        <p:spPr>
          <a:xfrm>
            <a:off x="2262506" y="4017588"/>
            <a:ext cx="813600" cy="977432"/>
          </a:xfrm>
          <a:prstGeom prst="rect">
            <a:avLst/>
          </a:prstGeom>
          <a:noFill/>
          <a:ln>
            <a:noFill/>
          </a:ln>
          <a:effectLst>
            <a:outerShdw blurRad="71438" dist="19050" dir="5220000" algn="bl" rotWithShape="0">
              <a:srgbClr val="D8D8D8"/>
            </a:outerShdw>
          </a:effectLst>
        </p:spPr>
      </p:pic>
      <p:pic>
        <p:nvPicPr>
          <p:cNvPr id="668" name="Google Shape;668;g2bee4f4af4b_0_204"/>
          <p:cNvPicPr preferRelativeResize="0"/>
          <p:nvPr/>
        </p:nvPicPr>
        <p:blipFill rotWithShape="1">
          <a:blip r:embed="rId5">
            <a:alphaModFix/>
          </a:blip>
          <a:srcRect/>
          <a:stretch/>
        </p:blipFill>
        <p:spPr>
          <a:xfrm>
            <a:off x="3549599" y="4079853"/>
            <a:ext cx="614525" cy="85290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98225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774951"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71" name="Google Shape;671;g2bee4f4af4b_0_204"/>
          <p:cNvSpPr txBox="1"/>
          <p:nvPr/>
        </p:nvSpPr>
        <p:spPr>
          <a:xfrm>
            <a:off x="226250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2" name="Google Shape;672;g2bee4f4af4b_0_204"/>
          <p:cNvSpPr txBox="1"/>
          <p:nvPr/>
        </p:nvSpPr>
        <p:spPr>
          <a:xfrm>
            <a:off x="2055206"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sp>
        <p:nvSpPr>
          <p:cNvPr id="673" name="Google Shape;673;g2bee4f4af4b_0_204"/>
          <p:cNvSpPr txBox="1"/>
          <p:nvPr/>
        </p:nvSpPr>
        <p:spPr>
          <a:xfrm>
            <a:off x="345006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4" name="Google Shape;674;g2bee4f4af4b_0_204"/>
          <p:cNvSpPr txBox="1"/>
          <p:nvPr/>
        </p:nvSpPr>
        <p:spPr>
          <a:xfrm>
            <a:off x="3335461" y="51041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sp>
        <p:nvSpPr>
          <p:cNvPr id="675" name="Google Shape;675;g2bee4f4af4b_0_204">
            <a:hlinkClick r:id="rId6" action="ppaction://hlinksldjump"/>
          </p:cNvPr>
          <p:cNvSpPr/>
          <p:nvPr/>
        </p:nvSpPr>
        <p:spPr>
          <a:xfrm>
            <a:off x="982251" y="348037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7" action="ppaction://hlinksldjump"/>
          </p:cNvPr>
          <p:cNvSpPr/>
          <p:nvPr/>
        </p:nvSpPr>
        <p:spPr>
          <a:xfrm>
            <a:off x="2082663" y="355064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8" action="ppaction://hlinksldjump"/>
          </p:cNvPr>
          <p:cNvSpPr/>
          <p:nvPr/>
        </p:nvSpPr>
        <p:spPr>
          <a:xfrm>
            <a:off x="3330720" y="36052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4" name="Google Shape;684;g26b641b03cd_0_165"/>
          <p:cNvGrpSpPr/>
          <p:nvPr/>
        </p:nvGrpSpPr>
        <p:grpSpPr>
          <a:xfrm>
            <a:off x="930400" y="2053244"/>
            <a:ext cx="7283200" cy="3724851"/>
            <a:chOff x="930400" y="2129444"/>
            <a:chExt cx="7283200" cy="3724851"/>
          </a:xfrm>
        </p:grpSpPr>
        <p:pic>
          <p:nvPicPr>
            <p:cNvPr id="685" name="Google Shape;68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86" name="Google Shape;686;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87" name="Google Shape;687;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88" name="Google Shape;688;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689" name="Google Shape;68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0" name="Google Shape;69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691" name="Google Shape;69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692" name="Google Shape;692;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3" name="Google Shape;69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694" name="Google Shape;694;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695" name="Google Shape;695;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6" name="Google Shape;696;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07" name="Google Shape;707;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4" name="Google Shape;714;g26b7edf6e71_0_26"/>
          <p:cNvGrpSpPr/>
          <p:nvPr/>
        </p:nvGrpSpPr>
        <p:grpSpPr>
          <a:xfrm>
            <a:off x="930400" y="2053250"/>
            <a:ext cx="7283201" cy="2971674"/>
            <a:chOff x="930400" y="2129450"/>
            <a:chExt cx="7283201" cy="2971674"/>
          </a:xfrm>
        </p:grpSpPr>
        <p:pic>
          <p:nvPicPr>
            <p:cNvPr id="715" name="Google Shape;715;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16" name="Google Shape;716;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17" name="Google Shape;717;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18" name="Google Shape;718;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19" name="Google Shape;719;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0" name="Google Shape;720;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1" name="Google Shape;721;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2" name="Google Shape;722;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3" name="Google Shape;723;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4" name="Google Shape;724;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25" name="Google Shape;725;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26" name="Google Shape;726;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27" name="Google Shape;727;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28" name="Google Shape;728;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29" name="Google Shape;729;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1" name="Google Shape;731;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2" name="Google Shape;732;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3" name="Google Shape;733;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4" name="Google Shape;734;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35" name="Google Shape;735;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36" name="Google Shape;736;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7" name="Google Shape;737;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38" name="Google Shape;738;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9" name="Google Shape;739;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40" name="Google Shape;740;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41" name="Google Shape;741;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42" name="Google Shape;742;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43" name="Google Shape;743;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0" name="Google Shape;750;g2c298da1f27_0_417"/>
          <p:cNvGrpSpPr/>
          <p:nvPr/>
        </p:nvGrpSpPr>
        <p:grpSpPr>
          <a:xfrm>
            <a:off x="930400" y="2053250"/>
            <a:ext cx="7283201" cy="2971674"/>
            <a:chOff x="930400" y="2053250"/>
            <a:chExt cx="7283201" cy="2971674"/>
          </a:xfrm>
        </p:grpSpPr>
        <p:pic>
          <p:nvPicPr>
            <p:cNvPr id="751" name="Google Shape;751;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52" name="Google Shape;752;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53" name="Google Shape;753;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54" name="Google Shape;754;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55" name="Google Shape;755;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56" name="Google Shape;756;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57" name="Google Shape;757;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58" name="Google Shape;758;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59" name="Google Shape;759;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0" name="Google Shape;760;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1" name="Google Shape;761;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62" name="Google Shape;762;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4" name="Google Shape;764;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5" name="Google Shape;765;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6" name="Google Shape;766;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74" name="Google Shape;774;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5" name="Google Shape;775;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76" name="Google Shape;776;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7" name="Google Shape;777;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8" name="Google Shape;778;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79" name="Google Shape;779;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80" name="Google Shape;780;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81" name="Google Shape;781;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2" name="Google Shape;782;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83" name="Google Shape;783;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4" name="Google Shape;784;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85" name="Google Shape;785;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86" name="Google Shape;786;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8" name="Google Shape;788;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8" name="Google Shape;798;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11" name="Google Shape;811;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12" name="Google Shape;812;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13" name="Google Shape;813;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14" name="Google Shape;814;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15" name="Google Shape;815;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16" name="Google Shape;816;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26" name="Google Shape;826;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27" name="Google Shape;827;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28" name="Google Shape;828;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29" name="Google Shape;829;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30" name="Google Shape;830;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31" name="Google Shape;831;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grpSp>
        <p:nvGrpSpPr>
          <p:cNvPr id="837" name="Google Shape;837;g26b7edf6e71_0_109"/>
          <p:cNvGrpSpPr/>
          <p:nvPr/>
        </p:nvGrpSpPr>
        <p:grpSpPr>
          <a:xfrm>
            <a:off x="865957" y="2135925"/>
            <a:ext cx="7282807" cy="2686611"/>
            <a:chOff x="867357" y="2129450"/>
            <a:chExt cx="7282807" cy="2686611"/>
          </a:xfrm>
        </p:grpSpPr>
        <p:pic>
          <p:nvPicPr>
            <p:cNvPr id="838" name="Google Shape;83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39" name="Google Shape;839;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40" name="Google Shape;840;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41" name="Google Shape;841;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42" name="Google Shape;842;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43" name="Google Shape;843;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44" name="Google Shape;844;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45" name="Google Shape;845;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46" name="Google Shape;846;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47" name="Google Shape;847;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48" name="Google Shape;848;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49" name="Google Shape;849;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50" name="Google Shape;850;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51" name="Google Shape;851;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52" name="Google Shape;852;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grpSp>
        <p:nvGrpSpPr>
          <p:cNvPr id="858" name="Google Shape;858;g2c298d33e0c_0_6"/>
          <p:cNvGrpSpPr/>
          <p:nvPr/>
        </p:nvGrpSpPr>
        <p:grpSpPr>
          <a:xfrm>
            <a:off x="866900" y="2155300"/>
            <a:ext cx="7281864" cy="2684601"/>
            <a:chOff x="868300" y="2129450"/>
            <a:chExt cx="7281864" cy="2684601"/>
          </a:xfrm>
        </p:grpSpPr>
        <p:pic>
          <p:nvPicPr>
            <p:cNvPr id="859" name="Google Shape;859;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60" name="Google Shape;860;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61" name="Google Shape;861;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62" name="Google Shape;86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63" name="Google Shape;863;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64" name="Google Shape;864;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65" name="Google Shape;86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66" name="Google Shape;86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67" name="Google Shape;867;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68" name="Google Shape;868;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69" name="Google Shape;86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73" name="Google Shape;873;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83" name="Google Shape;883;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4" name="Google Shape;884;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5" name="Google Shape;885;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6" name="Google Shape;886;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87" name="Google Shape;887;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4" name="Google Shape;894;g2c298da1f27_0_455"/>
          <p:cNvGrpSpPr/>
          <p:nvPr/>
        </p:nvGrpSpPr>
        <p:grpSpPr>
          <a:xfrm>
            <a:off x="868300" y="2129450"/>
            <a:ext cx="7281864" cy="2684601"/>
            <a:chOff x="868300" y="2053250"/>
            <a:chExt cx="7281864" cy="2684601"/>
          </a:xfrm>
        </p:grpSpPr>
        <p:pic>
          <p:nvPicPr>
            <p:cNvPr id="895" name="Google Shape;895;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896" name="Google Shape;896;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897" name="Google Shape;897;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898" name="Google Shape;898;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899" name="Google Shape;899;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00" name="Google Shape;900;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01" name="Google Shape;90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02" name="Google Shape;902;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03" name="Google Shape;90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04" name="Google Shape;90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05" name="Google Shape;905;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06" name="Google Shape;906;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07" name="Google Shape;907;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pic>
        <p:nvPicPr>
          <p:cNvPr id="913" name="Google Shape;913;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14" name="Google Shape;914;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5" name="Google Shape;915;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16" name="Google Shape;916;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17" name="Google Shape;917;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18" name="Google Shape;918;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19" name="Google Shape;919;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20" name="Google Shape;920;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21" name="Google Shape;921;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22" name="Google Shape;922;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23" name="Google Shape;923;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24" name="Google Shape;924;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25" name="Google Shape;925;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26" name="Google Shape;926;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27" name="Google Shape;927;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28" name="Google Shape;928;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5" name="Google Shape;935;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36" name="Google Shape;936;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37" name="Google Shape;937;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38" name="Google Shape;938;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39" name="Google Shape;939;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40" name="Google Shape;940;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41" name="Google Shape;941;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42" name="Google Shape;942;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43" name="Google Shape;943;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4" name="Google Shape;944;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45" name="Google Shape;945;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55" name="Google Shape;955;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56" name="Google Shape;956;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57" name="Google Shape;957;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58" name="Google Shape;958;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a:t>
            </a:r>
            <a:r>
              <a:rPr lang="en-US" sz="2000"/>
              <a:t>.</a:t>
            </a:r>
            <a:endParaRPr sz="2000"/>
          </a:p>
        </p:txBody>
      </p:sp>
      <p:pic>
        <p:nvPicPr>
          <p:cNvPr id="965" name="Google Shape;965;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66" name="Google Shape;966;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67" name="Google Shape;967;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68" name="Google Shape;968;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69" name="Google Shape;969;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70" name="Google Shape;970;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71" name="Google Shape;971;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972" name="Google Shape;972;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973" name="Google Shape;973;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974" name="Google Shape;974;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975" name="Google Shape;975;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976" name="Google Shape;976;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977" name="Google Shape;977;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pic>
        <p:nvPicPr>
          <p:cNvPr id="978" name="Google Shape;978;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647"/>
              </a:srgbClr>
            </a:outerShdw>
          </a:effectLst>
        </p:spPr>
      </p:pic>
      <p:pic>
        <p:nvPicPr>
          <p:cNvPr id="979" name="Google Shape;979;g2cdbdd193bb_0_376"/>
          <p:cNvPicPr preferRelativeResize="0"/>
          <p:nvPr/>
        </p:nvPicPr>
        <p:blipFill rotWithShape="1">
          <a:blip r:embed="rId17">
            <a:alphaModFix/>
          </a:blip>
          <a:srcRect/>
          <a:stretch/>
        </p:blipFill>
        <p:spPr>
          <a:xfrm>
            <a:off x="3321259" y="3995098"/>
            <a:ext cx="1146871" cy="818582"/>
          </a:xfrm>
          <a:prstGeom prst="rect">
            <a:avLst/>
          </a:prstGeom>
          <a:noFill/>
          <a:ln>
            <a:noFill/>
          </a:ln>
          <a:effectLst>
            <a:outerShdw blurRad="71438" dist="19050" dir="5400000" algn="bl" rotWithShape="0">
              <a:srgbClr val="000000">
                <a:alpha val="17647"/>
              </a:srgbClr>
            </a:outerShdw>
          </a:effectLst>
        </p:spPr>
      </p:pic>
      <p:pic>
        <p:nvPicPr>
          <p:cNvPr id="980" name="Google Shape;980;g2cdbdd193bb_0_376"/>
          <p:cNvPicPr preferRelativeResize="0"/>
          <p:nvPr/>
        </p:nvPicPr>
        <p:blipFill rotWithShape="1">
          <a:blip r:embed="rId18">
            <a:alphaModFix/>
          </a:blip>
          <a:srcRect/>
          <a:stretch/>
        </p:blipFill>
        <p:spPr>
          <a:xfrm>
            <a:off x="4547991" y="3995098"/>
            <a:ext cx="1146871" cy="818582"/>
          </a:xfrm>
          <a:prstGeom prst="rect">
            <a:avLst/>
          </a:prstGeom>
          <a:noFill/>
          <a:ln>
            <a:noFill/>
          </a:ln>
          <a:effectLst>
            <a:outerShdw blurRad="71438" dist="19050" dir="5400000" algn="bl" rotWithShape="0">
              <a:srgbClr val="000000">
                <a:alpha val="17647"/>
              </a:srgbClr>
            </a:outerShdw>
          </a:effectLst>
        </p:spPr>
      </p:pic>
      <p:pic>
        <p:nvPicPr>
          <p:cNvPr id="981" name="Google Shape;981;g2cdbdd193bb_0_376"/>
          <p:cNvPicPr preferRelativeResize="0"/>
          <p:nvPr/>
        </p:nvPicPr>
        <p:blipFill rotWithShape="1">
          <a:blip r:embed="rId19">
            <a:alphaModFix/>
          </a:blip>
          <a:srcRect/>
          <a:stretch/>
        </p:blipFill>
        <p:spPr>
          <a:xfrm>
            <a:off x="5774724" y="3995098"/>
            <a:ext cx="1146871" cy="81996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8" name="Google Shape;98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89" name="Google Shape;98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90" name="Google Shape;99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56</a:t>
            </a:r>
            <a:endParaRPr/>
          </a:p>
        </p:txBody>
      </p:sp>
      <p:pic>
        <p:nvPicPr>
          <p:cNvPr id="991" name="Google Shape;991;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992" name="Google Shape;992;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993" name="Google Shape;993;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sw</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94" name="Google Shape;994;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31dbc6ecf8e_0_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1" name="Google Shape;1001;g31dbc6ecf8e_0_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02" name="Google Shape;1002;g31dbc6ecf8e_0_56"/>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60"/>
              </a:srgbClr>
            </a:outerShdw>
          </a:effectLst>
        </p:spPr>
      </p:pic>
      <p:sp>
        <p:nvSpPr>
          <p:cNvPr id="1003" name="Google Shape;1003;g31dbc6ecf8e_0_5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04" name="Google Shape;1004;g31dbc6ecf8e_0_56"/>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500">
                <a:solidFill>
                  <a:srgbClr val="2356AF"/>
                </a:solidFill>
                <a:latin typeface="Jost"/>
                <a:ea typeface="Jost"/>
                <a:cs typeface="Jost"/>
                <a:sym typeface="Jost"/>
              </a:rPr>
              <a:t>c</a:t>
            </a:r>
            <a:r>
              <a:rPr lang="en-US" sz="4700">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ugh</a:t>
            </a: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5" name="Google Shape;1005;g31dbc6ecf8e_0_56"/>
          <p:cNvSpPr txBox="1"/>
          <p:nvPr/>
        </p:nvSpPr>
        <p:spPr>
          <a:xfrm>
            <a:off x="3896425" y="3763450"/>
            <a:ext cx="4562400" cy="12228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1000"/>
              </a:spcBef>
              <a:spcAft>
                <a:spcPts val="0"/>
              </a:spcAft>
              <a:buClr>
                <a:schemeClr val="dk1"/>
              </a:buClr>
              <a:buSzPts val="5800"/>
              <a:buFont typeface="Arial"/>
              <a:buNone/>
            </a:pPr>
            <a:r>
              <a:rPr lang="en-US" sz="5500">
                <a:solidFill>
                  <a:srgbClr val="2356AF"/>
                </a:solidFill>
                <a:latin typeface="Jost"/>
                <a:ea typeface="Jost"/>
                <a:cs typeface="Jost"/>
                <a:sym typeface="Jost"/>
              </a:rPr>
              <a:t>t</a:t>
            </a:r>
            <a:r>
              <a:rPr lang="en-US" sz="4700">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ugh</a:t>
            </a: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6" name="Google Shape;1006;g31dbc6ecf8e_0_56"/>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1000"/>
              </a:spcBef>
              <a:spcAft>
                <a:spcPts val="0"/>
              </a:spcAft>
              <a:buClr>
                <a:schemeClr val="dk1"/>
              </a:buClr>
              <a:buSzPts val="5800"/>
              <a:buFont typeface="Arial"/>
              <a:buNone/>
            </a:pPr>
            <a:r>
              <a:rPr lang="en-US" sz="5500">
                <a:solidFill>
                  <a:srgbClr val="2356AF"/>
                </a:solidFill>
                <a:latin typeface="Jost"/>
                <a:ea typeface="Jost"/>
                <a:cs typeface="Jost"/>
                <a:sym typeface="Jost"/>
              </a:rPr>
              <a:t>distr</a:t>
            </a:r>
            <a:r>
              <a:rPr lang="en-US" sz="4700">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ugh</a:t>
            </a: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07" name="Google Shape;1007;g31dbc6ecf8e_0_56"/>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14" name="Google Shape;101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15" name="Google Shape;101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16" name="Google Shape;1016;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23" name="Google Shape;102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24" name="Google Shape;1024;g2c4fb7f6616_1_0"/>
          <p:cNvSpPr/>
          <p:nvPr/>
        </p:nvSpPr>
        <p:spPr>
          <a:xfrm>
            <a:off x="1839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5" name="Google Shape;102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6" name="Google Shape;1026;g2c4fb7f6616_1_0"/>
          <p:cNvSpPr txBox="1">
            <a:spLocks noGrp="1"/>
          </p:cNvSpPr>
          <p:nvPr>
            <p:ph type="subTitle" idx="4294967295"/>
          </p:nvPr>
        </p:nvSpPr>
        <p:spPr>
          <a:xfrm>
            <a:off x="1270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a:solidFill>
                  <a:srgbClr val="2356AF"/>
                </a:solidFill>
                <a:latin typeface="Jost"/>
                <a:ea typeface="Jost"/>
                <a:cs typeface="Jost"/>
                <a:sym typeface="Jost"/>
              </a:rPr>
              <a:t>n</a:t>
            </a:r>
            <a:endParaRPr sz="13000" b="0" i="0" u="none" strike="noStrike" cap="none">
              <a:solidFill>
                <a:srgbClr val="2356AF"/>
              </a:solidFill>
              <a:latin typeface="Jost"/>
              <a:ea typeface="Jost"/>
              <a:cs typeface="Jost"/>
              <a:sym typeface="Jost"/>
            </a:endParaRPr>
          </a:p>
        </p:txBody>
      </p:sp>
      <p:sp>
        <p:nvSpPr>
          <p:cNvPr id="1027" name="Google Shape;102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8" name="Google Shape;102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9" name="Google Shape;102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5" name="Google Shape;1035;g2c4fb7f6616_1_0"/>
          <p:cNvGrpSpPr/>
          <p:nvPr/>
        </p:nvGrpSpPr>
        <p:grpSpPr>
          <a:xfrm>
            <a:off x="-550" y="6984600"/>
            <a:ext cx="8596479" cy="808600"/>
            <a:chOff x="-550" y="6984600"/>
            <a:chExt cx="8596479" cy="808600"/>
          </a:xfrm>
        </p:grpSpPr>
        <p:sp>
          <p:nvSpPr>
            <p:cNvPr id="1036" name="Google Shape;103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37" name="Google Shape;103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38" name="Google Shape;103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39" name="Google Shape;103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40" name="Google Shape;104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41" name="Google Shape;104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42" name="Google Shape;104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43" name="Google Shape;104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44" name="Google Shape;104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45" name="Google Shape;1045;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46" name="Google Shape;1046;g2c4fb7f6616_1_0"/>
          <p:cNvSpPr txBox="1"/>
          <p:nvPr/>
        </p:nvSpPr>
        <p:spPr>
          <a:xfrm>
            <a:off x="2053325" y="1308025"/>
            <a:ext cx="45183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1000">
                <a:solidFill>
                  <a:srgbClr val="993FA2"/>
                </a:solidFill>
                <a:latin typeface="Poppins"/>
                <a:ea typeface="Poppins"/>
                <a:cs typeface="Poppins"/>
                <a:sym typeface="Poppins"/>
              </a:rPr>
              <a:t>a</a:t>
            </a:r>
            <a:r>
              <a:rPr lang="en-US" sz="13000">
                <a:solidFill>
                  <a:srgbClr val="993FA2"/>
                </a:solidFill>
                <a:latin typeface="Jost"/>
                <a:ea typeface="Jost"/>
                <a:cs typeface="Jost"/>
                <a:sym typeface="Jost"/>
              </a:rPr>
              <a:t>ugh</a:t>
            </a:r>
            <a:endParaRPr sz="13000">
              <a:solidFill>
                <a:srgbClr val="993FA2"/>
              </a:solidFill>
              <a:latin typeface="Jost"/>
              <a:ea typeface="Jost"/>
              <a:cs typeface="Jost"/>
              <a:sym typeface="Jost"/>
            </a:endParaRPr>
          </a:p>
        </p:txBody>
      </p:sp>
      <p:sp>
        <p:nvSpPr>
          <p:cNvPr id="1047" name="Google Shape;1047;g2c4fb7f6616_1_0"/>
          <p:cNvSpPr/>
          <p:nvPr/>
        </p:nvSpPr>
        <p:spPr>
          <a:xfrm>
            <a:off x="6195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8" name="Google Shape;1048;g2c4fb7f6616_1_0"/>
          <p:cNvSpPr txBox="1">
            <a:spLocks noGrp="1"/>
          </p:cNvSpPr>
          <p:nvPr>
            <p:ph type="subTitle" idx="4294967295"/>
          </p:nvPr>
        </p:nvSpPr>
        <p:spPr>
          <a:xfrm>
            <a:off x="5625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a:solidFill>
                  <a:srgbClr val="2356AF"/>
                </a:solidFill>
                <a:latin typeface="Jost"/>
                <a:ea typeface="Jost"/>
                <a:cs typeface="Jost"/>
                <a:sym typeface="Jost"/>
              </a:rPr>
              <a:t>t</a:t>
            </a:r>
            <a:endParaRPr sz="13000" b="0" i="0" u="none" strike="noStrike" cap="none">
              <a:solidFill>
                <a:srgbClr val="2356AF"/>
              </a:solidFill>
              <a:latin typeface="Jost"/>
              <a:ea typeface="Jost"/>
              <a:cs typeface="Jost"/>
              <a:sym typeface="Jost"/>
            </a:endParaRPr>
          </a:p>
        </p:txBody>
      </p:sp>
      <p:sp>
        <p:nvSpPr>
          <p:cNvPr id="1049" name="Google Shape;1049;g2c4fb7f6616_1_0"/>
          <p:cNvSpPr/>
          <p:nvPr/>
        </p:nvSpPr>
        <p:spPr>
          <a:xfrm>
            <a:off x="6914025" y="3906888"/>
            <a:ext cx="390000" cy="390000"/>
          </a:xfrm>
          <a:prstGeom prst="ellipse">
            <a:avLst/>
          </a:prstGeom>
          <a:solidFill>
            <a:srgbClr val="6C402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c4fb7f6616_1_0"/>
          <p:cNvSpPr txBox="1">
            <a:spLocks noGrp="1"/>
          </p:cNvSpPr>
          <p:nvPr>
            <p:ph type="subTitle" idx="4294967295"/>
          </p:nvPr>
        </p:nvSpPr>
        <p:spPr>
          <a:xfrm>
            <a:off x="6344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a:solidFill>
                  <a:srgbClr val="6C4028"/>
                </a:solidFill>
                <a:latin typeface="Jost"/>
                <a:ea typeface="Jost"/>
                <a:cs typeface="Jost"/>
                <a:sym typeface="Jost"/>
              </a:rPr>
              <a:t>y</a:t>
            </a:r>
            <a:endParaRPr sz="13000" b="0" i="0" u="none" strike="noStrike" cap="none">
              <a:solidFill>
                <a:srgbClr val="6C4028"/>
              </a:solidFill>
              <a:latin typeface="Jost"/>
              <a:ea typeface="Jost"/>
              <a:cs typeface="Jost"/>
              <a:sym typeface="Jost"/>
            </a:endParaRPr>
          </a:p>
        </p:txBody>
      </p:sp>
      <p:sp>
        <p:nvSpPr>
          <p:cNvPr id="1051" name="Google Shape;1051;g2c4fb7f6616_1_0"/>
          <p:cNvSpPr/>
          <p:nvPr/>
        </p:nvSpPr>
        <p:spPr>
          <a:xfrm>
            <a:off x="60357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2" name="Google Shape;1052;g2c4fb7f6616_1_0"/>
          <p:cNvSpPr/>
          <p:nvPr/>
        </p:nvSpPr>
        <p:spPr>
          <a:xfrm>
            <a:off x="2603700" y="4011900"/>
            <a:ext cx="33972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g31dbc6ecf8e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59" name="Google Shape;1059;g31dbc6ecf8e_0_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60" name="Google Shape;1060;g31dbc6ecf8e_0_82"/>
          <p:cNvSpPr/>
          <p:nvPr/>
        </p:nvSpPr>
        <p:spPr>
          <a:xfrm>
            <a:off x="16707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61" name="Google Shape;1061;g31dbc6ecf8e_0_8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62" name="Google Shape;1062;g31dbc6ecf8e_0_82"/>
          <p:cNvSpPr txBox="1">
            <a:spLocks noGrp="1"/>
          </p:cNvSpPr>
          <p:nvPr>
            <p:ph type="subTitle" idx="4294967295"/>
          </p:nvPr>
        </p:nvSpPr>
        <p:spPr>
          <a:xfrm>
            <a:off x="1101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a:solidFill>
                  <a:srgbClr val="2356AF"/>
                </a:solidFill>
                <a:latin typeface="Jost"/>
                <a:ea typeface="Jost"/>
                <a:cs typeface="Jost"/>
                <a:sym typeface="Jost"/>
              </a:rPr>
              <a:t>d</a:t>
            </a:r>
            <a:endParaRPr sz="13000" b="0" i="0" u="none" strike="noStrike" cap="none">
              <a:solidFill>
                <a:srgbClr val="2356AF"/>
              </a:solidFill>
              <a:latin typeface="Jost"/>
              <a:ea typeface="Jost"/>
              <a:cs typeface="Jost"/>
              <a:sym typeface="Jost"/>
            </a:endParaRPr>
          </a:p>
        </p:txBody>
      </p:sp>
      <p:sp>
        <p:nvSpPr>
          <p:cNvPr id="1063" name="Google Shape;1063;g31dbc6ecf8e_0_8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4" name="Google Shape;1064;g31dbc6ecf8e_0_8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5" name="Google Shape;1065;g31dbc6ecf8e_0_8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6" name="Google Shape;1066;g31dbc6ecf8e_0_8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7" name="Google Shape;1067;g31dbc6ecf8e_0_8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8" name="Google Shape;1068;g31dbc6ecf8e_0_8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9" name="Google Shape;1069;g31dbc6ecf8e_0_8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0" name="Google Shape;1070;g31dbc6ecf8e_0_8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71" name="Google Shape;1071;g31dbc6ecf8e_0_82"/>
          <p:cNvGrpSpPr/>
          <p:nvPr/>
        </p:nvGrpSpPr>
        <p:grpSpPr>
          <a:xfrm>
            <a:off x="-550" y="6984600"/>
            <a:ext cx="8596479" cy="808600"/>
            <a:chOff x="-550" y="6984600"/>
            <a:chExt cx="8596479" cy="808600"/>
          </a:xfrm>
        </p:grpSpPr>
        <p:sp>
          <p:nvSpPr>
            <p:cNvPr id="1072" name="Google Shape;1072;g31dbc6ecf8e_0_8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73" name="Google Shape;1073;g31dbc6ecf8e_0_8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74" name="Google Shape;1074;g31dbc6ecf8e_0_8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75" name="Google Shape;1075;g31dbc6ecf8e_0_8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76" name="Google Shape;1076;g31dbc6ecf8e_0_8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77" name="Google Shape;1077;g31dbc6ecf8e_0_8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78" name="Google Shape;1078;g31dbc6ecf8e_0_8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79" name="Google Shape;1079;g31dbc6ecf8e_0_8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80" name="Google Shape;1080;g31dbc6ecf8e_0_8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81" name="Google Shape;1081;g31dbc6ecf8e_0_8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82" name="Google Shape;1082;g31dbc6ecf8e_0_82"/>
          <p:cNvSpPr txBox="1"/>
          <p:nvPr/>
        </p:nvSpPr>
        <p:spPr>
          <a:xfrm>
            <a:off x="1884050" y="1308025"/>
            <a:ext cx="45183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1000">
                <a:solidFill>
                  <a:srgbClr val="993FA2"/>
                </a:solidFill>
                <a:latin typeface="Poppins"/>
                <a:ea typeface="Poppins"/>
                <a:cs typeface="Poppins"/>
                <a:sym typeface="Poppins"/>
              </a:rPr>
              <a:t>a</a:t>
            </a:r>
            <a:r>
              <a:rPr lang="en-US" sz="13000">
                <a:solidFill>
                  <a:srgbClr val="993FA2"/>
                </a:solidFill>
                <a:latin typeface="Jost"/>
                <a:ea typeface="Jost"/>
                <a:cs typeface="Jost"/>
                <a:sym typeface="Jost"/>
              </a:rPr>
              <a:t>ugh</a:t>
            </a:r>
            <a:endParaRPr sz="13000">
              <a:solidFill>
                <a:srgbClr val="993FA2"/>
              </a:solidFill>
              <a:latin typeface="Jost"/>
              <a:ea typeface="Jost"/>
              <a:cs typeface="Jost"/>
              <a:sym typeface="Jost"/>
            </a:endParaRPr>
          </a:p>
        </p:txBody>
      </p:sp>
      <p:sp>
        <p:nvSpPr>
          <p:cNvPr id="1083" name="Google Shape;1083;g31dbc6ecf8e_0_82"/>
          <p:cNvSpPr/>
          <p:nvPr/>
        </p:nvSpPr>
        <p:spPr>
          <a:xfrm>
            <a:off x="60260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4" name="Google Shape;1084;g31dbc6ecf8e_0_82"/>
          <p:cNvSpPr txBox="1">
            <a:spLocks noGrp="1"/>
          </p:cNvSpPr>
          <p:nvPr>
            <p:ph type="subTitle" idx="4294967295"/>
          </p:nvPr>
        </p:nvSpPr>
        <p:spPr>
          <a:xfrm>
            <a:off x="5456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a:solidFill>
                  <a:srgbClr val="2356AF"/>
                </a:solidFill>
                <a:latin typeface="Jost"/>
                <a:ea typeface="Jost"/>
                <a:cs typeface="Jost"/>
                <a:sym typeface="Jost"/>
              </a:rPr>
              <a:t>t</a:t>
            </a:r>
            <a:endParaRPr sz="13000" b="0" i="0" u="none" strike="noStrike" cap="none">
              <a:solidFill>
                <a:srgbClr val="2356AF"/>
              </a:solidFill>
              <a:latin typeface="Jost"/>
              <a:ea typeface="Jost"/>
              <a:cs typeface="Jost"/>
              <a:sym typeface="Jost"/>
            </a:endParaRPr>
          </a:p>
        </p:txBody>
      </p:sp>
      <p:sp>
        <p:nvSpPr>
          <p:cNvPr id="1085" name="Google Shape;1085;g31dbc6ecf8e_0_82"/>
          <p:cNvSpPr txBox="1">
            <a:spLocks noGrp="1"/>
          </p:cNvSpPr>
          <p:nvPr>
            <p:ph type="subTitle" idx="4294967295"/>
          </p:nvPr>
        </p:nvSpPr>
        <p:spPr>
          <a:xfrm>
            <a:off x="6299700" y="1308025"/>
            <a:ext cx="1743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3000">
                <a:solidFill>
                  <a:srgbClr val="993FA2"/>
                </a:solidFill>
                <a:latin typeface="Jost"/>
                <a:ea typeface="Jost"/>
                <a:cs typeface="Jost"/>
                <a:sym typeface="Jost"/>
              </a:rPr>
              <a:t>er</a:t>
            </a:r>
            <a:endParaRPr sz="13000" b="0" i="0" u="none" strike="noStrike" cap="none">
              <a:solidFill>
                <a:srgbClr val="993FA2"/>
              </a:solidFill>
              <a:latin typeface="Jost"/>
              <a:ea typeface="Jost"/>
              <a:cs typeface="Jost"/>
              <a:sym typeface="Jost"/>
            </a:endParaRPr>
          </a:p>
        </p:txBody>
      </p:sp>
      <p:sp>
        <p:nvSpPr>
          <p:cNvPr id="1086" name="Google Shape;1086;g31dbc6ecf8e_0_82"/>
          <p:cNvSpPr/>
          <p:nvPr/>
        </p:nvSpPr>
        <p:spPr>
          <a:xfrm>
            <a:off x="586642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7" name="Google Shape;1087;g31dbc6ecf8e_0_82"/>
          <p:cNvSpPr/>
          <p:nvPr/>
        </p:nvSpPr>
        <p:spPr>
          <a:xfrm>
            <a:off x="2434425" y="4011900"/>
            <a:ext cx="33972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8" name="Google Shape;1088;g31dbc6ecf8e_0_82"/>
          <p:cNvSpPr/>
          <p:nvPr/>
        </p:nvSpPr>
        <p:spPr>
          <a:xfrm>
            <a:off x="6536975" y="4011900"/>
            <a:ext cx="1327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95" name="Google Shape;109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96" name="Google Shape;109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97" name="Google Shape;1097;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04" name="Google Shape;110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05" name="Google Shape;1105;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06" name="Google Shape;110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13" name="Google Shape;111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14" name="Google Shape;1114;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15" name="Google Shape;111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22" name="Google Shape;112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23" name="Google Shape;112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24" name="Google Shape;112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31" name="Google Shape;113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32" name="Google Shape;113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33" name="Google Shape;113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8"/>
        <p:cNvGrpSpPr/>
        <p:nvPr/>
      </p:nvGrpSpPr>
      <p:grpSpPr>
        <a:xfrm>
          <a:off x="0" y="0"/>
          <a:ext cx="0" cy="0"/>
          <a:chOff x="0" y="0"/>
          <a:chExt cx="0" cy="0"/>
        </a:xfrm>
      </p:grpSpPr>
      <p:sp>
        <p:nvSpPr>
          <p:cNvPr id="1139" name="Google Shape;113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0" name="Google Shape;114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1" name="Google Shape;1141;g1f3daf8a844_0_64"/>
          <p:cNvGrpSpPr/>
          <p:nvPr/>
        </p:nvGrpSpPr>
        <p:grpSpPr>
          <a:xfrm>
            <a:off x="3024000" y="209875"/>
            <a:ext cx="3096000" cy="454800"/>
            <a:chOff x="3024000" y="209875"/>
            <a:chExt cx="3096000" cy="454800"/>
          </a:xfrm>
        </p:grpSpPr>
        <p:sp>
          <p:nvSpPr>
            <p:cNvPr id="1142" name="Google Shape;114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3" name="Google Shape;114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44" name="Google Shape;114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5" name="Google Shape;114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6" name="Google Shape;114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7" name="Google Shape;114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8" name="Google Shape;114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9" name="Google Shape;1149;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50" name="Google Shape;1150;g1f3daf8a844_0_64"/>
          <p:cNvSpPr txBox="1"/>
          <p:nvPr/>
        </p:nvSpPr>
        <p:spPr>
          <a:xfrm>
            <a:off x="5636825"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95250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2" name="Google Shape;1152;g1f3daf8a844_0_64"/>
          <p:cNvSpPr txBox="1"/>
          <p:nvPr/>
        </p:nvSpPr>
        <p:spPr>
          <a:xfrm>
            <a:off x="7173955"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3" name="Google Shape;1153;g1f3daf8a844_0_64"/>
          <p:cNvSpPr txBox="1"/>
          <p:nvPr/>
        </p:nvSpPr>
        <p:spPr>
          <a:xfrm>
            <a:off x="1721065" y="1644800"/>
            <a:ext cx="1859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ugh</a:t>
            </a:r>
            <a:endParaRPr sz="4800" b="0" i="0" u="none" strike="noStrike" cap="none">
              <a:solidFill>
                <a:srgbClr val="993FA2"/>
              </a:solidFill>
              <a:latin typeface="Jost"/>
              <a:ea typeface="Jost"/>
              <a:cs typeface="Jost"/>
              <a:sym typeface="Jost"/>
            </a:endParaRPr>
          </a:p>
        </p:txBody>
      </p:sp>
      <p:sp>
        <p:nvSpPr>
          <p:cNvPr id="1154" name="Google Shape;1154;g1f3daf8a844_0_64"/>
          <p:cNvSpPr txBox="1"/>
          <p:nvPr/>
        </p:nvSpPr>
        <p:spPr>
          <a:xfrm>
            <a:off x="333113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5" name="Google Shape;1155;g1f3daf8a844_0_64"/>
          <p:cNvSpPr txBox="1"/>
          <p:nvPr/>
        </p:nvSpPr>
        <p:spPr>
          <a:xfrm>
            <a:off x="4099695"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56" name="Google Shape;1156;g1f3daf8a844_0_64"/>
          <p:cNvSpPr txBox="1"/>
          <p:nvPr/>
        </p:nvSpPr>
        <p:spPr>
          <a:xfrm>
            <a:off x="640539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7" name="Google Shape;1157;g1f3daf8a844_0_64"/>
          <p:cNvSpPr txBox="1"/>
          <p:nvPr/>
        </p:nvSpPr>
        <p:spPr>
          <a:xfrm>
            <a:off x="486826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cxnSp>
        <p:nvCxnSpPr>
          <p:cNvPr id="1158" name="Google Shape;115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3"/>
        <p:cNvGrpSpPr/>
        <p:nvPr/>
      </p:nvGrpSpPr>
      <p:grpSpPr>
        <a:xfrm>
          <a:off x="0" y="0"/>
          <a:ext cx="0" cy="0"/>
          <a:chOff x="0" y="0"/>
          <a:chExt cx="0" cy="0"/>
        </a:xfrm>
      </p:grpSpPr>
      <p:sp>
        <p:nvSpPr>
          <p:cNvPr id="1164" name="Google Shape;1164;g31dbc6ecf8e_0_1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5" name="Google Shape;1165;g31dbc6ecf8e_0_1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6" name="Google Shape;1166;g31dbc6ecf8e_0_141"/>
          <p:cNvGrpSpPr/>
          <p:nvPr/>
        </p:nvGrpSpPr>
        <p:grpSpPr>
          <a:xfrm>
            <a:off x="3024000" y="209875"/>
            <a:ext cx="3096000" cy="454800"/>
            <a:chOff x="3024000" y="209875"/>
            <a:chExt cx="3096000" cy="454800"/>
          </a:xfrm>
        </p:grpSpPr>
        <p:sp>
          <p:nvSpPr>
            <p:cNvPr id="1167" name="Google Shape;1167;g31dbc6ecf8e_0_14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8" name="Google Shape;1168;g31dbc6ecf8e_0_14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69" name="Google Shape;1169;g31dbc6ecf8e_0_141"/>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70" name="Google Shape;1170;g31dbc6ecf8e_0_14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71" name="Google Shape;1171;g31dbc6ecf8e_0_14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2" name="Google Shape;1172;g31dbc6ecf8e_0_14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3" name="Google Shape;1173;g31dbc6ecf8e_0_14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4" name="Google Shape;1174;g31dbc6ecf8e_0_14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5" name="Google Shape;1175;g31dbc6ecf8e_0_141"/>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c</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ught t</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ught d</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ughter n</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ughty gr</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ndd</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ughter</a:t>
            </a:r>
            <a:endParaRPr sz="1800" b="0" i="0" u="none" strike="noStrike" cap="none">
              <a:solidFill>
                <a:srgbClr val="B7B7B7"/>
              </a:solidFill>
              <a:latin typeface="Jost"/>
              <a:ea typeface="Jost"/>
              <a:cs typeface="Jost"/>
              <a:sym typeface="Jost"/>
            </a:endParaRPr>
          </a:p>
        </p:txBody>
      </p:sp>
      <p:cxnSp>
        <p:nvCxnSpPr>
          <p:cNvPr id="1176" name="Google Shape;1176;g31dbc6ecf8e_0_14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7" name="Google Shape;1177;g31dbc6ecf8e_0_14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78" name="Google Shape;1178;g31dbc6ecf8e_0_141"/>
          <p:cNvSpPr txBox="1"/>
          <p:nvPr/>
        </p:nvSpPr>
        <p:spPr>
          <a:xfrm>
            <a:off x="5636825"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9" name="Google Shape;1179;g31dbc6ecf8e_0_141"/>
          <p:cNvSpPr txBox="1"/>
          <p:nvPr/>
        </p:nvSpPr>
        <p:spPr>
          <a:xfrm>
            <a:off x="95250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80" name="Google Shape;1180;g31dbc6ecf8e_0_141"/>
          <p:cNvSpPr txBox="1"/>
          <p:nvPr/>
        </p:nvSpPr>
        <p:spPr>
          <a:xfrm>
            <a:off x="7173955"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81" name="Google Shape;1181;g31dbc6ecf8e_0_141"/>
          <p:cNvSpPr txBox="1"/>
          <p:nvPr/>
        </p:nvSpPr>
        <p:spPr>
          <a:xfrm>
            <a:off x="1721065" y="1644800"/>
            <a:ext cx="1859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ugh</a:t>
            </a:r>
            <a:endParaRPr sz="4800" b="0" i="0" u="none" strike="noStrike" cap="none">
              <a:solidFill>
                <a:srgbClr val="993FA2"/>
              </a:solidFill>
              <a:latin typeface="Jost"/>
              <a:ea typeface="Jost"/>
              <a:cs typeface="Jost"/>
              <a:sym typeface="Jost"/>
            </a:endParaRPr>
          </a:p>
        </p:txBody>
      </p:sp>
      <p:sp>
        <p:nvSpPr>
          <p:cNvPr id="1182" name="Google Shape;1182;g31dbc6ecf8e_0_141"/>
          <p:cNvSpPr txBox="1"/>
          <p:nvPr/>
        </p:nvSpPr>
        <p:spPr>
          <a:xfrm>
            <a:off x="333113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83" name="Google Shape;1183;g31dbc6ecf8e_0_141"/>
          <p:cNvSpPr txBox="1"/>
          <p:nvPr/>
        </p:nvSpPr>
        <p:spPr>
          <a:xfrm>
            <a:off x="4099695"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84" name="Google Shape;1184;g31dbc6ecf8e_0_141"/>
          <p:cNvSpPr txBox="1"/>
          <p:nvPr/>
        </p:nvSpPr>
        <p:spPr>
          <a:xfrm>
            <a:off x="640539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5" name="Google Shape;1185;g31dbc6ecf8e_0_141"/>
          <p:cNvSpPr txBox="1"/>
          <p:nvPr/>
        </p:nvSpPr>
        <p:spPr>
          <a:xfrm>
            <a:off x="4868260" y="16451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488</Words>
  <Application>Microsoft Office PowerPoint</Application>
  <PresentationFormat>On-screen Show (4:3)</PresentationFormat>
  <Paragraphs>158</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 SemiBold</vt:lpstr>
      <vt:lpstr>Arial</vt:lpstr>
      <vt:lpstr>Poppins Medium</vt:lpstr>
      <vt:lpstr>Calibri</vt:lpstr>
      <vt:lpstr>Jost</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 laughed called water.</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2026-05-29T03:31:01Z</dcterms:modified>
</cp:coreProperties>
</file>