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Jost" panose="020B0604020202020204" charset="0"/>
      <p:regular r:id="rId18"/>
      <p:bold r:id="rId19"/>
      <p:italic r:id="rId20"/>
      <p:boldItalic r:id="rId21"/>
    </p:embeddedFont>
    <p:embeddedFont>
      <p:font typeface="Mulish"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gc3MzrJynm0AOD37qsdC4oE//R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5BF3A8-F359-46AD-8EA5-77A553DEC701}">
  <a:tblStyle styleId="{9D5BF3A8-F359-46AD-8EA5-77A553DEC70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4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6c7bd8445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6c7bd8445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6c7bd8445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qu ch sh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5 -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24</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98" name="Google Shape;198;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843"/>
              </a:srgbClr>
            </a:outerShdw>
          </a:effectLst>
        </p:spPr>
      </p:pic>
      <p:grpSp>
        <p:nvGrpSpPr>
          <p:cNvPr id="199" name="Google Shape;199;g26b641b03cd_0_260"/>
          <p:cNvGrpSpPr/>
          <p:nvPr/>
        </p:nvGrpSpPr>
        <p:grpSpPr>
          <a:xfrm>
            <a:off x="-36800" y="-52000"/>
            <a:ext cx="9236100" cy="543750"/>
            <a:chOff x="-36800" y="-52000"/>
            <a:chExt cx="9236100" cy="54375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1900680" y="8825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4" name="Google Shape;20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6" name="Google Shape;20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8" name="Google Shape;20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3.xml"/><Relationship Id="rId5" Type="http://schemas.openxmlformats.org/officeDocument/2006/relationships/image" Target="../media/image10.png"/><Relationship Id="rId10" Type="http://schemas.openxmlformats.org/officeDocument/2006/relationships/slide" Target="slide11.xml"/><Relationship Id="rId4" Type="http://schemas.openxmlformats.org/officeDocument/2006/relationships/image" Target="../media/image9.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7.png"/><Relationship Id="rId5" Type="http://schemas.openxmlformats.org/officeDocument/2006/relationships/image" Target="../media/image38.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s>
</file>

<file path=ppt/slides/_rels/slide5.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1.png"/><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61.png"/><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qu ch sh</a:t>
            </a:r>
            <a:endParaRPr/>
          </a:p>
        </p:txBody>
      </p:sp>
      <p:sp>
        <p:nvSpPr>
          <p:cNvPr id="711" name="Google Shape;711;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24</a:t>
            </a:r>
            <a:endParaRPr/>
          </a:p>
        </p:txBody>
      </p:sp>
      <p:graphicFrame>
        <p:nvGraphicFramePr>
          <p:cNvPr id="712" name="Google Shape;712;p1"/>
          <p:cNvGraphicFramePr/>
          <p:nvPr/>
        </p:nvGraphicFramePr>
        <p:xfrm>
          <a:off x="4844200" y="1891197"/>
          <a:ext cx="3784950" cy="1678950"/>
        </p:xfrm>
        <a:graphic>
          <a:graphicData uri="http://schemas.openxmlformats.org/drawingml/2006/table">
            <a:tbl>
              <a:tblPr firstRow="1" bandRow="1">
                <a:noFill/>
                <a:tableStyleId>{9D5BF3A8-F359-46AD-8EA5-77A553DEC701}</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qu</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ch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sh</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13" name="Google Shape;71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714" name="Google Shape;714;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
        <p:nvSpPr>
          <p:cNvPr id="715" name="Google Shape;715;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16" name="Google Shape;716;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17" name="Google Shape;717;p1"/>
          <p:cNvPicPr preferRelativeResize="0"/>
          <p:nvPr/>
        </p:nvPicPr>
        <p:blipFill rotWithShape="1">
          <a:blip r:embed="rId3">
            <a:alphaModFix/>
          </a:blip>
          <a:srcRect l="79" r="79"/>
          <a:stretch/>
        </p:blipFill>
        <p:spPr>
          <a:xfrm rot="455440">
            <a:off x="7334776" y="3962416"/>
            <a:ext cx="1208039" cy="1709827"/>
          </a:xfrm>
          <a:prstGeom prst="rect">
            <a:avLst/>
          </a:prstGeom>
          <a:noFill/>
          <a:ln>
            <a:noFill/>
          </a:ln>
          <a:effectLst>
            <a:outerShdw blurRad="71438" dist="38100" dir="5220000" algn="bl" rotWithShape="0">
              <a:srgbClr val="000000">
                <a:alpha val="20000"/>
              </a:srgbClr>
            </a:outerShdw>
          </a:effectLst>
        </p:spPr>
      </p:pic>
      <p:pic>
        <p:nvPicPr>
          <p:cNvPr id="718" name="Google Shape;718;p1"/>
          <p:cNvPicPr preferRelativeResize="0"/>
          <p:nvPr/>
        </p:nvPicPr>
        <p:blipFill rotWithShape="1">
          <a:blip r:embed="rId4">
            <a:alphaModFix/>
          </a:blip>
          <a:srcRect l="19" r="19"/>
          <a:stretch/>
        </p:blipFill>
        <p:spPr>
          <a:xfrm rot="-65106">
            <a:off x="6295791" y="3890251"/>
            <a:ext cx="1208041" cy="1709825"/>
          </a:xfrm>
          <a:prstGeom prst="rect">
            <a:avLst/>
          </a:prstGeom>
          <a:noFill/>
          <a:ln>
            <a:noFill/>
          </a:ln>
          <a:effectLst>
            <a:outerShdw blurRad="71438" dist="38100" dir="5220000" algn="bl" rotWithShape="0">
              <a:srgbClr val="000000">
                <a:alpha val="20000"/>
              </a:srgbClr>
            </a:outerShdw>
          </a:effectLst>
        </p:spPr>
      </p:pic>
      <p:pic>
        <p:nvPicPr>
          <p:cNvPr id="719" name="Google Shape;719;p1"/>
          <p:cNvPicPr preferRelativeResize="0"/>
          <p:nvPr/>
        </p:nvPicPr>
        <p:blipFill rotWithShape="1">
          <a:blip r:embed="rId5">
            <a:alphaModFix/>
          </a:blip>
          <a:srcRect l="79" r="69"/>
          <a:stretch/>
        </p:blipFill>
        <p:spPr>
          <a:xfrm rot="-571955">
            <a:off x="5328352" y="3979072"/>
            <a:ext cx="1208040" cy="1709824"/>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consonant digraphs </a:t>
            </a:r>
            <a:br>
              <a:rPr lang="en-US"/>
            </a:br>
            <a:r>
              <a:rPr lang="en-US">
                <a:solidFill>
                  <a:srgbClr val="8DC63F"/>
                </a:solidFill>
              </a:rPr>
              <a:t>qu ch sh</a:t>
            </a:r>
            <a:r>
              <a:rPr lang="en-US"/>
              <a:t>.</a:t>
            </a:r>
            <a:endParaRPr/>
          </a:p>
        </p:txBody>
      </p:sp>
      <p:sp>
        <p:nvSpPr>
          <p:cNvPr id="726" name="Google Shape;726;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7" name="Google Shape;727;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28" name="Google Shape;728;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5865474" y="5256525"/>
            <a:ext cx="1405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40" name="Google Shape;74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1" name="Google Shape;74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2" name="Google Shape;742;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3" name="Google Shape;743;g2bee4f4af4b_0_204">
            <a:hlinkClick r:id="rId8" action="ppaction://hlinksldjump"/>
          </p:cNvPr>
          <p:cNvSpPr/>
          <p:nvPr/>
        </p:nvSpPr>
        <p:spPr>
          <a:xfrm>
            <a:off x="1042188"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9" action="ppaction://hlinksldjump"/>
          </p:cNvPr>
          <p:cNvSpPr/>
          <p:nvPr/>
        </p:nvSpPr>
        <p:spPr>
          <a:xfrm>
            <a:off x="2543994"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0" action="ppaction://hlinksldjump"/>
          </p:cNvPr>
          <p:cNvSpPr/>
          <p:nvPr/>
        </p:nvSpPr>
        <p:spPr>
          <a:xfrm>
            <a:off x="3606829"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1" action="ppaction://hlinksldjump"/>
          </p:cNvPr>
          <p:cNvSpPr/>
          <p:nvPr/>
        </p:nvSpPr>
        <p:spPr>
          <a:xfrm>
            <a:off x="4807842" y="375989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2" action="ppaction://hlinksldjump"/>
          </p:cNvPr>
          <p:cNvSpPr/>
          <p:nvPr/>
        </p:nvSpPr>
        <p:spPr>
          <a:xfrm>
            <a:off x="6008419" y="37598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4" name="Google Shape;754;g26b641b03cd_0_165"/>
          <p:cNvGrpSpPr/>
          <p:nvPr/>
        </p:nvGrpSpPr>
        <p:grpSpPr>
          <a:xfrm>
            <a:off x="930400" y="2129444"/>
            <a:ext cx="7283200" cy="3724851"/>
            <a:chOff x="930400" y="2129444"/>
            <a:chExt cx="7283200" cy="3724851"/>
          </a:xfrm>
        </p:grpSpPr>
        <p:pic>
          <p:nvPicPr>
            <p:cNvPr id="755" name="Google Shape;75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4" name="Google Shape;784;g26b7edf6e71_0_26"/>
          <p:cNvPicPr preferRelativeResize="0"/>
          <p:nvPr/>
        </p:nvPicPr>
        <p:blipFill rotWithShape="1">
          <a:blip r:embed="rId3">
            <a:alphaModFix/>
          </a:blip>
          <a:srcRect l="79" r="79"/>
          <a:stretch/>
        </p:blipFill>
        <p:spPr>
          <a:xfrm>
            <a:off x="1438862" y="2129450"/>
            <a:ext cx="1141732" cy="1616070"/>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4">
            <a:alphaModFix/>
          </a:blip>
          <a:srcRect l="79" r="79"/>
          <a:stretch/>
        </p:blipFill>
        <p:spPr>
          <a:xfrm>
            <a:off x="5282269" y="2129450"/>
            <a:ext cx="1141734" cy="1616070"/>
          </a:xfrm>
          <a:prstGeom prst="rect">
            <a:avLst/>
          </a:prstGeom>
          <a:noFill/>
          <a:ln>
            <a:noFill/>
          </a:ln>
          <a:effectLst>
            <a:outerShdw blurRad="71438" dist="28575" dir="5400000" algn="bl" rotWithShape="0">
              <a:srgbClr val="000000">
                <a:alpha val="15290"/>
              </a:srgbClr>
            </a:outerShdw>
          </a:effectLst>
        </p:spPr>
      </p:pic>
      <p:pic>
        <p:nvPicPr>
          <p:cNvPr id="786" name="Google Shape;786;g26b7edf6e71_0_26"/>
          <p:cNvPicPr preferRelativeResize="0"/>
          <p:nvPr/>
        </p:nvPicPr>
        <p:blipFill rotWithShape="1">
          <a:blip r:embed="rId5">
            <a:alphaModFix/>
          </a:blip>
          <a:srcRect l="79" r="79"/>
          <a:stretch/>
        </p:blipFill>
        <p:spPr>
          <a:xfrm>
            <a:off x="2719997" y="2129450"/>
            <a:ext cx="1141734" cy="1616070"/>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6">
            <a:alphaModFix/>
          </a:blip>
          <a:srcRect l="19" r="29"/>
          <a:stretch/>
        </p:blipFill>
        <p:spPr>
          <a:xfrm>
            <a:off x="4001134" y="2129450"/>
            <a:ext cx="1141734" cy="1616072"/>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7">
            <a:alphaModFix/>
          </a:blip>
          <a:srcRect l="19" r="29"/>
          <a:stretch/>
        </p:blipFill>
        <p:spPr>
          <a:xfrm>
            <a:off x="6563404" y="2129450"/>
            <a:ext cx="1141734" cy="1616072"/>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8">
            <a:alphaModFix/>
          </a:blip>
          <a:srcRect l="79" r="79"/>
          <a:stretch/>
        </p:blipFill>
        <p:spPr>
          <a:xfrm>
            <a:off x="4001132" y="3897178"/>
            <a:ext cx="1141732" cy="1616070"/>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9">
            <a:alphaModFix/>
          </a:blip>
          <a:srcRect l="79" r="79"/>
          <a:stretch/>
        </p:blipFill>
        <p:spPr>
          <a:xfrm>
            <a:off x="1438862" y="3897178"/>
            <a:ext cx="1141732" cy="1616070"/>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10">
            <a:alphaModFix/>
          </a:blip>
          <a:srcRect l="79" r="79"/>
          <a:stretch/>
        </p:blipFill>
        <p:spPr>
          <a:xfrm>
            <a:off x="2719997" y="3897178"/>
            <a:ext cx="1141732" cy="1616070"/>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11">
            <a:alphaModFix/>
          </a:blip>
          <a:srcRect l="19" r="29"/>
          <a:stretch/>
        </p:blipFill>
        <p:spPr>
          <a:xfrm>
            <a:off x="5282262" y="3897178"/>
            <a:ext cx="1141732" cy="1616072"/>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12">
            <a:alphaModFix/>
          </a:blip>
          <a:srcRect l="79" r="79"/>
          <a:stretch/>
        </p:blipFill>
        <p:spPr>
          <a:xfrm>
            <a:off x="6563385" y="3897178"/>
            <a:ext cx="1141732" cy="1616070"/>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6c7bd8445_0_3"/>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0" name="Google Shape;800;g2c6c7bd8445_0_3"/>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1" name="Google Shape;801;g2c6c7bd8445_0_3"/>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08" name="Google Shape;80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09" name="Google Shape;80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0" name="Google Shape;810;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pic>
        <p:nvPicPr>
          <p:cNvPr id="811" name="Google Shape;811;g2c186218c5a_0_17"/>
          <p:cNvPicPr preferRelativeResize="0"/>
          <p:nvPr/>
        </p:nvPicPr>
        <p:blipFill rotWithShape="1">
          <a:blip r:embed="rId4">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12" name="Google Shape;812;g2c186218c5a_0_17"/>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9" name="Google Shape;81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0" name="Google Shape;82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21" name="Google Shape;821;g26b641b03cd_0_185"/>
          <p:cNvPicPr preferRelativeResize="0"/>
          <p:nvPr/>
        </p:nvPicPr>
        <p:blipFill rotWithShape="1">
          <a:blip r:embed="rId3">
            <a:alphaModFix/>
          </a:blip>
          <a:srcRect t="39" b="39"/>
          <a:stretch/>
        </p:blipFill>
        <p:spPr>
          <a:xfrm>
            <a:off x="889350" y="1723975"/>
            <a:ext cx="3588135" cy="1434669"/>
          </a:xfrm>
          <a:prstGeom prst="rect">
            <a:avLst/>
          </a:prstGeom>
          <a:noFill/>
          <a:ln>
            <a:noFill/>
          </a:ln>
          <a:effectLst>
            <a:outerShdw blurRad="71438" dist="19050" dir="5400000" algn="bl" rotWithShape="0">
              <a:srgbClr val="000000">
                <a:alpha val="20000"/>
              </a:srgbClr>
            </a:outerShdw>
          </a:effectLst>
        </p:spPr>
      </p:pic>
      <p:pic>
        <p:nvPicPr>
          <p:cNvPr id="822" name="Google Shape;822;g26b641b03cd_0_185"/>
          <p:cNvPicPr preferRelativeResize="0"/>
          <p:nvPr/>
        </p:nvPicPr>
        <p:blipFill rotWithShape="1">
          <a:blip r:embed="rId4">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23" name="Google Shape;823;g26b641b03cd_0_185"/>
          <p:cNvPicPr preferRelativeResize="0"/>
          <p:nvPr/>
        </p:nvPicPr>
        <p:blipFill rotWithShape="1">
          <a:blip r:embed="rId5">
            <a:alphaModFix/>
          </a:blip>
          <a:srcRect t="39" b="39"/>
          <a:stretch/>
        </p:blipFill>
        <p:spPr>
          <a:xfrm>
            <a:off x="2777931"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0" name="Google Shape;83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31" name="Google Shape;83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32" name="Google Shape;832;g2c186218c5a_0_25"/>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33" name="Google Shape;833;g2c186218c5a_0_25"/>
          <p:cNvPicPr preferRelativeResize="0"/>
          <p:nvPr/>
        </p:nvPicPr>
        <p:blipFill rotWithShape="1">
          <a:blip r:embed="rId4">
            <a:alphaModFix/>
          </a:blip>
          <a:srcRect l="19" r="2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34" name="Google Shape;834;g2c186218c5a_0_25"/>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1" name="Google Shape;84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42" name="Google Shape;84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43" name="Google Shape;843;g26b641b03cd_0_192"/>
          <p:cNvPicPr preferRelativeResize="0"/>
          <p:nvPr/>
        </p:nvPicPr>
        <p:blipFill rotWithShape="1">
          <a:blip r:embed="rId3">
            <a:alphaModFix/>
          </a:blip>
          <a:srcRect l="79" r="79"/>
          <a:stretch/>
        </p:blipFill>
        <p:spPr>
          <a:xfrm>
            <a:off x="1088400" y="1696500"/>
            <a:ext cx="2177406" cy="3082000"/>
          </a:xfrm>
          <a:prstGeom prst="rect">
            <a:avLst/>
          </a:prstGeom>
          <a:noFill/>
          <a:ln>
            <a:noFill/>
          </a:ln>
          <a:effectLst>
            <a:outerShdw blurRad="71438" dist="28575" dir="5400000" algn="bl" rotWithShape="0">
              <a:srgbClr val="000000">
                <a:alpha val="16078"/>
              </a:srgbClr>
            </a:outerShdw>
          </a:effectLst>
        </p:spPr>
      </p:pic>
      <p:pic>
        <p:nvPicPr>
          <p:cNvPr id="844" name="Google Shape;844;g26b641b03cd_0_192"/>
          <p:cNvPicPr preferRelativeResize="0"/>
          <p:nvPr/>
        </p:nvPicPr>
        <p:blipFill rotWithShape="1">
          <a:blip r:embed="rId4">
            <a:alphaModFix/>
          </a:blip>
          <a:srcRect l="19" r="29"/>
          <a:stretch/>
        </p:blipFill>
        <p:spPr>
          <a:xfrm>
            <a:off x="3483297" y="1696500"/>
            <a:ext cx="2177406" cy="3082000"/>
          </a:xfrm>
          <a:prstGeom prst="rect">
            <a:avLst/>
          </a:prstGeom>
          <a:noFill/>
          <a:ln>
            <a:noFill/>
          </a:ln>
          <a:effectLst>
            <a:outerShdw blurRad="71438" dist="28575" dir="5400000" algn="bl" rotWithShape="0">
              <a:srgbClr val="000000">
                <a:alpha val="16078"/>
              </a:srgbClr>
            </a:outerShdw>
          </a:effectLst>
        </p:spPr>
      </p:pic>
      <p:pic>
        <p:nvPicPr>
          <p:cNvPr id="845" name="Google Shape;845;g26b641b03cd_0_192"/>
          <p:cNvPicPr preferRelativeResize="0"/>
          <p:nvPr/>
        </p:nvPicPr>
        <p:blipFill rotWithShape="1">
          <a:blip r:embed="rId5">
            <a:alphaModFix/>
          </a:blip>
          <a:srcRect l="79" r="79"/>
          <a:stretch/>
        </p:blipFill>
        <p:spPr>
          <a:xfrm>
            <a:off x="5878193" y="1696500"/>
            <a:ext cx="2177406" cy="3082000"/>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52" name="Google Shape;85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53" name="Google Shape;85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54" name="Google Shape;854;g26b641b03cd_0_204"/>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55" name="Google Shape;855;g26b641b03cd_0_204"/>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56" name="Google Shape;856;g26b641b03cd_0_204"/>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63" name="Google Shape;86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864" name="Google Shape;86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65" name="Google Shape;865;g2c186218c5a_0_48"/>
          <p:cNvPicPr preferRelativeResize="0"/>
          <p:nvPr/>
        </p:nvPicPr>
        <p:blipFill rotWithShape="1">
          <a:blip r:embed="rId3">
            <a:alphaModFix/>
          </a:blip>
          <a:srcRect/>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66" name="Google Shape;866;g2c186218c5a_0_48"/>
          <p:cNvPicPr preferRelativeResize="0"/>
          <p:nvPr/>
        </p:nvPicPr>
        <p:blipFill rotWithShape="1">
          <a:blip r:embed="rId4">
            <a:alphaModFix/>
          </a:blip>
          <a:srcRect/>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867" name="Google Shape;867;g2c186218c5a_0_48"/>
          <p:cNvPicPr preferRelativeResize="0"/>
          <p:nvPr/>
        </p:nvPicPr>
        <p:blipFill rotWithShape="1">
          <a:blip r:embed="rId5">
            <a:alphaModFix/>
          </a:blip>
          <a:srcRect/>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74" name="Google Shape;87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75" name="Google Shape;87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76" name="Google Shape;876;g26b641b03cd_0_213"/>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877" name="Google Shape;877;g26b641b03cd_0_213"/>
          <p:cNvPicPr preferRelativeResize="0"/>
          <p:nvPr/>
        </p:nvPicPr>
        <p:blipFill rotWithShape="1">
          <a:blip r:embed="rId4">
            <a:alphaModFix/>
          </a:blip>
          <a:srcRect l="129" r="139"/>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878" name="Google Shape;878;g26b641b03cd_0_213"/>
          <p:cNvPicPr preferRelativeResize="0"/>
          <p:nvPr/>
        </p:nvPicPr>
        <p:blipFill rotWithShape="1">
          <a:blip r:embed="rId5">
            <a:alphaModFix/>
          </a:blip>
          <a:srcRect l="129" r="139"/>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885" name="Google Shape;88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886" name="Google Shape;88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87" name="Google Shape;887;g2c186218c5a_0_149"/>
          <p:cNvPicPr preferRelativeResize="0"/>
          <p:nvPr/>
        </p:nvPicPr>
        <p:blipFill rotWithShape="1">
          <a:blip r:embed="rId3">
            <a:alphaModFix/>
          </a:blip>
          <a:srcRect l="228" r="228"/>
          <a:stretch/>
        </p:blipFill>
        <p:spPr>
          <a:xfrm>
            <a:off x="930725" y="1579775"/>
            <a:ext cx="2290023" cy="3192750"/>
          </a:xfrm>
          <a:prstGeom prst="rect">
            <a:avLst/>
          </a:prstGeom>
          <a:noFill/>
          <a:ln>
            <a:noFill/>
          </a:ln>
          <a:effectLst>
            <a:outerShdw blurRad="85725" dist="19050" dir="5400000" algn="bl" rotWithShape="0">
              <a:srgbClr val="000000">
                <a:alpha val="20000"/>
              </a:srgbClr>
            </a:outerShdw>
          </a:effectLst>
        </p:spPr>
      </p:pic>
      <p:pic>
        <p:nvPicPr>
          <p:cNvPr id="888" name="Google Shape;888;g2c186218c5a_0_149"/>
          <p:cNvPicPr preferRelativeResize="0"/>
          <p:nvPr/>
        </p:nvPicPr>
        <p:blipFill rotWithShape="1">
          <a:blip r:embed="rId4">
            <a:alphaModFix/>
          </a:blip>
          <a:srcRect l="129" r="139"/>
          <a:stretch/>
        </p:blipFill>
        <p:spPr>
          <a:xfrm>
            <a:off x="3426989" y="1579775"/>
            <a:ext cx="2290023" cy="3192750"/>
          </a:xfrm>
          <a:prstGeom prst="rect">
            <a:avLst/>
          </a:prstGeom>
          <a:noFill/>
          <a:ln>
            <a:noFill/>
          </a:ln>
          <a:effectLst>
            <a:outerShdw blurRad="85725" dist="19050" dir="5400000" algn="bl" rotWithShape="0">
              <a:srgbClr val="000000">
                <a:alpha val="20000"/>
              </a:srgbClr>
            </a:outerShdw>
          </a:effectLst>
        </p:spPr>
      </p:pic>
      <p:pic>
        <p:nvPicPr>
          <p:cNvPr id="889" name="Google Shape;889;g2c186218c5a_0_149"/>
          <p:cNvPicPr preferRelativeResize="0"/>
          <p:nvPr/>
        </p:nvPicPr>
        <p:blipFill rotWithShape="1">
          <a:blip r:embed="rId5">
            <a:alphaModFix/>
          </a:blip>
          <a:srcRect l="129" r="139"/>
          <a:stretch/>
        </p:blipFill>
        <p:spPr>
          <a:xfrm>
            <a:off x="5923252" y="1579775"/>
            <a:ext cx="2290023" cy="319275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b641b03cd_0_301"/>
          <p:cNvSpPr txBox="1">
            <a:spLocks noGrp="1"/>
          </p:cNvSpPr>
          <p:nvPr>
            <p:ph type="title"/>
          </p:nvPr>
        </p:nvSpPr>
        <p:spPr>
          <a:xfrm>
            <a:off x="970700" y="5568500"/>
            <a:ext cx="7202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896" name="Google Shape;89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897" name="Google Shape;897;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898" name="Google Shape;89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6b641b03cd_0_308"/>
          <p:cNvSpPr txBox="1">
            <a:spLocks noGrp="1"/>
          </p:cNvSpPr>
          <p:nvPr>
            <p:ph type="title"/>
          </p:nvPr>
        </p:nvSpPr>
        <p:spPr>
          <a:xfrm>
            <a:off x="1008275" y="5568500"/>
            <a:ext cx="7127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05" name="Google Shape;90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06" name="Google Shape;906;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07" name="Google Shape;90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253</Words>
  <Application>Microsoft Office PowerPoint</Application>
  <PresentationFormat>On-screen Show (4:3)</PresentationFormat>
  <Paragraphs>93</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Poppins</vt:lpstr>
      <vt:lpstr>Nunito Black</vt:lpstr>
      <vt:lpstr>Poppins Medium</vt:lpstr>
      <vt:lpstr>Mulish</vt:lpstr>
      <vt:lpstr>Calibri</vt:lpstr>
      <vt:lpstr>Poppins SemiBold</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2026-04-28T05:26:10Z</dcterms:modified>
</cp:coreProperties>
</file>