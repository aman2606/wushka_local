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mB9Q0qqYtaLlP+J3YyYsKDwYR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49B056-5C29-4F42-BCAA-0B8D966F6692}">
  <a:tblStyle styleId="{1549B056-5C29-4F42-BCAA-0B8D966F669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c71d9c0179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c71d9c0179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c71d9c0179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71d9c0179_0_7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71d9c0179_0_7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71d9c0179_0_7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71d9c0179_0_7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71d9c0179_0_7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71d9c0179_0_7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'oo' (long)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8 -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39</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5.xml"/><Relationship Id="rId5" Type="http://schemas.openxmlformats.org/officeDocument/2006/relationships/image" Target="../media/image5.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6.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'oo' (long)</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6" name="Google Shape;686;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7" name="Google Shape;687;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88" name="Google Shape;688;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89" name="Google Shape;689;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0" name="Google Shape;690;p1"/>
          <p:cNvGraphicFramePr/>
          <p:nvPr/>
        </p:nvGraphicFramePr>
        <p:xfrm>
          <a:off x="4844200" y="1891197"/>
          <a:ext cx="3784950" cy="1678950"/>
        </p:xfrm>
        <a:graphic>
          <a:graphicData uri="http://schemas.openxmlformats.org/drawingml/2006/table">
            <a:tbl>
              <a:tblPr firstRow="1" bandRow="1">
                <a:noFill/>
                <a:tableStyleId>{1549B056-5C29-4F42-BCAA-0B8D966F6692}</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oo</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692" name="Google Shape;692;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39</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oo</a:t>
            </a:r>
            <a:r>
              <a:rPr lang="en-US"/>
              <a:t> (long).</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858551" y="5256525"/>
            <a:ext cx="1419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15" name="Google Shape;71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6" name="Google Shape;71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7" name="Google Shape;717;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8" name="Google Shape;718;g2bee4f4af4b_0_204">
            <a:hlinkClick r:id="rId9" action="ppaction://hlinksldjump"/>
          </p:cNvPr>
          <p:cNvSpPr/>
          <p:nvPr/>
        </p:nvSpPr>
        <p:spPr>
          <a:xfrm>
            <a:off x="940451" y="3930256"/>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0" action="ppaction://hlinksldjump"/>
          </p:cNvPr>
          <p:cNvSpPr/>
          <p:nvPr/>
        </p:nvSpPr>
        <p:spPr>
          <a:xfrm>
            <a:off x="247817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3597764"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2" action="ppaction://hlinksldjump"/>
          </p:cNvPr>
          <p:cNvSpPr/>
          <p:nvPr/>
        </p:nvSpPr>
        <p:spPr>
          <a:xfrm>
            <a:off x="4885651"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3" action="ppaction://hlinksldjump"/>
          </p:cNvPr>
          <p:cNvSpPr/>
          <p:nvPr/>
        </p:nvSpPr>
        <p:spPr>
          <a:xfrm>
            <a:off x="5999198" y="379225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4" action="ppaction://hlinksldjump"/>
          </p:cNvPr>
          <p:cNvSpPr/>
          <p:nvPr/>
        </p:nvSpPr>
        <p:spPr>
          <a:xfrm>
            <a:off x="7381382" y="377437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0" name="Google Shape;730;g26b641b03cd_0_165"/>
          <p:cNvGrpSpPr/>
          <p:nvPr/>
        </p:nvGrpSpPr>
        <p:grpSpPr>
          <a:xfrm>
            <a:off x="930400" y="2129444"/>
            <a:ext cx="7283200" cy="3724851"/>
            <a:chOff x="930400" y="2129444"/>
            <a:chExt cx="7283200" cy="3724851"/>
          </a:xfrm>
        </p:grpSpPr>
        <p:pic>
          <p:nvPicPr>
            <p:cNvPr id="731" name="Google Shape;73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0" name="Google Shape;760;g26b7edf6e71_0_26"/>
          <p:cNvPicPr preferRelativeResize="0"/>
          <p:nvPr/>
        </p:nvPicPr>
        <p:blipFill rotWithShape="1">
          <a:blip r:embed="rId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61" name="Google Shape;761;g26b7edf6e71_0_26"/>
          <p:cNvPicPr preferRelativeResize="0"/>
          <p:nvPr/>
        </p:nvPicPr>
        <p:blipFill rotWithShape="1">
          <a:blip r:embed="rId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1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1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1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1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c71d9c0179_0_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85" name="Google Shape;785;g2c71d9c0179_0_3"/>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86" name="Google Shape;786;g2c71d9c0179_0_3"/>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3" name="Google Shape;79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4" name="Google Shape;794;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5" name="Google Shape;79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2" name="Google Shape;80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3" name="Google Shape;803;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04" name="Google Shape;80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1" name="Google Shape;81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2" name="Google Shape;81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3" name="Google Shape;81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0" name="Google Shape;82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21" name="Google Shape;821;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22" name="Google Shape;82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29" name="Google Shape;82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30" name="Google Shape;83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7" name="Google Shape;83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8" name="Google Shape;83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9" name="Google Shape;83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0" name="Google Shape;84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1" name="Google Shape;84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2" name="Google Shape;84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3" name="Google Shape;843;g2c4fd7a3c22_2_0"/>
          <p:cNvGrpSpPr/>
          <p:nvPr/>
        </p:nvGrpSpPr>
        <p:grpSpPr>
          <a:xfrm>
            <a:off x="304250" y="6984600"/>
            <a:ext cx="8330829" cy="808600"/>
            <a:chOff x="-152950" y="7365600"/>
            <a:chExt cx="8330829" cy="808600"/>
          </a:xfrm>
        </p:grpSpPr>
        <p:sp>
          <p:nvSpPr>
            <p:cNvPr id="844" name="Google Shape;84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8" name="Google Shape;84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9" name="Google Shape;84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50" name="Google Shape;85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51" name="Google Shape;85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52" name="Google Shape;85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3" name="Google Shape;85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4" name="Google Shape;85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5" name="Google Shape;855;g2c4fd7a3c22_2_0"/>
          <p:cNvSpPr/>
          <p:nvPr/>
        </p:nvSpPr>
        <p:spPr>
          <a:xfrm>
            <a:off x="2944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c4fd7a3c22_2_0"/>
          <p:cNvSpPr/>
          <p:nvPr/>
        </p:nvSpPr>
        <p:spPr>
          <a:xfrm>
            <a:off x="5733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7" name="Google Shape;857;g2c4fd7a3c22_2_0"/>
          <p:cNvSpPr txBox="1"/>
          <p:nvPr/>
        </p:nvSpPr>
        <p:spPr>
          <a:xfrm>
            <a:off x="5163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58" name="Google Shape;858;g2c4fd7a3c22_2_0"/>
          <p:cNvSpPr txBox="1"/>
          <p:nvPr/>
        </p:nvSpPr>
        <p:spPr>
          <a:xfrm>
            <a:off x="2374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59" name="Google Shape;859;g2c4fd7a3c22_2_0"/>
          <p:cNvSpPr txBox="1"/>
          <p:nvPr/>
        </p:nvSpPr>
        <p:spPr>
          <a:xfrm>
            <a:off x="32046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860" name="Google Shape;860;g2c4fd7a3c22_2_0"/>
          <p:cNvSpPr/>
          <p:nvPr/>
        </p:nvSpPr>
        <p:spPr>
          <a:xfrm>
            <a:off x="35887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71d9c0179_0_7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7" name="Google Shape;867;g2c71d9c0179_0_7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8" name="Google Shape;868;g2c71d9c0179_0_73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9" name="Google Shape;869;g2c71d9c0179_0_73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71d9c0179_0_73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71d9c0179_0_73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71d9c0179_0_73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3" name="Google Shape;873;g2c71d9c0179_0_735"/>
          <p:cNvGrpSpPr/>
          <p:nvPr/>
        </p:nvGrpSpPr>
        <p:grpSpPr>
          <a:xfrm>
            <a:off x="304250" y="6984600"/>
            <a:ext cx="8330829" cy="808600"/>
            <a:chOff x="-152950" y="7365600"/>
            <a:chExt cx="8330829" cy="808600"/>
          </a:xfrm>
        </p:grpSpPr>
        <p:sp>
          <p:nvSpPr>
            <p:cNvPr id="874" name="Google Shape;874;g2c71d9c0179_0_73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5" name="Google Shape;875;g2c71d9c0179_0_73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6" name="Google Shape;876;g2c71d9c0179_0_73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7" name="Google Shape;877;g2c71d9c0179_0_73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8" name="Google Shape;878;g2c71d9c0179_0_73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9" name="Google Shape;879;g2c71d9c0179_0_73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0" name="Google Shape;880;g2c71d9c0179_0_73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1" name="Google Shape;881;g2c71d9c0179_0_73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2" name="Google Shape;882;g2c71d9c0179_0_73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3" name="Google Shape;883;g2c71d9c0179_0_73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4" name="Google Shape;884;g2c71d9c0179_0_73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5" name="Google Shape;885;g2c71d9c0179_0_735"/>
          <p:cNvSpPr/>
          <p:nvPr/>
        </p:nvSpPr>
        <p:spPr>
          <a:xfrm>
            <a:off x="2753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c71d9c0179_0_735"/>
          <p:cNvSpPr/>
          <p:nvPr/>
        </p:nvSpPr>
        <p:spPr>
          <a:xfrm>
            <a:off x="5999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71d9c0179_0_735"/>
          <p:cNvSpPr txBox="1"/>
          <p:nvPr/>
        </p:nvSpPr>
        <p:spPr>
          <a:xfrm>
            <a:off x="5430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88" name="Google Shape;888;g2c71d9c0179_0_735"/>
          <p:cNvSpPr txBox="1"/>
          <p:nvPr/>
        </p:nvSpPr>
        <p:spPr>
          <a:xfrm>
            <a:off x="2184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z</a:t>
            </a:r>
            <a:endParaRPr sz="15000" b="0" i="0" u="none" strike="noStrike" cap="none">
              <a:solidFill>
                <a:srgbClr val="2356AF"/>
              </a:solidFill>
              <a:latin typeface="Jost"/>
              <a:ea typeface="Jost"/>
              <a:cs typeface="Jost"/>
              <a:sym typeface="Jost"/>
            </a:endParaRPr>
          </a:p>
        </p:txBody>
      </p:sp>
      <p:sp>
        <p:nvSpPr>
          <p:cNvPr id="889" name="Google Shape;889;g2c71d9c0179_0_735"/>
          <p:cNvSpPr txBox="1"/>
          <p:nvPr/>
        </p:nvSpPr>
        <p:spPr>
          <a:xfrm>
            <a:off x="31665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890" name="Google Shape;890;g2c71d9c0179_0_735"/>
          <p:cNvSpPr/>
          <p:nvPr/>
        </p:nvSpPr>
        <p:spPr>
          <a:xfrm>
            <a:off x="35506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7" name="Google Shape;89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8" name="Google Shape;89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5" name="Google Shape;90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6" name="Google Shape;90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7" name="Google Shape;90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4" name="Google Shape;91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5" name="Google Shape;91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16" name="Google Shape;91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3" name="Google Shape;92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4" name="Google Shape;92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5" name="Google Shape;92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2" name="Google Shape;93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3" name="Google Shape;93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4" name="Google Shape;93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301"/>
          <p:cNvSpPr txBox="1">
            <a:spLocks noGrp="1"/>
          </p:cNvSpPr>
          <p:nvPr>
            <p:ph type="title"/>
          </p:nvPr>
        </p:nvSpPr>
        <p:spPr>
          <a:xfrm>
            <a:off x="797250" y="5568500"/>
            <a:ext cx="7549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41" name="Google Shape;94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2" name="Google Shape;942;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3" name="Google Shape;94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6b641b03cd_0_308"/>
          <p:cNvSpPr txBox="1">
            <a:spLocks noGrp="1"/>
          </p:cNvSpPr>
          <p:nvPr>
            <p:ph type="title"/>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50" name="Google Shape;95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1" name="Google Shape;951;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2" name="Google Shape;95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6b641b03cd_0_315"/>
          <p:cNvSpPr txBox="1">
            <a:spLocks noGrp="1"/>
          </p:cNvSpPr>
          <p:nvPr>
            <p:ph type="title"/>
          </p:nvPr>
        </p:nvSpPr>
        <p:spPr>
          <a:xfrm>
            <a:off x="1085400" y="5568500"/>
            <a:ext cx="6973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59" name="Google Shape;95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0" name="Google Shape;960;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1" name="Google Shape;961;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6b641b03cd_1_0"/>
          <p:cNvSpPr txBox="1">
            <a:spLocks noGrp="1"/>
          </p:cNvSpPr>
          <p:nvPr>
            <p:ph type="title"/>
          </p:nvPr>
        </p:nvSpPr>
        <p:spPr>
          <a:xfrm>
            <a:off x="1027775" y="5568500"/>
            <a:ext cx="7088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68" name="Google Shape;96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9" name="Google Shape;969;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0" name="Google Shape;970;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7" name="Google Shape;97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8" name="Google Shape;978;g1f3daf8a844_0_64"/>
          <p:cNvGrpSpPr/>
          <p:nvPr/>
        </p:nvGrpSpPr>
        <p:grpSpPr>
          <a:xfrm>
            <a:off x="3024000" y="209875"/>
            <a:ext cx="3096000" cy="454800"/>
            <a:chOff x="3024000" y="209875"/>
            <a:chExt cx="3096000" cy="454800"/>
          </a:xfrm>
        </p:grpSpPr>
        <p:sp>
          <p:nvSpPr>
            <p:cNvPr id="979" name="Google Shape;97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1" name="Google Shape;98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2" name="Google Shape;98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3" name="Google Shape;98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4" name="Google Shape;98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5" name="Google Shape;98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6" name="Google Shape;98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987" name="Google Shape;98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88" name="Google Shape;98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9" name="Google Shape;98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0" name="Google Shape;99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1" name="Google Shape;99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2" name="Google Shape;992;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3" name="Google Shape;993;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8"/>
                </a:solidFill>
                <a:latin typeface="Jost"/>
                <a:ea typeface="Jost"/>
                <a:cs typeface="Jost"/>
                <a:sym typeface="Jost"/>
              </a:rPr>
              <a:t>oo</a:t>
            </a:r>
            <a:endParaRPr sz="5500" b="0" i="0" u="none" strike="noStrike" cap="none">
              <a:solidFill>
                <a:srgbClr val="6C4028"/>
              </a:solidFill>
              <a:latin typeface="Jost"/>
              <a:ea typeface="Jost"/>
              <a:cs typeface="Jost"/>
              <a:sym typeface="Jost"/>
            </a:endParaRPr>
          </a:p>
        </p:txBody>
      </p:sp>
      <p:cxnSp>
        <p:nvCxnSpPr>
          <p:cNvPr id="996" name="Google Shape;99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71d9c0179_0_7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3" name="Google Shape;1003;g2c71d9c0179_0_7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4" name="Google Shape;1004;g2c71d9c0179_0_764"/>
          <p:cNvGrpSpPr/>
          <p:nvPr/>
        </p:nvGrpSpPr>
        <p:grpSpPr>
          <a:xfrm>
            <a:off x="3024000" y="209875"/>
            <a:ext cx="3096000" cy="454800"/>
            <a:chOff x="3024000" y="209875"/>
            <a:chExt cx="3096000" cy="454800"/>
          </a:xfrm>
        </p:grpSpPr>
        <p:sp>
          <p:nvSpPr>
            <p:cNvPr id="1005" name="Google Shape;1005;g2c71d9c0179_0_7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c71d9c0179_0_7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7" name="Google Shape;1007;g2c71d9c0179_0_7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8" name="Google Shape;1008;g2c71d9c0179_0_7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09" name="Google Shape;1009;g2c71d9c0179_0_7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0" name="Google Shape;1010;g2c71d9c0179_0_7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1" name="Google Shape;1011;g2c71d9c0179_0_7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2" name="Google Shape;1012;g2c71d9c0179_0_7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3" name="Google Shape;1013;g2c71d9c0179_0_7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zoo zoom boot food root moon hoof</a:t>
            </a:r>
            <a:endParaRPr sz="1800" b="0" i="0" u="none" strike="noStrike" cap="none">
              <a:solidFill>
                <a:srgbClr val="B7B7B7"/>
              </a:solidFill>
              <a:latin typeface="Jost"/>
              <a:ea typeface="Jost"/>
              <a:cs typeface="Jost"/>
              <a:sym typeface="Jost"/>
            </a:endParaRPr>
          </a:p>
        </p:txBody>
      </p:sp>
      <p:sp>
        <p:nvSpPr>
          <p:cNvPr id="1014" name="Google Shape;1014;g2c71d9c0179_0_7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1015" name="Google Shape;1015;g2c71d9c0179_0_7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16" name="Google Shape;1016;g2c71d9c0179_0_7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7" name="Google Shape;1017;g2c71d9c0179_0_7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18" name="Google Shape;1018;g2c71d9c0179_0_7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019" name="Google Shape;1019;g2c71d9c0179_0_7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0" name="Google Shape;1020;g2c71d9c0179_0_7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1" name="Google Shape;1021;g2c71d9c0179_0_7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2" name="Google Shape;1022;g2c71d9c0179_0_7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3" name="Google Shape;1023;g2c71d9c0179_0_7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4" name="Google Shape;1024;g2c71d9c0179_0_7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8"/>
                </a:solidFill>
                <a:latin typeface="Jost"/>
                <a:ea typeface="Jost"/>
                <a:cs typeface="Jost"/>
                <a:sym typeface="Jost"/>
              </a:rPr>
              <a:t>oo</a:t>
            </a:r>
            <a:endParaRPr sz="5500" b="0" i="0" u="none" strike="noStrike" cap="none">
              <a:solidFill>
                <a:srgbClr val="6C4028"/>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390</Words>
  <Application>Microsoft Office PowerPoint</Application>
  <PresentationFormat>On-screen Show (4:3)</PresentationFormat>
  <Paragraphs>166</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Poppins SemiBold</vt:lpstr>
      <vt:lpstr>Mulish</vt:lpstr>
      <vt:lpstr>Nunito Black</vt:lpstr>
      <vt:lpstr>Calibri</vt:lpstr>
      <vt:lpstr>Jost</vt:lpstr>
      <vt:lpstr>Poppins Medium</vt:lpstr>
      <vt:lpstr>Poppins</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2026-04-29T04:06:24Z</dcterms:modified>
</cp:coreProperties>
</file>