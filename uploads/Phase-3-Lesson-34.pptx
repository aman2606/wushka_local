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Mulish"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hmDLAH2GIDvFJkF454ugCM2LC1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E65F8A-46AD-43DF-BA2C-80ECA797D87B}">
  <a:tblStyle styleId="{E0E65F8A-46AD-43DF-BA2C-80ECA797D87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71408be6c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71408be6c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71408be6c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71408be6c_0_8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c71408be6c_0_8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c71408be6c_0_8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c71408be6c_0_8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c71408be6c_0_8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c71408be6c_0_8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71408be6c_0_80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71408be6c_0_8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71408be6c_0_8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Compare 'e' and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7 -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34</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7" name="Google Shape;197;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8235"/>
              </a:srgbClr>
            </a:outerShdw>
          </a:effectLst>
        </p:spPr>
      </p:pic>
      <p:grpSp>
        <p:nvGrpSpPr>
          <p:cNvPr id="198" name="Google Shape;198;g26b641b03cd_0_260"/>
          <p:cNvGrpSpPr/>
          <p:nvPr/>
        </p:nvGrpSpPr>
        <p:grpSpPr>
          <a:xfrm>
            <a:off x="-36800" y="-52000"/>
            <a:ext cx="9236100" cy="543750"/>
            <a:chOff x="-36800" y="-52000"/>
            <a:chExt cx="9236100" cy="54375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1900680" y="8825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3" name="Google Shape;20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0" name="Google Shape;220;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1" name="Google Shape;251;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7" name="Google Shape;25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8" name="Google Shape;25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1" name="Google Shape;26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2" name="Google Shape;26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3" name="Google Shape;26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4" name="Google Shape;26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5" name="Google Shape;26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6" name="Google Shape;26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8" name="Google Shape;26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9" name="Google Shape;26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0" name="Google Shape;270;g1f3daf8a844_0_32"/>
          <p:cNvGrpSpPr/>
          <p:nvPr/>
        </p:nvGrpSpPr>
        <p:grpSpPr>
          <a:xfrm>
            <a:off x="662575" y="6212475"/>
            <a:ext cx="586800" cy="571500"/>
            <a:chOff x="662575" y="6212475"/>
            <a:chExt cx="586800" cy="571500"/>
          </a:xfrm>
        </p:grpSpPr>
        <p:sp>
          <p:nvSpPr>
            <p:cNvPr id="271" name="Google Shape;27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4" name="Google Shape;274;g1f3daf8a844_0_32"/>
          <p:cNvGrpSpPr/>
          <p:nvPr/>
        </p:nvGrpSpPr>
        <p:grpSpPr>
          <a:xfrm>
            <a:off x="7894350" y="6212475"/>
            <a:ext cx="586800" cy="571500"/>
            <a:chOff x="7894350" y="6212475"/>
            <a:chExt cx="586800" cy="571500"/>
          </a:xfrm>
        </p:grpSpPr>
        <p:sp>
          <p:nvSpPr>
            <p:cNvPr id="275" name="Google Shape;27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8"/>
        <p:cNvGrpSpPr/>
        <p:nvPr/>
      </p:nvGrpSpPr>
      <p:grpSpPr>
        <a:xfrm>
          <a:off x="0" y="0"/>
          <a:ext cx="0" cy="0"/>
          <a:chOff x="0" y="0"/>
          <a:chExt cx="0" cy="0"/>
        </a:xfrm>
      </p:grpSpPr>
      <p:sp>
        <p:nvSpPr>
          <p:cNvPr id="279" name="Google Shape;279;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1" name="Google Shape;29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2" name="Google Shape;29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3" name="Google Shape;29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6" name="Google Shape;29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 name="Google Shape;29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1" name="Google Shape;301;g2c157a2fb06_0_53"/>
          <p:cNvGrpSpPr/>
          <p:nvPr/>
        </p:nvGrpSpPr>
        <p:grpSpPr>
          <a:xfrm>
            <a:off x="1403031" y="6958923"/>
            <a:ext cx="6774848" cy="1291477"/>
            <a:chOff x="717231" y="7263723"/>
            <a:chExt cx="6774848" cy="1291477"/>
          </a:xfrm>
        </p:grpSpPr>
        <p:sp>
          <p:nvSpPr>
            <p:cNvPr id="302" name="Google Shape;30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0" name="Google Shape;31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3" name="Google Shape;31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4" name="Google Shape;31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5" name="Google Shape;315;g2c157a2fb06_0_53"/>
          <p:cNvGrpSpPr/>
          <p:nvPr/>
        </p:nvGrpSpPr>
        <p:grpSpPr>
          <a:xfrm>
            <a:off x="662575" y="6212475"/>
            <a:ext cx="586800" cy="571500"/>
            <a:chOff x="662575" y="6212475"/>
            <a:chExt cx="586800" cy="571500"/>
          </a:xfrm>
        </p:grpSpPr>
        <p:sp>
          <p:nvSpPr>
            <p:cNvPr id="316" name="Google Shape;31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9" name="Google Shape;319;g2c157a2fb06_0_53"/>
          <p:cNvGrpSpPr/>
          <p:nvPr/>
        </p:nvGrpSpPr>
        <p:grpSpPr>
          <a:xfrm>
            <a:off x="7894350" y="6212475"/>
            <a:ext cx="586800" cy="571500"/>
            <a:chOff x="7894350" y="6212475"/>
            <a:chExt cx="586800" cy="571500"/>
          </a:xfrm>
        </p:grpSpPr>
        <p:sp>
          <p:nvSpPr>
            <p:cNvPr id="320" name="Google Shape;32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3"/>
        <p:cNvGrpSpPr/>
        <p:nvPr/>
      </p:nvGrpSpPr>
      <p:grpSpPr>
        <a:xfrm>
          <a:off x="0" y="0"/>
          <a:ext cx="0" cy="0"/>
          <a:chOff x="0" y="0"/>
          <a:chExt cx="0" cy="0"/>
        </a:xfrm>
      </p:grpSpPr>
      <p:sp>
        <p:nvSpPr>
          <p:cNvPr id="324" name="Google Shape;324;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2" name="Google Shape;332;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3" name="Google Shape;333;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7" name="Google Shape;33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3" name="Google Shape;34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4" name="Google Shape;344;g2c157a2fb06_0_158"/>
          <p:cNvGrpSpPr/>
          <p:nvPr/>
        </p:nvGrpSpPr>
        <p:grpSpPr>
          <a:xfrm>
            <a:off x="662575" y="6212475"/>
            <a:ext cx="586800" cy="571500"/>
            <a:chOff x="662575" y="6212475"/>
            <a:chExt cx="586800" cy="571500"/>
          </a:xfrm>
        </p:grpSpPr>
        <p:sp>
          <p:nvSpPr>
            <p:cNvPr id="345" name="Google Shape;34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8" name="Google Shape;348;g2c157a2fb06_0_158"/>
          <p:cNvGrpSpPr/>
          <p:nvPr/>
        </p:nvGrpSpPr>
        <p:grpSpPr>
          <a:xfrm>
            <a:off x="7894350" y="6212475"/>
            <a:ext cx="586800" cy="571500"/>
            <a:chOff x="7894350" y="6212475"/>
            <a:chExt cx="586800" cy="571500"/>
          </a:xfrm>
        </p:grpSpPr>
        <p:sp>
          <p:nvSpPr>
            <p:cNvPr id="349" name="Google Shape;34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2"/>
        <p:cNvGrpSpPr/>
        <p:nvPr/>
      </p:nvGrpSpPr>
      <p:grpSpPr>
        <a:xfrm>
          <a:off x="0" y="0"/>
          <a:ext cx="0" cy="0"/>
          <a:chOff x="0" y="0"/>
          <a:chExt cx="0" cy="0"/>
        </a:xfrm>
      </p:grpSpPr>
      <p:sp>
        <p:nvSpPr>
          <p:cNvPr id="353" name="Google Shape;353;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5" name="Google Shape;36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a:spLocks noGrp="1"/>
          </p:cNvSpPr>
          <p:nvPr>
            <p:ph type="pic" idx="8"/>
          </p:nvPr>
        </p:nvSpPr>
        <p:spPr>
          <a:xfrm>
            <a:off x="5086375" y="4412425"/>
            <a:ext cx="2668800" cy="1291500"/>
          </a:xfrm>
          <a:prstGeom prst="rect">
            <a:avLst/>
          </a:prstGeom>
          <a:noFill/>
          <a:ln>
            <a:noFill/>
          </a:ln>
        </p:spPr>
      </p:sp>
      <p:sp>
        <p:nvSpPr>
          <p:cNvPr id="371" name="Google Shape;371;g2c157a2fb06_0_263"/>
          <p:cNvSpPr>
            <a:spLocks noGrp="1"/>
          </p:cNvSpPr>
          <p:nvPr>
            <p:ph type="pic" idx="9"/>
          </p:nvPr>
        </p:nvSpPr>
        <p:spPr>
          <a:xfrm>
            <a:off x="5086375" y="797675"/>
            <a:ext cx="2668800" cy="1291500"/>
          </a:xfrm>
          <a:prstGeom prst="rect">
            <a:avLst/>
          </a:prstGeom>
          <a:noFill/>
          <a:ln>
            <a:noFill/>
          </a:ln>
        </p:spPr>
      </p:sp>
      <p:sp>
        <p:nvSpPr>
          <p:cNvPr id="372" name="Google Shape;372;g2c157a2fb06_0_263"/>
          <p:cNvSpPr>
            <a:spLocks noGrp="1"/>
          </p:cNvSpPr>
          <p:nvPr>
            <p:ph type="pic" idx="13"/>
          </p:nvPr>
        </p:nvSpPr>
        <p:spPr>
          <a:xfrm>
            <a:off x="5086375" y="2002592"/>
            <a:ext cx="2668800" cy="1291500"/>
          </a:xfrm>
          <a:prstGeom prst="rect">
            <a:avLst/>
          </a:prstGeom>
          <a:noFill/>
          <a:ln>
            <a:noFill/>
          </a:ln>
        </p:spPr>
      </p:sp>
      <p:sp>
        <p:nvSpPr>
          <p:cNvPr id="373" name="Google Shape;373;g2c157a2fb06_0_263"/>
          <p:cNvSpPr>
            <a:spLocks noGrp="1"/>
          </p:cNvSpPr>
          <p:nvPr>
            <p:ph type="pic" idx="14"/>
          </p:nvPr>
        </p:nvSpPr>
        <p:spPr>
          <a:xfrm>
            <a:off x="5086375" y="3207508"/>
            <a:ext cx="2668800" cy="1291500"/>
          </a:xfrm>
          <a:prstGeom prst="rect">
            <a:avLst/>
          </a:prstGeom>
          <a:noFill/>
          <a:ln>
            <a:noFill/>
          </a:ln>
        </p:spPr>
      </p:sp>
      <p:sp>
        <p:nvSpPr>
          <p:cNvPr id="374" name="Google Shape;37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263"/>
          <p:cNvGrpSpPr/>
          <p:nvPr/>
        </p:nvGrpSpPr>
        <p:grpSpPr>
          <a:xfrm>
            <a:off x="662575" y="6212475"/>
            <a:ext cx="586800" cy="571500"/>
            <a:chOff x="662575" y="6212475"/>
            <a:chExt cx="586800" cy="571500"/>
          </a:xfrm>
        </p:grpSpPr>
        <p:sp>
          <p:nvSpPr>
            <p:cNvPr id="377" name="Google Shape;37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263"/>
          <p:cNvGrpSpPr/>
          <p:nvPr/>
        </p:nvGrpSpPr>
        <p:grpSpPr>
          <a:xfrm>
            <a:off x="7894350" y="6212475"/>
            <a:ext cx="586800" cy="571500"/>
            <a:chOff x="7894350" y="6212475"/>
            <a:chExt cx="586800" cy="571500"/>
          </a:xfrm>
        </p:grpSpPr>
        <p:sp>
          <p:nvSpPr>
            <p:cNvPr id="381" name="Google Shape;38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4"/>
        <p:cNvGrpSpPr/>
        <p:nvPr/>
      </p:nvGrpSpPr>
      <p:grpSpPr>
        <a:xfrm>
          <a:off x="0" y="0"/>
          <a:ext cx="0" cy="0"/>
          <a:chOff x="0" y="0"/>
          <a:chExt cx="0" cy="0"/>
        </a:xfrm>
      </p:grpSpPr>
      <p:sp>
        <p:nvSpPr>
          <p:cNvPr id="385" name="Google Shape;385;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5" name="Google Shape;39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6" name="Google Shape;39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7" name="Google Shape;39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0" name="Google Shape;40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1" name="Google Shape;40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467"/>
          <p:cNvGrpSpPr/>
          <p:nvPr/>
        </p:nvGrpSpPr>
        <p:grpSpPr>
          <a:xfrm>
            <a:off x="662575" y="6212475"/>
            <a:ext cx="586800" cy="571500"/>
            <a:chOff x="662575" y="6212475"/>
            <a:chExt cx="586800" cy="571500"/>
          </a:xfrm>
        </p:grpSpPr>
        <p:sp>
          <p:nvSpPr>
            <p:cNvPr id="404" name="Google Shape;40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467"/>
          <p:cNvGrpSpPr/>
          <p:nvPr/>
        </p:nvGrpSpPr>
        <p:grpSpPr>
          <a:xfrm>
            <a:off x="7894350" y="6212475"/>
            <a:ext cx="586800" cy="571500"/>
            <a:chOff x="7894350" y="6212475"/>
            <a:chExt cx="586800" cy="571500"/>
          </a:xfrm>
        </p:grpSpPr>
        <p:sp>
          <p:nvSpPr>
            <p:cNvPr id="408" name="Google Shape;40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1"/>
        <p:cNvGrpSpPr/>
        <p:nvPr/>
      </p:nvGrpSpPr>
      <p:grpSpPr>
        <a:xfrm>
          <a:off x="0" y="0"/>
          <a:ext cx="0" cy="0"/>
          <a:chOff x="0" y="0"/>
          <a:chExt cx="0" cy="0"/>
        </a:xfrm>
      </p:grpSpPr>
      <p:sp>
        <p:nvSpPr>
          <p:cNvPr id="412" name="Google Shape;412;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2" name="Google Shape;42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3" name="Google Shape;42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6" name="Google Shape;42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7" name="Google Shape;42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8" name="Google Shape;42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629"/>
          <p:cNvGrpSpPr/>
          <p:nvPr/>
        </p:nvGrpSpPr>
        <p:grpSpPr>
          <a:xfrm>
            <a:off x="662575" y="6212475"/>
            <a:ext cx="586800" cy="571500"/>
            <a:chOff x="662575" y="6212475"/>
            <a:chExt cx="586800" cy="571500"/>
          </a:xfrm>
        </p:grpSpPr>
        <p:sp>
          <p:nvSpPr>
            <p:cNvPr id="431" name="Google Shape;43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629"/>
          <p:cNvGrpSpPr/>
          <p:nvPr/>
        </p:nvGrpSpPr>
        <p:grpSpPr>
          <a:xfrm>
            <a:off x="7894350" y="6212475"/>
            <a:ext cx="586800" cy="571500"/>
            <a:chOff x="7894350" y="6212475"/>
            <a:chExt cx="586800" cy="571500"/>
          </a:xfrm>
        </p:grpSpPr>
        <p:sp>
          <p:nvSpPr>
            <p:cNvPr id="435" name="Google Shape;43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8"/>
        <p:cNvGrpSpPr/>
        <p:nvPr/>
      </p:nvGrpSpPr>
      <p:grpSpPr>
        <a:xfrm>
          <a:off x="0" y="0"/>
          <a:ext cx="0" cy="0"/>
          <a:chOff x="0" y="0"/>
          <a:chExt cx="0" cy="0"/>
        </a:xfrm>
      </p:grpSpPr>
      <p:sp>
        <p:nvSpPr>
          <p:cNvPr id="439" name="Google Shape;439;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798"/>
          <p:cNvGrpSpPr/>
          <p:nvPr/>
        </p:nvGrpSpPr>
        <p:grpSpPr>
          <a:xfrm>
            <a:off x="662575" y="6212475"/>
            <a:ext cx="586800" cy="571500"/>
            <a:chOff x="662575" y="6212475"/>
            <a:chExt cx="586800" cy="571500"/>
          </a:xfrm>
        </p:grpSpPr>
        <p:sp>
          <p:nvSpPr>
            <p:cNvPr id="459" name="Google Shape;45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798"/>
          <p:cNvGrpSpPr/>
          <p:nvPr/>
        </p:nvGrpSpPr>
        <p:grpSpPr>
          <a:xfrm>
            <a:off x="7894350" y="6212475"/>
            <a:ext cx="586800" cy="571500"/>
            <a:chOff x="7894350" y="6212475"/>
            <a:chExt cx="586800" cy="571500"/>
          </a:xfrm>
        </p:grpSpPr>
        <p:sp>
          <p:nvSpPr>
            <p:cNvPr id="463" name="Google Shape;46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6"/>
        <p:cNvGrpSpPr/>
        <p:nvPr/>
      </p:nvGrpSpPr>
      <p:grpSpPr>
        <a:xfrm>
          <a:off x="0" y="0"/>
          <a:ext cx="0" cy="0"/>
          <a:chOff x="0" y="0"/>
          <a:chExt cx="0" cy="0"/>
        </a:xfrm>
      </p:grpSpPr>
      <p:sp>
        <p:nvSpPr>
          <p:cNvPr id="467" name="Google Shape;467;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1" name="Google Shape;48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825"/>
          <p:cNvGrpSpPr/>
          <p:nvPr/>
        </p:nvGrpSpPr>
        <p:grpSpPr>
          <a:xfrm>
            <a:off x="662575" y="6212475"/>
            <a:ext cx="586800" cy="571500"/>
            <a:chOff x="662575" y="6212475"/>
            <a:chExt cx="586800" cy="571500"/>
          </a:xfrm>
        </p:grpSpPr>
        <p:sp>
          <p:nvSpPr>
            <p:cNvPr id="487" name="Google Shape;48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825"/>
          <p:cNvGrpSpPr/>
          <p:nvPr/>
        </p:nvGrpSpPr>
        <p:grpSpPr>
          <a:xfrm>
            <a:off x="7894350" y="6212475"/>
            <a:ext cx="586800" cy="571500"/>
            <a:chOff x="7894350" y="6212475"/>
            <a:chExt cx="586800" cy="571500"/>
          </a:xfrm>
        </p:grpSpPr>
        <p:sp>
          <p:nvSpPr>
            <p:cNvPr id="491" name="Google Shape;49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4"/>
        <p:cNvGrpSpPr/>
        <p:nvPr/>
      </p:nvGrpSpPr>
      <p:grpSpPr>
        <a:xfrm>
          <a:off x="0" y="0"/>
          <a:ext cx="0" cy="0"/>
          <a:chOff x="0" y="0"/>
          <a:chExt cx="0" cy="0"/>
        </a:xfrm>
      </p:grpSpPr>
      <p:sp>
        <p:nvSpPr>
          <p:cNvPr id="495" name="Google Shape;495;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7" name="Google Shape;50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0" name="Google Shape;51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6" name="Google Shape;526;g2c157a2fb06_0_700"/>
          <p:cNvGrpSpPr/>
          <p:nvPr/>
        </p:nvGrpSpPr>
        <p:grpSpPr>
          <a:xfrm>
            <a:off x="662575" y="6212475"/>
            <a:ext cx="586800" cy="571500"/>
            <a:chOff x="662575" y="6212475"/>
            <a:chExt cx="586800" cy="571500"/>
          </a:xfrm>
        </p:grpSpPr>
        <p:sp>
          <p:nvSpPr>
            <p:cNvPr id="527" name="Google Shape;52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700"/>
          <p:cNvGrpSpPr/>
          <p:nvPr/>
        </p:nvGrpSpPr>
        <p:grpSpPr>
          <a:xfrm>
            <a:off x="7894350" y="6212475"/>
            <a:ext cx="586800" cy="571500"/>
            <a:chOff x="7894350" y="6212475"/>
            <a:chExt cx="586800" cy="571500"/>
          </a:xfrm>
        </p:grpSpPr>
        <p:sp>
          <p:nvSpPr>
            <p:cNvPr id="531" name="Google Shape;53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4"/>
        <p:cNvGrpSpPr/>
        <p:nvPr/>
      </p:nvGrpSpPr>
      <p:grpSpPr>
        <a:xfrm>
          <a:off x="0" y="0"/>
          <a:ext cx="0" cy="0"/>
          <a:chOff x="0" y="0"/>
          <a:chExt cx="0" cy="0"/>
        </a:xfrm>
      </p:grpSpPr>
      <p:sp>
        <p:nvSpPr>
          <p:cNvPr id="535" name="Google Shape;535;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39" name="Google Shape;539;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7" name="Google Shape;54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8" name="Google Shape;54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5" name="Google Shape;55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6" name="Google Shape;55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7" name="Google Shape;55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8" name="Google Shape;55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6" name="Google Shape;566;g2c157a2fb06_0_932"/>
          <p:cNvGrpSpPr/>
          <p:nvPr/>
        </p:nvGrpSpPr>
        <p:grpSpPr>
          <a:xfrm>
            <a:off x="662575" y="6212475"/>
            <a:ext cx="586800" cy="571500"/>
            <a:chOff x="662575" y="6212475"/>
            <a:chExt cx="586800" cy="571500"/>
          </a:xfrm>
        </p:grpSpPr>
        <p:sp>
          <p:nvSpPr>
            <p:cNvPr id="567" name="Google Shape;56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932"/>
          <p:cNvGrpSpPr/>
          <p:nvPr/>
        </p:nvGrpSpPr>
        <p:grpSpPr>
          <a:xfrm>
            <a:off x="7894350" y="6212475"/>
            <a:ext cx="586800" cy="571500"/>
            <a:chOff x="7894350" y="6212475"/>
            <a:chExt cx="586800" cy="571500"/>
          </a:xfrm>
        </p:grpSpPr>
        <p:sp>
          <p:nvSpPr>
            <p:cNvPr id="571" name="Google Shape;57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4"/>
        <p:cNvGrpSpPr/>
        <p:nvPr/>
      </p:nvGrpSpPr>
      <p:grpSpPr>
        <a:xfrm>
          <a:off x="0" y="0"/>
          <a:ext cx="0" cy="0"/>
          <a:chOff x="0" y="0"/>
          <a:chExt cx="0" cy="0"/>
        </a:xfrm>
      </p:grpSpPr>
      <p:sp>
        <p:nvSpPr>
          <p:cNvPr id="575" name="Google Shape;575;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6" name="Google Shape;616;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4" name="Google Shape;62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5" name="Google Shape;62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9" name="Google Shape;629;g2c157a2fb06_0_1110"/>
          <p:cNvGrpSpPr/>
          <p:nvPr/>
        </p:nvGrpSpPr>
        <p:grpSpPr>
          <a:xfrm>
            <a:off x="5806200" y="1807463"/>
            <a:ext cx="756300" cy="146700"/>
            <a:chOff x="5806200" y="1807463"/>
            <a:chExt cx="756300" cy="146700"/>
          </a:xfrm>
        </p:grpSpPr>
        <p:sp>
          <p:nvSpPr>
            <p:cNvPr id="630" name="Google Shape;63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3" name="Google Shape;63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4" name="Google Shape;63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5" name="Google Shape;635;g2c157a2fb06_0_1110"/>
          <p:cNvGrpSpPr/>
          <p:nvPr/>
        </p:nvGrpSpPr>
        <p:grpSpPr>
          <a:xfrm>
            <a:off x="5806200" y="2842438"/>
            <a:ext cx="756300" cy="146700"/>
            <a:chOff x="5806200" y="1807463"/>
            <a:chExt cx="756300" cy="146700"/>
          </a:xfrm>
        </p:grpSpPr>
        <p:sp>
          <p:nvSpPr>
            <p:cNvPr id="636" name="Google Shape;63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9" name="Google Shape;639;g2c157a2fb06_0_1110"/>
          <p:cNvGrpSpPr/>
          <p:nvPr/>
        </p:nvGrpSpPr>
        <p:grpSpPr>
          <a:xfrm>
            <a:off x="5806200" y="3877413"/>
            <a:ext cx="756300" cy="146700"/>
            <a:chOff x="5806200" y="1807463"/>
            <a:chExt cx="756300" cy="146700"/>
          </a:xfrm>
        </p:grpSpPr>
        <p:sp>
          <p:nvSpPr>
            <p:cNvPr id="640" name="Google Shape;64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3" name="Google Shape;643;g2c157a2fb06_0_1110"/>
          <p:cNvGrpSpPr/>
          <p:nvPr/>
        </p:nvGrpSpPr>
        <p:grpSpPr>
          <a:xfrm>
            <a:off x="662575" y="6212475"/>
            <a:ext cx="586800" cy="571500"/>
            <a:chOff x="662575" y="6212475"/>
            <a:chExt cx="586800" cy="571500"/>
          </a:xfrm>
        </p:grpSpPr>
        <p:sp>
          <p:nvSpPr>
            <p:cNvPr id="644" name="Google Shape;64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7" name="Google Shape;647;g2c157a2fb06_0_1110"/>
          <p:cNvGrpSpPr/>
          <p:nvPr/>
        </p:nvGrpSpPr>
        <p:grpSpPr>
          <a:xfrm>
            <a:off x="7894350" y="6212475"/>
            <a:ext cx="586800" cy="571500"/>
            <a:chOff x="7894350" y="6212475"/>
            <a:chExt cx="586800" cy="571500"/>
          </a:xfrm>
        </p:grpSpPr>
        <p:sp>
          <p:nvSpPr>
            <p:cNvPr id="648" name="Google Shape;64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1"/>
        <p:cNvGrpSpPr/>
        <p:nvPr/>
      </p:nvGrpSpPr>
      <p:grpSpPr>
        <a:xfrm>
          <a:off x="0" y="0"/>
          <a:ext cx="0" cy="0"/>
          <a:chOff x="0" y="0"/>
          <a:chExt cx="0" cy="0"/>
        </a:xfrm>
      </p:grpSpPr>
      <p:sp>
        <p:nvSpPr>
          <p:cNvPr id="652" name="Google Shape;652;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6" name="Google Shape;656;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5" name="Google Shape;665;p30"/>
          <p:cNvGrpSpPr/>
          <p:nvPr/>
        </p:nvGrpSpPr>
        <p:grpSpPr>
          <a:xfrm>
            <a:off x="6022940" y="5341706"/>
            <a:ext cx="594501" cy="305904"/>
            <a:chOff x="5672081" y="1914352"/>
            <a:chExt cx="792668" cy="305904"/>
          </a:xfrm>
        </p:grpSpPr>
        <p:sp>
          <p:nvSpPr>
            <p:cNvPr id="666" name="Google Shape;666;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8" name="Google Shape;668;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9" name="Google Shape;669;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8" name="Google Shape;678;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5" name="Google Shape;695;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6" name="Google Shape;696;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7"/>
        <p:cNvGrpSpPr/>
        <p:nvPr/>
      </p:nvGrpSpPr>
      <p:grpSpPr>
        <a:xfrm>
          <a:off x="0" y="0"/>
          <a:ext cx="0" cy="0"/>
          <a:chOff x="0" y="0"/>
          <a:chExt cx="0" cy="0"/>
        </a:xfrm>
      </p:grpSpPr>
      <p:sp>
        <p:nvSpPr>
          <p:cNvPr id="698" name="Google Shape;69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9" name="Google Shape;69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0" name="Google Shape;70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1"/>
        <p:cNvGrpSpPr/>
        <p:nvPr/>
      </p:nvGrpSpPr>
      <p:grpSpPr>
        <a:xfrm>
          <a:off x="0" y="0"/>
          <a:ext cx="0" cy="0"/>
          <a:chOff x="0" y="0"/>
          <a:chExt cx="0" cy="0"/>
        </a:xfrm>
      </p:grpSpPr>
      <p:sp>
        <p:nvSpPr>
          <p:cNvPr id="702" name="Google Shape;70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4" name="Google Shape;70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21.xml"/><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8.xml"/><Relationship Id="rId5" Type="http://schemas.openxmlformats.org/officeDocument/2006/relationships/image" Target="../media/image9.png"/><Relationship Id="rId10" Type="http://schemas.openxmlformats.org/officeDocument/2006/relationships/slide" Target="slide9.xml"/><Relationship Id="rId4" Type="http://schemas.openxmlformats.org/officeDocument/2006/relationships/image" Target="../media/image7.png"/><Relationship Id="rId9" Type="http://schemas.openxmlformats.org/officeDocument/2006/relationships/slide" Target="slide7.xml"/><Relationship Id="rId14" Type="http://schemas.openxmlformats.org/officeDocument/2006/relationships/slide" Target="slide23.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7.png"/><Relationship Id="rId3" Type="http://schemas.openxmlformats.org/officeDocument/2006/relationships/image" Target="../media/image13.png"/><Relationship Id="rId21" Type="http://schemas.openxmlformats.org/officeDocument/2006/relationships/image" Target="../media/image30.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7.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3.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2.png"/><Relationship Id="rId10" Type="http://schemas.openxmlformats.org/officeDocument/2006/relationships/image" Target="../media/image20.png"/><Relationship Id="rId19"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5.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6.png"/><Relationship Id="rId9" Type="http://schemas.openxmlformats.org/officeDocument/2006/relationships/image" Target="../media/image40.png"/><Relationship Id="rId14" Type="http://schemas.openxmlformats.org/officeDocument/2006/relationships/image" Target="../media/image45.png"/></Relationships>
</file>

<file path=ppt/slides/_rels/slide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1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68.png"/><Relationship Id="rId4" Type="http://schemas.openxmlformats.org/officeDocument/2006/relationships/image" Target="../media/image67.pn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
          <p:cNvSpPr txBox="1">
            <a:spLocks noGrp="1"/>
          </p:cNvSpPr>
          <p:nvPr>
            <p:ph type="subTitle" idx="1"/>
          </p:nvPr>
        </p:nvSpPr>
        <p:spPr>
          <a:xfrm>
            <a:off x="884101" y="2716650"/>
            <a:ext cx="36879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Compare 'e' and 'ee'</a:t>
            </a:r>
            <a:endParaRPr/>
          </a:p>
        </p:txBody>
      </p:sp>
      <p:sp>
        <p:nvSpPr>
          <p:cNvPr id="710" name="Google Shape;710;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34</a:t>
            </a:r>
            <a:endParaRPr/>
          </a:p>
        </p:txBody>
      </p:sp>
      <p:graphicFrame>
        <p:nvGraphicFramePr>
          <p:cNvPr id="711" name="Google Shape;711;p1"/>
          <p:cNvGraphicFramePr/>
          <p:nvPr/>
        </p:nvGraphicFramePr>
        <p:xfrm>
          <a:off x="4844200" y="1891197"/>
          <a:ext cx="3784950" cy="1678950"/>
        </p:xfrm>
        <a:graphic>
          <a:graphicData uri="http://schemas.openxmlformats.org/drawingml/2006/table">
            <a:tbl>
              <a:tblPr firstRow="1" bandRow="1">
                <a:noFill/>
                <a:tableStyleId>{E0E65F8A-46AD-43DF-BA2C-80ECA797D87B}</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ee</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712" name="Google Shape;712;p1"/>
          <p:cNvPicPr preferRelativeResize="0"/>
          <p:nvPr/>
        </p:nvPicPr>
        <p:blipFill rotWithShape="1">
          <a:blip r:embed="rId3">
            <a:alphaModFix/>
          </a:blip>
          <a:srcRect l="79" r="69"/>
          <a:stretch/>
        </p:blipFill>
        <p:spPr>
          <a:xfrm rot="540305">
            <a:off x="7336183" y="3915827"/>
            <a:ext cx="1208040" cy="1709827"/>
          </a:xfrm>
          <a:prstGeom prst="rect">
            <a:avLst/>
          </a:prstGeom>
          <a:noFill/>
          <a:ln>
            <a:noFill/>
          </a:ln>
          <a:effectLst>
            <a:outerShdw blurRad="71438" dist="38100" dir="5220000" algn="bl" rotWithShape="0">
              <a:srgbClr val="000000">
                <a:alpha val="20000"/>
              </a:srgbClr>
            </a:outerShdw>
          </a:effectLst>
        </p:spPr>
      </p:pic>
      <p:cxnSp>
        <p:nvCxnSpPr>
          <p:cNvPr id="713" name="Google Shape;713;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pic>
        <p:nvPicPr>
          <p:cNvPr id="714" name="Google Shape;714;p1"/>
          <p:cNvPicPr preferRelativeResize="0"/>
          <p:nvPr/>
        </p:nvPicPr>
        <p:blipFill rotWithShape="1">
          <a:blip r:embed="rId4">
            <a:alphaModFix/>
          </a:blip>
          <a:srcRect l="79" r="7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5" name="Google Shape;715;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sp>
        <p:nvSpPr>
          <p:cNvPr id="716" name="Google Shape;716;p1"/>
          <p:cNvSpPr txBox="1"/>
          <p:nvPr/>
        </p:nvSpPr>
        <p:spPr>
          <a:xfrm>
            <a:off x="5386178"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short vowel sound</a:t>
            </a:r>
            <a:endParaRPr sz="1000" b="0" i="0" u="none" strike="noStrike" cap="none">
              <a:solidFill>
                <a:srgbClr val="B7B7B7"/>
              </a:solidFill>
              <a:latin typeface="Jost"/>
              <a:ea typeface="Jost"/>
              <a:cs typeface="Jost"/>
              <a:sym typeface="Jost"/>
            </a:endParaRPr>
          </a:p>
        </p:txBody>
      </p:sp>
      <p:sp>
        <p:nvSpPr>
          <p:cNvPr id="717" name="Google Shape;717;p1"/>
          <p:cNvSpPr txBox="1"/>
          <p:nvPr/>
        </p:nvSpPr>
        <p:spPr>
          <a:xfrm>
            <a:off x="713362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long vowel sound</a:t>
            </a:r>
            <a:endParaRPr sz="1000" b="0" i="0" u="none" strike="noStrike" cap="none">
              <a:solidFill>
                <a:srgbClr val="B7B7B7"/>
              </a:solidFill>
              <a:latin typeface="Jost"/>
              <a:ea typeface="Jost"/>
              <a:cs typeface="Jost"/>
              <a:sym typeface="Jo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Compare the letter </a:t>
            </a:r>
            <a:r>
              <a:rPr lang="en-US">
                <a:solidFill>
                  <a:srgbClr val="ED1C24"/>
                </a:solidFill>
              </a:rPr>
              <a:t>e</a:t>
            </a:r>
            <a:r>
              <a:rPr lang="en-US"/>
              <a:t> and digraph </a:t>
            </a:r>
            <a:r>
              <a:rPr lang="en-US">
                <a:solidFill>
                  <a:srgbClr val="00904C"/>
                </a:solidFill>
              </a:rPr>
              <a:t>ee</a:t>
            </a:r>
            <a:r>
              <a:rPr lang="en-US"/>
              <a:t>.</a:t>
            </a:r>
            <a:endParaRPr/>
          </a:p>
        </p:txBody>
      </p:sp>
      <p:sp>
        <p:nvSpPr>
          <p:cNvPr id="724" name="Google Shape;724;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725" name="Google Shape;725;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6" name="Google Shape;726;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3">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29" name="Google Shape;729;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sp>
        <p:nvSpPr>
          <p:cNvPr id="731" name="Google Shape;73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4">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6">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pic>
        <p:nvPicPr>
          <p:cNvPr id="740" name="Google Shape;740;g2bee4f4af4b_0_204"/>
          <p:cNvPicPr preferRelativeResize="0"/>
          <p:nvPr/>
        </p:nvPicPr>
        <p:blipFill rotWithShape="1">
          <a:blip r:embed="rId7">
            <a:alphaModFix/>
          </a:blip>
          <a:srcRect t="89" b="99"/>
          <a:stretch/>
        </p:blipFill>
        <p:spPr>
          <a:xfrm>
            <a:off x="7448671" y="4363493"/>
            <a:ext cx="786850" cy="590421"/>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8">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9" action="ppaction://hlinksldjump"/>
          </p:cNvPr>
          <p:cNvSpPr/>
          <p:nvPr/>
        </p:nvSpPr>
        <p:spPr>
          <a:xfrm>
            <a:off x="1031138" y="393087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0" action="ppaction://hlinksldjump"/>
          </p:cNvPr>
          <p:cNvSpPr/>
          <p:nvPr/>
        </p:nvSpPr>
        <p:spPr>
          <a:xfrm>
            <a:off x="2458688"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1" action="ppaction://hlinksldjump"/>
          </p:cNvPr>
          <p:cNvSpPr/>
          <p:nvPr/>
        </p:nvSpPr>
        <p:spPr>
          <a:xfrm>
            <a:off x="3597764" y="37928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2" action="ppaction://hlinksldjump"/>
          </p:cNvPr>
          <p:cNvSpPr/>
          <p:nvPr/>
        </p:nvSpPr>
        <p:spPr>
          <a:xfrm>
            <a:off x="4915113" y="375989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3" action="ppaction://hlinksldjump"/>
          </p:cNvPr>
          <p:cNvSpPr/>
          <p:nvPr/>
        </p:nvSpPr>
        <p:spPr>
          <a:xfrm>
            <a:off x="5964264" y="367898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4" action="ppaction://hlinksldjump"/>
          </p:cNvPr>
          <p:cNvSpPr/>
          <p:nvPr/>
        </p:nvSpPr>
        <p:spPr>
          <a:xfrm>
            <a:off x="7362386" y="368813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6" name="Google Shape;756;g26b641b03cd_0_165"/>
          <p:cNvGrpSpPr/>
          <p:nvPr/>
        </p:nvGrpSpPr>
        <p:grpSpPr>
          <a:xfrm>
            <a:off x="930400" y="2129444"/>
            <a:ext cx="7283200" cy="3724851"/>
            <a:chOff x="930400" y="2129444"/>
            <a:chExt cx="7283200" cy="3724851"/>
          </a:xfrm>
        </p:grpSpPr>
        <p:pic>
          <p:nvPicPr>
            <p:cNvPr id="757" name="Google Shape;75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6" name="Google Shape;786;g26b7edf6e71_0_26"/>
          <p:cNvPicPr preferRelativeResize="0"/>
          <p:nvPr/>
        </p:nvPicPr>
        <p:blipFill rotWithShape="1">
          <a:blip r:embed="rId3">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87" name="Google Shape;787;g26b7edf6e71_0_26"/>
          <p:cNvPicPr preferRelativeResize="0"/>
          <p:nvPr/>
        </p:nvPicPr>
        <p:blipFill rotWithShape="1">
          <a:blip r:embed="rId4">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5">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6">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7">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8">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9">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10">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11">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12">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13">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14">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15">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16">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17">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18">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8" name="Google Shape;808;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9" name="Google Shape;809;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71408be6c_0_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16" name="Google Shape;816;g2c71408be6c_0_9"/>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17" name="Google Shape;817;g2c71408be6c_0_9"/>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4" name="Google Shape;82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5" name="Google Shape;82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6" name="Google Shape;826;g2c186218c5a_0_17"/>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27" name="Google Shape;827;g2c186218c5a_0_17"/>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cxnSp>
        <p:nvCxnSpPr>
          <p:cNvPr id="828" name="Google Shape;828;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5" name="Google Shape;83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36" name="Google Shape;83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37" name="Google Shape;837;g26b641b03cd_0_185"/>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38" name="Google Shape;838;g26b641b03cd_0_185"/>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cxnSp>
        <p:nvCxnSpPr>
          <p:cNvPr id="839" name="Google Shape;839;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40" name="Google Shape;840;g26b641b03cd_0_185"/>
          <p:cNvGrpSpPr/>
          <p:nvPr/>
        </p:nvGrpSpPr>
        <p:grpSpPr>
          <a:xfrm>
            <a:off x="6799775" y="1392608"/>
            <a:ext cx="1558225" cy="900780"/>
            <a:chOff x="3203200" y="2613158"/>
            <a:chExt cx="1558225" cy="900780"/>
          </a:xfrm>
        </p:grpSpPr>
        <p:pic>
          <p:nvPicPr>
            <p:cNvPr id="841" name="Google Shape;841;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42" name="Google Shape;842;g26b641b03cd_0_185"/>
            <p:cNvSpPr txBox="1"/>
            <p:nvPr/>
          </p:nvSpPr>
          <p:spPr>
            <a:xfrm>
              <a:off x="3470899" y="26131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ED1C24"/>
                  </a:solidFill>
                  <a:latin typeface="Jost"/>
                  <a:ea typeface="Jost"/>
                  <a:cs typeface="Jost"/>
                  <a:sym typeface="Jost"/>
                </a:rPr>
                <a:t>/e/</a:t>
              </a:r>
              <a:endParaRPr sz="3500" b="0" i="0" u="none" strike="noStrike" cap="none">
                <a:solidFill>
                  <a:srgbClr val="ED1C24"/>
                </a:solidFill>
                <a:latin typeface="Jost"/>
                <a:ea typeface="Jost"/>
                <a:cs typeface="Jost"/>
                <a:sym typeface="Jost"/>
              </a:endParaRPr>
            </a:p>
          </p:txBody>
        </p:sp>
      </p:grpSp>
      <p:sp>
        <p:nvSpPr>
          <p:cNvPr id="843" name="Google Shape;843;g26b641b03cd_0_185"/>
          <p:cNvSpPr txBox="1"/>
          <p:nvPr/>
        </p:nvSpPr>
        <p:spPr>
          <a:xfrm>
            <a:off x="7012825" y="1930459"/>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short vowel sound</a:t>
            </a:r>
            <a:endParaRPr sz="1000" b="0" i="0" u="none" strike="noStrike" cap="none">
              <a:solidFill>
                <a:srgbClr val="B7B7B7"/>
              </a:solidFill>
              <a:latin typeface="Jost"/>
              <a:ea typeface="Jost"/>
              <a:cs typeface="Jost"/>
              <a:sym typeface="Jost"/>
            </a:endParaRPr>
          </a:p>
        </p:txBody>
      </p:sp>
      <p:grpSp>
        <p:nvGrpSpPr>
          <p:cNvPr id="844" name="Google Shape;844;g26b641b03cd_0_185"/>
          <p:cNvGrpSpPr/>
          <p:nvPr/>
        </p:nvGrpSpPr>
        <p:grpSpPr>
          <a:xfrm>
            <a:off x="6799775" y="3910545"/>
            <a:ext cx="1558225" cy="900780"/>
            <a:chOff x="3203200" y="2613158"/>
            <a:chExt cx="1558225" cy="900780"/>
          </a:xfrm>
        </p:grpSpPr>
        <p:pic>
          <p:nvPicPr>
            <p:cNvPr id="845" name="Google Shape;845;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46" name="Google Shape;846;g26b641b03cd_0_185"/>
            <p:cNvSpPr txBox="1"/>
            <p:nvPr/>
          </p:nvSpPr>
          <p:spPr>
            <a:xfrm>
              <a:off x="3470899" y="26131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00904C"/>
                  </a:solidFill>
                  <a:latin typeface="Jost"/>
                  <a:ea typeface="Jost"/>
                  <a:cs typeface="Jost"/>
                  <a:sym typeface="Jost"/>
                </a:rPr>
                <a:t>/ee/</a:t>
              </a:r>
              <a:endParaRPr sz="3500" b="0" i="0" u="none" strike="noStrike" cap="none">
                <a:solidFill>
                  <a:srgbClr val="00904C"/>
                </a:solidFill>
                <a:latin typeface="Jost"/>
                <a:ea typeface="Jost"/>
                <a:cs typeface="Jost"/>
                <a:sym typeface="Jost"/>
              </a:endParaRPr>
            </a:p>
          </p:txBody>
        </p:sp>
      </p:grpSp>
      <p:sp>
        <p:nvSpPr>
          <p:cNvPr id="847" name="Google Shape;847;g26b641b03cd_0_185"/>
          <p:cNvSpPr txBox="1"/>
          <p:nvPr/>
        </p:nvSpPr>
        <p:spPr>
          <a:xfrm>
            <a:off x="7012825" y="444839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long vowel sound</a:t>
            </a:r>
            <a:endParaRPr sz="1000" b="0" i="0" u="none" strike="noStrike" cap="none">
              <a:solidFill>
                <a:srgbClr val="B7B7B7"/>
              </a:solidFill>
              <a:latin typeface="Jost"/>
              <a:ea typeface="Jost"/>
              <a:cs typeface="Jost"/>
              <a:sym typeface="Jo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4" name="Google Shape;85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55" name="Google Shape;85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56" name="Google Shape;856;g2c186218c5a_0_25"/>
          <p:cNvPicPr preferRelativeResize="0"/>
          <p:nvPr/>
        </p:nvPicPr>
        <p:blipFill rotWithShape="1">
          <a:blip r:embed="rId3">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823"/>
              </a:srgbClr>
            </a:outerShdw>
          </a:effectLst>
        </p:spPr>
      </p:pic>
      <p:pic>
        <p:nvPicPr>
          <p:cNvPr id="857" name="Google Shape;857;g2c186218c5a_0_25"/>
          <p:cNvPicPr preferRelativeResize="0"/>
          <p:nvPr/>
        </p:nvPicPr>
        <p:blipFill rotWithShape="1">
          <a:blip r:embed="rId4">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823"/>
              </a:srgbClr>
            </a:outerShdw>
          </a:effectLst>
        </p:spPr>
      </p:pic>
      <p:cxnSp>
        <p:nvCxnSpPr>
          <p:cNvPr id="858" name="Google Shape;858;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5" name="Google Shape;86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66" name="Google Shape;86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67" name="Google Shape;867;g26b641b03cd_0_192"/>
          <p:cNvPicPr preferRelativeResize="0"/>
          <p:nvPr/>
        </p:nvPicPr>
        <p:blipFill rotWithShape="1">
          <a:blip r:embed="rId3">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823"/>
              </a:srgbClr>
            </a:outerShdw>
          </a:effectLst>
        </p:spPr>
      </p:pic>
      <p:pic>
        <p:nvPicPr>
          <p:cNvPr id="868" name="Google Shape;868;g26b641b03cd_0_192"/>
          <p:cNvPicPr preferRelativeResize="0"/>
          <p:nvPr/>
        </p:nvPicPr>
        <p:blipFill rotWithShape="1">
          <a:blip r:embed="rId4">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823"/>
              </a:srgbClr>
            </a:outerShdw>
          </a:effectLst>
        </p:spPr>
      </p:pic>
      <p:cxnSp>
        <p:nvCxnSpPr>
          <p:cNvPr id="869" name="Google Shape;869;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76" name="Google Shape;87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7" name="Google Shape;87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4" name="Google Shape;884;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5" name="Google Shape;885;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0" name="Google Shape;890;g2c4fd7a3c22_2_0"/>
          <p:cNvGrpSpPr/>
          <p:nvPr/>
        </p:nvGrpSpPr>
        <p:grpSpPr>
          <a:xfrm>
            <a:off x="304250" y="6984600"/>
            <a:ext cx="8330829" cy="808600"/>
            <a:chOff x="-152950" y="7365600"/>
            <a:chExt cx="8330829" cy="808600"/>
          </a:xfrm>
        </p:grpSpPr>
        <p:sp>
          <p:nvSpPr>
            <p:cNvPr id="891" name="Google Shape;891;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2" name="Google Shape;892;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3" name="Google Shape;893;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4" name="Google Shape;894;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5" name="Google Shape;895;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6" name="Google Shape;896;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7" name="Google Shape;897;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8" name="Google Shape;898;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9" name="Google Shape;899;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0" name="Google Shape;900;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1" name="Google Shape;901;g2c4fd7a3c22_2_0"/>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2" name="Google Shape;902;g2c4fd7a3c22_2_0"/>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4fd7a3c22_2_0"/>
          <p:cNvSpPr/>
          <p:nvPr/>
        </p:nvSpPr>
        <p:spPr>
          <a:xfrm>
            <a:off x="5466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4" name="Google Shape;904;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5" name="Google Shape;905;g2c4fd7a3c22_2_0"/>
          <p:cNvSpPr txBox="1">
            <a:spLocks noGrp="1"/>
          </p:cNvSpPr>
          <p:nvPr>
            <p:ph type="subTitle" idx="4294967295"/>
          </p:nvPr>
        </p:nvSpPr>
        <p:spPr>
          <a:xfrm>
            <a:off x="4896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06" name="Google Shape;906;g2c4fd7a3c22_2_0"/>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07" name="Google Shape;907;g2c4fd7a3c22_2_0"/>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c71408be6c_0_8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4" name="Google Shape;914;g2c71408be6c_0_8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5" name="Google Shape;915;g2c71408be6c_0_85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71408be6c_0_85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71408be6c_0_85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71408be6c_0_85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71408be6c_0_85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0" name="Google Shape;920;g2c71408be6c_0_859"/>
          <p:cNvGrpSpPr/>
          <p:nvPr/>
        </p:nvGrpSpPr>
        <p:grpSpPr>
          <a:xfrm>
            <a:off x="304250" y="6984600"/>
            <a:ext cx="8330829" cy="808600"/>
            <a:chOff x="-152950" y="7365600"/>
            <a:chExt cx="8330829" cy="808600"/>
          </a:xfrm>
        </p:grpSpPr>
        <p:sp>
          <p:nvSpPr>
            <p:cNvPr id="921" name="Google Shape;921;g2c71408be6c_0_85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2" name="Google Shape;922;g2c71408be6c_0_85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3" name="Google Shape;923;g2c71408be6c_0_85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4" name="Google Shape;924;g2c71408be6c_0_85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5" name="Google Shape;925;g2c71408be6c_0_85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6" name="Google Shape;926;g2c71408be6c_0_85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7" name="Google Shape;927;g2c71408be6c_0_85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8" name="Google Shape;928;g2c71408be6c_0_85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9" name="Google Shape;929;g2c71408be6c_0_85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71408be6c_0_85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1" name="Google Shape;931;g2c71408be6c_0_859"/>
          <p:cNvSpPr/>
          <p:nvPr/>
        </p:nvSpPr>
        <p:spPr>
          <a:xfrm>
            <a:off x="2906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2" name="Google Shape;932;g2c71408be6c_0_859"/>
          <p:cNvSpPr/>
          <p:nvPr/>
        </p:nvSpPr>
        <p:spPr>
          <a:xfrm>
            <a:off x="5847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3" name="Google Shape;933;g2c71408be6c_0_85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4" name="Google Shape;934;g2c71408be6c_0_859"/>
          <p:cNvSpPr txBox="1">
            <a:spLocks noGrp="1"/>
          </p:cNvSpPr>
          <p:nvPr>
            <p:ph type="subTitle" idx="4294967295"/>
          </p:nvPr>
        </p:nvSpPr>
        <p:spPr>
          <a:xfrm>
            <a:off x="5277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35" name="Google Shape;935;g2c71408be6c_0_859"/>
          <p:cNvSpPr txBox="1">
            <a:spLocks noGrp="1"/>
          </p:cNvSpPr>
          <p:nvPr>
            <p:ph type="subTitle" idx="4294967295"/>
          </p:nvPr>
        </p:nvSpPr>
        <p:spPr>
          <a:xfrm>
            <a:off x="2336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36" name="Google Shape;936;g2c71408be6c_0_859"/>
          <p:cNvSpPr txBox="1">
            <a:spLocks noGrp="1"/>
          </p:cNvSpPr>
          <p:nvPr>
            <p:ph type="subTitle" idx="4294967295"/>
          </p:nvPr>
        </p:nvSpPr>
        <p:spPr>
          <a:xfrm>
            <a:off x="3306275" y="1308025"/>
            <a:ext cx="2379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937" name="Google Shape;937;g2c71408be6c_0_859"/>
          <p:cNvSpPr/>
          <p:nvPr/>
        </p:nvSpPr>
        <p:spPr>
          <a:xfrm>
            <a:off x="3602550" y="4011900"/>
            <a:ext cx="1797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c71408be6c_0_83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4" name="Google Shape;944;g2c71408be6c_0_8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5" name="Google Shape;945;g2c71408be6c_0_83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71408be6c_0_83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c71408be6c_0_83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c71408be6c_0_83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71408be6c_0_83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0" name="Google Shape;950;g2c71408be6c_0_830"/>
          <p:cNvGrpSpPr/>
          <p:nvPr/>
        </p:nvGrpSpPr>
        <p:grpSpPr>
          <a:xfrm>
            <a:off x="304250" y="6984600"/>
            <a:ext cx="8330829" cy="808600"/>
            <a:chOff x="-152950" y="7365600"/>
            <a:chExt cx="8330829" cy="808600"/>
          </a:xfrm>
        </p:grpSpPr>
        <p:sp>
          <p:nvSpPr>
            <p:cNvPr id="951" name="Google Shape;951;g2c71408be6c_0_83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2" name="Google Shape;952;g2c71408be6c_0_83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3" name="Google Shape;953;g2c71408be6c_0_83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4" name="Google Shape;954;g2c71408be6c_0_83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5" name="Google Shape;955;g2c71408be6c_0_83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6" name="Google Shape;956;g2c71408be6c_0_83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7" name="Google Shape;957;g2c71408be6c_0_83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8" name="Google Shape;958;g2c71408be6c_0_83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9" name="Google Shape;959;g2c71408be6c_0_83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71408be6c_0_83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c71408be6c_0_830"/>
          <p:cNvSpPr/>
          <p:nvPr/>
        </p:nvSpPr>
        <p:spPr>
          <a:xfrm>
            <a:off x="3325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c71408be6c_0_830"/>
          <p:cNvSpPr/>
          <p:nvPr/>
        </p:nvSpPr>
        <p:spPr>
          <a:xfrm>
            <a:off x="42626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71408be6c_0_830"/>
          <p:cNvSpPr/>
          <p:nvPr/>
        </p:nvSpPr>
        <p:spPr>
          <a:xfrm>
            <a:off x="5428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4" name="Google Shape;964;g2c71408be6c_0_83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5" name="Google Shape;965;g2c71408be6c_0_830"/>
          <p:cNvSpPr txBox="1">
            <a:spLocks noGrp="1"/>
          </p:cNvSpPr>
          <p:nvPr>
            <p:ph type="subTitle" idx="4294967295"/>
          </p:nvPr>
        </p:nvSpPr>
        <p:spPr>
          <a:xfrm>
            <a:off x="4858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66" name="Google Shape;966;g2c71408be6c_0_830"/>
          <p:cNvSpPr txBox="1">
            <a:spLocks noGrp="1"/>
          </p:cNvSpPr>
          <p:nvPr>
            <p:ph type="subTitle" idx="4294967295"/>
          </p:nvPr>
        </p:nvSpPr>
        <p:spPr>
          <a:xfrm>
            <a:off x="2755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67" name="Google Shape;967;g2c71408be6c_0_830"/>
          <p:cNvSpPr txBox="1">
            <a:spLocks noGrp="1"/>
          </p:cNvSpPr>
          <p:nvPr>
            <p:ph type="subTitle" idx="4294967295"/>
          </p:nvPr>
        </p:nvSpPr>
        <p:spPr>
          <a:xfrm>
            <a:off x="3693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71408be6c_0_80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4" name="Google Shape;974;g2c71408be6c_0_80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5" name="Google Shape;975;g2c71408be6c_0_80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71408be6c_0_80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c71408be6c_0_80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71408be6c_0_80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71408be6c_0_80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0" name="Google Shape;980;g2c71408be6c_0_800"/>
          <p:cNvGrpSpPr/>
          <p:nvPr/>
        </p:nvGrpSpPr>
        <p:grpSpPr>
          <a:xfrm>
            <a:off x="304250" y="6984600"/>
            <a:ext cx="8330829" cy="808600"/>
            <a:chOff x="-152950" y="7365600"/>
            <a:chExt cx="8330829" cy="808600"/>
          </a:xfrm>
        </p:grpSpPr>
        <p:sp>
          <p:nvSpPr>
            <p:cNvPr id="981" name="Google Shape;981;g2c71408be6c_0_80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2" name="Google Shape;982;g2c71408be6c_0_80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3" name="Google Shape;983;g2c71408be6c_0_80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4" name="Google Shape;984;g2c71408be6c_0_80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5" name="Google Shape;985;g2c71408be6c_0_80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6" name="Google Shape;986;g2c71408be6c_0_80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7" name="Google Shape;987;g2c71408be6c_0_80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8" name="Google Shape;988;g2c71408be6c_0_80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89" name="Google Shape;989;g2c71408be6c_0_80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c71408be6c_0_80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c71408be6c_0_800"/>
          <p:cNvSpPr/>
          <p:nvPr/>
        </p:nvSpPr>
        <p:spPr>
          <a:xfrm>
            <a:off x="2830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c71408be6c_0_800"/>
          <p:cNvSpPr/>
          <p:nvPr/>
        </p:nvSpPr>
        <p:spPr>
          <a:xfrm>
            <a:off x="5923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3" name="Google Shape;993;g2c71408be6c_0_80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4" name="Google Shape;994;g2c71408be6c_0_800"/>
          <p:cNvSpPr txBox="1">
            <a:spLocks noGrp="1"/>
          </p:cNvSpPr>
          <p:nvPr>
            <p:ph type="subTitle" idx="4294967295"/>
          </p:nvPr>
        </p:nvSpPr>
        <p:spPr>
          <a:xfrm>
            <a:off x="5354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95" name="Google Shape;995;g2c71408be6c_0_800"/>
          <p:cNvSpPr txBox="1">
            <a:spLocks noGrp="1"/>
          </p:cNvSpPr>
          <p:nvPr>
            <p:ph type="subTitle" idx="4294967295"/>
          </p:nvPr>
        </p:nvSpPr>
        <p:spPr>
          <a:xfrm>
            <a:off x="2260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96" name="Google Shape;996;g2c71408be6c_0_800"/>
          <p:cNvSpPr txBox="1">
            <a:spLocks noGrp="1"/>
          </p:cNvSpPr>
          <p:nvPr>
            <p:ph type="subTitle" idx="4294967295"/>
          </p:nvPr>
        </p:nvSpPr>
        <p:spPr>
          <a:xfrm>
            <a:off x="3306275" y="1308025"/>
            <a:ext cx="2379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997" name="Google Shape;997;g2c71408be6c_0_800"/>
          <p:cNvSpPr/>
          <p:nvPr/>
        </p:nvSpPr>
        <p:spPr>
          <a:xfrm>
            <a:off x="3620550" y="4011900"/>
            <a:ext cx="1822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004" name="Google Shape;100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5" name="Google Shape;100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12" name="Google Shape;101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3" name="Google Shape;101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4" name="Google Shape;1014;g26b641b03cd_0_204"/>
          <p:cNvPicPr preferRelativeResize="0"/>
          <p:nvPr/>
        </p:nvPicPr>
        <p:blipFill rotWithShape="1">
          <a:blip r:embed="rId3">
            <a:alphaModFix/>
          </a:blip>
          <a:srcRect l="79" r="89"/>
          <a:stretch/>
        </p:blipFill>
        <p:spPr>
          <a:xfrm>
            <a:off x="1599678" y="1550800"/>
            <a:ext cx="2691199" cy="3233051"/>
          </a:xfrm>
          <a:prstGeom prst="rect">
            <a:avLst/>
          </a:prstGeom>
          <a:noFill/>
          <a:ln>
            <a:noFill/>
          </a:ln>
          <a:effectLst>
            <a:outerShdw blurRad="114300" dist="19050" dir="5400000" algn="bl" rotWithShape="0">
              <a:srgbClr val="000000">
                <a:alpha val="20000"/>
              </a:srgbClr>
            </a:outerShdw>
          </a:effectLst>
        </p:spPr>
      </p:pic>
      <p:cxnSp>
        <p:nvCxnSpPr>
          <p:cNvPr id="1015" name="Google Shape;1015;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16" name="Google Shape;1016;g26b641b03cd_0_204"/>
          <p:cNvPicPr preferRelativeResize="0"/>
          <p:nvPr/>
        </p:nvPicPr>
        <p:blipFill rotWithShape="1">
          <a:blip r:embed="rId4">
            <a:alphaModFix/>
          </a:blip>
          <a:srcRect/>
          <a:stretch/>
        </p:blipFill>
        <p:spPr>
          <a:xfrm>
            <a:off x="4853128" y="1550800"/>
            <a:ext cx="2691200"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23" name="Google Shape;102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4" name="Google Shape;102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5" name="Google Shape;1025;g2c186218c5a_0_48"/>
          <p:cNvPicPr preferRelativeResize="0"/>
          <p:nvPr/>
        </p:nvPicPr>
        <p:blipFill rotWithShape="1">
          <a:blip r:embed="rId3">
            <a:alphaModFix/>
          </a:blip>
          <a:srcRect/>
          <a:stretch/>
        </p:blipFill>
        <p:spPr>
          <a:xfrm>
            <a:off x="1599675" y="1550800"/>
            <a:ext cx="2691200" cy="3233051"/>
          </a:xfrm>
          <a:prstGeom prst="rect">
            <a:avLst/>
          </a:prstGeom>
          <a:noFill/>
          <a:ln>
            <a:noFill/>
          </a:ln>
          <a:effectLst>
            <a:outerShdw blurRad="114300" dist="19050" dir="5400000" algn="bl" rotWithShape="0">
              <a:srgbClr val="000000">
                <a:alpha val="20000"/>
              </a:srgbClr>
            </a:outerShdw>
          </a:effectLst>
        </p:spPr>
      </p:pic>
      <p:cxnSp>
        <p:nvCxnSpPr>
          <p:cNvPr id="1026" name="Google Shape;1026;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27" name="Google Shape;1027;g2c186218c5a_0_48"/>
          <p:cNvPicPr preferRelativeResize="0"/>
          <p:nvPr/>
        </p:nvPicPr>
        <p:blipFill rotWithShape="1">
          <a:blip r:embed="rId4">
            <a:alphaModFix/>
          </a:blip>
          <a:srcRect/>
          <a:stretch/>
        </p:blipFill>
        <p:spPr>
          <a:xfrm>
            <a:off x="4853125" y="1550800"/>
            <a:ext cx="2691200"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34" name="Google Shape;103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5" name="Google Shape;1035;g26b641b03cd_0_213"/>
          <p:cNvPicPr preferRelativeResize="0"/>
          <p:nvPr/>
        </p:nvPicPr>
        <p:blipFill rotWithShape="1">
          <a:blip r:embed="rId3">
            <a:alphaModFix/>
          </a:blip>
          <a:srcRect l="129" r="139"/>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36" name="Google Shape;103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37" name="Google Shape;1037;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8" name="Google Shape;1038;g26b641b03cd_0_213"/>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1045" name="Google Shape;104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6" name="Google Shape;104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7" name="Google Shape;1047;g2c186218c5a_0_149"/>
          <p:cNvPicPr preferRelativeResize="0"/>
          <p:nvPr/>
        </p:nvPicPr>
        <p:blipFill rotWithShape="1">
          <a:blip r:embed="rId3">
            <a:alphaModFix/>
          </a:blip>
          <a:srcRect/>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cxnSp>
        <p:nvCxnSpPr>
          <p:cNvPr id="1048" name="Google Shape;1048;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49" name="Google Shape;1049;g2c186218c5a_0_149"/>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56" name="Google Shape;105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7" name="Google Shape;1057;g26b641b03cd_0_301"/>
          <p:cNvPicPr preferRelativeResize="0"/>
          <p:nvPr/>
        </p:nvPicPr>
        <p:blipFill rotWithShape="1">
          <a:blip r:embed="rId3">
            <a:alphaModFix/>
          </a:blip>
          <a:srcRect t="19" b="29"/>
          <a:stretch/>
        </p:blipFill>
        <p:spPr>
          <a:xfrm>
            <a:off x="3550081" y="1633275"/>
            <a:ext cx="2043837" cy="1460582"/>
          </a:xfrm>
          <a:prstGeom prst="rect">
            <a:avLst/>
          </a:prstGeom>
          <a:noFill/>
          <a:ln>
            <a:noFill/>
          </a:ln>
          <a:effectLst>
            <a:outerShdw blurRad="57150" dist="19050" dir="5400000" algn="bl" rotWithShape="0">
              <a:srgbClr val="000000">
                <a:alpha val="20000"/>
              </a:srgbClr>
            </a:outerShdw>
          </a:effectLst>
        </p:spPr>
      </p:pic>
      <p:pic>
        <p:nvPicPr>
          <p:cNvPr id="1058" name="Google Shape;1058;g26b641b03cd_0_301"/>
          <p:cNvPicPr preferRelativeResize="0"/>
          <p:nvPr/>
        </p:nvPicPr>
        <p:blipFill rotWithShape="1">
          <a:blip r:embed="rId4">
            <a:alphaModFix/>
          </a:blip>
          <a:srcRect t="19" b="29"/>
          <a:stretch/>
        </p:blipFill>
        <p:spPr>
          <a:xfrm>
            <a:off x="5756963" y="1633275"/>
            <a:ext cx="2043837" cy="1460582"/>
          </a:xfrm>
          <a:prstGeom prst="rect">
            <a:avLst/>
          </a:prstGeom>
          <a:noFill/>
          <a:ln>
            <a:noFill/>
          </a:ln>
          <a:effectLst>
            <a:outerShdw blurRad="57150" dist="19050" dir="5400000" algn="bl" rotWithShape="0">
              <a:srgbClr val="000000">
                <a:alpha val="20000"/>
              </a:srgbClr>
            </a:outerShdw>
          </a:effectLst>
        </p:spPr>
      </p:pic>
      <p:pic>
        <p:nvPicPr>
          <p:cNvPr id="1059" name="Google Shape;1059;g26b641b03cd_0_301"/>
          <p:cNvPicPr preferRelativeResize="0"/>
          <p:nvPr/>
        </p:nvPicPr>
        <p:blipFill rotWithShape="1">
          <a:blip r:embed="rId5">
            <a:alphaModFix/>
          </a:blip>
          <a:srcRect l="59" r="59"/>
          <a:stretch/>
        </p:blipFill>
        <p:spPr>
          <a:xfrm>
            <a:off x="2446641" y="3216582"/>
            <a:ext cx="2043837" cy="1460583"/>
          </a:xfrm>
          <a:prstGeom prst="rect">
            <a:avLst/>
          </a:prstGeom>
          <a:noFill/>
          <a:ln>
            <a:noFill/>
          </a:ln>
          <a:effectLst>
            <a:outerShdw blurRad="57150" dist="19050" dir="5400000" algn="bl" rotWithShape="0">
              <a:srgbClr val="000000">
                <a:alpha val="20000"/>
              </a:srgbClr>
            </a:outerShdw>
          </a:effectLst>
        </p:spPr>
      </p:pic>
      <p:pic>
        <p:nvPicPr>
          <p:cNvPr id="1060" name="Google Shape;1060;g26b641b03cd_0_301"/>
          <p:cNvPicPr preferRelativeResize="0"/>
          <p:nvPr/>
        </p:nvPicPr>
        <p:blipFill rotWithShape="1">
          <a:blip r:embed="rId6">
            <a:alphaModFix/>
          </a:blip>
          <a:srcRect l="59" r="59"/>
          <a:stretch/>
        </p:blipFill>
        <p:spPr>
          <a:xfrm>
            <a:off x="1343200" y="1633275"/>
            <a:ext cx="2043837" cy="1460583"/>
          </a:xfrm>
          <a:prstGeom prst="rect">
            <a:avLst/>
          </a:prstGeom>
          <a:noFill/>
          <a:ln>
            <a:noFill/>
          </a:ln>
          <a:effectLst>
            <a:outerShdw blurRad="57150" dist="19050" dir="5400000" algn="bl" rotWithShape="0">
              <a:srgbClr val="000000">
                <a:alpha val="20000"/>
              </a:srgbClr>
            </a:outerShdw>
          </a:effectLst>
        </p:spPr>
      </p:pic>
      <p:pic>
        <p:nvPicPr>
          <p:cNvPr id="1061" name="Google Shape;1061;g26b641b03cd_0_301"/>
          <p:cNvPicPr preferRelativeResize="0"/>
          <p:nvPr/>
        </p:nvPicPr>
        <p:blipFill rotWithShape="1">
          <a:blip r:embed="rId7">
            <a:alphaModFix/>
          </a:blip>
          <a:srcRect t="19" b="29"/>
          <a:stretch/>
        </p:blipFill>
        <p:spPr>
          <a:xfrm>
            <a:off x="4653522" y="3216582"/>
            <a:ext cx="2043837" cy="1460582"/>
          </a:xfrm>
          <a:prstGeom prst="rect">
            <a:avLst/>
          </a:prstGeom>
          <a:noFill/>
          <a:ln>
            <a:noFill/>
          </a:ln>
          <a:effectLst>
            <a:outerShdw blurRad="57150" dist="19050" dir="5400000" algn="bl" rotWithShape="0">
              <a:srgbClr val="000000">
                <a:alpha val="20000"/>
              </a:srgbClr>
            </a:outerShdw>
          </a:effectLst>
        </p:spPr>
      </p:pic>
      <p:sp>
        <p:nvSpPr>
          <p:cNvPr id="1062" name="Google Shape;1062;g26b641b03cd_0_301"/>
          <p:cNvSpPr txBox="1"/>
          <p:nvPr/>
        </p:nvSpPr>
        <p:spPr>
          <a:xfrm>
            <a:off x="749225" y="5568500"/>
            <a:ext cx="7645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69" name="Google Shape;106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70" name="Google Shape;1070;g26b641b03cd_0_308"/>
          <p:cNvPicPr preferRelativeResize="0"/>
          <p:nvPr/>
        </p:nvPicPr>
        <p:blipFill rotWithShape="1">
          <a:blip r:embed="rId3">
            <a:alphaModFix/>
          </a:blip>
          <a:srcRect t="19" b="29"/>
          <a:stretch/>
        </p:blipFill>
        <p:spPr>
          <a:xfrm>
            <a:off x="3550081" y="1633275"/>
            <a:ext cx="2043837" cy="1460582"/>
          </a:xfrm>
          <a:prstGeom prst="rect">
            <a:avLst/>
          </a:prstGeom>
          <a:noFill/>
          <a:ln>
            <a:noFill/>
          </a:ln>
          <a:effectLst>
            <a:outerShdw blurRad="57150" dist="19050" dir="5400000" algn="bl" rotWithShape="0">
              <a:srgbClr val="000000">
                <a:alpha val="20000"/>
              </a:srgbClr>
            </a:outerShdw>
          </a:effectLst>
        </p:spPr>
      </p:pic>
      <p:pic>
        <p:nvPicPr>
          <p:cNvPr id="1071" name="Google Shape;1071;g26b641b03cd_0_308"/>
          <p:cNvPicPr preferRelativeResize="0"/>
          <p:nvPr/>
        </p:nvPicPr>
        <p:blipFill rotWithShape="1">
          <a:blip r:embed="rId4">
            <a:alphaModFix/>
          </a:blip>
          <a:srcRect t="19" b="29"/>
          <a:stretch/>
        </p:blipFill>
        <p:spPr>
          <a:xfrm>
            <a:off x="5756963" y="1633275"/>
            <a:ext cx="2043837" cy="1460582"/>
          </a:xfrm>
          <a:prstGeom prst="rect">
            <a:avLst/>
          </a:prstGeom>
          <a:noFill/>
          <a:ln>
            <a:noFill/>
          </a:ln>
          <a:effectLst>
            <a:outerShdw blurRad="57150" dist="19050" dir="5400000" algn="bl" rotWithShape="0">
              <a:srgbClr val="000000">
                <a:alpha val="20000"/>
              </a:srgbClr>
            </a:outerShdw>
          </a:effectLst>
        </p:spPr>
      </p:pic>
      <p:pic>
        <p:nvPicPr>
          <p:cNvPr id="1072" name="Google Shape;1072;g26b641b03cd_0_308"/>
          <p:cNvPicPr preferRelativeResize="0"/>
          <p:nvPr/>
        </p:nvPicPr>
        <p:blipFill rotWithShape="1">
          <a:blip r:embed="rId5">
            <a:alphaModFix/>
          </a:blip>
          <a:srcRect l="59" r="59"/>
          <a:stretch/>
        </p:blipFill>
        <p:spPr>
          <a:xfrm>
            <a:off x="2446641" y="3216582"/>
            <a:ext cx="2043837" cy="1460583"/>
          </a:xfrm>
          <a:prstGeom prst="rect">
            <a:avLst/>
          </a:prstGeom>
          <a:noFill/>
          <a:ln>
            <a:noFill/>
          </a:ln>
          <a:effectLst>
            <a:outerShdw blurRad="57150" dist="19050" dir="5400000" algn="bl" rotWithShape="0">
              <a:srgbClr val="000000">
                <a:alpha val="20000"/>
              </a:srgbClr>
            </a:outerShdw>
          </a:effectLst>
        </p:spPr>
      </p:pic>
      <p:pic>
        <p:nvPicPr>
          <p:cNvPr id="1073" name="Google Shape;1073;g26b641b03cd_0_308"/>
          <p:cNvPicPr preferRelativeResize="0"/>
          <p:nvPr/>
        </p:nvPicPr>
        <p:blipFill rotWithShape="1">
          <a:blip r:embed="rId6">
            <a:alphaModFix/>
          </a:blip>
          <a:srcRect t="19" b="29"/>
          <a:stretch/>
        </p:blipFill>
        <p:spPr>
          <a:xfrm>
            <a:off x="4653522" y="3216582"/>
            <a:ext cx="2043837" cy="1460582"/>
          </a:xfrm>
          <a:prstGeom prst="rect">
            <a:avLst/>
          </a:prstGeom>
          <a:noFill/>
          <a:ln>
            <a:noFill/>
          </a:ln>
          <a:effectLst>
            <a:outerShdw blurRad="57150" dist="19050" dir="5400000" algn="bl" rotWithShape="0">
              <a:srgbClr val="000000">
                <a:alpha val="20000"/>
              </a:srgbClr>
            </a:outerShdw>
          </a:effectLst>
        </p:spPr>
      </p:pic>
      <p:pic>
        <p:nvPicPr>
          <p:cNvPr id="1074" name="Google Shape;1074;g26b641b03cd_0_308"/>
          <p:cNvPicPr preferRelativeResize="0"/>
          <p:nvPr/>
        </p:nvPicPr>
        <p:blipFill rotWithShape="1">
          <a:blip r:embed="rId7">
            <a:alphaModFix/>
          </a:blip>
          <a:srcRect l="59" r="59"/>
          <a:stretch/>
        </p:blipFill>
        <p:spPr>
          <a:xfrm>
            <a:off x="1343200" y="1633275"/>
            <a:ext cx="2043837" cy="1460583"/>
          </a:xfrm>
          <a:prstGeom prst="rect">
            <a:avLst/>
          </a:prstGeom>
          <a:noFill/>
          <a:ln>
            <a:noFill/>
          </a:ln>
          <a:effectLst>
            <a:outerShdw blurRad="57150" dist="19050" dir="5400000" algn="bl" rotWithShape="0">
              <a:srgbClr val="000000">
                <a:alpha val="20000"/>
              </a:srgbClr>
            </a:outerShdw>
          </a:effectLst>
        </p:spPr>
      </p:pic>
      <p:sp>
        <p:nvSpPr>
          <p:cNvPr id="1075" name="Google Shape;1075;g26b641b03cd_0_308"/>
          <p:cNvSpPr txBox="1"/>
          <p:nvPr/>
        </p:nvSpPr>
        <p:spPr>
          <a:xfrm>
            <a:off x="749225" y="5568500"/>
            <a:ext cx="7645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6b641b03cd_0_315"/>
          <p:cNvSpPr txBox="1">
            <a:spLocks noGrp="1"/>
          </p:cNvSpPr>
          <p:nvPr>
            <p:ph type="title"/>
          </p:nvPr>
        </p:nvSpPr>
        <p:spPr>
          <a:xfrm>
            <a:off x="998975" y="5568500"/>
            <a:ext cx="7146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082" name="Google Shape;108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83" name="Google Shape;108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84" name="Google Shape;1084;g26b641b03cd_0_31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85" name="Google Shape;1085;g26b641b03cd_0_315"/>
          <p:cNvPicPr preferRelativeResize="0"/>
          <p:nvPr/>
        </p:nvPicPr>
        <p:blipFill rotWithShape="1">
          <a:blip r:embed="rId3">
            <a:alphaModFix/>
          </a:blip>
          <a:srcRect t="89" b="99"/>
          <a:stretch/>
        </p:blipFill>
        <p:spPr>
          <a:xfrm>
            <a:off x="1105775" y="1991750"/>
            <a:ext cx="3133349" cy="2351150"/>
          </a:xfrm>
          <a:prstGeom prst="rect">
            <a:avLst/>
          </a:prstGeom>
          <a:noFill/>
          <a:ln>
            <a:noFill/>
          </a:ln>
          <a:effectLst>
            <a:outerShdw blurRad="57150" dist="19050" dir="5400000" algn="bl" rotWithShape="0">
              <a:srgbClr val="000000">
                <a:alpha val="20000"/>
              </a:srgbClr>
            </a:outerShdw>
          </a:effectLst>
        </p:spPr>
      </p:pic>
      <p:pic>
        <p:nvPicPr>
          <p:cNvPr id="1086" name="Google Shape;1086;g26b641b03cd_0_315"/>
          <p:cNvPicPr preferRelativeResize="0"/>
          <p:nvPr/>
        </p:nvPicPr>
        <p:blipFill rotWithShape="1">
          <a:blip r:embed="rId4">
            <a:alphaModFix/>
          </a:blip>
          <a:srcRect t="89" b="99"/>
          <a:stretch/>
        </p:blipFill>
        <p:spPr>
          <a:xfrm>
            <a:off x="4904875" y="1991750"/>
            <a:ext cx="3133349" cy="23511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93" name="Google Shape;109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94" name="Google Shape;1094;g26b641b03cd_1_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95" name="Google Shape;1095;g26b641b03cd_1_0"/>
          <p:cNvPicPr preferRelativeResize="0"/>
          <p:nvPr/>
        </p:nvPicPr>
        <p:blipFill rotWithShape="1">
          <a:blip r:embed="rId3">
            <a:alphaModFix/>
          </a:blip>
          <a:srcRect t="19" b="29"/>
          <a:stretch/>
        </p:blipFill>
        <p:spPr>
          <a:xfrm>
            <a:off x="1105775" y="1991750"/>
            <a:ext cx="3133349" cy="2351150"/>
          </a:xfrm>
          <a:prstGeom prst="rect">
            <a:avLst/>
          </a:prstGeom>
          <a:noFill/>
          <a:ln>
            <a:noFill/>
          </a:ln>
          <a:effectLst>
            <a:outerShdw blurRad="57150" dist="19050" dir="5400000" algn="bl" rotWithShape="0">
              <a:srgbClr val="000000">
                <a:alpha val="20000"/>
              </a:srgbClr>
            </a:outerShdw>
          </a:effectLst>
        </p:spPr>
      </p:pic>
      <p:pic>
        <p:nvPicPr>
          <p:cNvPr id="1096" name="Google Shape;1096;g26b641b03cd_1_0"/>
          <p:cNvPicPr preferRelativeResize="0"/>
          <p:nvPr/>
        </p:nvPicPr>
        <p:blipFill rotWithShape="1">
          <a:blip r:embed="rId4">
            <a:alphaModFix/>
          </a:blip>
          <a:srcRect t="19" b="29"/>
          <a:stretch/>
        </p:blipFill>
        <p:spPr>
          <a:xfrm>
            <a:off x="4904875" y="1991750"/>
            <a:ext cx="3133349" cy="2351150"/>
          </a:xfrm>
          <a:prstGeom prst="rect">
            <a:avLst/>
          </a:prstGeom>
          <a:noFill/>
          <a:ln>
            <a:noFill/>
          </a:ln>
          <a:effectLst>
            <a:outerShdw blurRad="57150" dist="19050" dir="5400000" algn="bl" rotWithShape="0">
              <a:srgbClr val="000000">
                <a:alpha val="20000"/>
              </a:srgbClr>
            </a:outerShdw>
          </a:effectLst>
        </p:spPr>
      </p:pic>
      <p:sp>
        <p:nvSpPr>
          <p:cNvPr id="1097" name="Google Shape;1097;g26b641b03cd_1_0"/>
          <p:cNvSpPr txBox="1">
            <a:spLocks noGrp="1"/>
          </p:cNvSpPr>
          <p:nvPr>
            <p:ph type="title"/>
          </p:nvPr>
        </p:nvSpPr>
        <p:spPr>
          <a:xfrm>
            <a:off x="998975" y="5568500"/>
            <a:ext cx="7146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485</Words>
  <Application>Microsoft Office PowerPoint</Application>
  <PresentationFormat>On-screen Show (4:3)</PresentationFormat>
  <Paragraphs>177</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Mulish</vt:lpstr>
      <vt:lpstr>Nunito Black</vt:lpstr>
      <vt:lpstr>Poppins</vt:lpstr>
      <vt:lpstr>Poppins Medium</vt:lpstr>
      <vt:lpstr>Jost</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PowerPoint Presentation</vt:lpstr>
      <vt:lpstr>PowerPoint Presentation</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2026-04-29T03:41:24Z</dcterms:modified>
</cp:coreProperties>
</file>