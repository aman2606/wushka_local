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hEkoxi0SJ7zf1PZDyBx3yc0uZ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43301-95F0-4B8A-8548-E7A8FC97982B}">
  <a:tblStyle styleId="{17343301-95F0-4B8A-8548-E7A8FC97982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d28398a92f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d28398a92f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d28398a92f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d28398a92f_0_6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d28398a92f_0_6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d28398a92f_0_6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7" name="Google Shape;101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d28398a92f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d28398a92f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d28398a92f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313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3 -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9.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6.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2.png"/><Relationship Id="rId7"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7.xml"/><Relationship Id="rId16"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8.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8.png"/><Relationship Id="rId3" Type="http://schemas.openxmlformats.org/officeDocument/2006/relationships/image" Target="../media/image121.png"/><Relationship Id="rId21" Type="http://schemas.openxmlformats.org/officeDocument/2006/relationships/image" Target="../media/image139.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notesSlide" Target="../notesSlides/notesSlide8.xml"/><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23.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5.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 Id="rId27" Type="http://schemas.openxmlformats.org/officeDocument/2006/relationships/image" Target="../media/image144.png"/><Relationship Id="rId30" Type="http://schemas.openxmlformats.org/officeDocument/2006/relationships/image" Target="../media/image147.png"/></Relationships>
</file>

<file path=ppt/slides/_rels/slide9.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3" Type="http://schemas.openxmlformats.org/officeDocument/2006/relationships/image" Target="../media/image148.png"/><Relationship Id="rId7" Type="http://schemas.openxmlformats.org/officeDocument/2006/relationships/image" Target="../media/image152.png"/><Relationship Id="rId12" Type="http://schemas.openxmlformats.org/officeDocument/2006/relationships/image" Target="../media/image15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5" Type="http://schemas.openxmlformats.org/officeDocument/2006/relationships/image" Target="../media/image160.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s>
</file>

<file path=ppt/slides/_rels/slide10.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1.png"/><Relationship Id="rId3" Type="http://schemas.openxmlformats.org/officeDocument/2006/relationships/image" Target="../media/image161.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notesSlide" Target="../notesSlides/notesSlide10.xml"/><Relationship Id="rId16"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73.png"/><Relationship Id="rId10" Type="http://schemas.openxmlformats.org/officeDocument/2006/relationships/image" Target="../media/image168.png"/><Relationship Id="rId4" Type="http://schemas.openxmlformats.org/officeDocument/2006/relationships/image" Target="../media/image162.png"/><Relationship Id="rId9" Type="http://schemas.openxmlformats.org/officeDocument/2006/relationships/image" Target="../media/image167.png"/><Relationship Id="rId14" Type="http://schemas.openxmlformats.org/officeDocument/2006/relationships/image" Target="../media/image172.png"/></Relationships>
</file>

<file path=ppt/slides/_rels/slide11.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44.png"/></Relationships>
</file>

<file path=ppt/slides/_rels/slide23.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8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/igh/;</a:t>
            </a:r>
            <a:br>
              <a:rPr lang="en-US" sz="3000"/>
            </a:br>
            <a:r>
              <a:rPr lang="en-US" sz="3000"/>
              <a:t>y</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14</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{17343301-95F0-4B8A-8548-E7A8FC97982B}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/igh/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/igh/</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636765" y="5239758"/>
            <a:ext cx="1372955" cy="369291"/>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900" dirty="0">
                <a:solidFill>
                  <a:srgbClr val="757070"/>
                </a:solidFill>
                <a:latin typeface="Poppins Medium"/>
                <a:ea typeface="Poppins Medium"/>
                <a:cs typeface="Poppins Medium"/>
                <a:sym typeface="Poppins Medium"/>
              </a:rPr>
              <a:t>Grapheme to Phoneme Cards</a:t>
            </a:r>
            <a:endParaRPr lang="en-AU" sz="900" dirty="0">
              <a:solidFill>
                <a:srgbClr val="75707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72800" y="5256525"/>
            <a:ext cx="1343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851606" y="340714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3335461" y="379611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4477799"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2082715"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1092134" cy="1545873"/>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4">
            <a:alphaModFix/>
          </a:blip>
          <a:srcRect l="79" r="79"/>
          <a:stretch/>
        </p:blipFill>
        <p:spPr>
          <a:xfrm>
            <a:off x="4606834" y="2053250"/>
            <a:ext cx="1092134" cy="1545873"/>
          </a:xfrm>
          <a:prstGeom prst="rect">
            <a:avLst/>
          </a:prstGeom>
          <a:noFill/>
          <a:ln>
            <a:noFill/>
          </a:ln>
          <a:effectLst>
            <a:outerShdw blurRad="71438" dist="28575" dir="5400000" algn="bl" rotWithShape="0">
              <a:srgbClr val="000000">
                <a:alpha val="15294"/>
              </a:srgbClr>
            </a:outerShdw>
          </a:effectLst>
        </p:spPr>
      </p:pic>
      <p:pic>
        <p:nvPicPr>
          <p:cNvPr id="801" name="Google Shape;801;g2cdbdd49f8e_0_0"/>
          <p:cNvPicPr preferRelativeResize="0"/>
          <p:nvPr/>
        </p:nvPicPr>
        <p:blipFill rotWithShape="1">
          <a:blip r:embed="rId5">
            <a:alphaModFix/>
          </a:blip>
          <a:srcRect l="19" r="29"/>
          <a:stretch/>
        </p:blipFill>
        <p:spPr>
          <a:xfrm>
            <a:off x="2155877" y="2053250"/>
            <a:ext cx="1092134" cy="1545874"/>
          </a:xfrm>
          <a:prstGeom prst="rect">
            <a:avLst/>
          </a:prstGeom>
          <a:noFill/>
          <a:ln>
            <a:noFill/>
          </a:ln>
          <a:effectLst>
            <a:outerShdw blurRad="71438" dist="28575" dir="5400000" algn="bl" rotWithShape="0">
              <a:srgbClr val="000000">
                <a:alpha val="15294"/>
              </a:srgbClr>
            </a:outerShdw>
          </a:effectLst>
        </p:spPr>
      </p:pic>
      <p:pic>
        <p:nvPicPr>
          <p:cNvPr id="802" name="Google Shape;802;g2cdbdd49f8e_0_0"/>
          <p:cNvPicPr preferRelativeResize="0"/>
          <p:nvPr/>
        </p:nvPicPr>
        <p:blipFill rotWithShape="1">
          <a:blip r:embed="rId6">
            <a:alphaModFix/>
          </a:blip>
          <a:srcRect l="19" r="29"/>
          <a:stretch/>
        </p:blipFill>
        <p:spPr>
          <a:xfrm>
            <a:off x="3381357" y="2053250"/>
            <a:ext cx="1092134" cy="1545874"/>
          </a:xfrm>
          <a:prstGeom prst="rect">
            <a:avLst/>
          </a:prstGeom>
          <a:noFill/>
          <a:ln>
            <a:noFill/>
          </a:ln>
          <a:effectLst>
            <a:outerShdw blurRad="71438" dist="28575" dir="5400000" algn="bl" rotWithShape="0">
              <a:srgbClr val="000000">
                <a:alpha val="15294"/>
              </a:srgbClr>
            </a:outerShdw>
          </a:effectLst>
        </p:spPr>
      </p:pic>
      <p:pic>
        <p:nvPicPr>
          <p:cNvPr id="803" name="Google Shape;803;g2cdbdd49f8e_0_0"/>
          <p:cNvPicPr preferRelativeResize="0"/>
          <p:nvPr/>
        </p:nvPicPr>
        <p:blipFill rotWithShape="1">
          <a:blip r:embed="rId7">
            <a:alphaModFix/>
          </a:blip>
          <a:srcRect l="19" r="29"/>
          <a:stretch/>
        </p:blipFill>
        <p:spPr>
          <a:xfrm>
            <a:off x="5832311" y="2053250"/>
            <a:ext cx="1092134" cy="1545874"/>
          </a:xfrm>
          <a:prstGeom prst="rect">
            <a:avLst/>
          </a:prstGeom>
          <a:noFill/>
          <a:ln>
            <a:noFill/>
          </a:ln>
          <a:effectLst>
            <a:outerShdw blurRad="71438" dist="28575" dir="5400000" algn="bl" rotWithShape="0">
              <a:srgbClr val="000000">
                <a:alpha val="15294"/>
              </a:srgbClr>
            </a:outerShdw>
          </a:effectLst>
        </p:spPr>
      </p:pic>
      <p:pic>
        <p:nvPicPr>
          <p:cNvPr id="804" name="Google Shape;804;g2cdbdd49f8e_0_0"/>
          <p:cNvPicPr preferRelativeResize="0"/>
          <p:nvPr/>
        </p:nvPicPr>
        <p:blipFill rotWithShape="1">
          <a:blip r:embed="rId8">
            <a:alphaModFix/>
          </a:blip>
          <a:srcRect l="79" r="79"/>
          <a:stretch/>
        </p:blipFill>
        <p:spPr>
          <a:xfrm>
            <a:off x="7057792" y="2053250"/>
            <a:ext cx="1092134" cy="1545873"/>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1" name="Google Shape;811;g26b7edf6e71_0_109"/>
          <p:cNvGrpSpPr/>
          <p:nvPr/>
        </p:nvGrpSpPr>
        <p:grpSpPr>
          <a:xfrm>
            <a:off x="865957" y="2135925"/>
            <a:ext cx="7282807" cy="2686611"/>
            <a:chOff x="867357" y="2129450"/>
            <a:chExt cx="7282807" cy="2686611"/>
          </a:xfrm>
        </p:grpSpPr>
        <p:pic>
          <p:nvPicPr>
            <p:cNvPr id="812" name="Google Shape;81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2" name="Google Shape;832;g2c298d33e0c_0_6"/>
          <p:cNvGrpSpPr/>
          <p:nvPr/>
        </p:nvGrpSpPr>
        <p:grpSpPr>
          <a:xfrm>
            <a:off x="866900" y="2133161"/>
            <a:ext cx="7281864" cy="2684601"/>
            <a:chOff x="868300" y="2129450"/>
            <a:chExt cx="7281864" cy="2684601"/>
          </a:xfrm>
        </p:grpSpPr>
        <p:pic>
          <p:nvPicPr>
            <p:cNvPr id="833" name="Google Shape;83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7" name="Google Shape;83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7" name="Google Shape;867;g2c298da1f27_0_455"/>
          <p:cNvGrpSpPr/>
          <p:nvPr/>
        </p:nvGrpSpPr>
        <p:grpSpPr>
          <a:xfrm>
            <a:off x="868300" y="2129450"/>
            <a:ext cx="7281864" cy="2684601"/>
            <a:chOff x="868300" y="2053250"/>
            <a:chExt cx="7281864" cy="2684601"/>
          </a:xfrm>
        </p:grpSpPr>
        <p:pic>
          <p:nvPicPr>
            <p:cNvPr id="868" name="Google Shape;86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7" name="Google Shape;887;g2c298da1f27_1_0"/>
          <p:cNvGrpSpPr/>
          <p:nvPr/>
        </p:nvGrpSpPr>
        <p:grpSpPr>
          <a:xfrm>
            <a:off x="868300" y="2129450"/>
            <a:ext cx="7281864" cy="2688001"/>
            <a:chOff x="868300" y="2129450"/>
            <a:chExt cx="7281864" cy="2688001"/>
          </a:xfrm>
        </p:grpSpPr>
        <p:pic>
          <p:nvPicPr>
            <p:cNvPr id="888" name="Google Shape;88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Words </a:t>
            </a:r>
            <a:br>
              <a:rPr lang="en-US"/>
            </a:br>
            <a:r>
              <a:rPr lang="en-US">
                <a:solidFill>
                  <a:srgbClr val="2356AF"/>
                </a:solidFill>
              </a:rPr>
              <a:t>people wild child mind kind behind</a:t>
            </a:r>
            <a:r>
              <a:rPr lang="en-US"/>
              <a:t>.</a:t>
            </a:r>
            <a:endParaRPr/>
          </a:p>
        </p:txBody>
      </p:sp>
      <p:pic>
        <p:nvPicPr>
          <p:cNvPr id="908" name="Google Shape;908;g2cdbdd193bb_0_343"/>
          <p:cNvPicPr preferRelativeResize="0"/>
          <p:nvPr/>
        </p:nvPicPr>
        <p:blipFill rotWithShape="1">
          <a:blip r:embed="rId3">
            <a:alphaModFix/>
          </a:blip>
          <a:srcRect/>
          <a:stretch/>
        </p:blipFill>
        <p:spPr>
          <a:xfrm>
            <a:off x="868569" y="2129450"/>
            <a:ext cx="1729923" cy="1236255"/>
          </a:xfrm>
          <a:prstGeom prst="rect">
            <a:avLst/>
          </a:prstGeom>
          <a:noFill/>
          <a:ln>
            <a:noFill/>
          </a:ln>
          <a:effectLst>
            <a:outerShdw blurRad="71438" dist="19050" dir="5400000" algn="bl" rotWithShape="0">
              <a:srgbClr val="000000">
                <a:alpha val="18039"/>
              </a:srgbClr>
            </a:outerShdw>
          </a:effectLst>
        </p:spPr>
      </p:pic>
      <p:pic>
        <p:nvPicPr>
          <p:cNvPr id="909" name="Google Shape;909;g2cdbdd193bb_0_343"/>
          <p:cNvPicPr preferRelativeResize="0"/>
          <p:nvPr/>
        </p:nvPicPr>
        <p:blipFill rotWithShape="1">
          <a:blip r:embed="rId4">
            <a:alphaModFix/>
          </a:blip>
          <a:srcRect l="189" r="179"/>
          <a:stretch/>
        </p:blipFill>
        <p:spPr>
          <a:xfrm>
            <a:off x="2718283" y="2129450"/>
            <a:ext cx="1730688" cy="1241397"/>
          </a:xfrm>
          <a:prstGeom prst="rect">
            <a:avLst/>
          </a:prstGeom>
          <a:noFill/>
          <a:ln>
            <a:noFill/>
          </a:ln>
          <a:effectLst>
            <a:outerShdw blurRad="71438" dist="19050" dir="5400000" algn="bl" rotWithShape="0">
              <a:srgbClr val="000000">
                <a:alpha val="18039"/>
              </a:srgbClr>
            </a:outerShdw>
          </a:effectLst>
        </p:spPr>
      </p:pic>
      <p:pic>
        <p:nvPicPr>
          <p:cNvPr id="910" name="Google Shape;910;g2cdbdd193bb_0_343"/>
          <p:cNvPicPr preferRelativeResize="0"/>
          <p:nvPr/>
        </p:nvPicPr>
        <p:blipFill rotWithShape="1">
          <a:blip r:embed="rId5">
            <a:alphaModFix/>
          </a:blip>
          <a:srcRect l="99" r="99"/>
          <a:stretch/>
        </p:blipFill>
        <p:spPr>
          <a:xfrm>
            <a:off x="4568761" y="2129450"/>
            <a:ext cx="1730688" cy="1239299"/>
          </a:xfrm>
          <a:prstGeom prst="rect">
            <a:avLst/>
          </a:prstGeom>
          <a:noFill/>
          <a:ln>
            <a:noFill/>
          </a:ln>
          <a:effectLst>
            <a:outerShdw blurRad="71438" dist="19050" dir="5400000" algn="bl" rotWithShape="0">
              <a:srgbClr val="000000">
                <a:alpha val="18039"/>
              </a:srgbClr>
            </a:outerShdw>
          </a:effectLst>
        </p:spPr>
      </p:pic>
      <p:pic>
        <p:nvPicPr>
          <p:cNvPr id="911" name="Google Shape;911;g2cdbdd193bb_0_343"/>
          <p:cNvPicPr preferRelativeResize="0"/>
          <p:nvPr/>
        </p:nvPicPr>
        <p:blipFill rotWithShape="1">
          <a:blip r:embed="rId6">
            <a:alphaModFix/>
          </a:blip>
          <a:srcRect l="19" r="9"/>
          <a:stretch/>
        </p:blipFill>
        <p:spPr>
          <a:xfrm>
            <a:off x="6419238" y="2129450"/>
            <a:ext cx="1730688" cy="1239300"/>
          </a:xfrm>
          <a:prstGeom prst="rect">
            <a:avLst/>
          </a:prstGeom>
          <a:noFill/>
          <a:ln>
            <a:noFill/>
          </a:ln>
          <a:effectLst>
            <a:outerShdw blurRad="71438" dist="19050" dir="5400000" algn="bl" rotWithShape="0">
              <a:srgbClr val="000000">
                <a:alpha val="18039"/>
              </a:srgbClr>
            </a:outerShdw>
          </a:effectLst>
        </p:spPr>
      </p:pic>
      <p:pic>
        <p:nvPicPr>
          <p:cNvPr id="912" name="Google Shape;912;g2cdbdd193bb_0_343"/>
          <p:cNvPicPr preferRelativeResize="0"/>
          <p:nvPr/>
        </p:nvPicPr>
        <p:blipFill rotWithShape="1">
          <a:blip r:embed="rId7">
            <a:alphaModFix/>
          </a:blip>
          <a:srcRect l="99" r="99"/>
          <a:stretch/>
        </p:blipFill>
        <p:spPr>
          <a:xfrm>
            <a:off x="867776" y="3534600"/>
            <a:ext cx="1730688" cy="1239299"/>
          </a:xfrm>
          <a:prstGeom prst="rect">
            <a:avLst/>
          </a:prstGeom>
          <a:noFill/>
          <a:ln>
            <a:noFill/>
          </a:ln>
          <a:effectLst>
            <a:outerShdw blurRad="71438" dist="19050" dir="5400000" algn="bl" rotWithShape="0">
              <a:srgbClr val="000000">
                <a:alpha val="18039"/>
              </a:srgbClr>
            </a:outerShdw>
          </a:effectLst>
        </p:spPr>
      </p:pic>
      <p:pic>
        <p:nvPicPr>
          <p:cNvPr id="913" name="Google Shape;913;g2cdbdd193bb_0_343"/>
          <p:cNvPicPr preferRelativeResize="0"/>
          <p:nvPr/>
        </p:nvPicPr>
        <p:blipFill rotWithShape="1">
          <a:blip r:embed="rId8">
            <a:alphaModFix/>
          </a:blip>
          <a:srcRect l="19" r="9"/>
          <a:stretch/>
        </p:blipFill>
        <p:spPr>
          <a:xfrm>
            <a:off x="2718254" y="3534600"/>
            <a:ext cx="1730688" cy="123930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0" name="Google Shape;92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1" name="Google Shape;921;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2" name="Google Shape;92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3" name="Google Shape;92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6</a:t>
            </a:r>
            <a:endParaRPr/>
          </a:p>
        </p:txBody>
      </p:sp>
      <p:sp>
        <p:nvSpPr>
          <p:cNvPr id="924" name="Google Shape;924;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y</a:t>
            </a:r>
            <a:r>
              <a:rPr lang="en-US" sz="5800" b="0" i="0" u="none" strike="noStrike" cap="none">
                <a:solidFill>
                  <a:srgbClr val="2356AF"/>
                </a:solidFill>
                <a:latin typeface="Jost"/>
                <a:ea typeface="Jost"/>
                <a:cs typeface="Jost"/>
                <a:sym typeface="Jost"/>
              </a:rPr>
              <a:t>et </a:t>
            </a:r>
            <a:endParaRPr sz="5800" b="0" i="0" u="none" strike="noStrike" cap="none">
              <a:solidFill>
                <a:srgbClr val="2356AF"/>
              </a:solidFill>
              <a:latin typeface="Jost"/>
              <a:ea typeface="Jost"/>
              <a:cs typeface="Jost"/>
              <a:sym typeface="Jost"/>
            </a:endParaRPr>
          </a:p>
        </p:txBody>
      </p:sp>
      <p:sp>
        <p:nvSpPr>
          <p:cNvPr id="925" name="Google Shape;925;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y</a:t>
            </a:r>
            <a:r>
              <a:rPr lang="en-US" sz="5800" b="0" i="0" u="none" strike="noStrike" cap="none">
                <a:solidFill>
                  <a:srgbClr val="2356AF"/>
                </a:solidFill>
                <a:latin typeface="Jost"/>
                <a:ea typeface="Jost"/>
                <a:cs typeface="Jost"/>
                <a:sym typeface="Jost"/>
              </a:rPr>
              <a:t>es</a:t>
            </a:r>
            <a:endParaRPr sz="5800" b="0" i="0" u="none" strike="noStrike" cap="none">
              <a:solidFill>
                <a:srgbClr val="2356AF"/>
              </a:solidFill>
              <a:latin typeface="Jost"/>
              <a:ea typeface="Jost"/>
              <a:cs typeface="Jost"/>
              <a:sym typeface="Jost"/>
            </a:endParaRPr>
          </a:p>
        </p:txBody>
      </p:sp>
      <p:sp>
        <p:nvSpPr>
          <p:cNvPr id="926" name="Google Shape;926;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y</a:t>
            </a:r>
            <a:r>
              <a:rPr lang="en-US" sz="50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d28398a92f_0_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3" name="Google Shape;933;g2d28398a92f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34" name="Google Shape;934;g2d28398a92f_0_26"/>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450"/>
              </a:srgbClr>
            </a:outerShdw>
          </a:effectLst>
        </p:spPr>
      </p:pic>
      <p:sp>
        <p:nvSpPr>
          <p:cNvPr id="935" name="Google Shape;935;g2d28398a92f_0_2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6" name="Google Shape;936;g2d28398a92f_0_26"/>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sp</a:t>
            </a:r>
            <a:r>
              <a:rPr lang="en-US" sz="5800" b="0" i="0" u="none" strike="noStrike" cap="none">
                <a:solidFill>
                  <a:srgbClr val="815137"/>
                </a:solidFill>
                <a:latin typeface="Jost"/>
                <a:ea typeface="Jost"/>
                <a:cs typeface="Jost"/>
                <a:sym typeface="Jost"/>
              </a:rPr>
              <a:t>y</a:t>
            </a:r>
            <a:endParaRPr sz="5800" b="0" i="0" u="none" strike="noStrike" cap="none">
              <a:solidFill>
                <a:srgbClr val="815137"/>
              </a:solidFill>
              <a:latin typeface="Jost"/>
              <a:ea typeface="Jost"/>
              <a:cs typeface="Jost"/>
              <a:sym typeface="Jost"/>
            </a:endParaRPr>
          </a:p>
        </p:txBody>
      </p:sp>
      <p:sp>
        <p:nvSpPr>
          <p:cNvPr id="937" name="Google Shape;937;g2d28398a92f_0_26"/>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cr</a:t>
            </a:r>
            <a:r>
              <a:rPr lang="en-US" sz="5800" b="0" i="0" u="none" strike="noStrike" cap="none">
                <a:solidFill>
                  <a:srgbClr val="815137"/>
                </a:solidFill>
                <a:latin typeface="Jost"/>
                <a:ea typeface="Jost"/>
                <a:cs typeface="Jost"/>
                <a:sym typeface="Jost"/>
              </a:rPr>
              <a:t>y</a:t>
            </a:r>
            <a:endParaRPr sz="5800" b="0" i="0" u="none" strike="noStrike" cap="none">
              <a:solidFill>
                <a:srgbClr val="815137"/>
              </a:solidFill>
              <a:latin typeface="Jost"/>
              <a:ea typeface="Jost"/>
              <a:cs typeface="Jost"/>
              <a:sym typeface="Jost"/>
            </a:endParaRPr>
          </a:p>
        </p:txBody>
      </p:sp>
      <p:sp>
        <p:nvSpPr>
          <p:cNvPr id="938" name="Google Shape;938;g2d28398a92f_0_26"/>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fr</a:t>
            </a:r>
            <a:r>
              <a:rPr lang="en-US" sz="5800" b="0" i="0" u="none" strike="noStrike" cap="none">
                <a:solidFill>
                  <a:srgbClr val="815137"/>
                </a:solidFill>
                <a:latin typeface="Jost"/>
                <a:ea typeface="Jost"/>
                <a:cs typeface="Jost"/>
                <a:sym typeface="Jost"/>
              </a:rPr>
              <a:t>y</a:t>
            </a:r>
            <a:endParaRPr sz="5800" b="0" i="0" u="none" strike="noStrike" cap="none">
              <a:solidFill>
                <a:srgbClr val="815137"/>
              </a:solidFill>
              <a:latin typeface="Jost"/>
              <a:ea typeface="Jost"/>
              <a:cs typeface="Jost"/>
              <a:sym typeface="Jost"/>
            </a:endParaRPr>
          </a:p>
        </p:txBody>
      </p:sp>
      <p:sp>
        <p:nvSpPr>
          <p:cNvPr id="939" name="Google Shape;939;g2d28398a92f_0_26"/>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14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6" name="Google Shape;94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3" name="Google Shape;95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4" name="Google Shape;954;g2c4fb7f6616_1_0"/>
          <p:cNvSpPr/>
          <p:nvPr/>
        </p:nvSpPr>
        <p:spPr>
          <a:xfrm>
            <a:off x="3131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4fb7f6616_1_0"/>
          <p:cNvSpPr/>
          <p:nvPr/>
        </p:nvSpPr>
        <p:spPr>
          <a:xfrm>
            <a:off x="39164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c4fb7f6616_1_0"/>
          <p:cNvSpPr/>
          <p:nvPr/>
        </p:nvSpPr>
        <p:spPr>
          <a:xfrm>
            <a:off x="4777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7" name="Google Shape;95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8" name="Google Shape;958;g2c4fb7f6616_1_0"/>
          <p:cNvSpPr txBox="1">
            <a:spLocks noGrp="1"/>
          </p:cNvSpPr>
          <p:nvPr>
            <p:ph type="subTitle" idx="4294967295"/>
          </p:nvPr>
        </p:nvSpPr>
        <p:spPr>
          <a:xfrm>
            <a:off x="4207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9" name="Google Shape;959;g2c4fb7f6616_1_0"/>
          <p:cNvSpPr txBox="1">
            <a:spLocks noGrp="1"/>
          </p:cNvSpPr>
          <p:nvPr>
            <p:ph type="subTitle" idx="4294967295"/>
          </p:nvPr>
        </p:nvSpPr>
        <p:spPr>
          <a:xfrm>
            <a:off x="2561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960" name="Google Shape;960;g2c4fb7f6616_1_0"/>
          <p:cNvSpPr txBox="1">
            <a:spLocks noGrp="1"/>
          </p:cNvSpPr>
          <p:nvPr>
            <p:ph type="subTitle" idx="4294967295"/>
          </p:nvPr>
        </p:nvSpPr>
        <p:spPr>
          <a:xfrm>
            <a:off x="3346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61" name="Google Shape;96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c4fb7f6616_1_0"/>
          <p:cNvGrpSpPr/>
          <p:nvPr/>
        </p:nvGrpSpPr>
        <p:grpSpPr>
          <a:xfrm>
            <a:off x="-550" y="6984600"/>
            <a:ext cx="8596479" cy="808600"/>
            <a:chOff x="-550" y="6984600"/>
            <a:chExt cx="8596479" cy="808600"/>
          </a:xfrm>
        </p:grpSpPr>
        <p:sp>
          <p:nvSpPr>
            <p:cNvPr id="970" name="Google Shape;97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8" name="Google Shape;97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9" name="Google Shape;979;g2c4fb7f6616_1_0"/>
          <p:cNvSpPr/>
          <p:nvPr/>
        </p:nvSpPr>
        <p:spPr>
          <a:xfrm>
            <a:off x="562227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c4fb7f6616_1_0"/>
          <p:cNvSpPr txBox="1">
            <a:spLocks noGrp="1"/>
          </p:cNvSpPr>
          <p:nvPr>
            <p:ph type="subTitle" idx="4294967295"/>
          </p:nvPr>
        </p:nvSpPr>
        <p:spPr>
          <a:xfrm>
            <a:off x="5052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y</a:t>
            </a:r>
            <a:endParaRPr sz="15000" b="0" i="0" u="none" strike="noStrike" cap="none">
              <a:solidFill>
                <a:srgbClr val="815137"/>
              </a:solidFill>
              <a:latin typeface="Jost"/>
              <a:ea typeface="Jost"/>
              <a:cs typeface="Jost"/>
              <a:sym typeface="Jost"/>
            </a:endParaRPr>
          </a:p>
        </p:txBody>
      </p:sp>
      <p:sp>
        <p:nvSpPr>
          <p:cNvPr id="981" name="Google Shape;981;g2c4fb7f6616_1_0"/>
          <p:cNvSpPr/>
          <p:nvPr/>
        </p:nvSpPr>
        <p:spPr>
          <a:xfrm>
            <a:off x="44795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d28398a92f_0_6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8" name="Google Shape;988;g2d28398a92f_0_68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9" name="Google Shape;989;g2d28398a92f_0_680"/>
          <p:cNvSpPr/>
          <p:nvPr/>
        </p:nvSpPr>
        <p:spPr>
          <a:xfrm>
            <a:off x="34000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0" name="Google Shape;990;g2d28398a92f_0_68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1" name="Google Shape;991;g2d28398a92f_0_680"/>
          <p:cNvSpPr txBox="1">
            <a:spLocks noGrp="1"/>
          </p:cNvSpPr>
          <p:nvPr>
            <p:ph type="subTitle" idx="4294967295"/>
          </p:nvPr>
        </p:nvSpPr>
        <p:spPr>
          <a:xfrm>
            <a:off x="2830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2" name="Google Shape;992;g2d28398a92f_0_68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28398a92f_0_68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28398a92f_0_68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28398a92f_0_68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28398a92f_0_68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d28398a92f_0_68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d28398a92f_0_68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d28398a92f_0_68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0" name="Google Shape;1000;g2d28398a92f_0_680"/>
          <p:cNvGrpSpPr/>
          <p:nvPr/>
        </p:nvGrpSpPr>
        <p:grpSpPr>
          <a:xfrm>
            <a:off x="-550" y="6984600"/>
            <a:ext cx="8596479" cy="808600"/>
            <a:chOff x="-550" y="6984600"/>
            <a:chExt cx="8596479" cy="808600"/>
          </a:xfrm>
        </p:grpSpPr>
        <p:sp>
          <p:nvSpPr>
            <p:cNvPr id="1001" name="Google Shape;1001;g2d28398a92f_0_68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2" name="Google Shape;1002;g2d28398a92f_0_68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3" name="Google Shape;1003;g2d28398a92f_0_68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4" name="Google Shape;1004;g2d28398a92f_0_68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5" name="Google Shape;1005;g2d28398a92f_0_68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6" name="Google Shape;1006;g2d28398a92f_0_68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7" name="Google Shape;1007;g2d28398a92f_0_68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8" name="Google Shape;1008;g2d28398a92f_0_68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9" name="Google Shape;1009;g2d28398a92f_0_68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0" name="Google Shape;1010;g2d28398a92f_0_680"/>
          <p:cNvSpPr/>
          <p:nvPr/>
        </p:nvSpPr>
        <p:spPr>
          <a:xfrm>
            <a:off x="44134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28398a92f_0_680"/>
          <p:cNvSpPr txBox="1">
            <a:spLocks noGrp="1"/>
          </p:cNvSpPr>
          <p:nvPr>
            <p:ph type="subTitle" idx="4294967295"/>
          </p:nvPr>
        </p:nvSpPr>
        <p:spPr>
          <a:xfrm>
            <a:off x="38437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12" name="Google Shape;1012;g2d28398a92f_0_680"/>
          <p:cNvSpPr/>
          <p:nvPr/>
        </p:nvSpPr>
        <p:spPr>
          <a:xfrm>
            <a:off x="5353913"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28398a92f_0_680"/>
          <p:cNvSpPr txBox="1">
            <a:spLocks noGrp="1"/>
          </p:cNvSpPr>
          <p:nvPr>
            <p:ph type="subTitle" idx="4294967295"/>
          </p:nvPr>
        </p:nvSpPr>
        <p:spPr>
          <a:xfrm>
            <a:off x="47842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y</a:t>
            </a:r>
            <a:endParaRPr sz="15000" b="0" i="0" u="none" strike="noStrike" cap="none">
              <a:solidFill>
                <a:srgbClr val="815137"/>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0" name="Google Shape;102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7" name="Google Shape;102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8" name="Google Shape;1028;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9" name="Google Shape;102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6" name="Google Shape;103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7" name="Google Shape;1037;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8" name="Google Shape;103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5" name="Google Shape;104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6" name="Google Shape;104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7" name="Google Shape;104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4" name="Google Shape;105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5" name="Google Shape;105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6" name="Google Shape;105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301"/>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3" name="Google Shape;106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4" name="Google Shape;106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5" name="Google Shape;1065;g26b641b03cd_0_301"/>
          <p:cNvPicPr preferRelativeResize="0"/>
          <p:nvPr/>
        </p:nvPicPr>
        <p:blipFill rotWithShape="1">
          <a:blip r:embed="rId3">
            <a:alphaModFix/>
          </a:blip>
          <a:srcRect t="19" b="29"/>
          <a:stretch/>
        </p:blipFill>
        <p:spPr>
          <a:xfrm>
            <a:off x="1167450" y="2026425"/>
            <a:ext cx="3273401" cy="2339252"/>
          </a:xfrm>
          <a:prstGeom prst="rect">
            <a:avLst/>
          </a:prstGeom>
          <a:noFill/>
          <a:ln>
            <a:noFill/>
          </a:ln>
          <a:effectLst>
            <a:outerShdw blurRad="71438" dist="19050" dir="5400000" algn="bl" rotWithShape="0">
              <a:srgbClr val="000000">
                <a:alpha val="17647"/>
              </a:srgbClr>
            </a:outerShdw>
          </a:effectLst>
        </p:spPr>
      </p:pic>
      <p:pic>
        <p:nvPicPr>
          <p:cNvPr id="1066" name="Google Shape;1066;g26b641b03cd_0_301"/>
          <p:cNvPicPr preferRelativeResize="0"/>
          <p:nvPr/>
        </p:nvPicPr>
        <p:blipFill rotWithShape="1">
          <a:blip r:embed="rId4">
            <a:alphaModFix/>
          </a:blip>
          <a:srcRect l="59" r="59"/>
          <a:stretch/>
        </p:blipFill>
        <p:spPr>
          <a:xfrm>
            <a:off x="4703149" y="2026425"/>
            <a:ext cx="3273401" cy="2339253"/>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3" name="Google Shape;107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74" name="Google Shape;1074;g26b641b03cd_0_308"/>
          <p:cNvSpPr txBox="1">
            <a:spLocks noGrp="1"/>
          </p:cNvSpPr>
          <p:nvPr>
            <p:ph type="title"/>
          </p:nvPr>
        </p:nvSpPr>
        <p:spPr>
          <a:xfrm>
            <a:off x="814100" y="5568500"/>
            <a:ext cx="7515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75" name="Google Shape;1075;g26b641b03cd_0_308"/>
          <p:cNvPicPr preferRelativeResize="0"/>
          <p:nvPr/>
        </p:nvPicPr>
        <p:blipFill rotWithShape="1">
          <a:blip r:embed="rId3">
            <a:alphaModFix/>
          </a:blip>
          <a:srcRect t="19" b="29"/>
          <a:stretch/>
        </p:blipFill>
        <p:spPr>
          <a:xfrm>
            <a:off x="1167450" y="2026425"/>
            <a:ext cx="3273401" cy="2339254"/>
          </a:xfrm>
          <a:prstGeom prst="rect">
            <a:avLst/>
          </a:prstGeom>
          <a:noFill/>
          <a:ln>
            <a:noFill/>
          </a:ln>
          <a:effectLst>
            <a:outerShdw blurRad="71438" dist="19050" dir="5400000" algn="bl" rotWithShape="0">
              <a:srgbClr val="000000">
                <a:alpha val="18039"/>
              </a:srgbClr>
            </a:outerShdw>
          </a:effectLst>
        </p:spPr>
      </p:pic>
      <p:pic>
        <p:nvPicPr>
          <p:cNvPr id="1076" name="Google Shape;1076;g26b641b03cd_0_308"/>
          <p:cNvPicPr preferRelativeResize="0"/>
          <p:nvPr/>
        </p:nvPicPr>
        <p:blipFill rotWithShape="1">
          <a:blip r:embed="rId4">
            <a:alphaModFix/>
          </a:blip>
          <a:srcRect l="59" r="59"/>
          <a:stretch/>
        </p:blipFill>
        <p:spPr>
          <a:xfrm>
            <a:off x="4703149" y="2026425"/>
            <a:ext cx="3273401" cy="2339253"/>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3" name="Google Shape;108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4" name="Google Shape;1084;g1f3daf8a844_0_64"/>
          <p:cNvGrpSpPr/>
          <p:nvPr/>
        </p:nvGrpSpPr>
        <p:grpSpPr>
          <a:xfrm>
            <a:off x="3024000" y="209875"/>
            <a:ext cx="3096000" cy="454800"/>
            <a:chOff x="3024000" y="209875"/>
            <a:chExt cx="3096000" cy="454800"/>
          </a:xfrm>
        </p:grpSpPr>
        <p:sp>
          <p:nvSpPr>
            <p:cNvPr id="1085" name="Google Shape;108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6" name="Google Shape;108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7" name="Google Shape;108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8" name="Google Shape;108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9" name="Google Shape;108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0" name="Google Shape;109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1" name="Google Shape;109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2" name="Google Shape;1092;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8" name="Google Shape;1098;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9" name="Google Shape;1099;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01" name="Google Shape;1101;g1f3daf8a844_0_64"/>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2" name="Google Shape;110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4" name="Google Shape;1104;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05" name="Google Shape;1105;g1f3daf8a844_0_64"/>
          <p:cNvSpPr txBox="1"/>
          <p:nvPr/>
        </p:nvSpPr>
        <p:spPr>
          <a:xfrm>
            <a:off x="5023937" y="22013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cxnSp>
        <p:nvCxnSpPr>
          <p:cNvPr id="1106" name="Google Shape;110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d28398a92f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3" name="Google Shape;1113;g2d28398a92f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4" name="Google Shape;1114;g2d28398a92f_0_726"/>
          <p:cNvGrpSpPr/>
          <p:nvPr/>
        </p:nvGrpSpPr>
        <p:grpSpPr>
          <a:xfrm>
            <a:off x="3024000" y="209875"/>
            <a:ext cx="3096000" cy="454800"/>
            <a:chOff x="3024000" y="209875"/>
            <a:chExt cx="3096000" cy="454800"/>
          </a:xfrm>
        </p:grpSpPr>
        <p:sp>
          <p:nvSpPr>
            <p:cNvPr id="1115" name="Google Shape;1115;g2d28398a92f_0_72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6" name="Google Shape;1116;g2d28398a92f_0_72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7" name="Google Shape;1117;g2d28398a92f_0_72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8" name="Google Shape;1118;g2d28398a92f_0_72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9" name="Google Shape;1119;g2d28398a92f_0_72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2d28398a92f_0_72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1" name="Google Shape;1121;g2d28398a92f_0_72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2" name="Google Shape;1122;g2d28398a92f_0_72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3" name="Google Shape;1123;g2d28398a92f_0_72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cry dry fry sly fly spy shy rely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pply supply reply</a:t>
            </a:r>
            <a:endParaRPr sz="1800" b="0" i="0" u="none" strike="noStrike" cap="none">
              <a:solidFill>
                <a:srgbClr val="B7B7B7"/>
              </a:solidFill>
              <a:latin typeface="Jost"/>
              <a:ea typeface="Jost"/>
              <a:cs typeface="Jost"/>
              <a:sym typeface="Jost"/>
            </a:endParaRPr>
          </a:p>
        </p:txBody>
      </p:sp>
      <p:sp>
        <p:nvSpPr>
          <p:cNvPr id="1124" name="Google Shape;1124;g2d28398a92f_0_726"/>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5" name="Google Shape;1125;g2d28398a92f_0_726"/>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26" name="Google Shape;1126;g2d28398a92f_0_72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7" name="Google Shape;1127;g2d28398a92f_0_72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28" name="Google Shape;1128;g2d28398a92f_0_72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9" name="Google Shape;1129;g2d28398a92f_0_72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0" name="Google Shape;1130;g2d28398a92f_0_726"/>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1" name="Google Shape;1131;g2d28398a92f_0_726"/>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2" name="Google Shape;1132;g2d28398a92f_0_72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33" name="Google Shape;1133;g2d28398a92f_0_726"/>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34" name="Google Shape;1134;g2d28398a92f_0_726"/>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5" name="Google Shape;1135;g2d28398a92f_0_726"/>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36" name="Google Shape;1136;g2d28398a92f_0_72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7" name="Google Shape;1137;g2d28398a92f_0_72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38" name="Google Shape;1138;g2d28398a92f_0_726"/>
          <p:cNvSpPr txBox="1"/>
          <p:nvPr/>
        </p:nvSpPr>
        <p:spPr>
          <a:xfrm>
            <a:off x="5023937" y="220137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503</Words>
  <Application>Microsoft Office PowerPoint</Application>
  <PresentationFormat>On-screen Show (4:3)</PresentationFormat>
  <Paragraphs>169</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Calibri</vt:lpstr>
      <vt:lpstr>Poppins Medium</vt:lpstr>
      <vt:lpstr>Nunito Black</vt:lpstr>
      <vt:lpstr>Jost</vt:lpstr>
      <vt:lpstr>Poppins SemiBold</vt:lpstr>
      <vt:lpstr>Arial</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2026-05-22T04:51:53Z</dcterms:modified>
</cp:coreProperties>
</file>