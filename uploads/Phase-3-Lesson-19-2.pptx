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9144000" cy="6858000" type="screen4x3"/>
  <p:notesSz cx="6858000" cy="9144000"/>
  <p:embeddedFontLst>
    <p:embeddedFont>
      <p:font typeface="Jost" panose="020B0604020202020204" charset="0"/>
      <p:regular r:id="rId17"/>
      <p:bold r:id="rId18"/>
      <p:italic r:id="rId19"/>
      <p:boldItalic r:id="rId20"/>
    </p:embeddedFont>
    <p:embeddedFont>
      <p:font typeface="Lexend Light" panose="020B0604020202020204" charset="0"/>
      <p:regular r:id="rId21"/>
      <p:bold r:id="rId22"/>
    </p:embeddedFont>
    <p:embeddedFont>
      <p:font typeface="Mulish" panose="020B0604020202020204" charset="0"/>
      <p:regular r:id="rId23"/>
      <p:bold r:id="rId24"/>
      <p:italic r:id="rId25"/>
      <p:boldItalic r:id="rId26"/>
    </p:embeddedFont>
    <p:embeddedFont>
      <p:font typeface="Nunito Black" pitchFamily="2" charset="0"/>
      <p:bold r:id="rId27"/>
      <p:boldItalic r:id="rId28"/>
    </p:embeddedFont>
    <p:embeddedFont>
      <p:font typeface="Poppins" panose="00000500000000000000" pitchFamily="2" charset="0"/>
      <p:regular r:id="rId29"/>
      <p:bold r:id="rId30"/>
      <p:italic r:id="rId31"/>
      <p:boldItalic r:id="rId32"/>
    </p:embeddedFont>
    <p:embeddedFont>
      <p:font typeface="Poppins Medium" panose="00000600000000000000" pitchFamily="2" charset="0"/>
      <p:regular r:id="rId33"/>
      <p:bold r:id="rId34"/>
      <p:italic r:id="rId35"/>
      <p:boldItalic r:id="rId36"/>
    </p:embeddedFont>
    <p:embeddedFont>
      <p:font typeface="Poppins SemiBold" panose="00000700000000000000" pitchFamily="2" charset="0"/>
      <p:regular r:id="rId37"/>
      <p:bold r:id="rId38"/>
      <p:italic r:id="rId39"/>
      <p:boldItalic r:id="rId4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7" roundtripDataSignature="AMtx7mj0GF5UBoDGB+J9mVuYcYlps3KRz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685EF223-AD25-4EAF-ACED-A3A714EDAE82}">
  <a:tblStyle styleId="{685EF223-AD25-4EAF-ACED-A3A714EDAE82}"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376" autoAdjust="0"/>
    <p:restoredTop sz="94660"/>
  </p:normalViewPr>
  <p:slideViewPr>
    <p:cSldViewPr snapToGrid="0">
      <p:cViewPr varScale="1">
        <p:scale>
          <a:sx n="105" d="100"/>
          <a:sy n="105" d="100"/>
        </p:scale>
        <p:origin x="1524" y="7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font" Target="fonts/font2.fntdata"/><Relationship Id="rId26" Type="http://schemas.openxmlformats.org/officeDocument/2006/relationships/font" Target="fonts/font10.fntdata"/><Relationship Id="rId39" Type="http://schemas.openxmlformats.org/officeDocument/2006/relationships/font" Target="fonts/font23.fntdata"/><Relationship Id="rId21" Type="http://schemas.openxmlformats.org/officeDocument/2006/relationships/font" Target="fonts/font5.fntdata"/><Relationship Id="rId34" Type="http://schemas.openxmlformats.org/officeDocument/2006/relationships/font" Target="fonts/font18.fntdata"/><Relationship Id="rId47" Type="http://customschemas.google.com/relationships/presentationmetadata" Target="metadata"/><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notesMaster" Target="notesMasters/notesMaster1.xml"/><Relationship Id="rId29" Type="http://schemas.openxmlformats.org/officeDocument/2006/relationships/font" Target="fonts/font1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8.fntdata"/><Relationship Id="rId32" Type="http://schemas.openxmlformats.org/officeDocument/2006/relationships/font" Target="fonts/font16.fntdata"/><Relationship Id="rId37" Type="http://schemas.openxmlformats.org/officeDocument/2006/relationships/font" Target="fonts/font21.fntdata"/><Relationship Id="rId40" Type="http://schemas.openxmlformats.org/officeDocument/2006/relationships/font" Target="fonts/font24.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7.fntdata"/><Relationship Id="rId28" Type="http://schemas.openxmlformats.org/officeDocument/2006/relationships/font" Target="fonts/font12.fntdata"/><Relationship Id="rId36" Type="http://schemas.openxmlformats.org/officeDocument/2006/relationships/font" Target="fonts/font20.fntdata"/><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3.fntdata"/><Relationship Id="rId31" Type="http://schemas.openxmlformats.org/officeDocument/2006/relationships/font" Target="fonts/font1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6.fntdata"/><Relationship Id="rId27" Type="http://schemas.openxmlformats.org/officeDocument/2006/relationships/font" Target="fonts/font11.fntdata"/><Relationship Id="rId30" Type="http://schemas.openxmlformats.org/officeDocument/2006/relationships/font" Target="fonts/font14.fntdata"/><Relationship Id="rId35" Type="http://schemas.openxmlformats.org/officeDocument/2006/relationships/font" Target="fonts/font19.fntdata"/><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font" Target="fonts/font9.fntdata"/><Relationship Id="rId33" Type="http://schemas.openxmlformats.org/officeDocument/2006/relationships/font" Target="fonts/font17.fntdata"/><Relationship Id="rId38" Type="http://schemas.openxmlformats.org/officeDocument/2006/relationships/font" Target="fonts/font22.fntdata"/><Relationship Id="rId20" Type="http://schemas.openxmlformats.org/officeDocument/2006/relationships/font" Target="fonts/font4.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6"/>
        <p:cNvGrpSpPr/>
        <p:nvPr/>
      </p:nvGrpSpPr>
      <p:grpSpPr>
        <a:xfrm>
          <a:off x="0" y="0"/>
          <a:ext cx="0" cy="0"/>
          <a:chOff x="0" y="0"/>
          <a:chExt cx="0" cy="0"/>
        </a:xfrm>
      </p:grpSpPr>
      <p:sp>
        <p:nvSpPr>
          <p:cNvPr id="707" name="Google Shape;707;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08" name="Google Shape;708;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7"/>
        <p:cNvGrpSpPr/>
        <p:nvPr/>
      </p:nvGrpSpPr>
      <p:grpSpPr>
        <a:xfrm>
          <a:off x="0" y="0"/>
          <a:ext cx="0" cy="0"/>
          <a:chOff x="0" y="0"/>
          <a:chExt cx="0" cy="0"/>
        </a:xfrm>
      </p:grpSpPr>
      <p:sp>
        <p:nvSpPr>
          <p:cNvPr id="718" name="Google Shape;718;g26c91cd4287_0_1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19" name="Google Shape;719;g26c91cd4287_0_1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20" name="Google Shape;720;g26c91cd4287_0_1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3"/>
        <p:cNvGrpSpPr/>
        <p:nvPr/>
      </p:nvGrpSpPr>
      <p:grpSpPr>
        <a:xfrm>
          <a:off x="0" y="0"/>
          <a:ext cx="0" cy="0"/>
          <a:chOff x="0" y="0"/>
          <a:chExt cx="0" cy="0"/>
        </a:xfrm>
      </p:grpSpPr>
      <p:sp>
        <p:nvSpPr>
          <p:cNvPr id="734" name="Google Shape;734;g26b641b03cd_0_16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35" name="Google Shape;735;g26b641b03cd_0_1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36" name="Google Shape;736;g26b641b03cd_0_1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3"/>
        <p:cNvGrpSpPr/>
        <p:nvPr/>
      </p:nvGrpSpPr>
      <p:grpSpPr>
        <a:xfrm>
          <a:off x="0" y="0"/>
          <a:ext cx="0" cy="0"/>
          <a:chOff x="0" y="0"/>
          <a:chExt cx="0" cy="0"/>
        </a:xfrm>
      </p:grpSpPr>
      <p:sp>
        <p:nvSpPr>
          <p:cNvPr id="764" name="Google Shape;764;g26b7edf6e71_0_2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65" name="Google Shape;765;g26b7edf6e71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66" name="Google Shape;766;g26b7edf6e71_0_2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6"/>
        <p:cNvGrpSpPr/>
        <p:nvPr/>
      </p:nvGrpSpPr>
      <p:grpSpPr>
        <a:xfrm>
          <a:off x="0" y="0"/>
          <a:ext cx="0" cy="0"/>
          <a:chOff x="0" y="0"/>
          <a:chExt cx="0" cy="0"/>
        </a:xfrm>
      </p:grpSpPr>
      <p:sp>
        <p:nvSpPr>
          <p:cNvPr id="777" name="Google Shape;777;g2c67eea9ec1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78" name="Google Shape;778;g2c67eea9ec1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79" name="Google Shape;779;g2c67eea9ec1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7"/>
        <p:cNvGrpSpPr/>
        <p:nvPr/>
      </p:nvGrpSpPr>
      <p:grpSpPr>
        <a:xfrm>
          <a:off x="0" y="0"/>
          <a:ext cx="0" cy="0"/>
          <a:chOff x="0" y="0"/>
          <a:chExt cx="0" cy="0"/>
        </a:xfrm>
      </p:grpSpPr>
      <p:sp>
        <p:nvSpPr>
          <p:cNvPr id="798" name="Google Shape;798;g2c67eea9ec1_0_1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99" name="Google Shape;799;g2c67eea9ec1_0_1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00" name="Google Shape;800;g2c67eea9ec1_0_1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5"/>
        <p:cNvGrpSpPr/>
        <p:nvPr/>
      </p:nvGrpSpPr>
      <p:grpSpPr>
        <a:xfrm>
          <a:off x="0" y="0"/>
          <a:ext cx="0" cy="0"/>
          <a:chOff x="0" y="0"/>
          <a:chExt cx="0" cy="0"/>
        </a:xfrm>
      </p:grpSpPr>
      <p:sp>
        <p:nvSpPr>
          <p:cNvPr id="806" name="Google Shape;806;g2c186218c5a_0_2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07" name="Google Shape;807;g2c186218c5a_0_2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08" name="Google Shape;808;g2c186218c5a_0_2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4"/>
        <p:cNvGrpSpPr/>
        <p:nvPr/>
      </p:nvGrpSpPr>
      <p:grpSpPr>
        <a:xfrm>
          <a:off x="0" y="0"/>
          <a:ext cx="0" cy="0"/>
          <a:chOff x="0" y="0"/>
          <a:chExt cx="0" cy="0"/>
        </a:xfrm>
      </p:grpSpPr>
      <p:sp>
        <p:nvSpPr>
          <p:cNvPr id="815" name="Google Shape;815;g26b641b03cd_0_19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16" name="Google Shape;816;g26b641b03cd_0_19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17" name="Google Shape;817;g26b641b03cd_0_19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3"/>
        <p:cNvGrpSpPr/>
        <p:nvPr/>
      </p:nvGrpSpPr>
      <p:grpSpPr>
        <a:xfrm>
          <a:off x="0" y="0"/>
          <a:ext cx="0" cy="0"/>
          <a:chOff x="0" y="0"/>
          <a:chExt cx="0" cy="0"/>
        </a:xfrm>
      </p:grpSpPr>
      <p:sp>
        <p:nvSpPr>
          <p:cNvPr id="824" name="Google Shape;824;g26c91cd4287_0_148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25" name="Google Shape;825;g26c91cd4287_0_148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26" name="Google Shape;826;g26c91cd4287_0_148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2"/>
        <p:cNvGrpSpPr/>
        <p:nvPr/>
      </p:nvGrpSpPr>
      <p:grpSpPr>
        <a:xfrm>
          <a:off x="0" y="0"/>
          <a:ext cx="0" cy="0"/>
          <a:chOff x="0" y="0"/>
          <a:chExt cx="0" cy="0"/>
        </a:xfrm>
      </p:grpSpPr>
      <p:sp>
        <p:nvSpPr>
          <p:cNvPr id="833" name="Google Shape;833;g26c91cd4287_0_149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34" name="Google Shape;834;g26c91cd4287_0_149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35" name="Google Shape;835;g26c91cd4287_0_149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1"/>
        <p:cNvGrpSpPr/>
        <p:nvPr/>
      </p:nvGrpSpPr>
      <p:grpSpPr>
        <a:xfrm>
          <a:off x="0" y="0"/>
          <a:ext cx="0" cy="0"/>
          <a:chOff x="0" y="0"/>
          <a:chExt cx="0" cy="0"/>
        </a:xfrm>
      </p:grpSpPr>
      <p:sp>
        <p:nvSpPr>
          <p:cNvPr id="842" name="Google Shape;842;g26c91cd4287_0_150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43" name="Google Shape;843;g26c91cd4287_0_150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44" name="Google Shape;844;g26c91cd4287_0_150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0"/>
        <p:cNvGrpSpPr/>
        <p:nvPr/>
      </p:nvGrpSpPr>
      <p:grpSpPr>
        <a:xfrm>
          <a:off x="0" y="0"/>
          <a:ext cx="0" cy="0"/>
          <a:chOff x="0" y="0"/>
          <a:chExt cx="0" cy="0"/>
        </a:xfrm>
      </p:grpSpPr>
      <p:sp>
        <p:nvSpPr>
          <p:cNvPr id="851" name="Google Shape;851;g26c91cd4287_0_151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52" name="Google Shape;852;g26c91cd4287_0_151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53" name="Google Shape;853;g26c91cd4287_0_151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9"/>
        <p:cNvGrpSpPr/>
        <p:nvPr/>
      </p:nvGrpSpPr>
      <p:grpSpPr>
        <a:xfrm>
          <a:off x="0" y="0"/>
          <a:ext cx="0" cy="0"/>
          <a:chOff x="0" y="0"/>
          <a:chExt cx="0" cy="0"/>
        </a:xfrm>
      </p:grpSpPr>
      <p:sp>
        <p:nvSpPr>
          <p:cNvPr id="860" name="Google Shape;860;g26c91cd4287_0_151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1" name="Google Shape;861;g26c91cd4287_0_151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62" name="Google Shape;862;g26c91cd4287_0_151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3"/>
        <p:cNvGrpSpPr/>
        <p:nvPr/>
      </p:nvGrpSpPr>
      <p:grpSpPr>
        <a:xfrm>
          <a:off x="0" y="0"/>
          <a:ext cx="0" cy="0"/>
          <a:chOff x="0" y="0"/>
          <a:chExt cx="0" cy="0"/>
        </a:xfrm>
      </p:grpSpPr>
      <p:sp>
        <p:nvSpPr>
          <p:cNvPr id="874" name="Google Shape;874;g26c91cd4287_0_153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75" name="Google Shape;875;g26c91cd4287_0_153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76" name="Google Shape;876;g26c91cd4287_0_153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14</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lvl1pPr lvl="0" algn="l">
              <a:lnSpc>
                <a:spcPct val="100000"/>
              </a:lnSpc>
              <a:spcBef>
                <a:spcPts val="1000"/>
              </a:spcBef>
              <a:spcAft>
                <a:spcPts val="0"/>
              </a:spcAft>
              <a:buClr>
                <a:srgbClr val="262626"/>
              </a:buClr>
              <a:buSzPts val="3000"/>
              <a:buNone/>
              <a:defRPr sz="3000" b="0">
                <a:solidFill>
                  <a:srgbClr val="262626"/>
                </a:solidFill>
                <a:latin typeface="Poppins"/>
                <a:ea typeface="Poppins"/>
                <a:cs typeface="Poppins"/>
                <a:sym typeface="Poppins"/>
              </a:defRPr>
            </a:lvl1pPr>
            <a:lvl2pPr lvl="1" algn="ctr">
              <a:lnSpc>
                <a:spcPct val="100000"/>
              </a:lnSpc>
              <a:spcBef>
                <a:spcPts val="500"/>
              </a:spcBef>
              <a:spcAft>
                <a:spcPts val="0"/>
              </a:spcAft>
              <a:buClr>
                <a:schemeClr val="dk1"/>
              </a:buClr>
              <a:buSzPts val="3000"/>
              <a:buNone/>
              <a:defRPr sz="3000"/>
            </a:lvl2pPr>
            <a:lvl3pPr lvl="2" algn="ctr">
              <a:lnSpc>
                <a:spcPct val="100000"/>
              </a:lnSpc>
              <a:spcBef>
                <a:spcPts val="500"/>
              </a:spcBef>
              <a:spcAft>
                <a:spcPts val="0"/>
              </a:spcAft>
              <a:buClr>
                <a:schemeClr val="dk1"/>
              </a:buClr>
              <a:buSzPts val="3000"/>
              <a:buNone/>
              <a:defRPr sz="3000"/>
            </a:lvl3pPr>
            <a:lvl4pPr lvl="3" algn="ctr">
              <a:lnSpc>
                <a:spcPct val="100000"/>
              </a:lnSpc>
              <a:spcBef>
                <a:spcPts val="500"/>
              </a:spcBef>
              <a:spcAft>
                <a:spcPts val="0"/>
              </a:spcAft>
              <a:buClr>
                <a:schemeClr val="dk1"/>
              </a:buClr>
              <a:buSzPts val="3000"/>
              <a:buNone/>
              <a:defRPr sz="3000"/>
            </a:lvl4pPr>
            <a:lvl5pPr lvl="4" algn="ctr">
              <a:lnSpc>
                <a:spcPct val="100000"/>
              </a:lnSpc>
              <a:spcBef>
                <a:spcPts val="500"/>
              </a:spcBef>
              <a:spcAft>
                <a:spcPts val="0"/>
              </a:spcAft>
              <a:buClr>
                <a:schemeClr val="dk1"/>
              </a:buClr>
              <a:buSzPts val="3000"/>
              <a:buNone/>
              <a:defRPr sz="3000"/>
            </a:lvl5pPr>
            <a:lvl6pPr lvl="5" algn="ctr">
              <a:lnSpc>
                <a:spcPct val="100000"/>
              </a:lnSpc>
              <a:spcBef>
                <a:spcPts val="500"/>
              </a:spcBef>
              <a:spcAft>
                <a:spcPts val="0"/>
              </a:spcAft>
              <a:buClr>
                <a:schemeClr val="dk1"/>
              </a:buClr>
              <a:buSzPts val="3000"/>
              <a:buNone/>
              <a:defRPr sz="3000"/>
            </a:lvl6pPr>
            <a:lvl7pPr lvl="6" algn="ctr">
              <a:lnSpc>
                <a:spcPct val="100000"/>
              </a:lnSpc>
              <a:spcBef>
                <a:spcPts val="500"/>
              </a:spcBef>
              <a:spcAft>
                <a:spcPts val="0"/>
              </a:spcAft>
              <a:buClr>
                <a:schemeClr val="dk1"/>
              </a:buClr>
              <a:buSzPts val="3000"/>
              <a:buNone/>
              <a:defRPr sz="3000"/>
            </a:lvl7pPr>
            <a:lvl8pPr lvl="7" algn="ctr">
              <a:lnSpc>
                <a:spcPct val="100000"/>
              </a:lnSpc>
              <a:spcBef>
                <a:spcPts val="500"/>
              </a:spcBef>
              <a:spcAft>
                <a:spcPts val="0"/>
              </a:spcAft>
              <a:buClr>
                <a:schemeClr val="dk1"/>
              </a:buClr>
              <a:buSzPts val="3000"/>
              <a:buNone/>
              <a:defRPr sz="3000"/>
            </a:lvl8pPr>
            <a:lvl9pPr lvl="8" algn="ctr">
              <a:lnSpc>
                <a:spcPct val="100000"/>
              </a:lnSpc>
              <a:spcBef>
                <a:spcPts val="500"/>
              </a:spcBef>
              <a:spcAft>
                <a:spcPts val="0"/>
              </a:spcAft>
              <a:buClr>
                <a:schemeClr val="dk1"/>
              </a:buClr>
              <a:buSzPts val="3000"/>
              <a:buNone/>
              <a:defRPr sz="3000"/>
            </a:lvl9pPr>
          </a:lstStyle>
          <a:p>
            <a:endParaRPr/>
          </a:p>
        </p:txBody>
      </p:sp>
      <p:sp>
        <p:nvSpPr>
          <p:cNvPr id="17" name="Google Shape;17;p14"/>
          <p:cNvSpPr txBox="1"/>
          <p:nvPr/>
        </p:nvSpPr>
        <p:spPr>
          <a:xfrm>
            <a:off x="804224" y="1600125"/>
            <a:ext cx="39624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000">
                <a:solidFill>
                  <a:srgbClr val="2F286F"/>
                </a:solidFill>
                <a:latin typeface="Poppins SemiBold"/>
                <a:ea typeface="Poppins SemiBold"/>
                <a:cs typeface="Poppins SemiBold"/>
                <a:sym typeface="Poppins SemiBold"/>
              </a:rPr>
              <a:t>Phase 3</a:t>
            </a:r>
            <a:endParaRPr sz="6000" b="0" i="0" u="none" strike="noStrike" cap="none">
              <a:solidFill>
                <a:srgbClr val="2F286F"/>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1" name="Google Shape;21;p14"/>
          <p:cNvGrpSpPr/>
          <p:nvPr/>
        </p:nvGrpSpPr>
        <p:grpSpPr>
          <a:xfrm>
            <a:off x="8199150" y="5983875"/>
            <a:ext cx="586800" cy="571500"/>
            <a:chOff x="7894350" y="6212475"/>
            <a:chExt cx="586800" cy="571500"/>
          </a:xfrm>
        </p:grpSpPr>
        <p:sp>
          <p:nvSpPr>
            <p:cNvPr id="22" name="Google Shape;22;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 name="Google Shape;24;p14">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750"/>
            <a:chOff x="-36800" y="-52000"/>
            <a:chExt cx="9236100" cy="54375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7" name="Google Shape;27;p14"/>
            <p:cNvGrpSpPr/>
            <p:nvPr/>
          </p:nvGrpSpPr>
          <p:grpSpPr>
            <a:xfrm>
              <a:off x="1900680" y="88250"/>
              <a:ext cx="1337400" cy="403500"/>
              <a:chOff x="565600" y="88250"/>
              <a:chExt cx="1337400" cy="403500"/>
            </a:xfrm>
          </p:grpSpPr>
          <p:sp>
            <p:nvSpPr>
              <p:cNvPr id="28" name="Google Shape;28;p14"/>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sp>
            <p:nvSpPr>
              <p:cNvPr id="29" name="Google Shape;29;p14"/>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grpSp>
        <p:sp>
          <p:nvSpPr>
            <p:cNvPr id="30" name="Google Shape;30;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3</a:t>
              </a:r>
              <a:endParaRPr sz="1300" b="0" i="0" u="none" strike="noStrike" cap="none">
                <a:solidFill>
                  <a:srgbClr val="FFFFFF"/>
                </a:solidFill>
                <a:latin typeface="Poppins SemiBold"/>
                <a:ea typeface="Poppins SemiBold"/>
                <a:cs typeface="Poppins SemiBold"/>
                <a:sym typeface="Poppins SemiBold"/>
              </a:endParaRPr>
            </a:p>
          </p:txBody>
        </p:sp>
        <p:sp>
          <p:nvSpPr>
            <p:cNvPr id="31" name="Google Shape;31;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32" name="Google Shape;32;p14"/>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 name="Google Shape;33;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34" name="Google Shape;34;p14"/>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 name="Google Shape;35;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36" name="Google Shape;36;p14"/>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 name="Google Shape;37;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38" name="Google Shape;38;p14"/>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 name="Google Shape;39;p14"/>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40" name="Google Shape;40;p14"/>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1"/>
        <p:cNvGrpSpPr/>
        <p:nvPr/>
      </p:nvGrpSpPr>
      <p:grpSpPr>
        <a:xfrm>
          <a:off x="0" y="0"/>
          <a:ext cx="0" cy="0"/>
          <a:chOff x="0" y="0"/>
          <a:chExt cx="0" cy="0"/>
        </a:xfrm>
      </p:grpSpPr>
      <p:sp>
        <p:nvSpPr>
          <p:cNvPr id="42" name="Google Shape;42;p15"/>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3" name="Google Shape;43;p15"/>
          <p:cNvSpPr txBox="1">
            <a:spLocks noGrp="1"/>
          </p:cNvSpPr>
          <p:nvPr>
            <p:ph type="body" idx="2"/>
          </p:nvPr>
        </p:nvSpPr>
        <p:spPr>
          <a:xfrm>
            <a:off x="3298550" y="1785450"/>
            <a:ext cx="4850100" cy="14454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txBox="1"/>
          <p:nvPr/>
        </p:nvSpPr>
        <p:spPr>
          <a:xfrm>
            <a:off x="856314" y="3337875"/>
            <a:ext cx="6198000" cy="4977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rgbClr val="262626"/>
              </a:buClr>
              <a:buSzPts val="2400"/>
              <a:buFont typeface="Poppins"/>
              <a:buNone/>
            </a:pPr>
            <a:r>
              <a:rPr lang="en-US" sz="2400" b="0" i="0" u="none" strike="noStrike" cap="none">
                <a:solidFill>
                  <a:srgbClr val="262626"/>
                </a:solidFill>
                <a:latin typeface="Poppins"/>
                <a:ea typeface="Poppins"/>
                <a:cs typeface="Poppins"/>
                <a:sym typeface="Poppins"/>
              </a:rPr>
              <a:t>Supplementary Resources:</a:t>
            </a:r>
            <a:endParaRPr sz="2400" b="0" i="0" u="none" strike="noStrike" cap="none">
              <a:solidFill>
                <a:srgbClr val="262626"/>
              </a:solidFill>
              <a:latin typeface="Poppins"/>
              <a:ea typeface="Poppins"/>
              <a:cs typeface="Poppins"/>
              <a:sym typeface="Poppins"/>
            </a:endParaRPr>
          </a:p>
        </p:txBody>
      </p:sp>
      <p:sp>
        <p:nvSpPr>
          <p:cNvPr id="45" name="Google Shape;45;p15"/>
          <p:cNvSpPr txBox="1">
            <a:spLocks noGrp="1"/>
          </p:cNvSpPr>
          <p:nvPr>
            <p:ph type="body" idx="3"/>
          </p:nvPr>
        </p:nvSpPr>
        <p:spPr>
          <a:xfrm>
            <a:off x="856325" y="3761525"/>
            <a:ext cx="7215900" cy="338700"/>
          </a:xfrm>
          <a:prstGeom prst="rect">
            <a:avLst/>
          </a:prstGeom>
          <a:noFill/>
          <a:ln>
            <a:noFill/>
          </a:ln>
        </p:spPr>
        <p:txBody>
          <a:bodyPr spcFirstLastPara="1" wrap="square" lIns="91425" tIns="45700" rIns="91425" bIns="45700" anchor="t" anchorCtr="0">
            <a:norm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500"/>
              </a:spcBef>
              <a:spcAft>
                <a:spcPts val="0"/>
              </a:spcAft>
              <a:buClr>
                <a:srgbClr val="262626"/>
              </a:buClr>
              <a:buSzPts val="1600"/>
              <a:buChar char="•"/>
              <a:defRPr sz="1600">
                <a:solidFill>
                  <a:srgbClr val="262626"/>
                </a:solidFill>
              </a:defRPr>
            </a:lvl2pPr>
            <a:lvl3pPr marL="1371600" lvl="2" indent="-330200" algn="l">
              <a:lnSpc>
                <a:spcPct val="100000"/>
              </a:lnSpc>
              <a:spcBef>
                <a:spcPts val="500"/>
              </a:spcBef>
              <a:spcAft>
                <a:spcPts val="0"/>
              </a:spcAft>
              <a:buClr>
                <a:srgbClr val="262626"/>
              </a:buClr>
              <a:buSzPts val="1600"/>
              <a:buChar char="•"/>
              <a:defRPr sz="1600">
                <a:solidFill>
                  <a:srgbClr val="262626"/>
                </a:solidFill>
              </a:defRPr>
            </a:lvl3pPr>
            <a:lvl4pPr marL="1828800" lvl="3" indent="-330200" algn="l">
              <a:lnSpc>
                <a:spcPct val="100000"/>
              </a:lnSpc>
              <a:spcBef>
                <a:spcPts val="500"/>
              </a:spcBef>
              <a:spcAft>
                <a:spcPts val="0"/>
              </a:spcAft>
              <a:buClr>
                <a:srgbClr val="262626"/>
              </a:buClr>
              <a:buSzPts val="1600"/>
              <a:buChar char="•"/>
              <a:defRPr sz="1600">
                <a:solidFill>
                  <a:srgbClr val="262626"/>
                </a:solidFill>
              </a:defRPr>
            </a:lvl4pPr>
            <a:lvl5pPr marL="2286000" lvl="4" indent="-330200" algn="l">
              <a:lnSpc>
                <a:spcPct val="100000"/>
              </a:lnSpc>
              <a:spcBef>
                <a:spcPts val="500"/>
              </a:spcBef>
              <a:spcAft>
                <a:spcPts val="0"/>
              </a:spcAft>
              <a:buClr>
                <a:srgbClr val="262626"/>
              </a:buClr>
              <a:buSzPts val="1600"/>
              <a:buChar char="•"/>
              <a:defRPr sz="1600">
                <a:solidFill>
                  <a:srgbClr val="262626"/>
                </a:solidFill>
              </a:defRPr>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6" name="Google Shape;46;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2F286F"/>
                </a:solidFill>
                <a:latin typeface="Poppins Medium"/>
                <a:ea typeface="Poppins Medium"/>
                <a:cs typeface="Poppins Medium"/>
                <a:sym typeface="Poppins Medium"/>
              </a:rPr>
              <a:t>Objective</a:t>
            </a:r>
            <a:endParaRPr sz="3200" b="0" i="0" u="none" strike="noStrike" cap="none">
              <a:solidFill>
                <a:srgbClr val="2F286F"/>
              </a:solidFill>
              <a:latin typeface="Poppins Medium"/>
              <a:ea typeface="Poppins Medium"/>
              <a:cs typeface="Poppins Medium"/>
              <a:sym typeface="Poppins Medium"/>
            </a:endParaRPr>
          </a:p>
        </p:txBody>
      </p:sp>
      <p:sp>
        <p:nvSpPr>
          <p:cNvPr id="47" name="Google Shape;47;p15"/>
          <p:cNvSpPr txBox="1"/>
          <p:nvPr/>
        </p:nvSpPr>
        <p:spPr>
          <a:xfrm>
            <a:off x="856314" y="2162510"/>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2F286F"/>
                </a:solidFill>
                <a:latin typeface="Poppins Medium"/>
                <a:ea typeface="Poppins Medium"/>
                <a:cs typeface="Poppins Medium"/>
                <a:sym typeface="Poppins Medium"/>
              </a:rPr>
              <a:t>Review</a:t>
            </a:r>
            <a:endParaRPr sz="3200" b="0" i="0" u="none" strike="noStrike" cap="none">
              <a:solidFill>
                <a:srgbClr val="2F286F"/>
              </a:solidFill>
              <a:latin typeface="Poppins Medium"/>
              <a:ea typeface="Poppins Medium"/>
              <a:cs typeface="Poppins Medium"/>
              <a:sym typeface="Poppins Medium"/>
            </a:endParaRPr>
          </a:p>
        </p:txBody>
      </p:sp>
      <p:cxnSp>
        <p:nvCxnSpPr>
          <p:cNvPr id="48" name="Google Shape;48;p15"/>
          <p:cNvCxnSpPr/>
          <p:nvPr/>
        </p:nvCxnSpPr>
        <p:spPr>
          <a:xfrm>
            <a:off x="865586" y="3230760"/>
            <a:ext cx="7283100" cy="0"/>
          </a:xfrm>
          <a:prstGeom prst="straightConnector1">
            <a:avLst/>
          </a:prstGeom>
          <a:noFill/>
          <a:ln w="9525" cap="flat" cmpd="sng">
            <a:solidFill>
              <a:srgbClr val="BFBFBF"/>
            </a:solidFill>
            <a:prstDash val="solid"/>
            <a:miter lim="800000"/>
            <a:headEnd type="none" w="sm" len="sm"/>
            <a:tailEnd type="none" w="sm" len="sm"/>
          </a:ln>
        </p:spPr>
      </p:cxnSp>
      <p:sp>
        <p:nvSpPr>
          <p:cNvPr id="49" name="Google Shape;49;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50" name="Google Shape;50;p15"/>
          <p:cNvGrpSpPr/>
          <p:nvPr/>
        </p:nvGrpSpPr>
        <p:grpSpPr>
          <a:xfrm>
            <a:off x="357775" y="5983875"/>
            <a:ext cx="586800" cy="571500"/>
            <a:chOff x="662575" y="6212475"/>
            <a:chExt cx="586800" cy="571500"/>
          </a:xfrm>
        </p:grpSpPr>
        <p:sp>
          <p:nvSpPr>
            <p:cNvPr id="51" name="Google Shape;51;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 name="Google Shape;52;p15">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 name="Google Shape;53;p15">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4" name="Google Shape;54;p15"/>
          <p:cNvGrpSpPr/>
          <p:nvPr/>
        </p:nvGrpSpPr>
        <p:grpSpPr>
          <a:xfrm>
            <a:off x="8199150" y="5983875"/>
            <a:ext cx="586800" cy="571500"/>
            <a:chOff x="7894350" y="6212475"/>
            <a:chExt cx="586800" cy="571500"/>
          </a:xfrm>
        </p:grpSpPr>
        <p:sp>
          <p:nvSpPr>
            <p:cNvPr id="55" name="Google Shape;55;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 name="Google Shape;56;p15">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 name="Google Shape;57;p15">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cxnSp>
        <p:nvCxnSpPr>
          <p:cNvPr id="58" name="Google Shape;58;p15"/>
          <p:cNvCxnSpPr/>
          <p:nvPr/>
        </p:nvCxnSpPr>
        <p:spPr>
          <a:xfrm>
            <a:off x="865586" y="17854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59" name="Google Shape;59;p15"/>
          <p:cNvGrpSpPr/>
          <p:nvPr/>
        </p:nvGrpSpPr>
        <p:grpSpPr>
          <a:xfrm>
            <a:off x="-36800" y="-52000"/>
            <a:ext cx="9236100" cy="543750"/>
            <a:chOff x="-36800" y="-52000"/>
            <a:chExt cx="9236100" cy="543750"/>
          </a:xfrm>
        </p:grpSpPr>
        <p:sp>
          <p:nvSpPr>
            <p:cNvPr id="60" name="Google Shape;60;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1" name="Google Shape;61;p15"/>
            <p:cNvGrpSpPr/>
            <p:nvPr/>
          </p:nvGrpSpPr>
          <p:grpSpPr>
            <a:xfrm>
              <a:off x="1900680" y="88250"/>
              <a:ext cx="1337400" cy="403500"/>
              <a:chOff x="565600" y="88250"/>
              <a:chExt cx="1337400" cy="403500"/>
            </a:xfrm>
          </p:grpSpPr>
          <p:sp>
            <p:nvSpPr>
              <p:cNvPr id="62" name="Google Shape;62;p15"/>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sp>
            <p:nvSpPr>
              <p:cNvPr id="63" name="Google Shape;63;p15"/>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grpSp>
        <p:sp>
          <p:nvSpPr>
            <p:cNvPr id="64" name="Google Shape;64;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3</a:t>
              </a:r>
              <a:endParaRPr sz="1300" b="0" i="0" u="none" strike="noStrike" cap="none">
                <a:solidFill>
                  <a:srgbClr val="FFFFFF"/>
                </a:solidFill>
                <a:latin typeface="Poppins SemiBold"/>
                <a:ea typeface="Poppins SemiBold"/>
                <a:cs typeface="Poppins SemiBold"/>
                <a:sym typeface="Poppins SemiBold"/>
              </a:endParaRPr>
            </a:p>
          </p:txBody>
        </p:sp>
        <p:sp>
          <p:nvSpPr>
            <p:cNvPr id="65" name="Google Shape;65;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66" name="Google Shape;66;p15"/>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 name="Google Shape;67;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68" name="Google Shape;68;p15"/>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 name="Google Shape;69;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70" name="Google Shape;70;p15"/>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 name="Google Shape;71;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72" name="Google Shape;72;p15"/>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3" name="Google Shape;73;p15"/>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74" name="Google Shape;74;p15"/>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5"/>
        <p:cNvGrpSpPr/>
        <p:nvPr/>
      </p:nvGrpSpPr>
      <p:grpSpPr>
        <a:xfrm>
          <a:off x="0" y="0"/>
          <a:ext cx="0" cy="0"/>
          <a:chOff x="0" y="0"/>
          <a:chExt cx="0" cy="0"/>
        </a:xfrm>
      </p:grpSpPr>
      <p:sp>
        <p:nvSpPr>
          <p:cNvPr id="76" name="Google Shape;76;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 name="Google Shape;77;g26b641b03cd_1_9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l">
              <a:lnSpc>
                <a:spcPct val="100000"/>
              </a:lnSpc>
              <a:spcBef>
                <a:spcPts val="0"/>
              </a:spcBef>
              <a:spcAft>
                <a:spcPts val="0"/>
              </a:spcAft>
              <a:buClr>
                <a:srgbClr val="FFFFFF"/>
              </a:buClr>
              <a:buSzPts val="1600"/>
              <a:buNone/>
              <a:defRPr sz="1600">
                <a:solidFill>
                  <a:srgbClr val="FFFFFF"/>
                </a:solidFill>
              </a:defRPr>
            </a:lvl2pPr>
            <a:lvl3pPr lvl="2" algn="l">
              <a:lnSpc>
                <a:spcPct val="100000"/>
              </a:lnSpc>
              <a:spcBef>
                <a:spcPts val="0"/>
              </a:spcBef>
              <a:spcAft>
                <a:spcPts val="0"/>
              </a:spcAft>
              <a:buClr>
                <a:srgbClr val="FFFFFF"/>
              </a:buClr>
              <a:buSzPts val="1600"/>
              <a:buNone/>
              <a:defRPr sz="1600">
                <a:solidFill>
                  <a:srgbClr val="FFFFFF"/>
                </a:solidFill>
              </a:defRPr>
            </a:lvl3pPr>
            <a:lvl4pPr lvl="3" algn="l">
              <a:lnSpc>
                <a:spcPct val="100000"/>
              </a:lnSpc>
              <a:spcBef>
                <a:spcPts val="0"/>
              </a:spcBef>
              <a:spcAft>
                <a:spcPts val="0"/>
              </a:spcAft>
              <a:buClr>
                <a:srgbClr val="FFFFFF"/>
              </a:buClr>
              <a:buSzPts val="1600"/>
              <a:buNone/>
              <a:defRPr sz="1600">
                <a:solidFill>
                  <a:srgbClr val="FFFFFF"/>
                </a:solidFill>
              </a:defRPr>
            </a:lvl4pPr>
            <a:lvl5pPr lvl="4" algn="l">
              <a:lnSpc>
                <a:spcPct val="100000"/>
              </a:lnSpc>
              <a:spcBef>
                <a:spcPts val="0"/>
              </a:spcBef>
              <a:spcAft>
                <a:spcPts val="0"/>
              </a:spcAft>
              <a:buClr>
                <a:srgbClr val="FFFFFF"/>
              </a:buClr>
              <a:buSzPts val="1600"/>
              <a:buNone/>
              <a:defRPr sz="1600">
                <a:solidFill>
                  <a:srgbClr val="FFFFFF"/>
                </a:solidFill>
              </a:defRPr>
            </a:lvl5pPr>
            <a:lvl6pPr lvl="5" algn="l">
              <a:lnSpc>
                <a:spcPct val="100000"/>
              </a:lnSpc>
              <a:spcBef>
                <a:spcPts val="0"/>
              </a:spcBef>
              <a:spcAft>
                <a:spcPts val="0"/>
              </a:spcAft>
              <a:buClr>
                <a:srgbClr val="FFFFFF"/>
              </a:buClr>
              <a:buSzPts val="1600"/>
              <a:buNone/>
              <a:defRPr sz="1600">
                <a:solidFill>
                  <a:srgbClr val="FFFFFF"/>
                </a:solidFill>
              </a:defRPr>
            </a:lvl6pPr>
            <a:lvl7pPr lvl="6" algn="l">
              <a:lnSpc>
                <a:spcPct val="100000"/>
              </a:lnSpc>
              <a:spcBef>
                <a:spcPts val="0"/>
              </a:spcBef>
              <a:spcAft>
                <a:spcPts val="0"/>
              </a:spcAft>
              <a:buClr>
                <a:srgbClr val="FFFFFF"/>
              </a:buClr>
              <a:buSzPts val="1600"/>
              <a:buNone/>
              <a:defRPr sz="1600">
                <a:solidFill>
                  <a:srgbClr val="FFFFFF"/>
                </a:solidFill>
              </a:defRPr>
            </a:lvl7pPr>
            <a:lvl8pPr lvl="7" algn="l">
              <a:lnSpc>
                <a:spcPct val="100000"/>
              </a:lnSpc>
              <a:spcBef>
                <a:spcPts val="0"/>
              </a:spcBef>
              <a:spcAft>
                <a:spcPts val="0"/>
              </a:spcAft>
              <a:buClr>
                <a:srgbClr val="FFFFFF"/>
              </a:buClr>
              <a:buSzPts val="1600"/>
              <a:buNone/>
              <a:defRPr sz="1600">
                <a:solidFill>
                  <a:srgbClr val="FFFFFF"/>
                </a:solidFill>
              </a:defRPr>
            </a:lvl8pPr>
            <a:lvl9pPr lvl="8" algn="l">
              <a:lnSpc>
                <a:spcPct val="100000"/>
              </a:lnSpc>
              <a:spcBef>
                <a:spcPts val="0"/>
              </a:spcBef>
              <a:spcAft>
                <a:spcPts val="0"/>
              </a:spcAft>
              <a:buClr>
                <a:srgbClr val="FFFFFF"/>
              </a:buClr>
              <a:buSzPts val="1600"/>
              <a:buNone/>
              <a:defRPr sz="1600">
                <a:solidFill>
                  <a:srgbClr val="FFFFFF"/>
                </a:solidFill>
              </a:defRPr>
            </a:lvl9pPr>
          </a:lstStyle>
          <a:p>
            <a:endParaRPr/>
          </a:p>
        </p:txBody>
      </p:sp>
      <p:cxnSp>
        <p:nvCxnSpPr>
          <p:cNvPr id="78" name="Google Shape;78;g26b641b03cd_1_9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79" name="Google Shape;79;g26b641b03cd_1_92"/>
          <p:cNvGrpSpPr/>
          <p:nvPr/>
        </p:nvGrpSpPr>
        <p:grpSpPr>
          <a:xfrm>
            <a:off x="357775" y="5983875"/>
            <a:ext cx="586800" cy="571500"/>
            <a:chOff x="662575" y="6212475"/>
            <a:chExt cx="586800" cy="571500"/>
          </a:xfrm>
        </p:grpSpPr>
        <p:sp>
          <p:nvSpPr>
            <p:cNvPr id="80" name="Google Shape;80;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 name="Google Shape;81;g26b641b03cd_1_92">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 name="Google Shape;82;g26b641b03cd_1_92">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3" name="Google Shape;83;g26b641b03cd_1_92"/>
          <p:cNvGrpSpPr/>
          <p:nvPr/>
        </p:nvGrpSpPr>
        <p:grpSpPr>
          <a:xfrm>
            <a:off x="8199150" y="5983875"/>
            <a:ext cx="586800" cy="571500"/>
            <a:chOff x="7894350" y="6212475"/>
            <a:chExt cx="586800" cy="571500"/>
          </a:xfrm>
        </p:grpSpPr>
        <p:sp>
          <p:nvSpPr>
            <p:cNvPr id="84" name="Google Shape;84;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 name="Google Shape;85;g26b641b03cd_1_92">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 name="Google Shape;86;g26b641b03cd_1_92">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7" name="Google Shape;87;g26b641b03cd_1_92"/>
          <p:cNvGrpSpPr/>
          <p:nvPr/>
        </p:nvGrpSpPr>
        <p:grpSpPr>
          <a:xfrm>
            <a:off x="-36800" y="-52000"/>
            <a:ext cx="9236100" cy="543750"/>
            <a:chOff x="-36800" y="-52000"/>
            <a:chExt cx="9236100" cy="543750"/>
          </a:xfrm>
        </p:grpSpPr>
        <p:sp>
          <p:nvSpPr>
            <p:cNvPr id="88" name="Google Shape;88;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89" name="Google Shape;89;g26b641b03cd_1_92"/>
            <p:cNvGrpSpPr/>
            <p:nvPr/>
          </p:nvGrpSpPr>
          <p:grpSpPr>
            <a:xfrm>
              <a:off x="1900680" y="88250"/>
              <a:ext cx="1337400" cy="403500"/>
              <a:chOff x="565600" y="88250"/>
              <a:chExt cx="1337400" cy="403500"/>
            </a:xfrm>
          </p:grpSpPr>
          <p:sp>
            <p:nvSpPr>
              <p:cNvPr id="90" name="Google Shape;90;g26b641b03cd_1_92"/>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sp>
            <p:nvSpPr>
              <p:cNvPr id="91" name="Google Shape;91;g26b641b03cd_1_92"/>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grpSp>
        <p:sp>
          <p:nvSpPr>
            <p:cNvPr id="92" name="Google Shape;92;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3</a:t>
              </a:r>
              <a:endParaRPr sz="1300" b="0" i="0" u="none" strike="noStrike" cap="none">
                <a:solidFill>
                  <a:srgbClr val="FFFFFF"/>
                </a:solidFill>
                <a:latin typeface="Poppins SemiBold"/>
                <a:ea typeface="Poppins SemiBold"/>
                <a:cs typeface="Poppins SemiBold"/>
                <a:sym typeface="Poppins SemiBold"/>
              </a:endParaRPr>
            </a:p>
          </p:txBody>
        </p:sp>
        <p:sp>
          <p:nvSpPr>
            <p:cNvPr id="93" name="Google Shape;93;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94" name="Google Shape;94;g26b641b03cd_1_92"/>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5" name="Google Shape;95;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96" name="Google Shape;96;g26b641b03cd_1_92"/>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 name="Google Shape;97;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98" name="Google Shape;98;g26b641b03cd_1_92"/>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 name="Google Shape;99;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00" name="Google Shape;100;g26b641b03cd_1_92"/>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1" name="Google Shape;101;g26b641b03cd_1_92"/>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02" name="Google Shape;102;g26b641b03cd_1_92"/>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Review Content 1">
  <p:cSld name="Alien Word of the Day_2_1_1_2">
    <p:spTree>
      <p:nvGrpSpPr>
        <p:cNvPr id="1" name="Shape 103"/>
        <p:cNvGrpSpPr/>
        <p:nvPr/>
      </p:nvGrpSpPr>
      <p:grpSpPr>
        <a:xfrm>
          <a:off x="0" y="0"/>
          <a:ext cx="0" cy="0"/>
          <a:chOff x="0" y="0"/>
          <a:chExt cx="0" cy="0"/>
        </a:xfrm>
      </p:grpSpPr>
      <p:sp>
        <p:nvSpPr>
          <p:cNvPr id="104" name="Google Shape;104;g2c67eea9ec1_0_78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5" name="Google Shape;105;g2c67eea9ec1_0_78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l">
              <a:lnSpc>
                <a:spcPct val="100000"/>
              </a:lnSpc>
              <a:spcBef>
                <a:spcPts val="0"/>
              </a:spcBef>
              <a:spcAft>
                <a:spcPts val="0"/>
              </a:spcAft>
              <a:buClr>
                <a:srgbClr val="FFFFFF"/>
              </a:buClr>
              <a:buSzPts val="1600"/>
              <a:buNone/>
              <a:defRPr sz="1600">
                <a:solidFill>
                  <a:srgbClr val="FFFFFF"/>
                </a:solidFill>
              </a:defRPr>
            </a:lvl2pPr>
            <a:lvl3pPr lvl="2" algn="l">
              <a:lnSpc>
                <a:spcPct val="100000"/>
              </a:lnSpc>
              <a:spcBef>
                <a:spcPts val="0"/>
              </a:spcBef>
              <a:spcAft>
                <a:spcPts val="0"/>
              </a:spcAft>
              <a:buClr>
                <a:srgbClr val="FFFFFF"/>
              </a:buClr>
              <a:buSzPts val="1600"/>
              <a:buNone/>
              <a:defRPr sz="1600">
                <a:solidFill>
                  <a:srgbClr val="FFFFFF"/>
                </a:solidFill>
              </a:defRPr>
            </a:lvl3pPr>
            <a:lvl4pPr lvl="3" algn="l">
              <a:lnSpc>
                <a:spcPct val="100000"/>
              </a:lnSpc>
              <a:spcBef>
                <a:spcPts val="0"/>
              </a:spcBef>
              <a:spcAft>
                <a:spcPts val="0"/>
              </a:spcAft>
              <a:buClr>
                <a:srgbClr val="FFFFFF"/>
              </a:buClr>
              <a:buSzPts val="1600"/>
              <a:buNone/>
              <a:defRPr sz="1600">
                <a:solidFill>
                  <a:srgbClr val="FFFFFF"/>
                </a:solidFill>
              </a:defRPr>
            </a:lvl4pPr>
            <a:lvl5pPr lvl="4" algn="l">
              <a:lnSpc>
                <a:spcPct val="100000"/>
              </a:lnSpc>
              <a:spcBef>
                <a:spcPts val="0"/>
              </a:spcBef>
              <a:spcAft>
                <a:spcPts val="0"/>
              </a:spcAft>
              <a:buClr>
                <a:srgbClr val="FFFFFF"/>
              </a:buClr>
              <a:buSzPts val="1600"/>
              <a:buNone/>
              <a:defRPr sz="1600">
                <a:solidFill>
                  <a:srgbClr val="FFFFFF"/>
                </a:solidFill>
              </a:defRPr>
            </a:lvl5pPr>
            <a:lvl6pPr lvl="5" algn="l">
              <a:lnSpc>
                <a:spcPct val="100000"/>
              </a:lnSpc>
              <a:spcBef>
                <a:spcPts val="0"/>
              </a:spcBef>
              <a:spcAft>
                <a:spcPts val="0"/>
              </a:spcAft>
              <a:buClr>
                <a:srgbClr val="FFFFFF"/>
              </a:buClr>
              <a:buSzPts val="1600"/>
              <a:buNone/>
              <a:defRPr sz="1600">
                <a:solidFill>
                  <a:srgbClr val="FFFFFF"/>
                </a:solidFill>
              </a:defRPr>
            </a:lvl6pPr>
            <a:lvl7pPr lvl="6" algn="l">
              <a:lnSpc>
                <a:spcPct val="100000"/>
              </a:lnSpc>
              <a:spcBef>
                <a:spcPts val="0"/>
              </a:spcBef>
              <a:spcAft>
                <a:spcPts val="0"/>
              </a:spcAft>
              <a:buClr>
                <a:srgbClr val="FFFFFF"/>
              </a:buClr>
              <a:buSzPts val="1600"/>
              <a:buNone/>
              <a:defRPr sz="1600">
                <a:solidFill>
                  <a:srgbClr val="FFFFFF"/>
                </a:solidFill>
              </a:defRPr>
            </a:lvl7pPr>
            <a:lvl8pPr lvl="7" algn="l">
              <a:lnSpc>
                <a:spcPct val="100000"/>
              </a:lnSpc>
              <a:spcBef>
                <a:spcPts val="0"/>
              </a:spcBef>
              <a:spcAft>
                <a:spcPts val="0"/>
              </a:spcAft>
              <a:buClr>
                <a:srgbClr val="FFFFFF"/>
              </a:buClr>
              <a:buSzPts val="1600"/>
              <a:buNone/>
              <a:defRPr sz="1600">
                <a:solidFill>
                  <a:srgbClr val="FFFFFF"/>
                </a:solidFill>
              </a:defRPr>
            </a:lvl8pPr>
            <a:lvl9pPr lvl="8" algn="l">
              <a:lnSpc>
                <a:spcPct val="100000"/>
              </a:lnSpc>
              <a:spcBef>
                <a:spcPts val="0"/>
              </a:spcBef>
              <a:spcAft>
                <a:spcPts val="0"/>
              </a:spcAft>
              <a:buClr>
                <a:srgbClr val="FFFFFF"/>
              </a:buClr>
              <a:buSzPts val="1600"/>
              <a:buNone/>
              <a:defRPr sz="1600">
                <a:solidFill>
                  <a:srgbClr val="FFFFFF"/>
                </a:solidFill>
              </a:defRPr>
            </a:lvl9pPr>
          </a:lstStyle>
          <a:p>
            <a:endParaRPr/>
          </a:p>
        </p:txBody>
      </p:sp>
      <p:cxnSp>
        <p:nvCxnSpPr>
          <p:cNvPr id="106" name="Google Shape;106;g2c67eea9ec1_0_785"/>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107" name="Google Shape;107;g2c67eea9ec1_0_785"/>
          <p:cNvGrpSpPr/>
          <p:nvPr/>
        </p:nvGrpSpPr>
        <p:grpSpPr>
          <a:xfrm>
            <a:off x="357775" y="5983875"/>
            <a:ext cx="586800" cy="571500"/>
            <a:chOff x="662575" y="6212475"/>
            <a:chExt cx="586800" cy="571500"/>
          </a:xfrm>
        </p:grpSpPr>
        <p:sp>
          <p:nvSpPr>
            <p:cNvPr id="108" name="Google Shape;108;g2c67eea9ec1_0_78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9" name="Google Shape;109;g2c67eea9ec1_0_785">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0" name="Google Shape;110;g2c67eea9ec1_0_785">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11" name="Google Shape;111;g2c67eea9ec1_0_785"/>
          <p:cNvGrpSpPr/>
          <p:nvPr/>
        </p:nvGrpSpPr>
        <p:grpSpPr>
          <a:xfrm>
            <a:off x="8199150" y="5983875"/>
            <a:ext cx="586800" cy="571500"/>
            <a:chOff x="7894350" y="6212475"/>
            <a:chExt cx="586800" cy="571500"/>
          </a:xfrm>
        </p:grpSpPr>
        <p:sp>
          <p:nvSpPr>
            <p:cNvPr id="112" name="Google Shape;112;g2c67eea9ec1_0_78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3" name="Google Shape;113;g2c67eea9ec1_0_785">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4" name="Google Shape;114;g2c67eea9ec1_0_785">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15" name="Google Shape;115;g2c67eea9ec1_0_785"/>
          <p:cNvGrpSpPr/>
          <p:nvPr/>
        </p:nvGrpSpPr>
        <p:grpSpPr>
          <a:xfrm>
            <a:off x="-36800" y="-52000"/>
            <a:ext cx="9236100" cy="543750"/>
            <a:chOff x="-36800" y="-52000"/>
            <a:chExt cx="9236100" cy="543750"/>
          </a:xfrm>
        </p:grpSpPr>
        <p:sp>
          <p:nvSpPr>
            <p:cNvPr id="116" name="Google Shape;116;g2c67eea9ec1_0_78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17" name="Google Shape;117;g2c67eea9ec1_0_785"/>
            <p:cNvGrpSpPr/>
            <p:nvPr/>
          </p:nvGrpSpPr>
          <p:grpSpPr>
            <a:xfrm>
              <a:off x="1900680" y="88250"/>
              <a:ext cx="1337400" cy="403500"/>
              <a:chOff x="565600" y="88250"/>
              <a:chExt cx="1337400" cy="403500"/>
            </a:xfrm>
          </p:grpSpPr>
          <p:sp>
            <p:nvSpPr>
              <p:cNvPr id="118" name="Google Shape;118;g2c67eea9ec1_0_785"/>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sp>
            <p:nvSpPr>
              <p:cNvPr id="119" name="Google Shape;119;g2c67eea9ec1_0_785"/>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grpSp>
        <p:sp>
          <p:nvSpPr>
            <p:cNvPr id="120" name="Google Shape;120;g2c67eea9ec1_0_78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3</a:t>
              </a:r>
              <a:endParaRPr sz="1300" b="0" i="0" u="none" strike="noStrike" cap="none">
                <a:solidFill>
                  <a:srgbClr val="FFFFFF"/>
                </a:solidFill>
                <a:latin typeface="Poppins SemiBold"/>
                <a:ea typeface="Poppins SemiBold"/>
                <a:cs typeface="Poppins SemiBold"/>
                <a:sym typeface="Poppins SemiBold"/>
              </a:endParaRPr>
            </a:p>
          </p:txBody>
        </p:sp>
        <p:sp>
          <p:nvSpPr>
            <p:cNvPr id="121" name="Google Shape;121;g2c67eea9ec1_0_78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122" name="Google Shape;122;g2c67eea9ec1_0_785"/>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3" name="Google Shape;123;g2c67eea9ec1_0_78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124" name="Google Shape;124;g2c67eea9ec1_0_785"/>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5" name="Google Shape;125;g2c67eea9ec1_0_78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126" name="Google Shape;126;g2c67eea9ec1_0_785"/>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7" name="Google Shape;127;g2c67eea9ec1_0_78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28" name="Google Shape;128;g2c67eea9ec1_0_785"/>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9" name="Google Shape;129;g2c67eea9ec1_0_785"/>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30" name="Google Shape;130;g2c67eea9ec1_0_785"/>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131"/>
        <p:cNvGrpSpPr/>
        <p:nvPr/>
      </p:nvGrpSpPr>
      <p:grpSpPr>
        <a:xfrm>
          <a:off x="0" y="0"/>
          <a:ext cx="0" cy="0"/>
          <a:chOff x="0" y="0"/>
          <a:chExt cx="0" cy="0"/>
        </a:xfrm>
      </p:grpSpPr>
      <p:sp>
        <p:nvSpPr>
          <p:cNvPr id="132" name="Google Shape;132;g26b641b03cd_0_33"/>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33" name="Google Shape;133;g26b641b03cd_0_33"/>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34" name="Google Shape;134;g26b641b03cd_0_3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35" name="Google Shape;135;g26b641b03cd_0_33"/>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36" name="Google Shape;136;g26b641b03cd_0_33"/>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37" name="Google Shape;137;g26b641b03cd_0_33"/>
          <p:cNvSpPr/>
          <p:nvPr/>
        </p:nvSpPr>
        <p:spPr>
          <a:xfrm rot="-5400000" flipH="1">
            <a:off x="-938345" y="22434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38" name="Google Shape;138;g26b641b03cd_0_3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Uppercase Letters - M N V</a:t>
            </a:r>
            <a:endParaRPr sz="1800" b="0" i="0" u="none" strike="noStrike" cap="none">
              <a:solidFill>
                <a:srgbClr val="FFFFFF"/>
              </a:solidFill>
              <a:latin typeface="Poppins SemiBold"/>
              <a:ea typeface="Poppins SemiBold"/>
              <a:cs typeface="Poppins SemiBold"/>
              <a:sym typeface="Poppins SemiBold"/>
            </a:endParaRPr>
          </a:p>
        </p:txBody>
      </p:sp>
      <p:sp>
        <p:nvSpPr>
          <p:cNvPr id="139" name="Google Shape;139;g26b641b03cd_0_33"/>
          <p:cNvSpPr txBox="1"/>
          <p:nvPr/>
        </p:nvSpPr>
        <p:spPr>
          <a:xfrm rot="-5400000">
            <a:off x="-1852558" y="58090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2F286F"/>
                </a:solidFill>
                <a:latin typeface="Poppins Medium"/>
                <a:ea typeface="Poppins Medium"/>
                <a:cs typeface="Poppins Medium"/>
                <a:sym typeface="Poppins Medium"/>
              </a:rPr>
              <a:t>Week 4 - Thursday</a:t>
            </a:r>
            <a:endParaRPr sz="1800" b="0" i="0" u="none" strike="noStrike" cap="none">
              <a:solidFill>
                <a:srgbClr val="2F286F"/>
              </a:solidFill>
              <a:latin typeface="Poppins Medium"/>
              <a:ea typeface="Poppins Medium"/>
              <a:cs typeface="Poppins Medium"/>
              <a:sym typeface="Poppins Medium"/>
            </a:endParaRPr>
          </a:p>
        </p:txBody>
      </p:sp>
      <p:sp>
        <p:nvSpPr>
          <p:cNvPr id="140" name="Google Shape;140;g26b641b03cd_0_33"/>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2F286F"/>
                </a:solidFill>
                <a:latin typeface="Poppins Medium"/>
                <a:ea typeface="Poppins Medium"/>
                <a:cs typeface="Poppins Medium"/>
                <a:sym typeface="Poppins Medium"/>
              </a:rPr>
              <a:t>Lesson 19</a:t>
            </a:r>
            <a:endParaRPr sz="1800" b="0" i="0" u="none" strike="noStrike" cap="none">
              <a:solidFill>
                <a:srgbClr val="2F286F"/>
              </a:solidFill>
              <a:latin typeface="Poppins Medium"/>
              <a:ea typeface="Poppins Medium"/>
              <a:cs typeface="Poppins Medium"/>
              <a:sym typeface="Poppins Medium"/>
            </a:endParaRPr>
          </a:p>
        </p:txBody>
      </p:sp>
      <p:sp>
        <p:nvSpPr>
          <p:cNvPr id="141" name="Google Shape;141;g26b641b03cd_0_3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142" name="Google Shape;142;g26b641b03cd_0_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43" name="Google Shape;143;g26b641b03cd_0_3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144" name="Google Shape;144;g26b641b03cd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2F286F"/>
              </a:buClr>
              <a:buSzPts val="3200"/>
              <a:buFont typeface="Poppins Medium"/>
              <a:buNone/>
              <a:defRPr sz="3200">
                <a:solidFill>
                  <a:srgbClr val="2F286F"/>
                </a:solidFill>
                <a:latin typeface="Poppins Medium"/>
                <a:ea typeface="Poppins Medium"/>
                <a:cs typeface="Poppins Medium"/>
                <a:sym typeface="Poppins Medium"/>
              </a:defRPr>
            </a:lvl1pPr>
            <a:lvl2pPr lvl="1" algn="ctr">
              <a:lnSpc>
                <a:spcPct val="100000"/>
              </a:lnSpc>
              <a:spcBef>
                <a:spcPts val="0"/>
              </a:spcBef>
              <a:spcAft>
                <a:spcPts val="0"/>
              </a:spcAft>
              <a:buClr>
                <a:srgbClr val="F7941D"/>
              </a:buClr>
              <a:buSzPts val="3600"/>
              <a:buNone/>
              <a:defRPr sz="3600">
                <a:solidFill>
                  <a:srgbClr val="F7941D"/>
                </a:solidFill>
              </a:defRPr>
            </a:lvl2pPr>
            <a:lvl3pPr lvl="2" algn="ctr">
              <a:lnSpc>
                <a:spcPct val="100000"/>
              </a:lnSpc>
              <a:spcBef>
                <a:spcPts val="0"/>
              </a:spcBef>
              <a:spcAft>
                <a:spcPts val="0"/>
              </a:spcAft>
              <a:buClr>
                <a:srgbClr val="F7941D"/>
              </a:buClr>
              <a:buSzPts val="3600"/>
              <a:buNone/>
              <a:defRPr sz="3600">
                <a:solidFill>
                  <a:srgbClr val="F7941D"/>
                </a:solidFill>
              </a:defRPr>
            </a:lvl3pPr>
            <a:lvl4pPr lvl="3" algn="ctr">
              <a:lnSpc>
                <a:spcPct val="100000"/>
              </a:lnSpc>
              <a:spcBef>
                <a:spcPts val="0"/>
              </a:spcBef>
              <a:spcAft>
                <a:spcPts val="0"/>
              </a:spcAft>
              <a:buClr>
                <a:srgbClr val="F7941D"/>
              </a:buClr>
              <a:buSzPts val="3600"/>
              <a:buNone/>
              <a:defRPr sz="3600">
                <a:solidFill>
                  <a:srgbClr val="F7941D"/>
                </a:solidFill>
              </a:defRPr>
            </a:lvl4pPr>
            <a:lvl5pPr lvl="4" algn="ctr">
              <a:lnSpc>
                <a:spcPct val="100000"/>
              </a:lnSpc>
              <a:spcBef>
                <a:spcPts val="0"/>
              </a:spcBef>
              <a:spcAft>
                <a:spcPts val="0"/>
              </a:spcAft>
              <a:buClr>
                <a:srgbClr val="F7941D"/>
              </a:buClr>
              <a:buSzPts val="3600"/>
              <a:buNone/>
              <a:defRPr sz="3600">
                <a:solidFill>
                  <a:srgbClr val="F7941D"/>
                </a:solidFill>
              </a:defRPr>
            </a:lvl5pPr>
            <a:lvl6pPr lvl="5" algn="ctr">
              <a:lnSpc>
                <a:spcPct val="100000"/>
              </a:lnSpc>
              <a:spcBef>
                <a:spcPts val="0"/>
              </a:spcBef>
              <a:spcAft>
                <a:spcPts val="0"/>
              </a:spcAft>
              <a:buClr>
                <a:srgbClr val="F7941D"/>
              </a:buClr>
              <a:buSzPts val="3600"/>
              <a:buNone/>
              <a:defRPr sz="3600">
                <a:solidFill>
                  <a:srgbClr val="F7941D"/>
                </a:solidFill>
              </a:defRPr>
            </a:lvl6pPr>
            <a:lvl7pPr lvl="6" algn="ctr">
              <a:lnSpc>
                <a:spcPct val="100000"/>
              </a:lnSpc>
              <a:spcBef>
                <a:spcPts val="0"/>
              </a:spcBef>
              <a:spcAft>
                <a:spcPts val="0"/>
              </a:spcAft>
              <a:buClr>
                <a:srgbClr val="F7941D"/>
              </a:buClr>
              <a:buSzPts val="3600"/>
              <a:buNone/>
              <a:defRPr sz="3600">
                <a:solidFill>
                  <a:srgbClr val="F7941D"/>
                </a:solidFill>
              </a:defRPr>
            </a:lvl7pPr>
            <a:lvl8pPr lvl="7" algn="ctr">
              <a:lnSpc>
                <a:spcPct val="100000"/>
              </a:lnSpc>
              <a:spcBef>
                <a:spcPts val="0"/>
              </a:spcBef>
              <a:spcAft>
                <a:spcPts val="0"/>
              </a:spcAft>
              <a:buClr>
                <a:srgbClr val="F7941D"/>
              </a:buClr>
              <a:buSzPts val="3600"/>
              <a:buNone/>
              <a:defRPr sz="3600">
                <a:solidFill>
                  <a:srgbClr val="F7941D"/>
                </a:solidFill>
              </a:defRPr>
            </a:lvl8pPr>
            <a:lvl9pPr lvl="8" algn="ctr">
              <a:lnSpc>
                <a:spcPct val="100000"/>
              </a:lnSpc>
              <a:spcBef>
                <a:spcPts val="0"/>
              </a:spcBef>
              <a:spcAft>
                <a:spcPts val="0"/>
              </a:spcAft>
              <a:buClr>
                <a:srgbClr val="F7941D"/>
              </a:buClr>
              <a:buSzPts val="3600"/>
              <a:buNone/>
              <a:defRPr sz="3600">
                <a:solidFill>
                  <a:srgbClr val="F7941D"/>
                </a:solidFill>
              </a:defRPr>
            </a:lvl9pPr>
          </a:lstStyle>
          <a:p>
            <a:endParaRPr/>
          </a:p>
        </p:txBody>
      </p:sp>
      <p:sp>
        <p:nvSpPr>
          <p:cNvPr id="145" name="Google Shape;145;g26b641b03cd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146" name="Google Shape;146;g26b641b03cd_0_33"/>
          <p:cNvGrpSpPr/>
          <p:nvPr/>
        </p:nvGrpSpPr>
        <p:grpSpPr>
          <a:xfrm>
            <a:off x="662575" y="6212475"/>
            <a:ext cx="586800" cy="571500"/>
            <a:chOff x="662575" y="6212475"/>
            <a:chExt cx="586800" cy="571500"/>
          </a:xfrm>
        </p:grpSpPr>
        <p:sp>
          <p:nvSpPr>
            <p:cNvPr id="147" name="Google Shape;147;g26b641b03cd_0_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48" name="Google Shape;148;g26b641b03cd_0_33">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49" name="Google Shape;149;g26b641b03cd_0_33">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50" name="Google Shape;150;g26b641b03cd_0_33"/>
          <p:cNvGrpSpPr/>
          <p:nvPr/>
        </p:nvGrpSpPr>
        <p:grpSpPr>
          <a:xfrm>
            <a:off x="7894350" y="6212475"/>
            <a:ext cx="586800" cy="571500"/>
            <a:chOff x="7894350" y="6212475"/>
            <a:chExt cx="586800" cy="571500"/>
          </a:xfrm>
        </p:grpSpPr>
        <p:sp>
          <p:nvSpPr>
            <p:cNvPr id="151" name="Google Shape;151;g26b641b03cd_0_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52" name="Google Shape;152;g26b641b03cd_0_33">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53" name="Google Shape;153;g26b641b03cd_0_33">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154"/>
        <p:cNvGrpSpPr/>
        <p:nvPr/>
      </p:nvGrpSpPr>
      <p:grpSpPr>
        <a:xfrm>
          <a:off x="0" y="0"/>
          <a:ext cx="0" cy="0"/>
          <a:chOff x="0" y="0"/>
          <a:chExt cx="0" cy="0"/>
        </a:xfrm>
      </p:grpSpPr>
      <p:sp>
        <p:nvSpPr>
          <p:cNvPr id="155" name="Google Shape;155;g26b641b03cd_0_260"/>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156" name="Google Shape;156;g26b641b03cd_0_260"/>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2F286F"/>
                </a:solidFill>
                <a:latin typeface="Poppins Medium"/>
                <a:ea typeface="Poppins Medium"/>
                <a:cs typeface="Poppins Medium"/>
                <a:sym typeface="Poppins Medium"/>
              </a:rPr>
              <a:t>End of Session</a:t>
            </a:r>
            <a:endParaRPr sz="3200" b="0" i="0" u="none" strike="noStrike" cap="none">
              <a:solidFill>
                <a:srgbClr val="2F286F"/>
              </a:solidFill>
              <a:latin typeface="Poppins Medium"/>
              <a:ea typeface="Poppins Medium"/>
              <a:cs typeface="Poppins Medium"/>
              <a:sym typeface="Poppins Medium"/>
            </a:endParaRPr>
          </a:p>
        </p:txBody>
      </p:sp>
      <p:cxnSp>
        <p:nvCxnSpPr>
          <p:cNvPr id="157" name="Google Shape;157;g26b641b03cd_0_260"/>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158" name="Google Shape;158;g26b641b03cd_0_2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9" name="Google Shape;159;g26b641b03cd_0_260"/>
          <p:cNvSpPr>
            <a:spLocks noGrp="1"/>
          </p:cNvSpPr>
          <p:nvPr>
            <p:ph type="pic" idx="2"/>
          </p:nvPr>
        </p:nvSpPr>
        <p:spPr>
          <a:xfrm>
            <a:off x="960225" y="1993200"/>
            <a:ext cx="2946000" cy="1949700"/>
          </a:xfrm>
          <a:prstGeom prst="roundRect">
            <a:avLst>
              <a:gd name="adj" fmla="val 16667"/>
            </a:avLst>
          </a:prstGeom>
          <a:noFill/>
          <a:ln>
            <a:noFill/>
          </a:ln>
        </p:spPr>
      </p:sp>
      <p:grpSp>
        <p:nvGrpSpPr>
          <p:cNvPr id="160" name="Google Shape;160;g26b641b03cd_0_260"/>
          <p:cNvGrpSpPr/>
          <p:nvPr/>
        </p:nvGrpSpPr>
        <p:grpSpPr>
          <a:xfrm>
            <a:off x="8199150" y="5983875"/>
            <a:ext cx="586800" cy="571500"/>
            <a:chOff x="7894350" y="6212475"/>
            <a:chExt cx="586800" cy="571500"/>
          </a:xfrm>
        </p:grpSpPr>
        <p:sp>
          <p:nvSpPr>
            <p:cNvPr id="161" name="Google Shape;161;g26b641b03cd_0_2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62" name="Google Shape;162;g26b641b03cd_0_260">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63" name="Google Shape;163;g26b641b03cd_0_260">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65" name="Google Shape;165;g26b641b03cd_0_260"/>
          <p:cNvGrpSpPr/>
          <p:nvPr/>
        </p:nvGrpSpPr>
        <p:grpSpPr>
          <a:xfrm>
            <a:off x="-36800" y="-52000"/>
            <a:ext cx="9236100" cy="543750"/>
            <a:chOff x="-36800" y="-52000"/>
            <a:chExt cx="9236100" cy="543750"/>
          </a:xfrm>
        </p:grpSpPr>
        <p:sp>
          <p:nvSpPr>
            <p:cNvPr id="166" name="Google Shape;166;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67" name="Google Shape;167;g26b641b03cd_0_260"/>
            <p:cNvGrpSpPr/>
            <p:nvPr/>
          </p:nvGrpSpPr>
          <p:grpSpPr>
            <a:xfrm>
              <a:off x="1900680" y="88250"/>
              <a:ext cx="1337400" cy="403500"/>
              <a:chOff x="565600" y="88250"/>
              <a:chExt cx="1337400" cy="403500"/>
            </a:xfrm>
          </p:grpSpPr>
          <p:sp>
            <p:nvSpPr>
              <p:cNvPr id="168" name="Google Shape;168;g26b641b03cd_0_260"/>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sp>
            <p:nvSpPr>
              <p:cNvPr id="169" name="Google Shape;169;g26b641b03cd_0_260"/>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grpSp>
        <p:sp>
          <p:nvSpPr>
            <p:cNvPr id="170" name="Google Shape;170;g26b641b03cd_0_26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3</a:t>
              </a:r>
              <a:endParaRPr sz="1300" b="0" i="0" u="none" strike="noStrike" cap="none">
                <a:solidFill>
                  <a:srgbClr val="FFFFFF"/>
                </a:solidFill>
                <a:latin typeface="Poppins SemiBold"/>
                <a:ea typeface="Poppins SemiBold"/>
                <a:cs typeface="Poppins SemiBold"/>
                <a:sym typeface="Poppins SemiBold"/>
              </a:endParaRPr>
            </a:p>
          </p:txBody>
        </p:sp>
        <p:sp>
          <p:nvSpPr>
            <p:cNvPr id="171" name="Google Shape;171;g26b641b03cd_0_26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172" name="Google Shape;172;g26b641b03cd_0_260"/>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73" name="Google Shape;173;g26b641b03cd_0_26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174" name="Google Shape;174;g26b641b03cd_0_260"/>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75" name="Google Shape;175;g26b641b03cd_0_26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176" name="Google Shape;176;g26b641b03cd_0_260"/>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77" name="Google Shape;177;g26b641b03cd_0_26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78" name="Google Shape;178;g26b641b03cd_0_260"/>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79" name="Google Shape;179;g26b641b03cd_0_260"/>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80" name="Google Shape;180;g26b641b03cd_0_260"/>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215"/>
        <p:cNvGrpSpPr/>
        <p:nvPr/>
      </p:nvGrpSpPr>
      <p:grpSpPr>
        <a:xfrm>
          <a:off x="0" y="0"/>
          <a:ext cx="0" cy="0"/>
          <a:chOff x="0" y="0"/>
          <a:chExt cx="0" cy="0"/>
        </a:xfrm>
      </p:grpSpPr>
      <p:sp>
        <p:nvSpPr>
          <p:cNvPr id="216" name="Google Shape;216;g2c235dd0dad_1_87"/>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7" name="Google Shape;217;g2c235dd0dad_1_87"/>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8" name="Google Shape;218;g2c235dd0dad_1_87"/>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19" name="Google Shape;219;g2c235dd0dad_1_8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0" name="Google Shape;220;g2c235dd0dad_1_87"/>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221" name="Google Shape;221;g2c235dd0dad_1_87"/>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2" name="Google Shape;222;g2c235dd0dad_1_87"/>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3" name="Google Shape;223;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4" name="Google Shape;224;g2c235dd0dad_1_87"/>
          <p:cNvSpPr txBox="1">
            <a:spLocks noGrp="1"/>
          </p:cNvSpPr>
          <p:nvPr>
            <p:ph type="subTitle" idx="2"/>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25" name="Google Shape;225;g2c235dd0dad_1_87"/>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226" name="Google Shape;226;g2c235dd0dad_1_87"/>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27" name="Google Shape;227;g2c235dd0dad_1_87"/>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28" name="Google Shape;228;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229" name="Google Shape;229;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2F286F"/>
                </a:solidFill>
                <a:latin typeface="Poppins Medium"/>
                <a:ea typeface="Poppins Medium"/>
                <a:cs typeface="Poppins Medium"/>
                <a:sym typeface="Poppins Medium"/>
              </a:rPr>
              <a:t>Practise</a:t>
            </a:r>
            <a:r>
              <a:rPr lang="en-US" sz="3000" b="0" i="0" u="none" strike="noStrike" cap="none">
                <a:solidFill>
                  <a:srgbClr val="2F286F"/>
                </a:solidFill>
                <a:latin typeface="Poppins Medium"/>
                <a:ea typeface="Poppins Medium"/>
                <a:cs typeface="Poppins Medium"/>
                <a:sym typeface="Poppins Medium"/>
              </a:rPr>
              <a:t> Building Words</a:t>
            </a:r>
            <a:endParaRPr sz="3000" b="0" i="0" u="none" strike="noStrike" cap="none">
              <a:solidFill>
                <a:srgbClr val="2F286F"/>
              </a:solidFill>
              <a:latin typeface="Poppins Medium"/>
              <a:ea typeface="Poppins Medium"/>
              <a:cs typeface="Poppins Medium"/>
              <a:sym typeface="Poppins Medium"/>
            </a:endParaRPr>
          </a:p>
        </p:txBody>
      </p:sp>
      <p:sp>
        <p:nvSpPr>
          <p:cNvPr id="230" name="Google Shape;230;g2c235dd0dad_1_87"/>
          <p:cNvSpPr txBox="1">
            <a:spLocks noGrp="1"/>
          </p:cNvSpPr>
          <p:nvPr>
            <p:ph type="subTitle" idx="5"/>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231" name="Google Shape;231;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32" name="Google Shape;232;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33" name="Google Shape;233;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34" name="Google Shape;234;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35" name="Google Shape;235;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36" name="Google Shape;236;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37" name="Google Shape;237;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38" name="Google Shape;238;g2c235dd0dad_1_87"/>
          <p:cNvSpPr txBox="1">
            <a:spLocks noGrp="1"/>
          </p:cNvSpPr>
          <p:nvPr>
            <p:ph type="subTitle" idx="6"/>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39" name="Google Shape;239;g2c235dd0dad_1_87"/>
          <p:cNvGrpSpPr/>
          <p:nvPr/>
        </p:nvGrpSpPr>
        <p:grpSpPr>
          <a:xfrm>
            <a:off x="662575" y="6212475"/>
            <a:ext cx="586800" cy="571500"/>
            <a:chOff x="662575" y="6212475"/>
            <a:chExt cx="586800" cy="571500"/>
          </a:xfrm>
        </p:grpSpPr>
        <p:sp>
          <p:nvSpPr>
            <p:cNvPr id="240" name="Google Shape;240;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1" name="Google Shape;241;g2c235dd0dad_1_87">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2" name="Google Shape;242;g2c235dd0dad_1_87">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43" name="Google Shape;243;g2c235dd0dad_1_87"/>
          <p:cNvGrpSpPr/>
          <p:nvPr/>
        </p:nvGrpSpPr>
        <p:grpSpPr>
          <a:xfrm>
            <a:off x="7894350" y="6212475"/>
            <a:ext cx="586800" cy="571500"/>
            <a:chOff x="7894350" y="6212475"/>
            <a:chExt cx="586800" cy="571500"/>
          </a:xfrm>
        </p:grpSpPr>
        <p:sp>
          <p:nvSpPr>
            <p:cNvPr id="244" name="Google Shape;244;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5" name="Google Shape;245;g2c235dd0dad_1_87">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6" name="Google Shape;246;g2c235dd0dad_1_87">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247"/>
        <p:cNvGrpSpPr/>
        <p:nvPr/>
      </p:nvGrpSpPr>
      <p:grpSpPr>
        <a:xfrm>
          <a:off x="0" y="0"/>
          <a:ext cx="0" cy="0"/>
          <a:chOff x="0" y="0"/>
          <a:chExt cx="0" cy="0"/>
        </a:xfrm>
      </p:grpSpPr>
      <p:sp>
        <p:nvSpPr>
          <p:cNvPr id="248" name="Google Shape;248;g1f3daf8a844_0_32"/>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9" name="Google Shape;249;g1f3daf8a844_0_32"/>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0" name="Google Shape;250;g1f3daf8a844_0_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1" name="Google Shape;251;g1f3daf8a844_0_32"/>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252" name="Google Shape;252;g1f3daf8a844_0_32"/>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3" name="Google Shape;253;g1f3daf8a844_0_32"/>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4" name="Google Shape;254;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5" name="Google Shape;255;g1f3daf8a844_0_32"/>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256" name="Google Shape;256;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7" name="Google Shape;257;g1f3daf8a844_0_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Clr>
                <a:srgbClr val="2F286F"/>
              </a:buClr>
              <a:buSzPts val="2400"/>
              <a:buNone/>
              <a:defRPr>
                <a:solidFill>
                  <a:srgbClr val="2F286F"/>
                </a:solidFill>
              </a:defRPr>
            </a:lvl2pPr>
            <a:lvl3pPr lvl="2" algn="l">
              <a:lnSpc>
                <a:spcPct val="90000"/>
              </a:lnSpc>
              <a:spcBef>
                <a:spcPts val="500"/>
              </a:spcBef>
              <a:spcAft>
                <a:spcPts val="0"/>
              </a:spcAft>
              <a:buClr>
                <a:srgbClr val="2F286F"/>
              </a:buClr>
              <a:buSzPts val="2000"/>
              <a:buNone/>
              <a:defRPr>
                <a:solidFill>
                  <a:srgbClr val="2F286F"/>
                </a:solidFill>
              </a:defRPr>
            </a:lvl3pPr>
            <a:lvl4pPr lvl="3" algn="l">
              <a:lnSpc>
                <a:spcPct val="90000"/>
              </a:lnSpc>
              <a:spcBef>
                <a:spcPts val="500"/>
              </a:spcBef>
              <a:spcAft>
                <a:spcPts val="0"/>
              </a:spcAft>
              <a:buClr>
                <a:srgbClr val="2F286F"/>
              </a:buClr>
              <a:buSzPts val="1800"/>
              <a:buNone/>
              <a:defRPr>
                <a:solidFill>
                  <a:srgbClr val="2F286F"/>
                </a:solidFill>
              </a:defRPr>
            </a:lvl4pPr>
            <a:lvl5pPr lvl="4" algn="l">
              <a:lnSpc>
                <a:spcPct val="90000"/>
              </a:lnSpc>
              <a:spcBef>
                <a:spcPts val="500"/>
              </a:spcBef>
              <a:spcAft>
                <a:spcPts val="0"/>
              </a:spcAft>
              <a:buClr>
                <a:srgbClr val="2F286F"/>
              </a:buClr>
              <a:buSzPts val="1800"/>
              <a:buNone/>
              <a:defRPr>
                <a:solidFill>
                  <a:srgbClr val="2F286F"/>
                </a:solidFill>
              </a:defRPr>
            </a:lvl5pPr>
            <a:lvl6pPr lvl="5" algn="l">
              <a:lnSpc>
                <a:spcPct val="90000"/>
              </a:lnSpc>
              <a:spcBef>
                <a:spcPts val="500"/>
              </a:spcBef>
              <a:spcAft>
                <a:spcPts val="0"/>
              </a:spcAft>
              <a:buClr>
                <a:srgbClr val="2F286F"/>
              </a:buClr>
              <a:buSzPts val="1800"/>
              <a:buNone/>
              <a:defRPr>
                <a:solidFill>
                  <a:srgbClr val="2F286F"/>
                </a:solidFill>
              </a:defRPr>
            </a:lvl6pPr>
            <a:lvl7pPr lvl="6" algn="l">
              <a:lnSpc>
                <a:spcPct val="90000"/>
              </a:lnSpc>
              <a:spcBef>
                <a:spcPts val="500"/>
              </a:spcBef>
              <a:spcAft>
                <a:spcPts val="0"/>
              </a:spcAft>
              <a:buClr>
                <a:srgbClr val="2F286F"/>
              </a:buClr>
              <a:buSzPts val="1800"/>
              <a:buNone/>
              <a:defRPr>
                <a:solidFill>
                  <a:srgbClr val="2F286F"/>
                </a:solidFill>
              </a:defRPr>
            </a:lvl7pPr>
            <a:lvl8pPr lvl="7" algn="l">
              <a:lnSpc>
                <a:spcPct val="90000"/>
              </a:lnSpc>
              <a:spcBef>
                <a:spcPts val="500"/>
              </a:spcBef>
              <a:spcAft>
                <a:spcPts val="0"/>
              </a:spcAft>
              <a:buClr>
                <a:srgbClr val="2F286F"/>
              </a:buClr>
              <a:buSzPts val="1800"/>
              <a:buNone/>
              <a:defRPr>
                <a:solidFill>
                  <a:srgbClr val="2F286F"/>
                </a:solidFill>
              </a:defRPr>
            </a:lvl8pPr>
            <a:lvl9pPr lvl="8" algn="l">
              <a:lnSpc>
                <a:spcPct val="90000"/>
              </a:lnSpc>
              <a:spcBef>
                <a:spcPts val="500"/>
              </a:spcBef>
              <a:spcAft>
                <a:spcPts val="0"/>
              </a:spcAft>
              <a:buClr>
                <a:srgbClr val="2F286F"/>
              </a:buClr>
              <a:buSzPts val="1800"/>
              <a:buNone/>
              <a:defRPr>
                <a:solidFill>
                  <a:srgbClr val="2F286F"/>
                </a:solidFill>
              </a:defRPr>
            </a:lvl9pPr>
          </a:lstStyle>
          <a:p>
            <a:endParaRPr/>
          </a:p>
        </p:txBody>
      </p:sp>
      <p:sp>
        <p:nvSpPr>
          <p:cNvPr id="258" name="Google Shape;258;g1f3daf8a844_0_32"/>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259" name="Google Shape;259;g1f3daf8a844_0_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60" name="Google Shape;260;g1f3daf8a844_0_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61" name="Google Shape;261;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262" name="Google Shape;262;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2F286F"/>
                </a:solidFill>
                <a:latin typeface="Poppins Medium"/>
                <a:ea typeface="Poppins Medium"/>
                <a:cs typeface="Poppins Medium"/>
                <a:sym typeface="Poppins Medium"/>
              </a:rPr>
              <a:t>Practise</a:t>
            </a:r>
            <a:r>
              <a:rPr lang="en-US" sz="3000" b="0" i="0" u="none" strike="noStrike" cap="none">
                <a:solidFill>
                  <a:srgbClr val="2F286F"/>
                </a:solidFill>
                <a:latin typeface="Poppins Medium"/>
                <a:ea typeface="Poppins Medium"/>
                <a:cs typeface="Poppins Medium"/>
                <a:sym typeface="Poppins Medium"/>
              </a:rPr>
              <a:t> Building Words</a:t>
            </a:r>
            <a:endParaRPr sz="3000" b="0" i="0" u="none" strike="noStrike" cap="none">
              <a:solidFill>
                <a:srgbClr val="2F286F"/>
              </a:solidFill>
              <a:latin typeface="Poppins Medium"/>
              <a:ea typeface="Poppins Medium"/>
              <a:cs typeface="Poppins Medium"/>
              <a:sym typeface="Poppins Medium"/>
            </a:endParaRPr>
          </a:p>
        </p:txBody>
      </p:sp>
      <p:cxnSp>
        <p:nvCxnSpPr>
          <p:cNvPr id="263" name="Google Shape;263;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64" name="Google Shape;264;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65" name="Google Shape;265;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66" name="Google Shape;266;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67" name="Google Shape;267;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68" name="Google Shape;268;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69" name="Google Shape;269;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70" name="Google Shape;270;g1f3daf8a844_0_32"/>
          <p:cNvSpPr txBox="1">
            <a:spLocks noGrp="1"/>
          </p:cNvSpPr>
          <p:nvPr>
            <p:ph type="subTitle" idx="4"/>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71" name="Google Shape;271;g1f3daf8a844_0_32"/>
          <p:cNvGrpSpPr/>
          <p:nvPr/>
        </p:nvGrpSpPr>
        <p:grpSpPr>
          <a:xfrm>
            <a:off x="662575" y="6212475"/>
            <a:ext cx="586800" cy="571500"/>
            <a:chOff x="662575" y="6212475"/>
            <a:chExt cx="586800" cy="571500"/>
          </a:xfrm>
        </p:grpSpPr>
        <p:sp>
          <p:nvSpPr>
            <p:cNvPr id="272" name="Google Shape;272;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3" name="Google Shape;273;g1f3daf8a844_0_32">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4" name="Google Shape;274;g1f3daf8a844_0_32">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75" name="Google Shape;275;g1f3daf8a844_0_32"/>
          <p:cNvGrpSpPr/>
          <p:nvPr/>
        </p:nvGrpSpPr>
        <p:grpSpPr>
          <a:xfrm>
            <a:off x="7894350" y="6212475"/>
            <a:ext cx="586800" cy="571500"/>
            <a:chOff x="7894350" y="6212475"/>
            <a:chExt cx="586800" cy="571500"/>
          </a:xfrm>
        </p:grpSpPr>
        <p:sp>
          <p:nvSpPr>
            <p:cNvPr id="276" name="Google Shape;276;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7" name="Google Shape;277;g1f3daf8a844_0_32">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8" name="Google Shape;278;g1f3daf8a844_0_32">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279"/>
        <p:cNvGrpSpPr/>
        <p:nvPr/>
      </p:nvGrpSpPr>
      <p:grpSpPr>
        <a:xfrm>
          <a:off x="0" y="0"/>
          <a:ext cx="0" cy="0"/>
          <a:chOff x="0" y="0"/>
          <a:chExt cx="0" cy="0"/>
        </a:xfrm>
      </p:grpSpPr>
      <p:sp>
        <p:nvSpPr>
          <p:cNvPr id="280" name="Google Shape;280;g2c157a2fb06_0_53"/>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1" name="Google Shape;281;g2c157a2fb06_0_53"/>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2" name="Google Shape;282;g2c157a2fb06_0_5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83" name="Google Shape;283;g2c157a2fb06_0_5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284" name="Google Shape;284;g2c157a2fb06_0_53"/>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5" name="Google Shape;285;g2c157a2fb06_0_53"/>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6" name="Google Shape;286;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87" name="Google Shape;287;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88" name="Google Shape;288;g2c157a2fb06_0_5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89" name="Google Shape;289;g2c157a2fb06_0_5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90" name="Google Shape;290;g2c157a2fb06_0_5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91" name="Google Shape;291;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92" name="Google Shape;292;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Quickwrite</a:t>
            </a:r>
            <a:endParaRPr sz="3000" b="0" i="0" u="none" strike="noStrike" cap="none">
              <a:solidFill>
                <a:srgbClr val="2F286F"/>
              </a:solidFill>
              <a:latin typeface="Poppins Medium"/>
              <a:ea typeface="Poppins Medium"/>
              <a:cs typeface="Poppins Medium"/>
              <a:sym typeface="Poppins Medium"/>
            </a:endParaRPr>
          </a:p>
        </p:txBody>
      </p:sp>
      <p:sp>
        <p:nvSpPr>
          <p:cNvPr id="293" name="Google Shape;293;g2c157a2fb06_0_53"/>
          <p:cNvSpPr txBox="1">
            <a:spLocks noGrp="1"/>
          </p:cNvSpPr>
          <p:nvPr>
            <p:ph type="subTitle" idx="4"/>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94" name="Google Shape;294;g2c157a2fb06_0_53"/>
          <p:cNvSpPr txBox="1">
            <a:spLocks noGrp="1"/>
          </p:cNvSpPr>
          <p:nvPr>
            <p:ph type="subTitle" idx="5"/>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95" name="Google Shape;295;g2c157a2fb06_0_53"/>
          <p:cNvSpPr txBox="1">
            <a:spLocks noGrp="1"/>
          </p:cNvSpPr>
          <p:nvPr>
            <p:ph type="subTitle" idx="6"/>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96" name="Google Shape;296;g2c157a2fb06_0_53"/>
          <p:cNvSpPr txBox="1">
            <a:spLocks noGrp="1"/>
          </p:cNvSpPr>
          <p:nvPr>
            <p:ph type="subTitle" idx="7"/>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97" name="Google Shape;297;g2c157a2fb06_0_53"/>
          <p:cNvSpPr/>
          <p:nvPr/>
        </p:nvSpPr>
        <p:spPr>
          <a:xfrm>
            <a:off x="3997207" y="7459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98" name="Google Shape;298;g2c157a2fb06_0_53"/>
          <p:cNvSpPr/>
          <p:nvPr/>
        </p:nvSpPr>
        <p:spPr>
          <a:xfrm>
            <a:off x="5249829" y="7459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99" name="Google Shape;299;g2c157a2fb06_0_53"/>
          <p:cNvSpPr/>
          <p:nvPr/>
        </p:nvSpPr>
        <p:spPr>
          <a:xfrm>
            <a:off x="2744584" y="7459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00" name="Google Shape;300;g2c157a2fb06_0_53"/>
          <p:cNvSpPr/>
          <p:nvPr/>
        </p:nvSpPr>
        <p:spPr>
          <a:xfrm>
            <a:off x="6502452" y="7459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01" name="Google Shape;301;g2c157a2fb06_0_53"/>
          <p:cNvSpPr/>
          <p:nvPr/>
        </p:nvSpPr>
        <p:spPr>
          <a:xfrm>
            <a:off x="7755075" y="7317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302" name="Google Shape;302;g2c157a2fb06_0_53"/>
          <p:cNvGrpSpPr/>
          <p:nvPr/>
        </p:nvGrpSpPr>
        <p:grpSpPr>
          <a:xfrm>
            <a:off x="1403031" y="6958923"/>
            <a:ext cx="6774848" cy="1291477"/>
            <a:chOff x="717231" y="7263723"/>
            <a:chExt cx="6774848" cy="1291477"/>
          </a:xfrm>
        </p:grpSpPr>
        <p:sp>
          <p:nvSpPr>
            <p:cNvPr id="303" name="Google Shape;303;g2c157a2fb06_0_53"/>
            <p:cNvSpPr txBox="1"/>
            <p:nvPr/>
          </p:nvSpPr>
          <p:spPr>
            <a:xfrm>
              <a:off x="777232" y="7263723"/>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FFFFFF"/>
                  </a:solidFill>
                  <a:latin typeface="Poppins"/>
                  <a:ea typeface="Poppins"/>
                  <a:cs typeface="Poppins"/>
                  <a:sym typeface="Poppins"/>
                </a:rPr>
                <a:t>Sound Buttons</a:t>
              </a:r>
              <a:endParaRPr sz="2000" b="0" i="0" u="none" strike="noStrike" cap="none">
                <a:solidFill>
                  <a:srgbClr val="FFFFFF"/>
                </a:solidFill>
                <a:latin typeface="Poppins"/>
                <a:ea typeface="Poppins"/>
                <a:cs typeface="Poppins"/>
                <a:sym typeface="Poppins"/>
              </a:endParaRPr>
            </a:p>
          </p:txBody>
        </p:sp>
        <p:sp>
          <p:nvSpPr>
            <p:cNvPr id="304" name="Google Shape;304;g2c157a2fb06_0_53"/>
            <p:cNvSpPr txBox="1"/>
            <p:nvPr/>
          </p:nvSpPr>
          <p:spPr>
            <a:xfrm>
              <a:off x="717231" y="8178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Vowel</a:t>
              </a:r>
              <a:endParaRPr sz="950" b="0" i="0" u="none" strike="noStrike" cap="none">
                <a:solidFill>
                  <a:srgbClr val="FFFFFF"/>
                </a:solidFill>
                <a:latin typeface="Poppins"/>
                <a:ea typeface="Poppins"/>
                <a:cs typeface="Poppins"/>
                <a:sym typeface="Poppins"/>
              </a:endParaRPr>
            </a:p>
          </p:txBody>
        </p:sp>
        <p:sp>
          <p:nvSpPr>
            <p:cNvPr id="305" name="Google Shape;305;g2c157a2fb06_0_53"/>
            <p:cNvSpPr txBox="1"/>
            <p:nvPr/>
          </p:nvSpPr>
          <p:spPr>
            <a:xfrm>
              <a:off x="1278224" y="8179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a:t>
              </a:r>
              <a:endParaRPr sz="950" b="0" i="0" u="none" strike="noStrike" cap="none">
                <a:solidFill>
                  <a:srgbClr val="FFFFFF"/>
                </a:solidFill>
                <a:latin typeface="Poppins"/>
                <a:ea typeface="Poppins"/>
                <a:cs typeface="Poppins"/>
                <a:sym typeface="Poppins"/>
              </a:endParaRPr>
            </a:p>
          </p:txBody>
        </p:sp>
        <p:sp>
          <p:nvSpPr>
            <p:cNvPr id="306" name="Google Shape;306;g2c157a2fb06_0_53"/>
            <p:cNvSpPr txBox="1"/>
            <p:nvPr/>
          </p:nvSpPr>
          <p:spPr>
            <a:xfrm>
              <a:off x="2048446"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 Digraph</a:t>
              </a:r>
              <a:endParaRPr sz="950" b="0" i="0" u="none" strike="noStrike" cap="none">
                <a:solidFill>
                  <a:srgbClr val="FFFFFF"/>
                </a:solidFill>
                <a:latin typeface="Poppins"/>
                <a:ea typeface="Poppins"/>
                <a:cs typeface="Poppins"/>
                <a:sym typeface="Poppins"/>
              </a:endParaRPr>
            </a:p>
          </p:txBody>
        </p:sp>
        <p:sp>
          <p:nvSpPr>
            <p:cNvPr id="307" name="Google Shape;307;g2c157a2fb06_0_53"/>
            <p:cNvSpPr txBox="1"/>
            <p:nvPr/>
          </p:nvSpPr>
          <p:spPr>
            <a:xfrm>
              <a:off x="3341753"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Long Vowel Sound</a:t>
              </a:r>
              <a:endParaRPr sz="950" b="0" i="0" u="none" strike="noStrike" cap="none">
                <a:solidFill>
                  <a:srgbClr val="FFFFFF"/>
                </a:solidFill>
                <a:latin typeface="Poppins"/>
                <a:ea typeface="Poppins"/>
                <a:cs typeface="Poppins"/>
                <a:sym typeface="Poppins"/>
              </a:endParaRPr>
            </a:p>
          </p:txBody>
        </p:sp>
        <p:sp>
          <p:nvSpPr>
            <p:cNvPr id="308" name="Google Shape;308;g2c157a2fb06_0_53"/>
            <p:cNvSpPr txBox="1"/>
            <p:nvPr/>
          </p:nvSpPr>
          <p:spPr>
            <a:xfrm>
              <a:off x="4562812"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R-controlled Digraph</a:t>
              </a:r>
              <a:endParaRPr sz="950" b="0" i="0" u="none" strike="noStrike" cap="none">
                <a:solidFill>
                  <a:srgbClr val="FFFFFF"/>
                </a:solidFill>
                <a:latin typeface="Poppins"/>
                <a:ea typeface="Poppins"/>
                <a:cs typeface="Poppins"/>
                <a:sym typeface="Poppins"/>
              </a:endParaRPr>
            </a:p>
          </p:txBody>
        </p:sp>
        <p:sp>
          <p:nvSpPr>
            <p:cNvPr id="309" name="Google Shape;309;g2c157a2fb06_0_53"/>
            <p:cNvSpPr txBox="1"/>
            <p:nvPr/>
          </p:nvSpPr>
          <p:spPr>
            <a:xfrm>
              <a:off x="5848919"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Split Digraph</a:t>
              </a:r>
              <a:endParaRPr sz="950" b="0" i="0" u="none" strike="noStrike" cap="none">
                <a:solidFill>
                  <a:srgbClr val="FFFFFF"/>
                </a:solidFill>
                <a:latin typeface="Poppins"/>
                <a:ea typeface="Poppins"/>
                <a:cs typeface="Poppins"/>
                <a:sym typeface="Poppins"/>
              </a:endParaRPr>
            </a:p>
          </p:txBody>
        </p:sp>
        <p:sp>
          <p:nvSpPr>
            <p:cNvPr id="310" name="Google Shape;310;g2c157a2fb06_0_53"/>
            <p:cNvSpPr txBox="1"/>
            <p:nvPr/>
          </p:nvSpPr>
          <p:spPr>
            <a:xfrm>
              <a:off x="6771179" y="8178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Syllable / Silent Letter</a:t>
              </a:r>
              <a:endParaRPr sz="950" b="0" i="0" u="none" strike="noStrike" cap="none">
                <a:solidFill>
                  <a:srgbClr val="FFFFFF"/>
                </a:solidFill>
                <a:latin typeface="Poppins"/>
                <a:ea typeface="Poppins"/>
                <a:cs typeface="Poppins"/>
                <a:sym typeface="Poppins"/>
              </a:endParaRPr>
            </a:p>
          </p:txBody>
        </p:sp>
      </p:grpSp>
      <p:sp>
        <p:nvSpPr>
          <p:cNvPr id="311" name="Google Shape;311;g2c157a2fb06_0_53"/>
          <p:cNvSpPr/>
          <p:nvPr/>
        </p:nvSpPr>
        <p:spPr>
          <a:xfrm>
            <a:off x="1498738" y="7358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2" name="Google Shape;312;g2c157a2fb06_0_53"/>
          <p:cNvSpPr/>
          <p:nvPr/>
        </p:nvSpPr>
        <p:spPr>
          <a:xfrm>
            <a:off x="2121661" y="7358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3" name="Google Shape;313;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14" name="Google Shape;314;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315" name="Google Shape;315;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grpSp>
        <p:nvGrpSpPr>
          <p:cNvPr id="316" name="Google Shape;316;g2c157a2fb06_0_53"/>
          <p:cNvGrpSpPr/>
          <p:nvPr/>
        </p:nvGrpSpPr>
        <p:grpSpPr>
          <a:xfrm>
            <a:off x="662575" y="6212475"/>
            <a:ext cx="586800" cy="571500"/>
            <a:chOff x="662575" y="6212475"/>
            <a:chExt cx="586800" cy="571500"/>
          </a:xfrm>
        </p:grpSpPr>
        <p:sp>
          <p:nvSpPr>
            <p:cNvPr id="317" name="Google Shape;317;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8" name="Google Shape;318;g2c157a2fb06_0_53">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9" name="Google Shape;319;g2c157a2fb06_0_53">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20" name="Google Shape;320;g2c157a2fb06_0_53"/>
          <p:cNvGrpSpPr/>
          <p:nvPr/>
        </p:nvGrpSpPr>
        <p:grpSpPr>
          <a:xfrm>
            <a:off x="7894350" y="6212475"/>
            <a:ext cx="586800" cy="571500"/>
            <a:chOff x="7894350" y="6212475"/>
            <a:chExt cx="586800" cy="571500"/>
          </a:xfrm>
        </p:grpSpPr>
        <p:sp>
          <p:nvSpPr>
            <p:cNvPr id="321" name="Google Shape;321;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2" name="Google Shape;322;g2c157a2fb06_0_53">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3" name="Google Shape;323;g2c157a2fb06_0_53">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324"/>
        <p:cNvGrpSpPr/>
        <p:nvPr/>
      </p:nvGrpSpPr>
      <p:grpSpPr>
        <a:xfrm>
          <a:off x="0" y="0"/>
          <a:ext cx="0" cy="0"/>
          <a:chOff x="0" y="0"/>
          <a:chExt cx="0" cy="0"/>
        </a:xfrm>
      </p:grpSpPr>
      <p:sp>
        <p:nvSpPr>
          <p:cNvPr id="325" name="Google Shape;325;g2c157a2fb06_0_158"/>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6" name="Google Shape;326;g2c157a2fb06_0_158"/>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7" name="Google Shape;327;g2c157a2fb06_0_15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8" name="Google Shape;328;g2c157a2fb06_0_158"/>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329" name="Google Shape;329;g2c157a2fb06_0_158"/>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0" name="Google Shape;330;g2c157a2fb06_0_158"/>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1" name="Google Shape;331;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32" name="Google Shape;332;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333" name="Google Shape;333;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334" name="Google Shape;334;g2c157a2fb06_0_158"/>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35" name="Google Shape;335;g2c157a2fb06_0_158"/>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36" name="Google Shape;336;g2c157a2fb06_0_158"/>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37" name="Google Shape;337;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338" name="Google Shape;338;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Full Circle</a:t>
            </a:r>
            <a:endParaRPr sz="3000" b="0" i="0" u="none" strike="noStrike" cap="none">
              <a:solidFill>
                <a:srgbClr val="2F286F"/>
              </a:solidFill>
              <a:latin typeface="Poppins Medium"/>
              <a:ea typeface="Poppins Medium"/>
              <a:cs typeface="Poppins Medium"/>
              <a:sym typeface="Poppins Medium"/>
            </a:endParaRPr>
          </a:p>
        </p:txBody>
      </p:sp>
      <p:sp>
        <p:nvSpPr>
          <p:cNvPr id="339" name="Google Shape;339;g2c157a2fb06_0_158"/>
          <p:cNvSpPr txBox="1">
            <a:spLocks noGrp="1"/>
          </p:cNvSpPr>
          <p:nvPr>
            <p:ph type="subTitle" idx="4"/>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40" name="Google Shape;340;g2c157a2fb06_0_158"/>
          <p:cNvSpPr txBox="1">
            <a:spLocks noGrp="1"/>
          </p:cNvSpPr>
          <p:nvPr>
            <p:ph type="subTitle" idx="5"/>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41" name="Google Shape;341;g2c157a2fb06_0_158"/>
          <p:cNvSpPr txBox="1">
            <a:spLocks noGrp="1"/>
          </p:cNvSpPr>
          <p:nvPr>
            <p:ph type="subTitle" idx="6"/>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42" name="Google Shape;342;g2c157a2fb06_0_158"/>
          <p:cNvSpPr txBox="1">
            <a:spLocks noGrp="1"/>
          </p:cNvSpPr>
          <p:nvPr>
            <p:ph type="subTitle" idx="7"/>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43" name="Google Shape;343;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44" name="Google Shape;344;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345" name="Google Shape;345;g2c157a2fb06_0_158"/>
          <p:cNvGrpSpPr/>
          <p:nvPr/>
        </p:nvGrpSpPr>
        <p:grpSpPr>
          <a:xfrm>
            <a:off x="662575" y="6212475"/>
            <a:ext cx="586800" cy="571500"/>
            <a:chOff x="662575" y="6212475"/>
            <a:chExt cx="586800" cy="571500"/>
          </a:xfrm>
        </p:grpSpPr>
        <p:sp>
          <p:nvSpPr>
            <p:cNvPr id="346" name="Google Shape;346;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7" name="Google Shape;347;g2c157a2fb06_0_158">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8" name="Google Shape;348;g2c157a2fb06_0_158">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49" name="Google Shape;349;g2c157a2fb06_0_158"/>
          <p:cNvGrpSpPr/>
          <p:nvPr/>
        </p:nvGrpSpPr>
        <p:grpSpPr>
          <a:xfrm>
            <a:off x="7894350" y="6212475"/>
            <a:ext cx="586800" cy="571500"/>
            <a:chOff x="7894350" y="6212475"/>
            <a:chExt cx="586800" cy="571500"/>
          </a:xfrm>
        </p:grpSpPr>
        <p:sp>
          <p:nvSpPr>
            <p:cNvPr id="350" name="Google Shape;350;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1" name="Google Shape;351;g2c157a2fb06_0_158">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2" name="Google Shape;352;g2c157a2fb06_0_158">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353"/>
        <p:cNvGrpSpPr/>
        <p:nvPr/>
      </p:nvGrpSpPr>
      <p:grpSpPr>
        <a:xfrm>
          <a:off x="0" y="0"/>
          <a:ext cx="0" cy="0"/>
          <a:chOff x="0" y="0"/>
          <a:chExt cx="0" cy="0"/>
        </a:xfrm>
      </p:grpSpPr>
      <p:sp>
        <p:nvSpPr>
          <p:cNvPr id="354" name="Google Shape;354;g2c157a2fb06_0_263"/>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5" name="Google Shape;355;g2c157a2fb06_0_263"/>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6" name="Google Shape;356;g2c157a2fb06_0_26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57" name="Google Shape;357;g2c157a2fb06_0_26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358" name="Google Shape;358;g2c157a2fb06_0_263"/>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9" name="Google Shape;359;g2c157a2fb06_0_263"/>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0" name="Google Shape;360;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61" name="Google Shape;361;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62" name="Google Shape;362;g2c157a2fb06_0_26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63" name="Google Shape;363;g2c157a2fb06_0_26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64" name="Google Shape;364;g2c157a2fb06_0_26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65" name="Google Shape;365;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366" name="Google Shape;366;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Picture Match</a:t>
            </a:r>
            <a:endParaRPr sz="3000" b="0" i="0" u="none" strike="noStrike" cap="none">
              <a:solidFill>
                <a:srgbClr val="2F286F"/>
              </a:solidFill>
              <a:latin typeface="Poppins Medium"/>
              <a:ea typeface="Poppins Medium"/>
              <a:cs typeface="Poppins Medium"/>
              <a:sym typeface="Poppins Medium"/>
            </a:endParaRPr>
          </a:p>
        </p:txBody>
      </p:sp>
      <p:sp>
        <p:nvSpPr>
          <p:cNvPr id="367" name="Google Shape;367;g2c157a2fb06_0_263"/>
          <p:cNvSpPr txBox="1">
            <a:spLocks noGrp="1"/>
          </p:cNvSpPr>
          <p:nvPr>
            <p:ph type="subTitle" idx="4"/>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68" name="Google Shape;368;g2c157a2fb06_0_263"/>
          <p:cNvSpPr txBox="1">
            <a:spLocks noGrp="1"/>
          </p:cNvSpPr>
          <p:nvPr>
            <p:ph type="subTitle" idx="5"/>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69" name="Google Shape;369;g2c157a2fb06_0_263"/>
          <p:cNvSpPr txBox="1">
            <a:spLocks noGrp="1"/>
          </p:cNvSpPr>
          <p:nvPr>
            <p:ph type="subTitle" idx="6"/>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70" name="Google Shape;370;g2c157a2fb06_0_263"/>
          <p:cNvSpPr txBox="1">
            <a:spLocks noGrp="1"/>
          </p:cNvSpPr>
          <p:nvPr>
            <p:ph type="subTitle" idx="7"/>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71" name="Google Shape;371;g2c157a2fb06_0_263"/>
          <p:cNvSpPr>
            <a:spLocks noGrp="1"/>
          </p:cNvSpPr>
          <p:nvPr>
            <p:ph type="pic" idx="8"/>
          </p:nvPr>
        </p:nvSpPr>
        <p:spPr>
          <a:xfrm>
            <a:off x="5086375" y="4412425"/>
            <a:ext cx="2668800" cy="1291500"/>
          </a:xfrm>
          <a:prstGeom prst="rect">
            <a:avLst/>
          </a:prstGeom>
          <a:noFill/>
          <a:ln>
            <a:noFill/>
          </a:ln>
        </p:spPr>
      </p:sp>
      <p:sp>
        <p:nvSpPr>
          <p:cNvPr id="372" name="Google Shape;372;g2c157a2fb06_0_263"/>
          <p:cNvSpPr>
            <a:spLocks noGrp="1"/>
          </p:cNvSpPr>
          <p:nvPr>
            <p:ph type="pic" idx="9"/>
          </p:nvPr>
        </p:nvSpPr>
        <p:spPr>
          <a:xfrm>
            <a:off x="5086375" y="797675"/>
            <a:ext cx="2668800" cy="1291500"/>
          </a:xfrm>
          <a:prstGeom prst="rect">
            <a:avLst/>
          </a:prstGeom>
          <a:noFill/>
          <a:ln>
            <a:noFill/>
          </a:ln>
        </p:spPr>
      </p:sp>
      <p:sp>
        <p:nvSpPr>
          <p:cNvPr id="373" name="Google Shape;373;g2c157a2fb06_0_263"/>
          <p:cNvSpPr>
            <a:spLocks noGrp="1"/>
          </p:cNvSpPr>
          <p:nvPr>
            <p:ph type="pic" idx="13"/>
          </p:nvPr>
        </p:nvSpPr>
        <p:spPr>
          <a:xfrm>
            <a:off x="5086375" y="2002592"/>
            <a:ext cx="2668800" cy="1291500"/>
          </a:xfrm>
          <a:prstGeom prst="rect">
            <a:avLst/>
          </a:prstGeom>
          <a:noFill/>
          <a:ln>
            <a:noFill/>
          </a:ln>
        </p:spPr>
      </p:sp>
      <p:sp>
        <p:nvSpPr>
          <p:cNvPr id="374" name="Google Shape;374;g2c157a2fb06_0_263"/>
          <p:cNvSpPr>
            <a:spLocks noGrp="1"/>
          </p:cNvSpPr>
          <p:nvPr>
            <p:ph type="pic" idx="14"/>
          </p:nvPr>
        </p:nvSpPr>
        <p:spPr>
          <a:xfrm>
            <a:off x="5086375" y="3207508"/>
            <a:ext cx="2668800" cy="1291500"/>
          </a:xfrm>
          <a:prstGeom prst="rect">
            <a:avLst/>
          </a:prstGeom>
          <a:noFill/>
          <a:ln>
            <a:noFill/>
          </a:ln>
        </p:spPr>
      </p:sp>
      <p:sp>
        <p:nvSpPr>
          <p:cNvPr id="375" name="Google Shape;375;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76" name="Google Shape;376;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77" name="Google Shape;377;g2c157a2fb06_0_263"/>
          <p:cNvGrpSpPr/>
          <p:nvPr/>
        </p:nvGrpSpPr>
        <p:grpSpPr>
          <a:xfrm>
            <a:off x="662575" y="6212475"/>
            <a:ext cx="586800" cy="571500"/>
            <a:chOff x="662575" y="6212475"/>
            <a:chExt cx="586800" cy="571500"/>
          </a:xfrm>
        </p:grpSpPr>
        <p:sp>
          <p:nvSpPr>
            <p:cNvPr id="378" name="Google Shape;378;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9" name="Google Shape;379;g2c157a2fb06_0_263">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0" name="Google Shape;380;g2c157a2fb06_0_263">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81" name="Google Shape;381;g2c157a2fb06_0_263"/>
          <p:cNvGrpSpPr/>
          <p:nvPr/>
        </p:nvGrpSpPr>
        <p:grpSpPr>
          <a:xfrm>
            <a:off x="7894350" y="6212475"/>
            <a:ext cx="586800" cy="571500"/>
            <a:chOff x="7894350" y="6212475"/>
            <a:chExt cx="586800" cy="571500"/>
          </a:xfrm>
        </p:grpSpPr>
        <p:sp>
          <p:nvSpPr>
            <p:cNvPr id="382" name="Google Shape;382;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3" name="Google Shape;383;g2c157a2fb06_0_263">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4" name="Google Shape;384;g2c157a2fb06_0_263">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385"/>
        <p:cNvGrpSpPr/>
        <p:nvPr/>
      </p:nvGrpSpPr>
      <p:grpSpPr>
        <a:xfrm>
          <a:off x="0" y="0"/>
          <a:ext cx="0" cy="0"/>
          <a:chOff x="0" y="0"/>
          <a:chExt cx="0" cy="0"/>
        </a:xfrm>
      </p:grpSpPr>
      <p:sp>
        <p:nvSpPr>
          <p:cNvPr id="386" name="Google Shape;386;g2c157a2fb06_0_467"/>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7" name="Google Shape;387;g2c157a2fb06_0_467"/>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8" name="Google Shape;388;g2c157a2fb06_0_46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89" name="Google Shape;389;g2c157a2fb06_0_467"/>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390" name="Google Shape;390;g2c157a2fb06_0_467"/>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1" name="Google Shape;391;g2c157a2fb06_0_467"/>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2" name="Google Shape;392;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93" name="Google Shape;393;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394" name="Google Shape;394;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95" name="Google Shape;395;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96" name="Google Shape;396;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397" name="Google Shape;397;g2c157a2fb06_0_467"/>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98" name="Google Shape;398;g2c157a2fb06_0_467"/>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99" name="Google Shape;399;g2c157a2fb06_0_467"/>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00" name="Google Shape;400;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401" name="Google Shape;401;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Write a Caption</a:t>
            </a:r>
            <a:endParaRPr sz="3000" b="0" i="0" u="none" strike="noStrike" cap="none">
              <a:solidFill>
                <a:srgbClr val="2F286F"/>
              </a:solidFill>
              <a:latin typeface="Poppins Medium"/>
              <a:ea typeface="Poppins Medium"/>
              <a:cs typeface="Poppins Medium"/>
              <a:sym typeface="Poppins Medium"/>
            </a:endParaRPr>
          </a:p>
        </p:txBody>
      </p:sp>
      <p:sp>
        <p:nvSpPr>
          <p:cNvPr id="402" name="Google Shape;402;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03" name="Google Shape;403;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04" name="Google Shape;404;g2c157a2fb06_0_467"/>
          <p:cNvGrpSpPr/>
          <p:nvPr/>
        </p:nvGrpSpPr>
        <p:grpSpPr>
          <a:xfrm>
            <a:off x="662575" y="6212475"/>
            <a:ext cx="586800" cy="571500"/>
            <a:chOff x="662575" y="6212475"/>
            <a:chExt cx="586800" cy="571500"/>
          </a:xfrm>
        </p:grpSpPr>
        <p:sp>
          <p:nvSpPr>
            <p:cNvPr id="405" name="Google Shape;405;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6" name="Google Shape;406;g2c157a2fb06_0_467">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7" name="Google Shape;407;g2c157a2fb06_0_467">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08" name="Google Shape;408;g2c157a2fb06_0_467"/>
          <p:cNvGrpSpPr/>
          <p:nvPr/>
        </p:nvGrpSpPr>
        <p:grpSpPr>
          <a:xfrm>
            <a:off x="7894350" y="6212475"/>
            <a:ext cx="586800" cy="571500"/>
            <a:chOff x="7894350" y="6212475"/>
            <a:chExt cx="586800" cy="571500"/>
          </a:xfrm>
        </p:grpSpPr>
        <p:sp>
          <p:nvSpPr>
            <p:cNvPr id="409" name="Google Shape;409;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0" name="Google Shape;410;g2c157a2fb06_0_467">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1" name="Google Shape;411;g2c157a2fb06_0_467">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412"/>
        <p:cNvGrpSpPr/>
        <p:nvPr/>
      </p:nvGrpSpPr>
      <p:grpSpPr>
        <a:xfrm>
          <a:off x="0" y="0"/>
          <a:ext cx="0" cy="0"/>
          <a:chOff x="0" y="0"/>
          <a:chExt cx="0" cy="0"/>
        </a:xfrm>
      </p:grpSpPr>
      <p:sp>
        <p:nvSpPr>
          <p:cNvPr id="413" name="Google Shape;413;g2c157a2fb06_0_629"/>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4" name="Google Shape;414;g2c157a2fb06_0_629"/>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5" name="Google Shape;415;g2c157a2fb06_0_629"/>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16" name="Google Shape;416;g2c157a2fb06_0_629"/>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417" name="Google Shape;417;g2c157a2fb06_0_629"/>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8" name="Google Shape;418;g2c157a2fb06_0_629"/>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9" name="Google Shape;419;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20" name="Google Shape;420;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421" name="Google Shape;421;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22" name="Google Shape;422;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423" name="Google Shape;423;g2c157a2fb06_0_629"/>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24" name="Google Shape;424;g2c157a2fb06_0_629"/>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25" name="Google Shape;425;g2c157a2fb06_0_629"/>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26" name="Google Shape;426;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27" name="Google Shape;427;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Read a Caption</a:t>
            </a:r>
            <a:endParaRPr sz="3000" b="0" i="0" u="none" strike="noStrike" cap="none">
              <a:solidFill>
                <a:srgbClr val="2F286F"/>
              </a:solidFill>
              <a:latin typeface="Poppins Medium"/>
              <a:ea typeface="Poppins Medium"/>
              <a:cs typeface="Poppins Medium"/>
              <a:sym typeface="Poppins Medium"/>
            </a:endParaRPr>
          </a:p>
        </p:txBody>
      </p:sp>
      <p:sp>
        <p:nvSpPr>
          <p:cNvPr id="428" name="Google Shape;428;g2c157a2fb06_0_629"/>
          <p:cNvSpPr txBox="1">
            <a:spLocks noGrp="1"/>
          </p:cNvSpPr>
          <p:nvPr>
            <p:ph type="subTitle" idx="5"/>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29" name="Google Shape;429;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30" name="Google Shape;430;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31" name="Google Shape;431;g2c157a2fb06_0_629"/>
          <p:cNvGrpSpPr/>
          <p:nvPr/>
        </p:nvGrpSpPr>
        <p:grpSpPr>
          <a:xfrm>
            <a:off x="662575" y="6212475"/>
            <a:ext cx="586800" cy="571500"/>
            <a:chOff x="662575" y="6212475"/>
            <a:chExt cx="586800" cy="571500"/>
          </a:xfrm>
        </p:grpSpPr>
        <p:sp>
          <p:nvSpPr>
            <p:cNvPr id="432" name="Google Shape;432;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3" name="Google Shape;433;g2c157a2fb06_0_629">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4" name="Google Shape;434;g2c157a2fb06_0_629">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35" name="Google Shape;435;g2c157a2fb06_0_629"/>
          <p:cNvGrpSpPr/>
          <p:nvPr/>
        </p:nvGrpSpPr>
        <p:grpSpPr>
          <a:xfrm>
            <a:off x="7894350" y="6212475"/>
            <a:ext cx="586800" cy="571500"/>
            <a:chOff x="7894350" y="6212475"/>
            <a:chExt cx="586800" cy="571500"/>
          </a:xfrm>
        </p:grpSpPr>
        <p:sp>
          <p:nvSpPr>
            <p:cNvPr id="436" name="Google Shape;436;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7" name="Google Shape;437;g2c157a2fb06_0_629">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8" name="Google Shape;438;g2c157a2fb06_0_629">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439"/>
        <p:cNvGrpSpPr/>
        <p:nvPr/>
      </p:nvGrpSpPr>
      <p:grpSpPr>
        <a:xfrm>
          <a:off x="0" y="0"/>
          <a:ext cx="0" cy="0"/>
          <a:chOff x="0" y="0"/>
          <a:chExt cx="0" cy="0"/>
        </a:xfrm>
      </p:grpSpPr>
      <p:sp>
        <p:nvSpPr>
          <p:cNvPr id="440" name="Google Shape;440;g2c157a2fb06_0_798"/>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1" name="Google Shape;441;g2c157a2fb06_0_798"/>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2" name="Google Shape;442;g2c157a2fb06_0_79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43" name="Google Shape;443;g2c157a2fb06_0_798"/>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444" name="Google Shape;444;g2c157a2fb06_0_798"/>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5" name="Google Shape;445;g2c157a2fb06_0_798"/>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6" name="Google Shape;446;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47" name="Google Shape;447;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448" name="Google Shape;448;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49" name="Google Shape;449;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50" name="Google Shape;450;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51" name="Google Shape;451;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452" name="Google Shape;452;g2c157a2fb06_0_798"/>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53" name="Google Shape;453;g2c157a2fb06_0_798"/>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54" name="Google Shape;454;g2c157a2fb06_0_798"/>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55" name="Google Shape;455;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456" name="Google Shape;456;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Write a Sentence</a:t>
            </a:r>
            <a:endParaRPr sz="3000" b="0" i="0" u="none" strike="noStrike" cap="none">
              <a:solidFill>
                <a:srgbClr val="2F286F"/>
              </a:solidFill>
              <a:latin typeface="Poppins Medium"/>
              <a:ea typeface="Poppins Medium"/>
              <a:cs typeface="Poppins Medium"/>
              <a:sym typeface="Poppins Medium"/>
            </a:endParaRPr>
          </a:p>
        </p:txBody>
      </p:sp>
      <p:sp>
        <p:nvSpPr>
          <p:cNvPr id="457" name="Google Shape;457;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58" name="Google Shape;458;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59" name="Google Shape;459;g2c157a2fb06_0_798"/>
          <p:cNvGrpSpPr/>
          <p:nvPr/>
        </p:nvGrpSpPr>
        <p:grpSpPr>
          <a:xfrm>
            <a:off x="662575" y="6212475"/>
            <a:ext cx="586800" cy="571500"/>
            <a:chOff x="662575" y="6212475"/>
            <a:chExt cx="586800" cy="571500"/>
          </a:xfrm>
        </p:grpSpPr>
        <p:sp>
          <p:nvSpPr>
            <p:cNvPr id="460" name="Google Shape;460;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1" name="Google Shape;461;g2c157a2fb06_0_798">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2" name="Google Shape;462;g2c157a2fb06_0_798">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63" name="Google Shape;463;g2c157a2fb06_0_798"/>
          <p:cNvGrpSpPr/>
          <p:nvPr/>
        </p:nvGrpSpPr>
        <p:grpSpPr>
          <a:xfrm>
            <a:off x="7894350" y="6212475"/>
            <a:ext cx="586800" cy="571500"/>
            <a:chOff x="7894350" y="6212475"/>
            <a:chExt cx="586800" cy="571500"/>
          </a:xfrm>
        </p:grpSpPr>
        <p:sp>
          <p:nvSpPr>
            <p:cNvPr id="464" name="Google Shape;464;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5" name="Google Shape;465;g2c157a2fb06_0_798">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6" name="Google Shape;466;g2c157a2fb06_0_798">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467"/>
        <p:cNvGrpSpPr/>
        <p:nvPr/>
      </p:nvGrpSpPr>
      <p:grpSpPr>
        <a:xfrm>
          <a:off x="0" y="0"/>
          <a:ext cx="0" cy="0"/>
          <a:chOff x="0" y="0"/>
          <a:chExt cx="0" cy="0"/>
        </a:xfrm>
      </p:grpSpPr>
      <p:sp>
        <p:nvSpPr>
          <p:cNvPr id="468" name="Google Shape;468;g2c157a2fb06_0_825"/>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9" name="Google Shape;469;g2c157a2fb06_0_825"/>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0" name="Google Shape;470;g2c157a2fb06_0_82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1" name="Google Shape;471;g2c157a2fb06_0_82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472" name="Google Shape;472;g2c157a2fb06_0_825"/>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3" name="Google Shape;473;g2c157a2fb06_0_825"/>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4" name="Google Shape;474;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5" name="Google Shape;475;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476" name="Google Shape;476;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77" name="Google Shape;477;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78" name="Google Shape;478;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79" name="Google Shape;479;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480" name="Google Shape;480;g2c157a2fb06_0_825"/>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81" name="Google Shape;481;g2c157a2fb06_0_825"/>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Clr>
                <a:srgbClr val="2F286F"/>
              </a:buClr>
              <a:buSzPts val="2400"/>
              <a:buNone/>
              <a:defRPr>
                <a:solidFill>
                  <a:srgbClr val="2F286F"/>
                </a:solidFill>
              </a:defRPr>
            </a:lvl2pPr>
            <a:lvl3pPr lvl="2" algn="r">
              <a:lnSpc>
                <a:spcPct val="90000"/>
              </a:lnSpc>
              <a:spcBef>
                <a:spcPts val="500"/>
              </a:spcBef>
              <a:spcAft>
                <a:spcPts val="0"/>
              </a:spcAft>
              <a:buClr>
                <a:srgbClr val="2F286F"/>
              </a:buClr>
              <a:buSzPts val="2000"/>
              <a:buNone/>
              <a:defRPr>
                <a:solidFill>
                  <a:srgbClr val="2F286F"/>
                </a:solidFill>
              </a:defRPr>
            </a:lvl3pPr>
            <a:lvl4pPr lvl="3" algn="r">
              <a:lnSpc>
                <a:spcPct val="90000"/>
              </a:lnSpc>
              <a:spcBef>
                <a:spcPts val="500"/>
              </a:spcBef>
              <a:spcAft>
                <a:spcPts val="0"/>
              </a:spcAft>
              <a:buClr>
                <a:srgbClr val="2F286F"/>
              </a:buClr>
              <a:buSzPts val="1800"/>
              <a:buNone/>
              <a:defRPr>
                <a:solidFill>
                  <a:srgbClr val="2F286F"/>
                </a:solidFill>
              </a:defRPr>
            </a:lvl4pPr>
            <a:lvl5pPr lvl="4" algn="r">
              <a:lnSpc>
                <a:spcPct val="90000"/>
              </a:lnSpc>
              <a:spcBef>
                <a:spcPts val="500"/>
              </a:spcBef>
              <a:spcAft>
                <a:spcPts val="0"/>
              </a:spcAft>
              <a:buClr>
                <a:srgbClr val="2F286F"/>
              </a:buClr>
              <a:buSzPts val="1800"/>
              <a:buNone/>
              <a:defRPr>
                <a:solidFill>
                  <a:srgbClr val="2F286F"/>
                </a:solidFill>
              </a:defRPr>
            </a:lvl5pPr>
            <a:lvl6pPr lvl="5" algn="r">
              <a:lnSpc>
                <a:spcPct val="90000"/>
              </a:lnSpc>
              <a:spcBef>
                <a:spcPts val="500"/>
              </a:spcBef>
              <a:spcAft>
                <a:spcPts val="0"/>
              </a:spcAft>
              <a:buClr>
                <a:srgbClr val="2F286F"/>
              </a:buClr>
              <a:buSzPts val="1800"/>
              <a:buNone/>
              <a:defRPr>
                <a:solidFill>
                  <a:srgbClr val="2F286F"/>
                </a:solidFill>
              </a:defRPr>
            </a:lvl6pPr>
            <a:lvl7pPr lvl="6" algn="r">
              <a:lnSpc>
                <a:spcPct val="90000"/>
              </a:lnSpc>
              <a:spcBef>
                <a:spcPts val="500"/>
              </a:spcBef>
              <a:spcAft>
                <a:spcPts val="0"/>
              </a:spcAft>
              <a:buClr>
                <a:srgbClr val="2F286F"/>
              </a:buClr>
              <a:buSzPts val="1800"/>
              <a:buNone/>
              <a:defRPr>
                <a:solidFill>
                  <a:srgbClr val="2F286F"/>
                </a:solidFill>
              </a:defRPr>
            </a:lvl7pPr>
            <a:lvl8pPr lvl="7" algn="r">
              <a:lnSpc>
                <a:spcPct val="90000"/>
              </a:lnSpc>
              <a:spcBef>
                <a:spcPts val="500"/>
              </a:spcBef>
              <a:spcAft>
                <a:spcPts val="0"/>
              </a:spcAft>
              <a:buClr>
                <a:srgbClr val="2F286F"/>
              </a:buClr>
              <a:buSzPts val="1800"/>
              <a:buNone/>
              <a:defRPr>
                <a:solidFill>
                  <a:srgbClr val="2F286F"/>
                </a:solidFill>
              </a:defRPr>
            </a:lvl8pPr>
            <a:lvl9pPr lvl="8" algn="r">
              <a:lnSpc>
                <a:spcPct val="90000"/>
              </a:lnSpc>
              <a:spcBef>
                <a:spcPts val="500"/>
              </a:spcBef>
              <a:spcAft>
                <a:spcPts val="0"/>
              </a:spcAft>
              <a:buClr>
                <a:srgbClr val="2F286F"/>
              </a:buClr>
              <a:buSzPts val="1800"/>
              <a:buNone/>
              <a:defRPr>
                <a:solidFill>
                  <a:srgbClr val="2F286F"/>
                </a:solidFill>
              </a:defRPr>
            </a:lvl9pPr>
          </a:lstStyle>
          <a:p>
            <a:endParaRPr/>
          </a:p>
        </p:txBody>
      </p:sp>
      <p:sp>
        <p:nvSpPr>
          <p:cNvPr id="482" name="Google Shape;482;g2c157a2fb06_0_825"/>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83" name="Google Shape;483;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84" name="Google Shape;484;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Read a Sentence</a:t>
            </a:r>
            <a:endParaRPr sz="3000" b="0" i="0" u="none" strike="noStrike" cap="none">
              <a:solidFill>
                <a:srgbClr val="2F286F"/>
              </a:solidFill>
              <a:latin typeface="Poppins Medium"/>
              <a:ea typeface="Poppins Medium"/>
              <a:cs typeface="Poppins Medium"/>
              <a:sym typeface="Poppins Medium"/>
            </a:endParaRPr>
          </a:p>
        </p:txBody>
      </p:sp>
      <p:sp>
        <p:nvSpPr>
          <p:cNvPr id="485" name="Google Shape;485;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86" name="Google Shape;486;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87" name="Google Shape;487;g2c157a2fb06_0_825"/>
          <p:cNvGrpSpPr/>
          <p:nvPr/>
        </p:nvGrpSpPr>
        <p:grpSpPr>
          <a:xfrm>
            <a:off x="662575" y="6212475"/>
            <a:ext cx="586800" cy="571500"/>
            <a:chOff x="662575" y="6212475"/>
            <a:chExt cx="586800" cy="571500"/>
          </a:xfrm>
        </p:grpSpPr>
        <p:sp>
          <p:nvSpPr>
            <p:cNvPr id="488" name="Google Shape;488;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9" name="Google Shape;489;g2c157a2fb06_0_825">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0" name="Google Shape;490;g2c157a2fb06_0_825">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91" name="Google Shape;491;g2c157a2fb06_0_825"/>
          <p:cNvGrpSpPr/>
          <p:nvPr/>
        </p:nvGrpSpPr>
        <p:grpSpPr>
          <a:xfrm>
            <a:off x="7894350" y="6212475"/>
            <a:ext cx="586800" cy="571500"/>
            <a:chOff x="7894350" y="6212475"/>
            <a:chExt cx="586800" cy="571500"/>
          </a:xfrm>
        </p:grpSpPr>
        <p:sp>
          <p:nvSpPr>
            <p:cNvPr id="492" name="Google Shape;492;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3" name="Google Shape;493;g2c157a2fb06_0_825">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4" name="Google Shape;494;g2c157a2fb06_0_825">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495"/>
        <p:cNvGrpSpPr/>
        <p:nvPr/>
      </p:nvGrpSpPr>
      <p:grpSpPr>
        <a:xfrm>
          <a:off x="0" y="0"/>
          <a:ext cx="0" cy="0"/>
          <a:chOff x="0" y="0"/>
          <a:chExt cx="0" cy="0"/>
        </a:xfrm>
      </p:grpSpPr>
      <p:sp>
        <p:nvSpPr>
          <p:cNvPr id="496" name="Google Shape;496;g2c157a2fb06_0_700"/>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7" name="Google Shape;497;g2c157a2fb06_0_700"/>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8" name="Google Shape;498;g2c157a2fb06_0_70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99" name="Google Shape;499;g2c157a2fb06_0_700"/>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500" name="Google Shape;500;g2c157a2fb06_0_700"/>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1" name="Google Shape;501;g2c157a2fb06_0_700"/>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2" name="Google Shape;502;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03" name="Google Shape;503;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04" name="Google Shape;504;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5" name="Google Shape;505;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6" name="Google Shape;506;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7" name="Google Shape;507;g2c157a2fb06_0_70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08" name="Google Shape;508;g2c157a2fb06_0_70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09" name="Google Shape;509;g2c157a2fb06_0_70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10" name="Google Shape;510;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Hands Up, Pair Up</a:t>
            </a:r>
            <a:endParaRPr sz="3000" b="0" i="0" u="none" strike="noStrike" cap="none">
              <a:solidFill>
                <a:srgbClr val="2F286F"/>
              </a:solidFill>
              <a:latin typeface="Poppins Medium"/>
              <a:ea typeface="Poppins Medium"/>
              <a:cs typeface="Poppins Medium"/>
              <a:sym typeface="Poppins Medium"/>
            </a:endParaRPr>
          </a:p>
        </p:txBody>
      </p:sp>
      <p:sp>
        <p:nvSpPr>
          <p:cNvPr id="511" name="Google Shape;511;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12" name="Google Shape;512;g2c157a2fb06_0_700"/>
          <p:cNvSpPr txBox="1">
            <a:spLocks noGrp="1"/>
          </p:cNvSpPr>
          <p:nvPr>
            <p:ph type="subTitle" idx="4"/>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13" name="Google Shape;513;g2c157a2fb06_0_700"/>
          <p:cNvSpPr txBox="1">
            <a:spLocks noGrp="1"/>
          </p:cNvSpPr>
          <p:nvPr>
            <p:ph type="subTitle" idx="5"/>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14" name="Google Shape;514;g2c157a2fb06_0_700"/>
          <p:cNvSpPr txBox="1">
            <a:spLocks noGrp="1"/>
          </p:cNvSpPr>
          <p:nvPr>
            <p:ph type="subTitle" idx="6"/>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15" name="Google Shape;515;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6" name="Google Shape;516;g2c157a2fb06_0_700"/>
          <p:cNvSpPr txBox="1">
            <a:spLocks noGrp="1"/>
          </p:cNvSpPr>
          <p:nvPr>
            <p:ph type="subTitle" idx="7"/>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17" name="Google Shape;517;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8" name="Google Shape;518;g2c157a2fb06_0_700"/>
          <p:cNvSpPr txBox="1">
            <a:spLocks noGrp="1"/>
          </p:cNvSpPr>
          <p:nvPr>
            <p:ph type="subTitle" idx="8"/>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19" name="Google Shape;519;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0" name="Google Shape;520;g2c157a2fb06_0_700"/>
          <p:cNvSpPr txBox="1">
            <a:spLocks noGrp="1"/>
          </p:cNvSpPr>
          <p:nvPr>
            <p:ph type="subTitle" idx="9"/>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21" name="Google Shape;521;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2" name="Google Shape;522;g2c157a2fb06_0_700"/>
          <p:cNvSpPr txBox="1">
            <a:spLocks noGrp="1"/>
          </p:cNvSpPr>
          <p:nvPr>
            <p:ph type="subTitle" idx="13"/>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23" name="Google Shape;523;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4" name="Google Shape;524;g2c157a2fb06_0_700"/>
          <p:cNvSpPr txBox="1">
            <a:spLocks noGrp="1"/>
          </p:cNvSpPr>
          <p:nvPr>
            <p:ph type="subTitle" idx="14"/>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25" name="Google Shape;525;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26" name="Google Shape;526;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527" name="Google Shape;527;g2c157a2fb06_0_700"/>
          <p:cNvGrpSpPr/>
          <p:nvPr/>
        </p:nvGrpSpPr>
        <p:grpSpPr>
          <a:xfrm>
            <a:off x="662575" y="6212475"/>
            <a:ext cx="586800" cy="571500"/>
            <a:chOff x="662575" y="6212475"/>
            <a:chExt cx="586800" cy="571500"/>
          </a:xfrm>
        </p:grpSpPr>
        <p:sp>
          <p:nvSpPr>
            <p:cNvPr id="528" name="Google Shape;528;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9" name="Google Shape;529;g2c157a2fb06_0_700">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0" name="Google Shape;530;g2c157a2fb06_0_700">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31" name="Google Shape;531;g2c157a2fb06_0_700"/>
          <p:cNvGrpSpPr/>
          <p:nvPr/>
        </p:nvGrpSpPr>
        <p:grpSpPr>
          <a:xfrm>
            <a:off x="7894350" y="6212475"/>
            <a:ext cx="586800" cy="571500"/>
            <a:chOff x="7894350" y="6212475"/>
            <a:chExt cx="586800" cy="571500"/>
          </a:xfrm>
        </p:grpSpPr>
        <p:sp>
          <p:nvSpPr>
            <p:cNvPr id="532" name="Google Shape;532;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3" name="Google Shape;533;g2c157a2fb06_0_700">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4" name="Google Shape;534;g2c157a2fb06_0_700">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535"/>
        <p:cNvGrpSpPr/>
        <p:nvPr/>
      </p:nvGrpSpPr>
      <p:grpSpPr>
        <a:xfrm>
          <a:off x="0" y="0"/>
          <a:ext cx="0" cy="0"/>
          <a:chOff x="0" y="0"/>
          <a:chExt cx="0" cy="0"/>
        </a:xfrm>
      </p:grpSpPr>
      <p:sp>
        <p:nvSpPr>
          <p:cNvPr id="536" name="Google Shape;536;g2c157a2fb06_0_932"/>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7" name="Google Shape;537;g2c157a2fb06_0_932"/>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8" name="Google Shape;538;g2c157a2fb06_0_9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39" name="Google Shape;539;g2c157a2fb06_0_932"/>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540" name="Google Shape;540;g2c157a2fb06_0_932"/>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1" name="Google Shape;541;g2c157a2fb06_0_932"/>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2" name="Google Shape;542;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43" name="Google Shape;543;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44" name="Google Shape;544;g2c157a2fb06_0_9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5" name="Google Shape;545;g2c157a2fb06_0_9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46" name="Google Shape;546;g2c157a2fb06_0_9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47" name="Google Shape;547;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Bingo</a:t>
            </a:r>
            <a:endParaRPr sz="3000" b="0" i="0" u="none" strike="noStrike" cap="none">
              <a:solidFill>
                <a:srgbClr val="2F286F"/>
              </a:solidFill>
              <a:latin typeface="Poppins Medium"/>
              <a:ea typeface="Poppins Medium"/>
              <a:cs typeface="Poppins Medium"/>
              <a:sym typeface="Poppins Medium"/>
            </a:endParaRPr>
          </a:p>
        </p:txBody>
      </p:sp>
      <p:cxnSp>
        <p:nvCxnSpPr>
          <p:cNvPr id="548" name="Google Shape;548;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49" name="Google Shape;549;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50" name="Google Shape;550;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51" name="Google Shape;551;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52" name="Google Shape;552;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53" name="Google Shape;553;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54" name="Google Shape;554;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55" name="Google Shape;555;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556" name="Google Shape;556;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57" name="Google Shape;557;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558" name="Google Shape;558;g2c157a2fb06_0_932"/>
          <p:cNvSpPr txBox="1">
            <a:spLocks noGrp="1"/>
          </p:cNvSpPr>
          <p:nvPr>
            <p:ph type="subTitle" idx="4"/>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59" name="Google Shape;559;g2c157a2fb06_0_932"/>
          <p:cNvSpPr txBox="1">
            <a:spLocks noGrp="1"/>
          </p:cNvSpPr>
          <p:nvPr>
            <p:ph type="subTitle" idx="5"/>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60" name="Google Shape;560;g2c157a2fb06_0_932"/>
          <p:cNvSpPr txBox="1">
            <a:spLocks noGrp="1"/>
          </p:cNvSpPr>
          <p:nvPr>
            <p:ph type="subTitle" idx="6"/>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61" name="Google Shape;561;g2c157a2fb06_0_932"/>
          <p:cNvSpPr txBox="1">
            <a:spLocks noGrp="1"/>
          </p:cNvSpPr>
          <p:nvPr>
            <p:ph type="subTitle" idx="7"/>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62" name="Google Shape;562;g2c157a2fb06_0_932"/>
          <p:cNvSpPr txBox="1">
            <a:spLocks noGrp="1"/>
          </p:cNvSpPr>
          <p:nvPr>
            <p:ph type="subTitle" idx="8"/>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63" name="Google Shape;563;g2c157a2fb06_0_932"/>
          <p:cNvSpPr txBox="1">
            <a:spLocks noGrp="1"/>
          </p:cNvSpPr>
          <p:nvPr>
            <p:ph type="subTitle" idx="9"/>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64" name="Google Shape;564;g2c157a2fb06_0_932"/>
          <p:cNvSpPr txBox="1">
            <a:spLocks noGrp="1"/>
          </p:cNvSpPr>
          <p:nvPr>
            <p:ph type="subTitle" idx="13"/>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65" name="Google Shape;565;g2c157a2fb06_0_932"/>
          <p:cNvSpPr txBox="1">
            <a:spLocks noGrp="1"/>
          </p:cNvSpPr>
          <p:nvPr>
            <p:ph type="subTitle" idx="14"/>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66" name="Google Shape;566;g2c157a2fb06_0_932"/>
          <p:cNvSpPr txBox="1">
            <a:spLocks noGrp="1"/>
          </p:cNvSpPr>
          <p:nvPr>
            <p:ph type="subTitle" idx="15"/>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grpSp>
        <p:nvGrpSpPr>
          <p:cNvPr id="567" name="Google Shape;567;g2c157a2fb06_0_932"/>
          <p:cNvGrpSpPr/>
          <p:nvPr/>
        </p:nvGrpSpPr>
        <p:grpSpPr>
          <a:xfrm>
            <a:off x="662575" y="6212475"/>
            <a:ext cx="586800" cy="571500"/>
            <a:chOff x="662575" y="6212475"/>
            <a:chExt cx="586800" cy="571500"/>
          </a:xfrm>
        </p:grpSpPr>
        <p:sp>
          <p:nvSpPr>
            <p:cNvPr id="568" name="Google Shape;568;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9" name="Google Shape;569;g2c157a2fb06_0_932">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0" name="Google Shape;570;g2c157a2fb06_0_932">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71" name="Google Shape;571;g2c157a2fb06_0_932"/>
          <p:cNvGrpSpPr/>
          <p:nvPr/>
        </p:nvGrpSpPr>
        <p:grpSpPr>
          <a:xfrm>
            <a:off x="7894350" y="6212475"/>
            <a:ext cx="586800" cy="571500"/>
            <a:chOff x="7894350" y="6212475"/>
            <a:chExt cx="586800" cy="571500"/>
          </a:xfrm>
        </p:grpSpPr>
        <p:sp>
          <p:nvSpPr>
            <p:cNvPr id="572" name="Google Shape;572;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3" name="Google Shape;573;g2c157a2fb06_0_932">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4" name="Google Shape;574;g2c157a2fb06_0_932">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575"/>
        <p:cNvGrpSpPr/>
        <p:nvPr/>
      </p:nvGrpSpPr>
      <p:grpSpPr>
        <a:xfrm>
          <a:off x="0" y="0"/>
          <a:ext cx="0" cy="0"/>
          <a:chOff x="0" y="0"/>
          <a:chExt cx="0" cy="0"/>
        </a:xfrm>
      </p:grpSpPr>
      <p:sp>
        <p:nvSpPr>
          <p:cNvPr id="576" name="Google Shape;576;g2c157a2fb06_0_1045"/>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7" name="Google Shape;577;g2c157a2fb06_0_1045"/>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8" name="Google Shape;578;g2c157a2fb06_0_104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79" name="Google Shape;579;g2c157a2fb06_0_104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580" name="Google Shape;580;g2c157a2fb06_0_1045"/>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1" name="Google Shape;581;g2c157a2fb06_0_1045"/>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2" name="Google Shape;582;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83" name="Google Shape;583;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584" name="Google Shape;584;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585" name="Google Shape;585;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586" name="Google Shape;586;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87" name="Google Shape;587;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88" name="Google Shape;588;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89" name="Google Shape;589;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90" name="Google Shape;590;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91" name="Google Shape;591;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92" name="Google Shape;592;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93" name="Google Shape;593;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94" name="Google Shape;594;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95" name="Google Shape;595;g2c157a2fb06_0_1045"/>
          <p:cNvSpPr txBox="1">
            <a:spLocks noGrp="1"/>
          </p:cNvSpPr>
          <p:nvPr>
            <p:ph type="subTitle" idx="1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96" name="Google Shape;596;g2c157a2fb06_0_1045"/>
          <p:cNvSpPr txBox="1">
            <a:spLocks noGrp="1"/>
          </p:cNvSpPr>
          <p:nvPr>
            <p:ph type="subTitle" idx="1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97" name="Google Shape;597;g2c157a2fb06_0_1045"/>
          <p:cNvSpPr txBox="1">
            <a:spLocks noGrp="1"/>
          </p:cNvSpPr>
          <p:nvPr>
            <p:ph type="subTitle" idx="1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98" name="Google Shape;598;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99" name="Google Shape;599;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Lucky Dip</a:t>
            </a:r>
            <a:endParaRPr sz="3000" b="0" i="0" u="none" strike="noStrike" cap="none">
              <a:solidFill>
                <a:srgbClr val="2F286F"/>
              </a:solidFill>
              <a:latin typeface="Poppins Medium"/>
              <a:ea typeface="Poppins Medium"/>
              <a:cs typeface="Poppins Medium"/>
              <a:sym typeface="Poppins Medium"/>
            </a:endParaRPr>
          </a:p>
        </p:txBody>
      </p:sp>
      <p:sp>
        <p:nvSpPr>
          <p:cNvPr id="600" name="Google Shape;600;g2c157a2fb06_0_1045"/>
          <p:cNvSpPr txBox="1">
            <a:spLocks noGrp="1"/>
          </p:cNvSpPr>
          <p:nvPr>
            <p:ph type="subTitle" idx="16"/>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01" name="Google Shape;601;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602" name="Google Shape;602;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603" name="Google Shape;603;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604" name="Google Shape;604;g2c157a2fb06_0_1045"/>
          <p:cNvGrpSpPr/>
          <p:nvPr/>
        </p:nvGrpSpPr>
        <p:grpSpPr>
          <a:xfrm>
            <a:off x="662575" y="6212475"/>
            <a:ext cx="586800" cy="571500"/>
            <a:chOff x="662575" y="6212475"/>
            <a:chExt cx="586800" cy="571500"/>
          </a:xfrm>
        </p:grpSpPr>
        <p:sp>
          <p:nvSpPr>
            <p:cNvPr id="605" name="Google Shape;605;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6" name="Google Shape;606;g2c157a2fb06_0_1045">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7" name="Google Shape;607;g2c157a2fb06_0_1045">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08" name="Google Shape;608;g2c157a2fb06_0_1045"/>
          <p:cNvGrpSpPr/>
          <p:nvPr/>
        </p:nvGrpSpPr>
        <p:grpSpPr>
          <a:xfrm>
            <a:off x="7894350" y="6212475"/>
            <a:ext cx="586800" cy="571500"/>
            <a:chOff x="7894350" y="6212475"/>
            <a:chExt cx="586800" cy="571500"/>
          </a:xfrm>
        </p:grpSpPr>
        <p:sp>
          <p:nvSpPr>
            <p:cNvPr id="609" name="Google Shape;609;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0" name="Google Shape;610;g2c157a2fb06_0_1045">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1" name="Google Shape;611;g2c157a2fb06_0_1045">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612"/>
        <p:cNvGrpSpPr/>
        <p:nvPr/>
      </p:nvGrpSpPr>
      <p:grpSpPr>
        <a:xfrm>
          <a:off x="0" y="0"/>
          <a:ext cx="0" cy="0"/>
          <a:chOff x="0" y="0"/>
          <a:chExt cx="0" cy="0"/>
        </a:xfrm>
      </p:grpSpPr>
      <p:sp>
        <p:nvSpPr>
          <p:cNvPr id="613" name="Google Shape;613;g2c157a2fb06_0_1110"/>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4" name="Google Shape;614;g2c157a2fb06_0_1110"/>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5" name="Google Shape;615;g2c157a2fb06_0_111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16" name="Google Shape;616;g2c157a2fb06_0_1110"/>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617" name="Google Shape;617;g2c157a2fb06_0_1110"/>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8" name="Google Shape;618;g2c157a2fb06_0_1110"/>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9" name="Google Shape;619;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20" name="Google Shape;620;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21" name="Google Shape;621;g2c157a2fb06_0_111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22" name="Google Shape;622;g2c157a2fb06_0_111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23" name="Google Shape;623;g2c157a2fb06_0_111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24" name="Google Shape;624;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625" name="Google Shape;625;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Countdown</a:t>
            </a:r>
            <a:endParaRPr sz="3000" b="0" i="0" u="none" strike="noStrike" cap="none">
              <a:solidFill>
                <a:srgbClr val="2F286F"/>
              </a:solidFill>
              <a:latin typeface="Poppins Medium"/>
              <a:ea typeface="Poppins Medium"/>
              <a:cs typeface="Poppins Medium"/>
              <a:sym typeface="Poppins Medium"/>
            </a:endParaRPr>
          </a:p>
        </p:txBody>
      </p:sp>
      <p:sp>
        <p:nvSpPr>
          <p:cNvPr id="626" name="Google Shape;626;g2c157a2fb06_0_1110"/>
          <p:cNvSpPr txBox="1">
            <a:spLocks noGrp="1"/>
          </p:cNvSpPr>
          <p:nvPr>
            <p:ph type="subTitle" idx="4"/>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27" name="Google Shape;627;g2c157a2fb06_0_1110"/>
          <p:cNvSpPr txBox="1">
            <a:spLocks noGrp="1"/>
          </p:cNvSpPr>
          <p:nvPr>
            <p:ph type="subTitle" idx="5"/>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28" name="Google Shape;628;g2c157a2fb06_0_1110"/>
          <p:cNvSpPr txBox="1">
            <a:spLocks noGrp="1"/>
          </p:cNvSpPr>
          <p:nvPr>
            <p:ph type="subTitle" idx="6"/>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29" name="Google Shape;629;g2c157a2fb06_0_1110"/>
          <p:cNvSpPr txBox="1">
            <a:spLocks noGrp="1"/>
          </p:cNvSpPr>
          <p:nvPr>
            <p:ph type="subTitle" idx="7"/>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630" name="Google Shape;630;g2c157a2fb06_0_1110"/>
          <p:cNvGrpSpPr/>
          <p:nvPr/>
        </p:nvGrpSpPr>
        <p:grpSpPr>
          <a:xfrm>
            <a:off x="5806200" y="1807463"/>
            <a:ext cx="756300" cy="146700"/>
            <a:chOff x="5806200" y="1807463"/>
            <a:chExt cx="756300" cy="146700"/>
          </a:xfrm>
        </p:grpSpPr>
        <p:sp>
          <p:nvSpPr>
            <p:cNvPr id="631" name="Google Shape;631;g2c157a2fb06_0_1110"/>
            <p:cNvSpPr/>
            <p:nvPr/>
          </p:nvSpPr>
          <p:spPr>
            <a:xfrm>
              <a:off x="58062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2" name="Google Shape;632;g2c157a2fb06_0_1110"/>
            <p:cNvSpPr/>
            <p:nvPr/>
          </p:nvSpPr>
          <p:spPr>
            <a:xfrm>
              <a:off x="61110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3" name="Google Shape;633;g2c157a2fb06_0_1110"/>
            <p:cNvSpPr/>
            <p:nvPr/>
          </p:nvSpPr>
          <p:spPr>
            <a:xfrm>
              <a:off x="64158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34" name="Google Shape;634;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635" name="Google Shape;635;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636" name="Google Shape;636;g2c157a2fb06_0_1110"/>
          <p:cNvGrpSpPr/>
          <p:nvPr/>
        </p:nvGrpSpPr>
        <p:grpSpPr>
          <a:xfrm>
            <a:off x="5806200" y="2842438"/>
            <a:ext cx="756300" cy="146700"/>
            <a:chOff x="5806200" y="1807463"/>
            <a:chExt cx="756300" cy="146700"/>
          </a:xfrm>
        </p:grpSpPr>
        <p:sp>
          <p:nvSpPr>
            <p:cNvPr id="637" name="Google Shape;637;g2c157a2fb06_0_1110"/>
            <p:cNvSpPr/>
            <p:nvPr/>
          </p:nvSpPr>
          <p:spPr>
            <a:xfrm>
              <a:off x="58062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8" name="Google Shape;638;g2c157a2fb06_0_1110"/>
            <p:cNvSpPr/>
            <p:nvPr/>
          </p:nvSpPr>
          <p:spPr>
            <a:xfrm>
              <a:off x="61110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9" name="Google Shape;639;g2c157a2fb06_0_1110"/>
            <p:cNvSpPr/>
            <p:nvPr/>
          </p:nvSpPr>
          <p:spPr>
            <a:xfrm>
              <a:off x="64158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40" name="Google Shape;640;g2c157a2fb06_0_1110"/>
          <p:cNvGrpSpPr/>
          <p:nvPr/>
        </p:nvGrpSpPr>
        <p:grpSpPr>
          <a:xfrm>
            <a:off x="5806200" y="3877413"/>
            <a:ext cx="756300" cy="146700"/>
            <a:chOff x="5806200" y="1807463"/>
            <a:chExt cx="756300" cy="146700"/>
          </a:xfrm>
        </p:grpSpPr>
        <p:sp>
          <p:nvSpPr>
            <p:cNvPr id="641" name="Google Shape;641;g2c157a2fb06_0_1110"/>
            <p:cNvSpPr/>
            <p:nvPr/>
          </p:nvSpPr>
          <p:spPr>
            <a:xfrm>
              <a:off x="58062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42" name="Google Shape;642;g2c157a2fb06_0_1110"/>
            <p:cNvSpPr/>
            <p:nvPr/>
          </p:nvSpPr>
          <p:spPr>
            <a:xfrm>
              <a:off x="61110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43" name="Google Shape;643;g2c157a2fb06_0_1110"/>
            <p:cNvSpPr/>
            <p:nvPr/>
          </p:nvSpPr>
          <p:spPr>
            <a:xfrm>
              <a:off x="64158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44" name="Google Shape;644;g2c157a2fb06_0_1110"/>
          <p:cNvGrpSpPr/>
          <p:nvPr/>
        </p:nvGrpSpPr>
        <p:grpSpPr>
          <a:xfrm>
            <a:off x="662575" y="6212475"/>
            <a:ext cx="586800" cy="571500"/>
            <a:chOff x="662575" y="6212475"/>
            <a:chExt cx="586800" cy="571500"/>
          </a:xfrm>
        </p:grpSpPr>
        <p:sp>
          <p:nvSpPr>
            <p:cNvPr id="645" name="Google Shape;645;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46" name="Google Shape;646;g2c157a2fb06_0_1110">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47" name="Google Shape;647;g2c157a2fb06_0_1110">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48" name="Google Shape;648;g2c157a2fb06_0_1110"/>
          <p:cNvGrpSpPr/>
          <p:nvPr/>
        </p:nvGrpSpPr>
        <p:grpSpPr>
          <a:xfrm>
            <a:off x="7894350" y="6212475"/>
            <a:ext cx="586800" cy="571500"/>
            <a:chOff x="7894350" y="6212475"/>
            <a:chExt cx="586800" cy="571500"/>
          </a:xfrm>
        </p:grpSpPr>
        <p:sp>
          <p:nvSpPr>
            <p:cNvPr id="649" name="Google Shape;649;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50" name="Google Shape;650;g2c157a2fb06_0_1110">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51" name="Google Shape;651;g2c157a2fb06_0_1110">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652"/>
        <p:cNvGrpSpPr/>
        <p:nvPr/>
      </p:nvGrpSpPr>
      <p:grpSpPr>
        <a:xfrm>
          <a:off x="0" y="0"/>
          <a:ext cx="0" cy="0"/>
          <a:chOff x="0" y="0"/>
          <a:chExt cx="0" cy="0"/>
        </a:xfrm>
      </p:grpSpPr>
      <p:sp>
        <p:nvSpPr>
          <p:cNvPr id="653" name="Google Shape;653;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4" name="Google Shape;654;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5" name="Google Shape;655;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6" name="Google Shape;656;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657" name="Google Shape;657;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8" name="Google Shape;658;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9" name="Google Shape;659;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660" name="Google Shape;660;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661" name="Google Shape;661;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662" name="Google Shape;662;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663" name="Google Shape;663;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664" name="Google Shape;664;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665" name="Google Shape;665;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666" name="Google Shape;666;p30"/>
          <p:cNvGrpSpPr/>
          <p:nvPr/>
        </p:nvGrpSpPr>
        <p:grpSpPr>
          <a:xfrm>
            <a:off x="6022940" y="5341706"/>
            <a:ext cx="594501" cy="305904"/>
            <a:chOff x="5672081" y="1914352"/>
            <a:chExt cx="792668" cy="305904"/>
          </a:xfrm>
        </p:grpSpPr>
        <p:sp>
          <p:nvSpPr>
            <p:cNvPr id="667" name="Google Shape;667;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68" name="Google Shape;668;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669" name="Google Shape;669;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670" name="Google Shape;670;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1" name="Google Shape;671;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2" name="Google Shape;672;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3" name="Google Shape;673;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4" name="Google Shape;674;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5" name="Google Shape;675;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6" name="Google Shape;676;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7" name="Google Shape;677;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678" name="Google Shape;678;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679" name="Google Shape;679;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0" name="Google Shape;680;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1" name="Google Shape;681;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2" name="Google Shape;682;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3" name="Google Shape;683;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4" name="Google Shape;684;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5" name="Google Shape;685;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6" name="Google Shape;686;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687" name="Google Shape;687;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688" name="Google Shape;688;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689" name="Google Shape;689;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690" name="Google Shape;690;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691" name="Google Shape;691;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692" name="Google Shape;692;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693" name="Google Shape;693;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4" name="Google Shape;694;p30"/>
          <p:cNvSpPr/>
          <p:nvPr/>
        </p:nvSpPr>
        <p:spPr>
          <a:xfrm>
            <a:off x="1435861" y="3837613"/>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5" name="Google Shape;695;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696" name="Google Shape;696;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697" name="Google Shape;697;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698"/>
        <p:cNvGrpSpPr/>
        <p:nvPr/>
      </p:nvGrpSpPr>
      <p:grpSpPr>
        <a:xfrm>
          <a:off x="0" y="0"/>
          <a:ext cx="0" cy="0"/>
          <a:chOff x="0" y="0"/>
          <a:chExt cx="0" cy="0"/>
        </a:xfrm>
      </p:grpSpPr>
      <p:sp>
        <p:nvSpPr>
          <p:cNvPr id="699" name="Google Shape;699;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700" name="Google Shape;700;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701" name="Google Shape;701;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702"/>
        <p:cNvGrpSpPr/>
        <p:nvPr/>
      </p:nvGrpSpPr>
      <p:grpSpPr>
        <a:xfrm>
          <a:off x="0" y="0"/>
          <a:ext cx="0" cy="0"/>
          <a:chOff x="0" y="0"/>
          <a:chExt cx="0" cy="0"/>
        </a:xfrm>
      </p:grpSpPr>
      <p:sp>
        <p:nvSpPr>
          <p:cNvPr id="703" name="Google Shape;703;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704" name="Google Shape;704;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705" name="Google Shape;705;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 id="2147483672" r:id="rId2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image" Target="../media/image18.png"/><Relationship Id="rId18" Type="http://schemas.openxmlformats.org/officeDocument/2006/relationships/image" Target="../media/image23.png"/><Relationship Id="rId3" Type="http://schemas.openxmlformats.org/officeDocument/2006/relationships/image" Target="../media/image8.png"/><Relationship Id="rId21" Type="http://schemas.openxmlformats.org/officeDocument/2006/relationships/image" Target="../media/image26.png"/><Relationship Id="rId7" Type="http://schemas.openxmlformats.org/officeDocument/2006/relationships/image" Target="../media/image12.png"/><Relationship Id="rId12" Type="http://schemas.openxmlformats.org/officeDocument/2006/relationships/image" Target="../media/image17.png"/><Relationship Id="rId17" Type="http://schemas.openxmlformats.org/officeDocument/2006/relationships/image" Target="../media/image22.png"/><Relationship Id="rId25" Type="http://schemas.openxmlformats.org/officeDocument/2006/relationships/image" Target="../media/image30.png"/><Relationship Id="rId2" Type="http://schemas.openxmlformats.org/officeDocument/2006/relationships/notesSlide" Target="../notesSlides/notesSlide3.xml"/><Relationship Id="rId16" Type="http://schemas.openxmlformats.org/officeDocument/2006/relationships/image" Target="../media/image21.png"/><Relationship Id="rId20" Type="http://schemas.openxmlformats.org/officeDocument/2006/relationships/image" Target="../media/image25.png"/><Relationship Id="rId1" Type="http://schemas.openxmlformats.org/officeDocument/2006/relationships/slideLayout" Target="../slideLayouts/slideLayout3.xml"/><Relationship Id="rId6" Type="http://schemas.openxmlformats.org/officeDocument/2006/relationships/image" Target="../media/image11.png"/><Relationship Id="rId11" Type="http://schemas.openxmlformats.org/officeDocument/2006/relationships/image" Target="../media/image16.png"/><Relationship Id="rId24" Type="http://schemas.openxmlformats.org/officeDocument/2006/relationships/image" Target="../media/image29.png"/><Relationship Id="rId5" Type="http://schemas.openxmlformats.org/officeDocument/2006/relationships/image" Target="../media/image10.png"/><Relationship Id="rId15" Type="http://schemas.openxmlformats.org/officeDocument/2006/relationships/image" Target="../media/image20.png"/><Relationship Id="rId23" Type="http://schemas.openxmlformats.org/officeDocument/2006/relationships/image" Target="../media/image28.png"/><Relationship Id="rId10" Type="http://schemas.openxmlformats.org/officeDocument/2006/relationships/image" Target="../media/image15.png"/><Relationship Id="rId19" Type="http://schemas.openxmlformats.org/officeDocument/2006/relationships/image" Target="../media/image24.png"/><Relationship Id="rId4" Type="http://schemas.openxmlformats.org/officeDocument/2006/relationships/image" Target="../media/image9.png"/><Relationship Id="rId9" Type="http://schemas.openxmlformats.org/officeDocument/2006/relationships/image" Target="../media/image14.png"/><Relationship Id="rId14" Type="http://schemas.openxmlformats.org/officeDocument/2006/relationships/image" Target="../media/image19.png"/><Relationship Id="rId22" Type="http://schemas.openxmlformats.org/officeDocument/2006/relationships/image" Target="../media/image27.png"/></Relationships>
</file>

<file path=ppt/slides/_rels/slide4.xml.rels><?xml version="1.0" encoding="UTF-8" standalone="yes"?>
<Relationships xmlns="http://schemas.openxmlformats.org/package/2006/relationships"><Relationship Id="rId8" Type="http://schemas.openxmlformats.org/officeDocument/2006/relationships/image" Target="../media/image36.png"/><Relationship Id="rId3" Type="http://schemas.openxmlformats.org/officeDocument/2006/relationships/image" Target="../media/image31.png"/><Relationship Id="rId7" Type="http://schemas.openxmlformats.org/officeDocument/2006/relationships/image" Target="../media/image35.png"/><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 Id="rId9" Type="http://schemas.openxmlformats.org/officeDocument/2006/relationships/image" Target="../media/image37.png"/></Relationships>
</file>

<file path=ppt/slides/_rels/slide5.xml.rels><?xml version="1.0" encoding="UTF-8" standalone="yes"?>
<Relationships xmlns="http://schemas.openxmlformats.org/package/2006/relationships"><Relationship Id="rId8" Type="http://schemas.openxmlformats.org/officeDocument/2006/relationships/image" Target="../media/image43.png"/><Relationship Id="rId13" Type="http://schemas.openxmlformats.org/officeDocument/2006/relationships/image" Target="../media/image48.png"/><Relationship Id="rId3" Type="http://schemas.openxmlformats.org/officeDocument/2006/relationships/image" Target="../media/image38.png"/><Relationship Id="rId7" Type="http://schemas.openxmlformats.org/officeDocument/2006/relationships/image" Target="../media/image42.png"/><Relationship Id="rId12" Type="http://schemas.openxmlformats.org/officeDocument/2006/relationships/image" Target="../media/image47.png"/><Relationship Id="rId2" Type="http://schemas.openxmlformats.org/officeDocument/2006/relationships/notesSlide" Target="../notesSlides/notesSlide5.xml"/><Relationship Id="rId16" Type="http://schemas.openxmlformats.org/officeDocument/2006/relationships/image" Target="../media/image51.png"/><Relationship Id="rId1" Type="http://schemas.openxmlformats.org/officeDocument/2006/relationships/slideLayout" Target="../slideLayouts/slideLayout4.xml"/><Relationship Id="rId6" Type="http://schemas.openxmlformats.org/officeDocument/2006/relationships/image" Target="../media/image41.png"/><Relationship Id="rId11" Type="http://schemas.openxmlformats.org/officeDocument/2006/relationships/image" Target="../media/image46.png"/><Relationship Id="rId5" Type="http://schemas.openxmlformats.org/officeDocument/2006/relationships/image" Target="../media/image40.png"/><Relationship Id="rId15" Type="http://schemas.openxmlformats.org/officeDocument/2006/relationships/image" Target="../media/image50.png"/><Relationship Id="rId10" Type="http://schemas.openxmlformats.org/officeDocument/2006/relationships/image" Target="../media/image45.png"/><Relationship Id="rId4" Type="http://schemas.openxmlformats.org/officeDocument/2006/relationships/image" Target="../media/image39.png"/><Relationship Id="rId9" Type="http://schemas.openxmlformats.org/officeDocument/2006/relationships/image" Target="../media/image44.png"/><Relationship Id="rId14" Type="http://schemas.openxmlformats.org/officeDocument/2006/relationships/image" Target="../media/image49.png"/></Relationships>
</file>

<file path=ppt/slides/_rels/slide6.xml.rels><?xml version="1.0" encoding="UTF-8" standalone="yes"?>
<Relationships xmlns="http://schemas.openxmlformats.org/package/2006/relationships"><Relationship Id="rId3" Type="http://schemas.openxmlformats.org/officeDocument/2006/relationships/image" Target="../media/image52.jp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09"/>
        <p:cNvGrpSpPr/>
        <p:nvPr/>
      </p:nvGrpSpPr>
      <p:grpSpPr>
        <a:xfrm>
          <a:off x="0" y="0"/>
          <a:ext cx="0" cy="0"/>
          <a:chOff x="0" y="0"/>
          <a:chExt cx="0" cy="0"/>
        </a:xfrm>
      </p:grpSpPr>
      <p:pic>
        <p:nvPicPr>
          <p:cNvPr id="710" name="Google Shape;710;p1"/>
          <p:cNvPicPr preferRelativeResize="0"/>
          <p:nvPr/>
        </p:nvPicPr>
        <p:blipFill rotWithShape="1">
          <a:blip r:embed="rId3">
            <a:alphaModFix/>
          </a:blip>
          <a:srcRect t="59" b="59"/>
          <a:stretch/>
        </p:blipFill>
        <p:spPr>
          <a:xfrm rot="-286768">
            <a:off x="6132657" y="3819627"/>
            <a:ext cx="1208039" cy="1709826"/>
          </a:xfrm>
          <a:prstGeom prst="rect">
            <a:avLst/>
          </a:prstGeom>
          <a:noFill/>
          <a:ln>
            <a:noFill/>
          </a:ln>
          <a:effectLst>
            <a:outerShdw blurRad="71438" dist="38100" dir="5220000" algn="bl" rotWithShape="0">
              <a:srgbClr val="000000">
                <a:alpha val="20000"/>
              </a:srgbClr>
            </a:outerShdw>
          </a:effectLst>
        </p:spPr>
      </p:pic>
      <p:pic>
        <p:nvPicPr>
          <p:cNvPr id="711" name="Google Shape;711;p1"/>
          <p:cNvPicPr preferRelativeResize="0"/>
          <p:nvPr/>
        </p:nvPicPr>
        <p:blipFill rotWithShape="1">
          <a:blip r:embed="rId4">
            <a:alphaModFix/>
          </a:blip>
          <a:srcRect b="10"/>
          <a:stretch/>
        </p:blipFill>
        <p:spPr>
          <a:xfrm rot="243188">
            <a:off x="4927482" y="3887252"/>
            <a:ext cx="1208039" cy="1709824"/>
          </a:xfrm>
          <a:prstGeom prst="rect">
            <a:avLst/>
          </a:prstGeom>
          <a:noFill/>
          <a:ln>
            <a:noFill/>
          </a:ln>
          <a:effectLst>
            <a:outerShdw blurRad="71438" dist="38100" dir="5220000" algn="bl" rotWithShape="0">
              <a:srgbClr val="000000">
                <a:alpha val="20000"/>
              </a:srgbClr>
            </a:outerShdw>
          </a:effectLst>
        </p:spPr>
      </p:pic>
      <p:pic>
        <p:nvPicPr>
          <p:cNvPr id="712" name="Google Shape;712;p1"/>
          <p:cNvPicPr preferRelativeResize="0"/>
          <p:nvPr/>
        </p:nvPicPr>
        <p:blipFill rotWithShape="1">
          <a:blip r:embed="rId5">
            <a:alphaModFix/>
          </a:blip>
          <a:srcRect b="10"/>
          <a:stretch/>
        </p:blipFill>
        <p:spPr>
          <a:xfrm rot="325065">
            <a:off x="7336183" y="3887252"/>
            <a:ext cx="1208039" cy="1709826"/>
          </a:xfrm>
          <a:prstGeom prst="rect">
            <a:avLst/>
          </a:prstGeom>
          <a:noFill/>
          <a:ln>
            <a:noFill/>
          </a:ln>
          <a:effectLst>
            <a:outerShdw blurRad="71438" dist="38100" dir="5220000" algn="bl" rotWithShape="0">
              <a:srgbClr val="000000">
                <a:alpha val="20000"/>
              </a:srgbClr>
            </a:outerShdw>
          </a:effectLst>
        </p:spPr>
      </p:pic>
      <p:sp>
        <p:nvSpPr>
          <p:cNvPr id="713" name="Google Shape;713;p1"/>
          <p:cNvSpPr txBox="1"/>
          <p:nvPr/>
        </p:nvSpPr>
        <p:spPr>
          <a:xfrm>
            <a:off x="884100" y="2716650"/>
            <a:ext cx="3997200" cy="845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3200"/>
              <a:buFont typeface="Arial"/>
              <a:buNone/>
            </a:pPr>
            <a:r>
              <a:rPr lang="en-US" sz="3000" b="0" i="0" u="none" strike="noStrike" cap="none">
                <a:solidFill>
                  <a:srgbClr val="262626"/>
                </a:solidFill>
                <a:latin typeface="Poppins"/>
                <a:ea typeface="Poppins"/>
                <a:cs typeface="Poppins"/>
                <a:sym typeface="Poppins"/>
              </a:rPr>
              <a:t>Uppercase Letters; </a:t>
            </a:r>
            <a:br>
              <a:rPr lang="en-US" sz="3000" b="0" i="0" u="none" strike="noStrike" cap="none">
                <a:solidFill>
                  <a:srgbClr val="262626"/>
                </a:solidFill>
                <a:latin typeface="Poppins"/>
                <a:ea typeface="Poppins"/>
                <a:cs typeface="Poppins"/>
                <a:sym typeface="Poppins"/>
              </a:rPr>
            </a:br>
            <a:r>
              <a:rPr lang="en-US" sz="3000" b="0" i="0" u="none" strike="noStrike" cap="none">
                <a:solidFill>
                  <a:srgbClr val="262626"/>
                </a:solidFill>
                <a:latin typeface="Poppins"/>
                <a:ea typeface="Poppins"/>
                <a:cs typeface="Poppins"/>
                <a:sym typeface="Poppins"/>
              </a:rPr>
              <a:t>M N V</a:t>
            </a:r>
            <a:endParaRPr sz="3000" b="0" i="0" u="none" strike="noStrike" cap="none">
              <a:solidFill>
                <a:srgbClr val="262626"/>
              </a:solidFill>
              <a:latin typeface="Poppins"/>
              <a:ea typeface="Poppins"/>
              <a:cs typeface="Poppins"/>
              <a:sym typeface="Poppins"/>
            </a:endParaRPr>
          </a:p>
        </p:txBody>
      </p:sp>
      <p:sp>
        <p:nvSpPr>
          <p:cNvPr id="714" name="Google Shape;714;p1"/>
          <p:cNvSpPr txBox="1"/>
          <p:nvPr/>
        </p:nvSpPr>
        <p:spPr>
          <a:xfrm>
            <a:off x="884092" y="3754105"/>
            <a:ext cx="3882600" cy="845400"/>
          </a:xfrm>
          <a:prstGeom prst="rect">
            <a:avLst/>
          </a:prstGeom>
          <a:noFill/>
          <a:ln>
            <a:noFill/>
          </a:ln>
        </p:spPr>
        <p:txBody>
          <a:bodyPr spcFirstLastPara="1" wrap="square" lIns="0" tIns="0" rIns="0" bIns="0" anchor="t" anchorCtr="0">
            <a:normAutofit/>
          </a:bodyPr>
          <a:lstStyle/>
          <a:p>
            <a:pPr marL="0" marR="0" lvl="0" indent="0" algn="l" rtl="0">
              <a:lnSpc>
                <a:spcPct val="90000"/>
              </a:lnSpc>
              <a:spcBef>
                <a:spcPts val="1000"/>
              </a:spcBef>
              <a:spcAft>
                <a:spcPts val="0"/>
              </a:spcAft>
              <a:buClr>
                <a:srgbClr val="000000"/>
              </a:buClr>
              <a:buSzPts val="2200"/>
              <a:buFont typeface="Arial"/>
              <a:buNone/>
            </a:pPr>
            <a:r>
              <a:rPr lang="en-US" sz="2200" b="0" i="1" u="none" strike="noStrike" cap="none">
                <a:solidFill>
                  <a:srgbClr val="262626"/>
                </a:solidFill>
                <a:latin typeface="Poppins"/>
                <a:ea typeface="Poppins"/>
                <a:cs typeface="Poppins"/>
                <a:sym typeface="Poppins"/>
              </a:rPr>
              <a:t>Lesson 19</a:t>
            </a:r>
            <a:endParaRPr sz="2200" b="0" i="1" u="none" strike="noStrike" cap="none">
              <a:solidFill>
                <a:srgbClr val="262626"/>
              </a:solidFill>
              <a:latin typeface="Poppins"/>
              <a:ea typeface="Poppins"/>
              <a:cs typeface="Poppins"/>
              <a:sym typeface="Poppins"/>
            </a:endParaRPr>
          </a:p>
        </p:txBody>
      </p:sp>
      <p:graphicFrame>
        <p:nvGraphicFramePr>
          <p:cNvPr id="715" name="Google Shape;715;p1"/>
          <p:cNvGraphicFramePr/>
          <p:nvPr/>
        </p:nvGraphicFramePr>
        <p:xfrm>
          <a:off x="4844200" y="1891197"/>
          <a:ext cx="3784950" cy="1678950"/>
        </p:xfrm>
        <a:graphic>
          <a:graphicData uri="http://schemas.openxmlformats.org/drawingml/2006/table">
            <a:tbl>
              <a:tblPr firstRow="1" bandRow="1">
                <a:noFill/>
                <a:tableStyleId>{685EF223-AD25-4EAF-ACED-A3A714EDAE82}</a:tableStyleId>
              </a:tblPr>
              <a:tblGrid>
                <a:gridCol w="420550">
                  <a:extLst>
                    <a:ext uri="{9D8B030D-6E8A-4147-A177-3AD203B41FA5}">
                      <a16:colId xmlns:a16="http://schemas.microsoft.com/office/drawing/2014/main" val="20000"/>
                    </a:ext>
                  </a:extLst>
                </a:gridCol>
                <a:gridCol w="420550">
                  <a:extLst>
                    <a:ext uri="{9D8B030D-6E8A-4147-A177-3AD203B41FA5}">
                      <a16:colId xmlns:a16="http://schemas.microsoft.com/office/drawing/2014/main" val="20001"/>
                    </a:ext>
                  </a:extLst>
                </a:gridCol>
                <a:gridCol w="420550">
                  <a:extLst>
                    <a:ext uri="{9D8B030D-6E8A-4147-A177-3AD203B41FA5}">
                      <a16:colId xmlns:a16="http://schemas.microsoft.com/office/drawing/2014/main" val="20002"/>
                    </a:ext>
                  </a:extLst>
                </a:gridCol>
                <a:gridCol w="420550">
                  <a:extLst>
                    <a:ext uri="{9D8B030D-6E8A-4147-A177-3AD203B41FA5}">
                      <a16:colId xmlns:a16="http://schemas.microsoft.com/office/drawing/2014/main" val="20003"/>
                    </a:ext>
                  </a:extLst>
                </a:gridCol>
                <a:gridCol w="420550">
                  <a:extLst>
                    <a:ext uri="{9D8B030D-6E8A-4147-A177-3AD203B41FA5}">
                      <a16:colId xmlns:a16="http://schemas.microsoft.com/office/drawing/2014/main" val="20004"/>
                    </a:ext>
                  </a:extLst>
                </a:gridCol>
                <a:gridCol w="420550">
                  <a:extLst>
                    <a:ext uri="{9D8B030D-6E8A-4147-A177-3AD203B41FA5}">
                      <a16:colId xmlns:a16="http://schemas.microsoft.com/office/drawing/2014/main" val="20005"/>
                    </a:ext>
                  </a:extLst>
                </a:gridCol>
                <a:gridCol w="420550">
                  <a:extLst>
                    <a:ext uri="{9D8B030D-6E8A-4147-A177-3AD203B41FA5}">
                      <a16:colId xmlns:a16="http://schemas.microsoft.com/office/drawing/2014/main" val="20006"/>
                    </a:ext>
                  </a:extLst>
                </a:gridCol>
                <a:gridCol w="420550">
                  <a:extLst>
                    <a:ext uri="{9D8B030D-6E8A-4147-A177-3AD203B41FA5}">
                      <a16:colId xmlns:a16="http://schemas.microsoft.com/office/drawing/2014/main" val="20007"/>
                    </a:ext>
                  </a:extLst>
                </a:gridCol>
                <a:gridCol w="420550">
                  <a:extLst>
                    <a:ext uri="{9D8B030D-6E8A-4147-A177-3AD203B41FA5}">
                      <a16:colId xmlns:a16="http://schemas.microsoft.com/office/drawing/2014/main" val="20008"/>
                    </a:ext>
                  </a:extLst>
                </a:gridCol>
              </a:tblGrid>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j</a:t>
                      </a:r>
                      <a:endParaRPr sz="1800" u="none" strike="noStrike" cap="none">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Mulish"/>
                          <a:ea typeface="Mulish"/>
                          <a:cs typeface="Mulish"/>
                          <a:sym typeface="Mulish"/>
                        </a:rPr>
                        <a:t>v</a:t>
                      </a:r>
                      <a:endParaRPr sz="1800" u="none" strike="noStrike" cap="none">
                        <a:latin typeface="Mulish"/>
                        <a:ea typeface="Mulish"/>
                        <a:cs typeface="Mulish"/>
                        <a:sym typeface="Mulish"/>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w</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x</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y</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z</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zz</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qu</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ch</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0"/>
                  </a:ext>
                </a:extLst>
              </a:tr>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sh</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th</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ng</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500" u="none" strike="noStrike" cap="none">
                          <a:solidFill>
                            <a:srgbClr val="D9D9D9"/>
                          </a:solidFill>
                          <a:latin typeface="Poppins"/>
                          <a:ea typeface="Poppins"/>
                          <a:cs typeface="Poppins"/>
                          <a:sym typeface="Poppins"/>
                        </a:rPr>
                        <a:t>a</a:t>
                      </a:r>
                      <a:r>
                        <a:rPr lang="en-US" sz="1800" u="none" strike="noStrike" cap="none">
                          <a:solidFill>
                            <a:srgbClr val="D9D9D9"/>
                          </a:solidFill>
                          <a:latin typeface="Jost"/>
                          <a:ea typeface="Jost"/>
                          <a:cs typeface="Jost"/>
                          <a:sym typeface="Jost"/>
                        </a:rPr>
                        <a:t>i</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ee</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igh</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a:t>
                      </a:r>
                      <a:r>
                        <a:rPr lang="en-US" sz="1500" u="none" strike="noStrike" cap="none">
                          <a:solidFill>
                            <a:srgbClr val="D9D9D9"/>
                          </a:solidFill>
                          <a:latin typeface="Poppins"/>
                          <a:ea typeface="Poppins"/>
                          <a:cs typeface="Poppins"/>
                          <a:sym typeface="Poppins"/>
                        </a:rPr>
                        <a:t>a</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oi</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oo</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1"/>
                  </a:ext>
                </a:extLst>
              </a:tr>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ow</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500" u="none" strike="noStrike" cap="none">
                          <a:solidFill>
                            <a:srgbClr val="D9D9D9"/>
                          </a:solidFill>
                          <a:latin typeface="Poppins"/>
                          <a:ea typeface="Poppins"/>
                          <a:cs typeface="Poppins"/>
                          <a:sym typeface="Poppins"/>
                        </a:rPr>
                        <a:t>a</a:t>
                      </a:r>
                      <a:r>
                        <a:rPr lang="en-US" sz="1800" u="none" strike="noStrike" cap="none">
                          <a:solidFill>
                            <a:srgbClr val="D9D9D9"/>
                          </a:solidFill>
                          <a:latin typeface="Jost"/>
                          <a:ea typeface="Jost"/>
                          <a:cs typeface="Jost"/>
                          <a:sym typeface="Jost"/>
                        </a:rPr>
                        <a:t>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500" u="none" strike="noStrike" cap="none">
                          <a:solidFill>
                            <a:srgbClr val="D9D9D9"/>
                          </a:solidFill>
                          <a:latin typeface="Poppins"/>
                          <a:ea typeface="Poppins"/>
                          <a:cs typeface="Poppins"/>
                          <a:sym typeface="Poppins"/>
                        </a:rPr>
                        <a:t>a</a:t>
                      </a:r>
                      <a:r>
                        <a:rPr lang="en-US" sz="1800" u="none" strike="noStrike" cap="none">
                          <a:solidFill>
                            <a:srgbClr val="D9D9D9"/>
                          </a:solidFill>
                          <a:latin typeface="Jost"/>
                          <a:ea typeface="Jost"/>
                          <a:cs typeface="Jost"/>
                          <a:sym typeface="Jost"/>
                        </a:rPr>
                        <a:t>ir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e</a:t>
                      </a:r>
                      <a:r>
                        <a:rPr lang="en-US" sz="1500" u="none" strike="noStrike" cap="none">
                          <a:solidFill>
                            <a:srgbClr val="D9D9D9"/>
                          </a:solidFill>
                          <a:latin typeface="Poppins"/>
                          <a:ea typeface="Poppins"/>
                          <a:cs typeface="Poppins"/>
                          <a:sym typeface="Poppins"/>
                        </a:rPr>
                        <a:t>a</a:t>
                      </a:r>
                      <a:r>
                        <a:rPr lang="en-US" sz="1800" u="none" strike="noStrike" cap="none">
                          <a:solidFill>
                            <a:srgbClr val="D9D9D9"/>
                          </a:solidFill>
                          <a:latin typeface="Jost"/>
                          <a:ea typeface="Jost"/>
                          <a:cs typeface="Jost"/>
                          <a:sym typeface="Jost"/>
                        </a:rPr>
                        <a:t>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er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ur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ure</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cxnSp>
        <p:nvCxnSpPr>
          <p:cNvPr id="716" name="Google Shape;716;p1"/>
          <p:cNvCxnSpPr/>
          <p:nvPr/>
        </p:nvCxnSpPr>
        <p:spPr>
          <a:xfrm rot="10800000" flipH="1">
            <a:off x="7974450" y="2287200"/>
            <a:ext cx="35400" cy="24000"/>
          </a:xfrm>
          <a:prstGeom prst="straightConnector1">
            <a:avLst/>
          </a:prstGeom>
          <a:noFill/>
          <a:ln w="19050" cap="flat" cmpd="sng">
            <a:solidFill>
              <a:srgbClr val="D9D9D9"/>
            </a:solidFill>
            <a:prstDash val="solid"/>
            <a:round/>
            <a:headEnd type="none" w="sm" len="sm"/>
            <a:tailEnd type="none" w="sm" len="sm"/>
          </a:ln>
        </p:spPr>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21"/>
        <p:cNvGrpSpPr/>
        <p:nvPr/>
      </p:nvGrpSpPr>
      <p:grpSpPr>
        <a:xfrm>
          <a:off x="0" y="0"/>
          <a:ext cx="0" cy="0"/>
          <a:chOff x="0" y="0"/>
          <a:chExt cx="0" cy="0"/>
        </a:xfrm>
      </p:grpSpPr>
      <p:sp>
        <p:nvSpPr>
          <p:cNvPr id="722" name="Google Shape;722;g26c91cd4287_0_12"/>
          <p:cNvSpPr txBox="1">
            <a:spLocks noGrp="1"/>
          </p:cNvSpPr>
          <p:nvPr>
            <p:ph type="body" idx="1"/>
          </p:nvPr>
        </p:nvSpPr>
        <p:spPr>
          <a:xfrm>
            <a:off x="3298550" y="1032250"/>
            <a:ext cx="49422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Learn and practise uppercase letters </a:t>
            </a:r>
            <a:r>
              <a:rPr lang="en-US">
                <a:solidFill>
                  <a:srgbClr val="8DC63F"/>
                </a:solidFill>
              </a:rPr>
              <a:t>M N V</a:t>
            </a:r>
            <a:r>
              <a:rPr lang="en-US"/>
              <a:t>.</a:t>
            </a:r>
            <a:endParaRPr/>
          </a:p>
        </p:txBody>
      </p:sp>
      <p:sp>
        <p:nvSpPr>
          <p:cNvPr id="723" name="Google Shape;723;g26c91cd4287_0_12"/>
          <p:cNvSpPr txBox="1">
            <a:spLocks noGrp="1"/>
          </p:cNvSpPr>
          <p:nvPr>
            <p:ph type="body" idx="2"/>
          </p:nvPr>
        </p:nvSpPr>
        <p:spPr>
          <a:xfrm>
            <a:off x="3298550" y="1785450"/>
            <a:ext cx="4707300" cy="14454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0"/>
              </a:spcBef>
              <a:spcAft>
                <a:spcPts val="0"/>
              </a:spcAft>
              <a:buSzPts val="1600"/>
              <a:buChar char="•"/>
            </a:pPr>
            <a:r>
              <a:rPr lang="en-US"/>
              <a:t>Recall all GPCs learned so far.</a:t>
            </a:r>
            <a:endParaRPr/>
          </a:p>
          <a:p>
            <a:pPr marL="457200" lvl="0" indent="-330200" algn="l" rtl="0">
              <a:lnSpc>
                <a:spcPct val="100000"/>
              </a:lnSpc>
              <a:spcBef>
                <a:spcPts val="0"/>
              </a:spcBef>
              <a:spcAft>
                <a:spcPts val="0"/>
              </a:spcAft>
              <a:buSzPts val="1600"/>
              <a:buChar char="•"/>
            </a:pPr>
            <a:r>
              <a:rPr lang="en-US"/>
              <a:t>Review Phase 2 Common Exception Words </a:t>
            </a:r>
            <a:r>
              <a:rPr lang="en-US">
                <a:solidFill>
                  <a:srgbClr val="2356AF"/>
                </a:solidFill>
              </a:rPr>
              <a:t>as I is no go to into the put his has of pull full.</a:t>
            </a:r>
            <a:endParaRPr/>
          </a:p>
          <a:p>
            <a:pPr marL="457200" lvl="0" indent="-330200" algn="l" rtl="0">
              <a:lnSpc>
                <a:spcPct val="100000"/>
              </a:lnSpc>
              <a:spcBef>
                <a:spcPts val="0"/>
              </a:spcBef>
              <a:spcAft>
                <a:spcPts val="0"/>
              </a:spcAft>
              <a:buSzPts val="1600"/>
              <a:buChar char="•"/>
            </a:pPr>
            <a:r>
              <a:rPr lang="en-US"/>
              <a:t>Review Alphabet Song.</a:t>
            </a:r>
            <a:endParaRPr/>
          </a:p>
        </p:txBody>
      </p:sp>
      <p:sp>
        <p:nvSpPr>
          <p:cNvPr id="724" name="Google Shape;724;g26c91cd4287_0_12"/>
          <p:cNvSpPr txBox="1"/>
          <p:nvPr/>
        </p:nvSpPr>
        <p:spPr>
          <a:xfrm>
            <a:off x="1313525" y="5644996"/>
            <a:ext cx="1359300" cy="433500"/>
          </a:xfrm>
          <a:prstGeom prst="rect">
            <a:avLst/>
          </a:prstGeom>
          <a:noFill/>
          <a:ln>
            <a:noFill/>
          </a:ln>
        </p:spPr>
        <p:txBody>
          <a:bodyPr spcFirstLastPara="1" wrap="square" lIns="91425" tIns="45700" rIns="91425" bIns="45700" anchor="t" anchorCtr="0">
            <a:noAutofit/>
          </a:bodyPr>
          <a:lstStyle/>
          <a:p>
            <a:pPr marL="0" marR="0" lvl="0" indent="0" algn="ctr" rtl="0">
              <a:lnSpc>
                <a:spcPct val="115000"/>
              </a:lnSpc>
              <a:spcBef>
                <a:spcPts val="1000"/>
              </a:spcBef>
              <a:spcAft>
                <a:spcPts val="0"/>
              </a:spcAft>
              <a:buClr>
                <a:srgbClr val="000000"/>
              </a:buClr>
              <a:buSzPts val="900"/>
              <a:buFont typeface="Arial"/>
              <a:buNone/>
            </a:pPr>
            <a:endParaRPr sz="900" b="0" i="0" u="none" strike="noStrike" cap="none" dirty="0">
              <a:solidFill>
                <a:srgbClr val="262626"/>
              </a:solidFill>
              <a:latin typeface="Poppins"/>
              <a:ea typeface="Poppins"/>
              <a:cs typeface="Poppins"/>
              <a:sym typeface="Poppins"/>
            </a:endParaRPr>
          </a:p>
        </p:txBody>
      </p:sp>
      <p:sp>
        <p:nvSpPr>
          <p:cNvPr id="725" name="Google Shape;725;g26c91cd4287_0_12"/>
          <p:cNvSpPr txBox="1"/>
          <p:nvPr/>
        </p:nvSpPr>
        <p:spPr>
          <a:xfrm>
            <a:off x="6109400" y="5428246"/>
            <a:ext cx="1359300" cy="433500"/>
          </a:xfrm>
          <a:prstGeom prst="rect">
            <a:avLst/>
          </a:prstGeom>
          <a:noFill/>
          <a:ln>
            <a:noFill/>
          </a:ln>
        </p:spPr>
        <p:txBody>
          <a:bodyPr spcFirstLastPara="1" wrap="square" lIns="91425" tIns="45700" rIns="91425" bIns="45700" anchor="t" anchorCtr="0">
            <a:noAutofit/>
          </a:bodyPr>
          <a:lstStyle/>
          <a:p>
            <a:pPr marL="0" marR="0" lvl="0" indent="0" algn="ctr" rtl="0">
              <a:lnSpc>
                <a:spcPct val="115000"/>
              </a:lnSpc>
              <a:spcBef>
                <a:spcPts val="1000"/>
              </a:spcBef>
              <a:spcAft>
                <a:spcPts val="0"/>
              </a:spcAft>
              <a:buClr>
                <a:srgbClr val="000000"/>
              </a:buClr>
              <a:buSzPts val="900"/>
              <a:buFont typeface="Arial"/>
              <a:buNone/>
            </a:pPr>
            <a:br>
              <a:rPr lang="en-US" sz="900" b="0" i="0" u="none" strike="noStrike" cap="none" dirty="0">
                <a:solidFill>
                  <a:srgbClr val="262626"/>
                </a:solidFill>
                <a:latin typeface="Poppins"/>
                <a:ea typeface="Poppins"/>
                <a:cs typeface="Poppins"/>
                <a:sym typeface="Poppins"/>
              </a:rPr>
            </a:br>
            <a:endParaRPr sz="900" b="0" i="0" u="none" strike="noStrike" cap="none" dirty="0">
              <a:solidFill>
                <a:srgbClr val="262626"/>
              </a:solidFill>
              <a:latin typeface="Poppins"/>
              <a:ea typeface="Poppins"/>
              <a:cs typeface="Poppins"/>
              <a:sym typeface="Poppins"/>
            </a:endParaRPr>
          </a:p>
        </p:txBody>
      </p:sp>
      <p:sp>
        <p:nvSpPr>
          <p:cNvPr id="726" name="Google Shape;726;g26c91cd4287_0_12"/>
          <p:cNvSpPr txBox="1"/>
          <p:nvPr/>
        </p:nvSpPr>
        <p:spPr>
          <a:xfrm>
            <a:off x="2742214" y="5645000"/>
            <a:ext cx="1796700" cy="433500"/>
          </a:xfrm>
          <a:prstGeom prst="rect">
            <a:avLst/>
          </a:prstGeom>
          <a:noFill/>
          <a:ln>
            <a:noFill/>
          </a:ln>
        </p:spPr>
        <p:txBody>
          <a:bodyPr spcFirstLastPara="1" wrap="square" lIns="91425" tIns="45700" rIns="91425" bIns="45700" anchor="t" anchorCtr="0">
            <a:noAutofit/>
          </a:bodyPr>
          <a:lstStyle/>
          <a:p>
            <a:pPr marL="0" marR="0" lvl="0" indent="0" algn="ctr" rtl="0">
              <a:lnSpc>
                <a:spcPct val="115000"/>
              </a:lnSpc>
              <a:spcBef>
                <a:spcPts val="1000"/>
              </a:spcBef>
              <a:spcAft>
                <a:spcPts val="0"/>
              </a:spcAft>
              <a:buClr>
                <a:srgbClr val="000000"/>
              </a:buClr>
              <a:buSzPts val="900"/>
              <a:buFont typeface="Arial"/>
              <a:buNone/>
            </a:pPr>
            <a:endParaRPr sz="900" b="0" i="0" u="none" strike="noStrike" cap="none" dirty="0">
              <a:solidFill>
                <a:srgbClr val="262626"/>
              </a:solidFill>
              <a:latin typeface="Poppins"/>
              <a:ea typeface="Poppins"/>
              <a:cs typeface="Poppins"/>
              <a:sym typeface="Poppins"/>
            </a:endParaRPr>
          </a:p>
        </p:txBody>
      </p:sp>
      <p:sp>
        <p:nvSpPr>
          <p:cNvPr id="727" name="Google Shape;727;g26c91cd4287_0_12"/>
          <p:cNvSpPr txBox="1"/>
          <p:nvPr/>
        </p:nvSpPr>
        <p:spPr>
          <a:xfrm>
            <a:off x="4608325" y="5644996"/>
            <a:ext cx="1359300" cy="433500"/>
          </a:xfrm>
          <a:prstGeom prst="rect">
            <a:avLst/>
          </a:prstGeom>
          <a:noFill/>
          <a:ln>
            <a:noFill/>
          </a:ln>
        </p:spPr>
        <p:txBody>
          <a:bodyPr spcFirstLastPara="1" wrap="square" lIns="91425" tIns="45700" rIns="91425" bIns="45700" anchor="t" anchorCtr="0">
            <a:noAutofit/>
          </a:bodyPr>
          <a:lstStyle/>
          <a:p>
            <a:pPr marL="0" marR="0" lvl="0" indent="0" algn="ctr" rtl="0">
              <a:lnSpc>
                <a:spcPct val="115000"/>
              </a:lnSpc>
              <a:spcBef>
                <a:spcPts val="1000"/>
              </a:spcBef>
              <a:spcAft>
                <a:spcPts val="0"/>
              </a:spcAft>
              <a:buClr>
                <a:srgbClr val="000000"/>
              </a:buClr>
              <a:buSzPts val="900"/>
              <a:buFont typeface="Arial"/>
              <a:buNone/>
            </a:pPr>
            <a:endParaRPr sz="900" b="0" i="0" u="none" strike="noStrike" cap="none" dirty="0">
              <a:solidFill>
                <a:srgbClr val="262626"/>
              </a:solidFill>
              <a:latin typeface="Poppins"/>
              <a:ea typeface="Poppins"/>
              <a:cs typeface="Poppins"/>
              <a:sym typeface="Poppins"/>
            </a:endParaRPr>
          </a:p>
        </p:txBody>
      </p:sp>
      <p:sp>
        <p:nvSpPr>
          <p:cNvPr id="731" name="Google Shape;731;g26c91cd4287_0_12"/>
          <p:cNvSpPr txBox="1"/>
          <p:nvPr/>
        </p:nvSpPr>
        <p:spPr>
          <a:xfrm>
            <a:off x="856325" y="3837725"/>
            <a:ext cx="7292400" cy="785700"/>
          </a:xfrm>
          <a:prstGeom prst="rect">
            <a:avLst/>
          </a:prstGeom>
          <a:noFill/>
          <a:ln>
            <a:noFill/>
          </a:ln>
        </p:spPr>
        <p:txBody>
          <a:bodyPr spcFirstLastPara="1" wrap="square" lIns="0" tIns="45700" rIns="91425" bIns="45700" anchor="t" anchorCtr="0">
            <a:noAutofit/>
          </a:bodyPr>
          <a:lstStyle/>
          <a:p>
            <a:pPr marL="0" marR="0" lvl="0" indent="0" algn="l" rtl="0">
              <a:lnSpc>
                <a:spcPct val="115000"/>
              </a:lnSpc>
              <a:spcBef>
                <a:spcPts val="1000"/>
              </a:spcBef>
              <a:spcAft>
                <a:spcPts val="0"/>
              </a:spcAft>
              <a:buClr>
                <a:srgbClr val="000000"/>
              </a:buClr>
              <a:buSzPts val="1200"/>
              <a:buFont typeface="Arial"/>
              <a:buNone/>
            </a:pPr>
            <a:r>
              <a:rPr lang="en-US" sz="1200" b="0" i="0" u="none" strike="noStrike" cap="none" dirty="0">
                <a:solidFill>
                  <a:srgbClr val="262626"/>
                </a:solidFill>
                <a:latin typeface="Poppins"/>
                <a:ea typeface="Poppins"/>
                <a:cs typeface="Poppins"/>
                <a:sym typeface="Poppins"/>
              </a:rPr>
              <a:t>A large display that has the letters of the alphabet on it. This could be an Alphabet Arc, poster, magnetic letters on a whiteboard etc. Visit </a:t>
            </a:r>
            <a:r>
              <a:rPr lang="en-US" sz="1200" u="sng" dirty="0">
                <a:solidFill>
                  <a:srgbClr val="0563C1"/>
                </a:solidFill>
                <a:latin typeface="Poppins"/>
                <a:ea typeface="Poppins"/>
                <a:cs typeface="Poppins"/>
                <a:sym typeface="Poppins"/>
              </a:rPr>
              <a:t>www.teaching.com.au</a:t>
            </a:r>
            <a:r>
              <a:rPr lang="en-US" sz="1200" b="0" i="0" u="none" strike="noStrike" cap="none" dirty="0">
                <a:solidFill>
                  <a:srgbClr val="262626"/>
                </a:solidFill>
                <a:latin typeface="Poppins"/>
                <a:ea typeface="Poppins"/>
                <a:cs typeface="Poppins"/>
                <a:sym typeface="Poppins"/>
              </a:rPr>
              <a:t> to shop teaching resources.</a:t>
            </a:r>
            <a:endParaRPr sz="1200" b="0" i="0" u="none" strike="noStrike" cap="none" dirty="0">
              <a:solidFill>
                <a:srgbClr val="262626"/>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37"/>
        <p:cNvGrpSpPr/>
        <p:nvPr/>
      </p:nvGrpSpPr>
      <p:grpSpPr>
        <a:xfrm>
          <a:off x="0" y="0"/>
          <a:ext cx="0" cy="0"/>
          <a:chOff x="0" y="0"/>
          <a:chExt cx="0" cy="0"/>
        </a:xfrm>
      </p:grpSpPr>
      <p:sp>
        <p:nvSpPr>
          <p:cNvPr id="738" name="Google Shape;738;g26b641b03cd_0_16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Recall all GPCs learned so far using flashcards.</a:t>
            </a:r>
            <a:endParaRPr/>
          </a:p>
        </p:txBody>
      </p:sp>
      <p:grpSp>
        <p:nvGrpSpPr>
          <p:cNvPr id="739" name="Google Shape;739;g26b641b03cd_0_165"/>
          <p:cNvGrpSpPr/>
          <p:nvPr/>
        </p:nvGrpSpPr>
        <p:grpSpPr>
          <a:xfrm>
            <a:off x="930400" y="2129444"/>
            <a:ext cx="7283200" cy="3724851"/>
            <a:chOff x="930400" y="2129444"/>
            <a:chExt cx="7283200" cy="3724851"/>
          </a:xfrm>
        </p:grpSpPr>
        <p:pic>
          <p:nvPicPr>
            <p:cNvPr id="740" name="Google Shape;740;g26b641b03cd_0_165"/>
            <p:cNvPicPr preferRelativeResize="0"/>
            <p:nvPr/>
          </p:nvPicPr>
          <p:blipFill rotWithShape="1">
            <a:blip r:embed="rId3">
              <a:alphaModFix/>
            </a:blip>
            <a:srcRect l="79" r="79"/>
            <a:stretch/>
          </p:blipFill>
          <p:spPr>
            <a:xfrm>
              <a:off x="930400" y="2129444"/>
              <a:ext cx="822525" cy="1164251"/>
            </a:xfrm>
            <a:prstGeom prst="rect">
              <a:avLst/>
            </a:prstGeom>
            <a:noFill/>
            <a:ln>
              <a:noFill/>
            </a:ln>
            <a:effectLst>
              <a:outerShdw blurRad="71438" dist="28575" dir="5400000" algn="bl" rotWithShape="0">
                <a:srgbClr val="000000">
                  <a:alpha val="15290"/>
                </a:srgbClr>
              </a:outerShdw>
            </a:effectLst>
          </p:spPr>
        </p:pic>
        <p:pic>
          <p:nvPicPr>
            <p:cNvPr id="741" name="Google Shape;741;g26b641b03cd_0_165"/>
            <p:cNvPicPr preferRelativeResize="0"/>
            <p:nvPr/>
          </p:nvPicPr>
          <p:blipFill rotWithShape="1">
            <a:blip r:embed="rId4">
              <a:alphaModFix/>
            </a:blip>
            <a:srcRect l="19" r="29"/>
            <a:stretch/>
          </p:blipFill>
          <p:spPr>
            <a:xfrm>
              <a:off x="3699261" y="2129444"/>
              <a:ext cx="822525" cy="1164251"/>
            </a:xfrm>
            <a:prstGeom prst="rect">
              <a:avLst/>
            </a:prstGeom>
            <a:noFill/>
            <a:ln>
              <a:noFill/>
            </a:ln>
            <a:effectLst>
              <a:outerShdw blurRad="71438" dist="28575" dir="5400000" algn="bl" rotWithShape="0">
                <a:srgbClr val="000000">
                  <a:alpha val="15290"/>
                </a:srgbClr>
              </a:outerShdw>
            </a:effectLst>
          </p:spPr>
        </p:pic>
        <p:pic>
          <p:nvPicPr>
            <p:cNvPr id="742" name="Google Shape;742;g26b641b03cd_0_165"/>
            <p:cNvPicPr preferRelativeResize="0"/>
            <p:nvPr/>
          </p:nvPicPr>
          <p:blipFill rotWithShape="1">
            <a:blip r:embed="rId5">
              <a:alphaModFix/>
            </a:blip>
            <a:srcRect l="19" r="29"/>
            <a:stretch/>
          </p:blipFill>
          <p:spPr>
            <a:xfrm>
              <a:off x="1853354" y="2129444"/>
              <a:ext cx="822525" cy="1164251"/>
            </a:xfrm>
            <a:prstGeom prst="rect">
              <a:avLst/>
            </a:prstGeom>
            <a:noFill/>
            <a:ln>
              <a:noFill/>
            </a:ln>
            <a:effectLst>
              <a:outerShdw blurRad="71438" dist="28575" dir="5400000" algn="bl" rotWithShape="0">
                <a:srgbClr val="000000">
                  <a:alpha val="15290"/>
                </a:srgbClr>
              </a:outerShdw>
            </a:effectLst>
          </p:spPr>
        </p:pic>
        <p:pic>
          <p:nvPicPr>
            <p:cNvPr id="743" name="Google Shape;743;g26b641b03cd_0_165"/>
            <p:cNvPicPr preferRelativeResize="0"/>
            <p:nvPr/>
          </p:nvPicPr>
          <p:blipFill rotWithShape="1">
            <a:blip r:embed="rId6">
              <a:alphaModFix/>
            </a:blip>
            <a:srcRect l="19" r="29"/>
            <a:stretch/>
          </p:blipFill>
          <p:spPr>
            <a:xfrm>
              <a:off x="2776307" y="2129444"/>
              <a:ext cx="822525" cy="1164251"/>
            </a:xfrm>
            <a:prstGeom prst="rect">
              <a:avLst/>
            </a:prstGeom>
            <a:noFill/>
            <a:ln>
              <a:noFill/>
            </a:ln>
            <a:effectLst>
              <a:outerShdw blurRad="71438" dist="28575" dir="5400000" algn="bl" rotWithShape="0">
                <a:srgbClr val="000000">
                  <a:alpha val="15290"/>
                </a:srgbClr>
              </a:outerShdw>
            </a:effectLst>
          </p:spPr>
        </p:pic>
        <p:pic>
          <p:nvPicPr>
            <p:cNvPr id="744" name="Google Shape;744;g26b641b03cd_0_165"/>
            <p:cNvPicPr preferRelativeResize="0"/>
            <p:nvPr/>
          </p:nvPicPr>
          <p:blipFill rotWithShape="1">
            <a:blip r:embed="rId7">
              <a:alphaModFix/>
            </a:blip>
            <a:srcRect l="79" r="79"/>
            <a:stretch/>
          </p:blipFill>
          <p:spPr>
            <a:xfrm>
              <a:off x="4622214" y="2129444"/>
              <a:ext cx="822525" cy="1164251"/>
            </a:xfrm>
            <a:prstGeom prst="rect">
              <a:avLst/>
            </a:prstGeom>
            <a:noFill/>
            <a:ln>
              <a:noFill/>
            </a:ln>
            <a:effectLst>
              <a:outerShdw blurRad="71438" dist="28575" dir="5400000" algn="bl" rotWithShape="0">
                <a:srgbClr val="000000">
                  <a:alpha val="15290"/>
                </a:srgbClr>
              </a:outerShdw>
            </a:effectLst>
          </p:spPr>
        </p:pic>
        <p:pic>
          <p:nvPicPr>
            <p:cNvPr id="745" name="Google Shape;745;g26b641b03cd_0_165"/>
            <p:cNvPicPr preferRelativeResize="0"/>
            <p:nvPr/>
          </p:nvPicPr>
          <p:blipFill rotWithShape="1">
            <a:blip r:embed="rId8">
              <a:alphaModFix/>
            </a:blip>
            <a:srcRect l="79" r="79"/>
            <a:stretch/>
          </p:blipFill>
          <p:spPr>
            <a:xfrm>
              <a:off x="7391075" y="2129444"/>
              <a:ext cx="822525" cy="1164251"/>
            </a:xfrm>
            <a:prstGeom prst="rect">
              <a:avLst/>
            </a:prstGeom>
            <a:noFill/>
            <a:ln>
              <a:noFill/>
            </a:ln>
            <a:effectLst>
              <a:outerShdw blurRad="71438" dist="28575" dir="5400000" algn="bl" rotWithShape="0">
                <a:srgbClr val="000000">
                  <a:alpha val="15290"/>
                </a:srgbClr>
              </a:outerShdw>
            </a:effectLst>
          </p:spPr>
        </p:pic>
        <p:pic>
          <p:nvPicPr>
            <p:cNvPr id="746" name="Google Shape;746;g26b641b03cd_0_165"/>
            <p:cNvPicPr preferRelativeResize="0"/>
            <p:nvPr/>
          </p:nvPicPr>
          <p:blipFill rotWithShape="1">
            <a:blip r:embed="rId9">
              <a:alphaModFix/>
            </a:blip>
            <a:srcRect l="79" r="79"/>
            <a:stretch/>
          </p:blipFill>
          <p:spPr>
            <a:xfrm>
              <a:off x="5545168" y="2129444"/>
              <a:ext cx="822525" cy="1164251"/>
            </a:xfrm>
            <a:prstGeom prst="rect">
              <a:avLst/>
            </a:prstGeom>
            <a:noFill/>
            <a:ln>
              <a:noFill/>
            </a:ln>
            <a:effectLst>
              <a:outerShdw blurRad="71438" dist="28575" dir="5400000" algn="bl" rotWithShape="0">
                <a:srgbClr val="000000">
                  <a:alpha val="15290"/>
                </a:srgbClr>
              </a:outerShdw>
            </a:effectLst>
          </p:spPr>
        </p:pic>
        <p:pic>
          <p:nvPicPr>
            <p:cNvPr id="747" name="Google Shape;747;g26b641b03cd_0_165"/>
            <p:cNvPicPr preferRelativeResize="0"/>
            <p:nvPr/>
          </p:nvPicPr>
          <p:blipFill rotWithShape="1">
            <a:blip r:embed="rId10">
              <a:alphaModFix/>
            </a:blip>
            <a:srcRect l="19" r="29"/>
            <a:stretch/>
          </p:blipFill>
          <p:spPr>
            <a:xfrm>
              <a:off x="6468121" y="2129444"/>
              <a:ext cx="822525" cy="1164251"/>
            </a:xfrm>
            <a:prstGeom prst="rect">
              <a:avLst/>
            </a:prstGeom>
            <a:noFill/>
            <a:ln>
              <a:noFill/>
            </a:ln>
            <a:effectLst>
              <a:outerShdw blurRad="71438" dist="28575" dir="5400000" algn="bl" rotWithShape="0">
                <a:srgbClr val="000000">
                  <a:alpha val="15290"/>
                </a:srgbClr>
              </a:outerShdw>
            </a:effectLst>
          </p:spPr>
        </p:pic>
        <p:pic>
          <p:nvPicPr>
            <p:cNvPr id="748" name="Google Shape;748;g26b641b03cd_0_165"/>
            <p:cNvPicPr preferRelativeResize="0"/>
            <p:nvPr/>
          </p:nvPicPr>
          <p:blipFill rotWithShape="1">
            <a:blip r:embed="rId11">
              <a:alphaModFix/>
            </a:blip>
            <a:srcRect l="79" r="79"/>
            <a:stretch/>
          </p:blipFill>
          <p:spPr>
            <a:xfrm>
              <a:off x="930400" y="3409744"/>
              <a:ext cx="822525" cy="1164251"/>
            </a:xfrm>
            <a:prstGeom prst="rect">
              <a:avLst/>
            </a:prstGeom>
            <a:noFill/>
            <a:ln>
              <a:noFill/>
            </a:ln>
            <a:effectLst>
              <a:outerShdw blurRad="71438" dist="28575" dir="5400000" algn="bl" rotWithShape="0">
                <a:srgbClr val="000000">
                  <a:alpha val="15290"/>
                </a:srgbClr>
              </a:outerShdw>
            </a:effectLst>
          </p:spPr>
        </p:pic>
        <p:pic>
          <p:nvPicPr>
            <p:cNvPr id="749" name="Google Shape;749;g26b641b03cd_0_165"/>
            <p:cNvPicPr preferRelativeResize="0"/>
            <p:nvPr/>
          </p:nvPicPr>
          <p:blipFill rotWithShape="1">
            <a:blip r:embed="rId12">
              <a:alphaModFix/>
            </a:blip>
            <a:srcRect l="19" r="29"/>
            <a:stretch/>
          </p:blipFill>
          <p:spPr>
            <a:xfrm>
              <a:off x="3699261" y="3409744"/>
              <a:ext cx="822525" cy="1164251"/>
            </a:xfrm>
            <a:prstGeom prst="rect">
              <a:avLst/>
            </a:prstGeom>
            <a:noFill/>
            <a:ln>
              <a:noFill/>
            </a:ln>
            <a:effectLst>
              <a:outerShdw blurRad="71438" dist="28575" dir="5400000" algn="bl" rotWithShape="0">
                <a:srgbClr val="000000">
                  <a:alpha val="15290"/>
                </a:srgbClr>
              </a:outerShdw>
            </a:effectLst>
          </p:spPr>
        </p:pic>
        <p:pic>
          <p:nvPicPr>
            <p:cNvPr id="750" name="Google Shape;750;g26b641b03cd_0_165"/>
            <p:cNvPicPr preferRelativeResize="0"/>
            <p:nvPr/>
          </p:nvPicPr>
          <p:blipFill rotWithShape="1">
            <a:blip r:embed="rId13">
              <a:alphaModFix/>
            </a:blip>
            <a:srcRect l="19" r="29"/>
            <a:stretch/>
          </p:blipFill>
          <p:spPr>
            <a:xfrm>
              <a:off x="1853354" y="3409744"/>
              <a:ext cx="822525" cy="1164251"/>
            </a:xfrm>
            <a:prstGeom prst="rect">
              <a:avLst/>
            </a:prstGeom>
            <a:noFill/>
            <a:ln>
              <a:noFill/>
            </a:ln>
            <a:effectLst>
              <a:outerShdw blurRad="71438" dist="28575" dir="5400000" algn="bl" rotWithShape="0">
                <a:srgbClr val="000000">
                  <a:alpha val="15290"/>
                </a:srgbClr>
              </a:outerShdw>
            </a:effectLst>
          </p:spPr>
        </p:pic>
        <p:pic>
          <p:nvPicPr>
            <p:cNvPr id="751" name="Google Shape;751;g26b641b03cd_0_165"/>
            <p:cNvPicPr preferRelativeResize="0"/>
            <p:nvPr/>
          </p:nvPicPr>
          <p:blipFill rotWithShape="1">
            <a:blip r:embed="rId14">
              <a:alphaModFix/>
            </a:blip>
            <a:srcRect l="19" r="29"/>
            <a:stretch/>
          </p:blipFill>
          <p:spPr>
            <a:xfrm>
              <a:off x="2776307" y="3409744"/>
              <a:ext cx="822525" cy="1164251"/>
            </a:xfrm>
            <a:prstGeom prst="rect">
              <a:avLst/>
            </a:prstGeom>
            <a:noFill/>
            <a:ln>
              <a:noFill/>
            </a:ln>
            <a:effectLst>
              <a:outerShdw blurRad="71438" dist="28575" dir="5400000" algn="bl" rotWithShape="0">
                <a:srgbClr val="000000">
                  <a:alpha val="15290"/>
                </a:srgbClr>
              </a:outerShdw>
            </a:effectLst>
          </p:spPr>
        </p:pic>
        <p:pic>
          <p:nvPicPr>
            <p:cNvPr id="752" name="Google Shape;752;g26b641b03cd_0_165"/>
            <p:cNvPicPr preferRelativeResize="0"/>
            <p:nvPr/>
          </p:nvPicPr>
          <p:blipFill rotWithShape="1">
            <a:blip r:embed="rId15">
              <a:alphaModFix/>
            </a:blip>
            <a:srcRect l="79" r="79"/>
            <a:stretch/>
          </p:blipFill>
          <p:spPr>
            <a:xfrm>
              <a:off x="4622214" y="3409744"/>
              <a:ext cx="822525" cy="1164251"/>
            </a:xfrm>
            <a:prstGeom prst="rect">
              <a:avLst/>
            </a:prstGeom>
            <a:noFill/>
            <a:ln>
              <a:noFill/>
            </a:ln>
            <a:effectLst>
              <a:outerShdw blurRad="71438" dist="28575" dir="5400000" algn="bl" rotWithShape="0">
                <a:srgbClr val="000000">
                  <a:alpha val="15290"/>
                </a:srgbClr>
              </a:outerShdw>
            </a:effectLst>
          </p:spPr>
        </p:pic>
        <p:pic>
          <p:nvPicPr>
            <p:cNvPr id="753" name="Google Shape;753;g26b641b03cd_0_165"/>
            <p:cNvPicPr preferRelativeResize="0"/>
            <p:nvPr/>
          </p:nvPicPr>
          <p:blipFill rotWithShape="1">
            <a:blip r:embed="rId16">
              <a:alphaModFix/>
            </a:blip>
            <a:srcRect l="79" r="79"/>
            <a:stretch/>
          </p:blipFill>
          <p:spPr>
            <a:xfrm>
              <a:off x="7391075" y="3409744"/>
              <a:ext cx="822525" cy="1164251"/>
            </a:xfrm>
            <a:prstGeom prst="rect">
              <a:avLst/>
            </a:prstGeom>
            <a:noFill/>
            <a:ln>
              <a:noFill/>
            </a:ln>
            <a:effectLst>
              <a:outerShdw blurRad="71438" dist="28575" dir="5400000" algn="bl" rotWithShape="0">
                <a:srgbClr val="000000">
                  <a:alpha val="15290"/>
                </a:srgbClr>
              </a:outerShdw>
            </a:effectLst>
          </p:spPr>
        </p:pic>
        <p:pic>
          <p:nvPicPr>
            <p:cNvPr id="754" name="Google Shape;754;g26b641b03cd_0_165"/>
            <p:cNvPicPr preferRelativeResize="0"/>
            <p:nvPr/>
          </p:nvPicPr>
          <p:blipFill rotWithShape="1">
            <a:blip r:embed="rId17">
              <a:alphaModFix/>
            </a:blip>
            <a:srcRect l="79" r="79"/>
            <a:stretch/>
          </p:blipFill>
          <p:spPr>
            <a:xfrm>
              <a:off x="5545168" y="3409744"/>
              <a:ext cx="822525" cy="1164251"/>
            </a:xfrm>
            <a:prstGeom prst="rect">
              <a:avLst/>
            </a:prstGeom>
            <a:noFill/>
            <a:ln>
              <a:noFill/>
            </a:ln>
            <a:effectLst>
              <a:outerShdw blurRad="71438" dist="28575" dir="5400000" algn="bl" rotWithShape="0">
                <a:srgbClr val="000000">
                  <a:alpha val="15290"/>
                </a:srgbClr>
              </a:outerShdw>
            </a:effectLst>
          </p:spPr>
        </p:pic>
        <p:pic>
          <p:nvPicPr>
            <p:cNvPr id="755" name="Google Shape;755;g26b641b03cd_0_165"/>
            <p:cNvPicPr preferRelativeResize="0"/>
            <p:nvPr/>
          </p:nvPicPr>
          <p:blipFill rotWithShape="1">
            <a:blip r:embed="rId18">
              <a:alphaModFix/>
            </a:blip>
            <a:srcRect l="19" r="29"/>
            <a:stretch/>
          </p:blipFill>
          <p:spPr>
            <a:xfrm>
              <a:off x="6468121" y="3409744"/>
              <a:ext cx="822525" cy="1164251"/>
            </a:xfrm>
            <a:prstGeom prst="rect">
              <a:avLst/>
            </a:prstGeom>
            <a:noFill/>
            <a:ln>
              <a:noFill/>
            </a:ln>
            <a:effectLst>
              <a:outerShdw blurRad="71438" dist="28575" dir="5400000" algn="bl" rotWithShape="0">
                <a:srgbClr val="000000">
                  <a:alpha val="15290"/>
                </a:srgbClr>
              </a:outerShdw>
            </a:effectLst>
          </p:spPr>
        </p:pic>
        <p:pic>
          <p:nvPicPr>
            <p:cNvPr id="756" name="Google Shape;756;g26b641b03cd_0_165"/>
            <p:cNvPicPr preferRelativeResize="0"/>
            <p:nvPr/>
          </p:nvPicPr>
          <p:blipFill rotWithShape="1">
            <a:blip r:embed="rId19">
              <a:alphaModFix/>
            </a:blip>
            <a:srcRect l="79" r="79"/>
            <a:stretch/>
          </p:blipFill>
          <p:spPr>
            <a:xfrm>
              <a:off x="930400" y="4690044"/>
              <a:ext cx="822525" cy="1164251"/>
            </a:xfrm>
            <a:prstGeom prst="rect">
              <a:avLst/>
            </a:prstGeom>
            <a:noFill/>
            <a:ln>
              <a:noFill/>
            </a:ln>
            <a:effectLst>
              <a:outerShdw blurRad="71438" dist="28575" dir="5400000" algn="bl" rotWithShape="0">
                <a:srgbClr val="000000">
                  <a:alpha val="15290"/>
                </a:srgbClr>
              </a:outerShdw>
            </a:effectLst>
          </p:spPr>
        </p:pic>
        <p:pic>
          <p:nvPicPr>
            <p:cNvPr id="757" name="Google Shape;757;g26b641b03cd_0_165"/>
            <p:cNvPicPr preferRelativeResize="0"/>
            <p:nvPr/>
          </p:nvPicPr>
          <p:blipFill rotWithShape="1">
            <a:blip r:embed="rId20">
              <a:alphaModFix/>
            </a:blip>
            <a:srcRect l="19" r="29"/>
            <a:stretch/>
          </p:blipFill>
          <p:spPr>
            <a:xfrm>
              <a:off x="3699261" y="4690044"/>
              <a:ext cx="822525" cy="1164251"/>
            </a:xfrm>
            <a:prstGeom prst="rect">
              <a:avLst/>
            </a:prstGeom>
            <a:noFill/>
            <a:ln>
              <a:noFill/>
            </a:ln>
            <a:effectLst>
              <a:outerShdw blurRad="71438" dist="28575" dir="5400000" algn="bl" rotWithShape="0">
                <a:srgbClr val="000000">
                  <a:alpha val="15290"/>
                </a:srgbClr>
              </a:outerShdw>
            </a:effectLst>
          </p:spPr>
        </p:pic>
        <p:pic>
          <p:nvPicPr>
            <p:cNvPr id="758" name="Google Shape;758;g26b641b03cd_0_165"/>
            <p:cNvPicPr preferRelativeResize="0"/>
            <p:nvPr/>
          </p:nvPicPr>
          <p:blipFill rotWithShape="1">
            <a:blip r:embed="rId21">
              <a:alphaModFix/>
            </a:blip>
            <a:srcRect l="19" r="29"/>
            <a:stretch/>
          </p:blipFill>
          <p:spPr>
            <a:xfrm>
              <a:off x="1853354" y="4690044"/>
              <a:ext cx="822525" cy="1164251"/>
            </a:xfrm>
            <a:prstGeom prst="rect">
              <a:avLst/>
            </a:prstGeom>
            <a:noFill/>
            <a:ln>
              <a:noFill/>
            </a:ln>
            <a:effectLst>
              <a:outerShdw blurRad="71438" dist="28575" dir="5400000" algn="bl" rotWithShape="0">
                <a:srgbClr val="000000">
                  <a:alpha val="15290"/>
                </a:srgbClr>
              </a:outerShdw>
            </a:effectLst>
          </p:spPr>
        </p:pic>
        <p:pic>
          <p:nvPicPr>
            <p:cNvPr id="759" name="Google Shape;759;g26b641b03cd_0_165"/>
            <p:cNvPicPr preferRelativeResize="0"/>
            <p:nvPr/>
          </p:nvPicPr>
          <p:blipFill rotWithShape="1">
            <a:blip r:embed="rId22">
              <a:alphaModFix/>
            </a:blip>
            <a:srcRect l="19" r="29"/>
            <a:stretch/>
          </p:blipFill>
          <p:spPr>
            <a:xfrm>
              <a:off x="2776307" y="4690044"/>
              <a:ext cx="822525" cy="1164251"/>
            </a:xfrm>
            <a:prstGeom prst="rect">
              <a:avLst/>
            </a:prstGeom>
            <a:noFill/>
            <a:ln>
              <a:noFill/>
            </a:ln>
            <a:effectLst>
              <a:outerShdw blurRad="71438" dist="28575" dir="5400000" algn="bl" rotWithShape="0">
                <a:srgbClr val="000000">
                  <a:alpha val="15290"/>
                </a:srgbClr>
              </a:outerShdw>
            </a:effectLst>
          </p:spPr>
        </p:pic>
        <p:pic>
          <p:nvPicPr>
            <p:cNvPr id="760" name="Google Shape;760;g26b641b03cd_0_165"/>
            <p:cNvPicPr preferRelativeResize="0"/>
            <p:nvPr/>
          </p:nvPicPr>
          <p:blipFill rotWithShape="1">
            <a:blip r:embed="rId23">
              <a:alphaModFix/>
            </a:blip>
            <a:srcRect l="79" r="79"/>
            <a:stretch/>
          </p:blipFill>
          <p:spPr>
            <a:xfrm>
              <a:off x="4622214" y="4690044"/>
              <a:ext cx="822525" cy="1164251"/>
            </a:xfrm>
            <a:prstGeom prst="rect">
              <a:avLst/>
            </a:prstGeom>
            <a:noFill/>
            <a:ln>
              <a:noFill/>
            </a:ln>
            <a:effectLst>
              <a:outerShdw blurRad="71438" dist="28575" dir="5400000" algn="bl" rotWithShape="0">
                <a:srgbClr val="000000">
                  <a:alpha val="15290"/>
                </a:srgbClr>
              </a:outerShdw>
            </a:effectLst>
          </p:spPr>
        </p:pic>
        <p:pic>
          <p:nvPicPr>
            <p:cNvPr id="761" name="Google Shape;761;g26b641b03cd_0_165"/>
            <p:cNvPicPr preferRelativeResize="0"/>
            <p:nvPr/>
          </p:nvPicPr>
          <p:blipFill rotWithShape="1">
            <a:blip r:embed="rId24">
              <a:alphaModFix/>
            </a:blip>
            <a:srcRect l="79" r="79"/>
            <a:stretch/>
          </p:blipFill>
          <p:spPr>
            <a:xfrm>
              <a:off x="5545168" y="4690044"/>
              <a:ext cx="822525" cy="1164251"/>
            </a:xfrm>
            <a:prstGeom prst="rect">
              <a:avLst/>
            </a:prstGeom>
            <a:noFill/>
            <a:ln>
              <a:noFill/>
            </a:ln>
            <a:effectLst>
              <a:outerShdw blurRad="71438" dist="28575" dir="5400000" algn="bl" rotWithShape="0">
                <a:srgbClr val="000000">
                  <a:alpha val="15290"/>
                </a:srgbClr>
              </a:outerShdw>
            </a:effectLst>
          </p:spPr>
        </p:pic>
        <p:pic>
          <p:nvPicPr>
            <p:cNvPr id="762" name="Google Shape;762;g26b641b03cd_0_165"/>
            <p:cNvPicPr preferRelativeResize="0"/>
            <p:nvPr/>
          </p:nvPicPr>
          <p:blipFill rotWithShape="1">
            <a:blip r:embed="rId25">
              <a:alphaModFix/>
            </a:blip>
            <a:srcRect l="19" r="29"/>
            <a:stretch/>
          </p:blipFill>
          <p:spPr>
            <a:xfrm>
              <a:off x="6468121" y="4690044"/>
              <a:ext cx="822525" cy="1164251"/>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67"/>
        <p:cNvGrpSpPr/>
        <p:nvPr/>
      </p:nvGrpSpPr>
      <p:grpSpPr>
        <a:xfrm>
          <a:off x="0" y="0"/>
          <a:ext cx="0" cy="0"/>
          <a:chOff x="0" y="0"/>
          <a:chExt cx="0" cy="0"/>
        </a:xfrm>
      </p:grpSpPr>
      <p:sp>
        <p:nvSpPr>
          <p:cNvPr id="768" name="Google Shape;768;g26b7edf6e71_0_2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pic>
        <p:nvPicPr>
          <p:cNvPr id="769" name="Google Shape;769;g26b7edf6e71_0_26"/>
          <p:cNvPicPr preferRelativeResize="0"/>
          <p:nvPr/>
        </p:nvPicPr>
        <p:blipFill rotWithShape="1">
          <a:blip r:embed="rId3">
            <a:alphaModFix/>
          </a:blip>
          <a:srcRect l="79" r="79"/>
          <a:stretch/>
        </p:blipFill>
        <p:spPr>
          <a:xfrm>
            <a:off x="930400" y="2129450"/>
            <a:ext cx="933501" cy="1321313"/>
          </a:xfrm>
          <a:prstGeom prst="rect">
            <a:avLst/>
          </a:prstGeom>
          <a:noFill/>
          <a:ln>
            <a:noFill/>
          </a:ln>
          <a:effectLst>
            <a:outerShdw blurRad="71438" dist="28575" dir="5400000" algn="bl" rotWithShape="0">
              <a:srgbClr val="000000">
                <a:alpha val="15290"/>
              </a:srgbClr>
            </a:outerShdw>
          </a:effectLst>
        </p:spPr>
      </p:pic>
      <p:pic>
        <p:nvPicPr>
          <p:cNvPr id="770" name="Google Shape;770;g26b7edf6e71_0_26"/>
          <p:cNvPicPr preferRelativeResize="0"/>
          <p:nvPr/>
        </p:nvPicPr>
        <p:blipFill rotWithShape="1">
          <a:blip r:embed="rId4">
            <a:alphaModFix/>
          </a:blip>
          <a:srcRect l="79" r="79"/>
          <a:stretch/>
        </p:blipFill>
        <p:spPr>
          <a:xfrm>
            <a:off x="4072837" y="2129450"/>
            <a:ext cx="933501" cy="1321313"/>
          </a:xfrm>
          <a:prstGeom prst="rect">
            <a:avLst/>
          </a:prstGeom>
          <a:noFill/>
          <a:ln>
            <a:noFill/>
          </a:ln>
          <a:effectLst>
            <a:outerShdw blurRad="71438" dist="28575" dir="5400000" algn="bl" rotWithShape="0">
              <a:srgbClr val="000000">
                <a:alpha val="15290"/>
              </a:srgbClr>
            </a:outerShdw>
          </a:effectLst>
        </p:spPr>
      </p:pic>
      <p:pic>
        <p:nvPicPr>
          <p:cNvPr id="771" name="Google Shape;771;g26b7edf6e71_0_26"/>
          <p:cNvPicPr preferRelativeResize="0"/>
          <p:nvPr/>
        </p:nvPicPr>
        <p:blipFill rotWithShape="1">
          <a:blip r:embed="rId5">
            <a:alphaModFix/>
          </a:blip>
          <a:srcRect l="79" r="79"/>
          <a:stretch/>
        </p:blipFill>
        <p:spPr>
          <a:xfrm>
            <a:off x="1977879" y="2129450"/>
            <a:ext cx="933501" cy="1321313"/>
          </a:xfrm>
          <a:prstGeom prst="rect">
            <a:avLst/>
          </a:prstGeom>
          <a:noFill/>
          <a:ln>
            <a:noFill/>
          </a:ln>
          <a:effectLst>
            <a:outerShdw blurRad="71438" dist="28575" dir="5400000" algn="bl" rotWithShape="0">
              <a:srgbClr val="000000">
                <a:alpha val="15290"/>
              </a:srgbClr>
            </a:outerShdw>
          </a:effectLst>
        </p:spPr>
      </p:pic>
      <p:pic>
        <p:nvPicPr>
          <p:cNvPr id="772" name="Google Shape;772;g26b7edf6e71_0_26"/>
          <p:cNvPicPr preferRelativeResize="0"/>
          <p:nvPr/>
        </p:nvPicPr>
        <p:blipFill rotWithShape="1">
          <a:blip r:embed="rId6">
            <a:alphaModFix/>
          </a:blip>
          <a:srcRect l="19" r="29"/>
          <a:stretch/>
        </p:blipFill>
        <p:spPr>
          <a:xfrm>
            <a:off x="3025359" y="2129450"/>
            <a:ext cx="933501" cy="1321313"/>
          </a:xfrm>
          <a:prstGeom prst="rect">
            <a:avLst/>
          </a:prstGeom>
          <a:noFill/>
          <a:ln>
            <a:noFill/>
          </a:ln>
          <a:effectLst>
            <a:outerShdw blurRad="71438" dist="28575" dir="5400000" algn="bl" rotWithShape="0">
              <a:srgbClr val="000000">
                <a:alpha val="15290"/>
              </a:srgbClr>
            </a:outerShdw>
          </a:effectLst>
        </p:spPr>
      </p:pic>
      <p:pic>
        <p:nvPicPr>
          <p:cNvPr id="773" name="Google Shape;773;g26b7edf6e71_0_26"/>
          <p:cNvPicPr preferRelativeResize="0"/>
          <p:nvPr/>
        </p:nvPicPr>
        <p:blipFill rotWithShape="1">
          <a:blip r:embed="rId7">
            <a:alphaModFix/>
          </a:blip>
          <a:srcRect l="19" r="29"/>
          <a:stretch/>
        </p:blipFill>
        <p:spPr>
          <a:xfrm>
            <a:off x="5120316" y="2129450"/>
            <a:ext cx="933501" cy="1321313"/>
          </a:xfrm>
          <a:prstGeom prst="rect">
            <a:avLst/>
          </a:prstGeom>
          <a:noFill/>
          <a:ln>
            <a:noFill/>
          </a:ln>
          <a:effectLst>
            <a:outerShdw blurRad="71438" dist="28575" dir="5400000" algn="bl" rotWithShape="0">
              <a:srgbClr val="000000">
                <a:alpha val="15290"/>
              </a:srgbClr>
            </a:outerShdw>
          </a:effectLst>
        </p:spPr>
      </p:pic>
      <p:pic>
        <p:nvPicPr>
          <p:cNvPr id="774" name="Google Shape;774;g26b7edf6e71_0_26"/>
          <p:cNvPicPr preferRelativeResize="0"/>
          <p:nvPr/>
        </p:nvPicPr>
        <p:blipFill rotWithShape="1">
          <a:blip r:embed="rId8">
            <a:alphaModFix/>
          </a:blip>
          <a:srcRect l="79" r="79"/>
          <a:stretch/>
        </p:blipFill>
        <p:spPr>
          <a:xfrm>
            <a:off x="6167796" y="2129450"/>
            <a:ext cx="933501" cy="1321313"/>
          </a:xfrm>
          <a:prstGeom prst="rect">
            <a:avLst/>
          </a:prstGeom>
          <a:noFill/>
          <a:ln>
            <a:noFill/>
          </a:ln>
          <a:effectLst>
            <a:outerShdw blurRad="71438" dist="28575" dir="5400000" algn="bl" rotWithShape="0">
              <a:srgbClr val="000000">
                <a:alpha val="15290"/>
              </a:srgbClr>
            </a:outerShdw>
          </a:effectLst>
        </p:spPr>
      </p:pic>
      <p:pic>
        <p:nvPicPr>
          <p:cNvPr id="775" name="Google Shape;775;g26b7edf6e71_0_26"/>
          <p:cNvPicPr preferRelativeResize="0"/>
          <p:nvPr/>
        </p:nvPicPr>
        <p:blipFill rotWithShape="1">
          <a:blip r:embed="rId9">
            <a:alphaModFix/>
          </a:blip>
          <a:srcRect l="79" r="79"/>
          <a:stretch/>
        </p:blipFill>
        <p:spPr>
          <a:xfrm>
            <a:off x="7215274" y="2129450"/>
            <a:ext cx="933501" cy="1321313"/>
          </a:xfrm>
          <a:prstGeom prst="rect">
            <a:avLst/>
          </a:prstGeom>
          <a:noFill/>
          <a:ln>
            <a:noFill/>
          </a:ln>
          <a:effectLst>
            <a:outerShdw blurRad="71438" dist="28575" dir="5400000" algn="bl" rotWithShape="0">
              <a:srgbClr val="000000">
                <a:alpha val="15290"/>
              </a:srgbClr>
            </a:outerShdw>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80"/>
        <p:cNvGrpSpPr/>
        <p:nvPr/>
      </p:nvGrpSpPr>
      <p:grpSpPr>
        <a:xfrm>
          <a:off x="0" y="0"/>
          <a:ext cx="0" cy="0"/>
          <a:chOff x="0" y="0"/>
          <a:chExt cx="0" cy="0"/>
        </a:xfrm>
      </p:grpSpPr>
      <p:sp>
        <p:nvSpPr>
          <p:cNvPr id="781" name="Google Shape;781;g2c67eea9ec1_0_0"/>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2 Common Exception Words </a:t>
            </a:r>
            <a:br>
              <a:rPr lang="en-US"/>
            </a:br>
            <a:r>
              <a:rPr lang="en-US">
                <a:solidFill>
                  <a:srgbClr val="2356AF"/>
                </a:solidFill>
              </a:rPr>
              <a:t>as I is no go to into the put his has of pull full.</a:t>
            </a:r>
            <a:endParaRPr/>
          </a:p>
        </p:txBody>
      </p:sp>
      <p:grpSp>
        <p:nvGrpSpPr>
          <p:cNvPr id="782" name="Google Shape;782;g2c67eea9ec1_0_0"/>
          <p:cNvGrpSpPr/>
          <p:nvPr/>
        </p:nvGrpSpPr>
        <p:grpSpPr>
          <a:xfrm>
            <a:off x="867357" y="2129450"/>
            <a:ext cx="7282807" cy="2686611"/>
            <a:chOff x="867357" y="2129450"/>
            <a:chExt cx="7282807" cy="2686611"/>
          </a:xfrm>
        </p:grpSpPr>
        <p:pic>
          <p:nvPicPr>
            <p:cNvPr id="783" name="Google Shape;783;g2c67eea9ec1_0_0"/>
            <p:cNvPicPr preferRelativeResize="0"/>
            <p:nvPr/>
          </p:nvPicPr>
          <p:blipFill rotWithShape="1">
            <a:blip r:embed="rId3">
              <a:alphaModFix/>
            </a:blip>
            <a:srcRect/>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784" name="Google Shape;784;g2c67eea9ec1_0_0"/>
            <p:cNvPicPr preferRelativeResize="0"/>
            <p:nvPr/>
          </p:nvPicPr>
          <p:blipFill rotWithShape="1">
            <a:blip r:embed="rId4">
              <a:alphaModFix/>
            </a:blip>
            <a:srcRect l="99" r="9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785" name="Google Shape;785;g2c67eea9ec1_0_0"/>
            <p:cNvPicPr preferRelativeResize="0"/>
            <p:nvPr/>
          </p:nvPicPr>
          <p:blipFill rotWithShape="1">
            <a:blip r:embed="rId5">
              <a:alphaModFix/>
            </a:blip>
            <a:srcRect l="99" r="9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786" name="Google Shape;786;g2c67eea9ec1_0_0"/>
            <p:cNvPicPr preferRelativeResize="0"/>
            <p:nvPr/>
          </p:nvPicPr>
          <p:blipFill rotWithShape="1">
            <a:blip r:embed="rId6">
              <a:alphaModFix/>
            </a:blip>
            <a:srcRect l="99" r="99"/>
            <a:stretch/>
          </p:blipFill>
          <p:spPr>
            <a:xfrm>
              <a:off x="4547991" y="2129450"/>
              <a:ext cx="1147320" cy="821565"/>
            </a:xfrm>
            <a:prstGeom prst="rect">
              <a:avLst/>
            </a:prstGeom>
            <a:noFill/>
            <a:ln>
              <a:noFill/>
            </a:ln>
            <a:effectLst>
              <a:outerShdw blurRad="71438" dist="19050" dir="5400000" algn="bl" rotWithShape="0">
                <a:srgbClr val="000000">
                  <a:alpha val="18430"/>
                </a:srgbClr>
              </a:outerShdw>
            </a:effectLst>
          </p:spPr>
        </p:pic>
        <p:pic>
          <p:nvPicPr>
            <p:cNvPr id="787" name="Google Shape;787;g2c67eea9ec1_0_0"/>
            <p:cNvPicPr preferRelativeResize="0"/>
            <p:nvPr/>
          </p:nvPicPr>
          <p:blipFill rotWithShape="1">
            <a:blip r:embed="rId7">
              <a:alphaModFix/>
            </a:blip>
            <a:srcRect l="99" r="99"/>
            <a:stretch/>
          </p:blipFill>
          <p:spPr>
            <a:xfrm>
              <a:off x="5774724" y="2129450"/>
              <a:ext cx="1147320" cy="821565"/>
            </a:xfrm>
            <a:prstGeom prst="rect">
              <a:avLst/>
            </a:prstGeom>
            <a:noFill/>
            <a:ln>
              <a:noFill/>
            </a:ln>
            <a:effectLst>
              <a:outerShdw blurRad="71438" dist="19050" dir="5400000" algn="bl" rotWithShape="0">
                <a:srgbClr val="000000">
                  <a:alpha val="18430"/>
                </a:srgbClr>
              </a:outerShdw>
            </a:effectLst>
          </p:spPr>
        </p:pic>
        <p:pic>
          <p:nvPicPr>
            <p:cNvPr id="788" name="Google Shape;788;g2c67eea9ec1_0_0"/>
            <p:cNvPicPr preferRelativeResize="0"/>
            <p:nvPr/>
          </p:nvPicPr>
          <p:blipFill rotWithShape="1">
            <a:blip r:embed="rId8">
              <a:alphaModFix/>
            </a:blip>
            <a:srcRect l="99" r="9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789" name="Google Shape;789;g2c67eea9ec1_0_0"/>
            <p:cNvPicPr preferRelativeResize="0"/>
            <p:nvPr/>
          </p:nvPicPr>
          <p:blipFill rotWithShape="1">
            <a:blip r:embed="rId9">
              <a:alphaModFix/>
            </a:blip>
            <a:srcRect l="99" r="9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790" name="Google Shape;790;g2c67eea9ec1_0_0"/>
            <p:cNvPicPr preferRelativeResize="0"/>
            <p:nvPr/>
          </p:nvPicPr>
          <p:blipFill rotWithShape="1">
            <a:blip r:embed="rId10">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8430"/>
                </a:srgbClr>
              </a:outerShdw>
            </a:effectLst>
          </p:spPr>
        </p:pic>
        <p:pic>
          <p:nvPicPr>
            <p:cNvPr id="791" name="Google Shape;791;g2c67eea9ec1_0_0"/>
            <p:cNvPicPr preferRelativeResize="0"/>
            <p:nvPr/>
          </p:nvPicPr>
          <p:blipFill rotWithShape="1">
            <a:blip r:embed="rId11">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792" name="Google Shape;792;g2c67eea9ec1_0_0"/>
            <p:cNvPicPr preferRelativeResize="0"/>
            <p:nvPr/>
          </p:nvPicPr>
          <p:blipFill rotWithShape="1">
            <a:blip r:embed="rId12">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793" name="Google Shape;793;g2c67eea9ec1_0_0"/>
            <p:cNvPicPr preferRelativeResize="0"/>
            <p:nvPr/>
          </p:nvPicPr>
          <p:blipFill rotWithShape="1">
            <a:blip r:embed="rId13">
              <a:alphaModFix/>
            </a:blip>
            <a:srcRect l="189" r="179"/>
            <a:stretch/>
          </p:blipFill>
          <p:spPr>
            <a:xfrm>
              <a:off x="5774548" y="3060270"/>
              <a:ext cx="1148707" cy="822956"/>
            </a:xfrm>
            <a:prstGeom prst="rect">
              <a:avLst/>
            </a:prstGeom>
            <a:noFill/>
            <a:ln>
              <a:noFill/>
            </a:ln>
            <a:effectLst>
              <a:outerShdw blurRad="71438" dist="19050" dir="5400000" algn="bl" rotWithShape="0">
                <a:srgbClr val="000000">
                  <a:alpha val="18430"/>
                </a:srgbClr>
              </a:outerShdw>
            </a:effectLst>
          </p:spPr>
        </p:pic>
        <p:pic>
          <p:nvPicPr>
            <p:cNvPr id="794" name="Google Shape;794;g2c67eea9ec1_0_0"/>
            <p:cNvPicPr preferRelativeResize="0"/>
            <p:nvPr/>
          </p:nvPicPr>
          <p:blipFill rotWithShape="1">
            <a:blip r:embed="rId14">
              <a:alphaModFix/>
            </a:blip>
            <a:srcRect l="19" r="9"/>
            <a:stretch/>
          </p:blipFill>
          <p:spPr>
            <a:xfrm>
              <a:off x="867357" y="3994495"/>
              <a:ext cx="1148707" cy="821566"/>
            </a:xfrm>
            <a:prstGeom prst="rect">
              <a:avLst/>
            </a:prstGeom>
            <a:noFill/>
            <a:ln>
              <a:noFill/>
            </a:ln>
            <a:effectLst>
              <a:outerShdw blurRad="71438" dist="19050" dir="5400000" algn="bl" rotWithShape="0">
                <a:srgbClr val="000000">
                  <a:alpha val="18430"/>
                </a:srgbClr>
              </a:outerShdw>
            </a:effectLst>
          </p:spPr>
        </p:pic>
        <p:pic>
          <p:nvPicPr>
            <p:cNvPr id="795" name="Google Shape;795;g2c67eea9ec1_0_0"/>
            <p:cNvPicPr preferRelativeResize="0"/>
            <p:nvPr/>
          </p:nvPicPr>
          <p:blipFill rotWithShape="1">
            <a:blip r:embed="rId15">
              <a:alphaModFix/>
            </a:blip>
            <a:srcRect l="19" r="9"/>
            <a:stretch/>
          </p:blipFill>
          <p:spPr>
            <a:xfrm>
              <a:off x="7001457" y="3060270"/>
              <a:ext cx="1148707" cy="821564"/>
            </a:xfrm>
            <a:prstGeom prst="rect">
              <a:avLst/>
            </a:prstGeom>
            <a:noFill/>
            <a:ln>
              <a:noFill/>
            </a:ln>
            <a:effectLst>
              <a:outerShdw blurRad="71438" dist="19050" dir="5400000" algn="bl" rotWithShape="0">
                <a:srgbClr val="000000">
                  <a:alpha val="18430"/>
                </a:srgbClr>
              </a:outerShdw>
            </a:effectLst>
          </p:spPr>
        </p:pic>
        <p:pic>
          <p:nvPicPr>
            <p:cNvPr id="796" name="Google Shape;796;g2c67eea9ec1_0_0"/>
            <p:cNvPicPr preferRelativeResize="0"/>
            <p:nvPr/>
          </p:nvPicPr>
          <p:blipFill rotWithShape="1">
            <a:blip r:embed="rId16">
              <a:alphaModFix/>
            </a:blip>
            <a:srcRect l="99" r="99"/>
            <a:stretch/>
          </p:blipFill>
          <p:spPr>
            <a:xfrm>
              <a:off x="2093821" y="3994495"/>
              <a:ext cx="1148707" cy="82156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01"/>
        <p:cNvGrpSpPr/>
        <p:nvPr/>
      </p:nvGrpSpPr>
      <p:grpSpPr>
        <a:xfrm>
          <a:off x="0" y="0"/>
          <a:ext cx="0" cy="0"/>
          <a:chOff x="0" y="0"/>
          <a:chExt cx="0" cy="0"/>
        </a:xfrm>
      </p:grpSpPr>
      <p:sp>
        <p:nvSpPr>
          <p:cNvPr id="802" name="Google Shape;802;g2c67eea9ec1_0_18"/>
          <p:cNvSpPr txBox="1"/>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Poppins"/>
                <a:ea typeface="Poppins"/>
                <a:cs typeface="Poppins"/>
                <a:sym typeface="Poppins"/>
              </a:rPr>
              <a:t>Review the Alphabet Song.</a:t>
            </a:r>
            <a:endParaRPr sz="2400" b="0" i="0" u="none" strike="noStrike" cap="none">
              <a:solidFill>
                <a:srgbClr val="000000"/>
              </a:solidFill>
              <a:latin typeface="Poppins"/>
              <a:ea typeface="Poppins"/>
              <a:cs typeface="Poppins"/>
              <a:sym typeface="Poppins"/>
            </a:endParaRPr>
          </a:p>
        </p:txBody>
      </p:sp>
      <p:sp>
        <p:nvSpPr>
          <p:cNvPr id="803" name="Google Shape;803;g2c67eea9ec1_0_18"/>
          <p:cNvSpPr txBox="1"/>
          <p:nvPr/>
        </p:nvSpPr>
        <p:spPr>
          <a:xfrm>
            <a:off x="876925" y="1865475"/>
            <a:ext cx="7272000" cy="2939400"/>
          </a:xfrm>
          <a:prstGeom prst="rect">
            <a:avLst/>
          </a:prstGeom>
          <a:noFill/>
          <a:ln>
            <a:noFill/>
          </a:ln>
        </p:spPr>
        <p:txBody>
          <a:bodyPr spcFirstLastPara="1" wrap="square" lIns="91425" tIns="91425" rIns="91425" bIns="91425" anchor="t" anchorCtr="0">
            <a:noAutofit/>
          </a:bodyPr>
          <a:lstStyle/>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a, b, c, d, e, f, g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rgbClr val="000000"/>
                </a:solidFill>
                <a:latin typeface="Poppins"/>
                <a:ea typeface="Poppins"/>
                <a:cs typeface="Poppins"/>
                <a:sym typeface="Poppins"/>
              </a:rPr>
              <a:t> </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h, i, j, k, l, m, n </a:t>
            </a:r>
            <a:r>
              <a:rPr lang="en-US" sz="2500" b="0" i="0" u="none" strike="noStrike" cap="none">
                <a:solidFill>
                  <a:srgbClr val="D9D9D9"/>
                </a:solidFill>
                <a:latin typeface="Poppins"/>
                <a:ea typeface="Poppins"/>
                <a:cs typeface="Poppins"/>
                <a:sym typeface="Poppins"/>
              </a:rPr>
              <a:t>(pause)</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o, p, q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rgbClr val="000000"/>
                </a:solidFill>
                <a:latin typeface="Poppins"/>
                <a:ea typeface="Poppins"/>
                <a:cs typeface="Poppins"/>
                <a:sym typeface="Poppins"/>
              </a:rPr>
              <a:t> r, s, t </a:t>
            </a:r>
            <a:r>
              <a:rPr lang="en-US" sz="2500" b="0" i="0" u="none" strike="noStrike" cap="none">
                <a:solidFill>
                  <a:srgbClr val="D9D9D9"/>
                </a:solidFill>
                <a:latin typeface="Poppins"/>
                <a:ea typeface="Poppins"/>
                <a:cs typeface="Poppins"/>
                <a:sym typeface="Poppins"/>
              </a:rPr>
              <a:t>(pause)</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u v w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rgbClr val="000000"/>
                </a:solidFill>
                <a:latin typeface="Poppins"/>
                <a:ea typeface="Poppins"/>
                <a:cs typeface="Poppins"/>
                <a:sym typeface="Poppins"/>
              </a:rPr>
              <a:t> x y z </a:t>
            </a:r>
            <a:r>
              <a:rPr lang="en-US" sz="2500" b="0" i="0" u="none" strike="noStrike" cap="none">
                <a:solidFill>
                  <a:srgbClr val="D9D9D9"/>
                </a:solidFill>
                <a:latin typeface="Poppins"/>
                <a:ea typeface="Poppins"/>
                <a:cs typeface="Poppins"/>
                <a:sym typeface="Poppins"/>
              </a:rPr>
              <a:t>(pause)</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Now I know my abc's, </a:t>
            </a:r>
            <a:br>
              <a:rPr lang="en-US" sz="2500" b="0" i="0" u="none" strike="noStrike" cap="none">
                <a:solidFill>
                  <a:srgbClr val="000000"/>
                </a:solidFill>
                <a:latin typeface="Poppins"/>
                <a:ea typeface="Poppins"/>
                <a:cs typeface="Poppins"/>
                <a:sym typeface="Poppins"/>
              </a:rPr>
            </a:br>
            <a:r>
              <a:rPr lang="en-US" sz="2500" b="0" i="0" u="none" strike="noStrike" cap="none">
                <a:solidFill>
                  <a:srgbClr val="000000"/>
                </a:solidFill>
                <a:latin typeface="Poppins"/>
                <a:ea typeface="Poppins"/>
                <a:cs typeface="Poppins"/>
                <a:sym typeface="Poppins"/>
              </a:rPr>
              <a:t>Next time won't you sing with me.</a:t>
            </a:r>
            <a:endParaRPr sz="2500" b="0" i="0" u="none" strike="noStrike" cap="none">
              <a:solidFill>
                <a:srgbClr val="000000"/>
              </a:solidFill>
              <a:latin typeface="Poppins"/>
              <a:ea typeface="Poppins"/>
              <a:cs typeface="Poppins"/>
              <a:sym typeface="Poppins"/>
            </a:endParaRPr>
          </a:p>
        </p:txBody>
      </p:sp>
      <p:pic>
        <p:nvPicPr>
          <p:cNvPr id="804" name="Google Shape;804;g2c67eea9ec1_0_18"/>
          <p:cNvPicPr preferRelativeResize="0"/>
          <p:nvPr/>
        </p:nvPicPr>
        <p:blipFill rotWithShape="1">
          <a:blip r:embed="rId3">
            <a:alphaModFix/>
          </a:blip>
          <a:srcRect/>
          <a:stretch/>
        </p:blipFill>
        <p:spPr>
          <a:xfrm>
            <a:off x="2506700" y="4770088"/>
            <a:ext cx="4130601" cy="12432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09"/>
        <p:cNvGrpSpPr/>
        <p:nvPr/>
      </p:nvGrpSpPr>
      <p:grpSpPr>
        <a:xfrm>
          <a:off x="0" y="0"/>
          <a:ext cx="0" cy="0"/>
          <a:chOff x="0" y="0"/>
          <a:chExt cx="0" cy="0"/>
        </a:xfrm>
      </p:grpSpPr>
      <p:sp>
        <p:nvSpPr>
          <p:cNvPr id="810" name="Google Shape;810;g2c186218c5a_0_2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JNL686</a:t>
            </a:r>
            <a:endParaRPr dirty="0"/>
          </a:p>
        </p:txBody>
      </p:sp>
      <p:sp>
        <p:nvSpPr>
          <p:cNvPr id="811" name="Google Shape;811;g2c186218c5a_0_2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Teach Grapheme Caption</a:t>
            </a:r>
            <a:endParaRPr/>
          </a:p>
        </p:txBody>
      </p:sp>
      <p:pic>
        <p:nvPicPr>
          <p:cNvPr id="812" name="Google Shape;812;g2c186218c5a_0_25"/>
          <p:cNvPicPr preferRelativeResize="0"/>
          <p:nvPr/>
        </p:nvPicPr>
        <p:blipFill rotWithShape="1">
          <a:blip r:embed="rId3">
            <a:alphaModFix/>
          </a:blip>
          <a:srcRect/>
          <a:stretch/>
        </p:blipFill>
        <p:spPr>
          <a:xfrm>
            <a:off x="3041337" y="996300"/>
            <a:ext cx="3061325" cy="4333176"/>
          </a:xfrm>
          <a:prstGeom prst="rect">
            <a:avLst/>
          </a:prstGeom>
          <a:noFill/>
          <a:ln>
            <a:noFill/>
          </a:ln>
          <a:effectLst>
            <a:outerShdw blurRad="142875" dist="19050" dir="5400000" algn="bl" rotWithShape="0">
              <a:srgbClr val="000000">
                <a:alpha val="27843"/>
              </a:srgbClr>
            </a:outerShdw>
          </a:effectLst>
        </p:spPr>
      </p:pic>
      <p:sp>
        <p:nvSpPr>
          <p:cNvPr id="813" name="Google Shape;813;g2c186218c5a_0_2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18"/>
        <p:cNvGrpSpPr/>
        <p:nvPr/>
      </p:nvGrpSpPr>
      <p:grpSpPr>
        <a:xfrm>
          <a:off x="0" y="0"/>
          <a:ext cx="0" cy="0"/>
          <a:chOff x="0" y="0"/>
          <a:chExt cx="0" cy="0"/>
        </a:xfrm>
      </p:grpSpPr>
      <p:sp>
        <p:nvSpPr>
          <p:cNvPr id="819" name="Google Shape;819;g26b641b03cd_0_192"/>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JNL686</a:t>
            </a:r>
            <a:endParaRPr dirty="0"/>
          </a:p>
        </p:txBody>
      </p:sp>
      <p:sp>
        <p:nvSpPr>
          <p:cNvPr id="820" name="Google Shape;820;g26b641b03cd_0_19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Teach Uppercase Formation</a:t>
            </a:r>
            <a:endParaRPr/>
          </a:p>
        </p:txBody>
      </p:sp>
      <p:pic>
        <p:nvPicPr>
          <p:cNvPr id="821" name="Google Shape;821;g26b641b03cd_0_192"/>
          <p:cNvPicPr preferRelativeResize="0"/>
          <p:nvPr/>
        </p:nvPicPr>
        <p:blipFill rotWithShape="1">
          <a:blip r:embed="rId3">
            <a:alphaModFix/>
          </a:blip>
          <a:srcRect l="79" r="79"/>
          <a:stretch/>
        </p:blipFill>
        <p:spPr>
          <a:xfrm>
            <a:off x="3041337" y="996300"/>
            <a:ext cx="3061325" cy="4333176"/>
          </a:xfrm>
          <a:prstGeom prst="rect">
            <a:avLst/>
          </a:prstGeom>
          <a:noFill/>
          <a:ln>
            <a:noFill/>
          </a:ln>
          <a:effectLst>
            <a:outerShdw blurRad="142875" dist="19050" dir="5400000" algn="bl" rotWithShape="0">
              <a:srgbClr val="000000">
                <a:alpha val="27843"/>
              </a:srgbClr>
            </a:outerShdw>
          </a:effectLst>
        </p:spPr>
      </p:pic>
      <p:sp>
        <p:nvSpPr>
          <p:cNvPr id="822" name="Google Shape;822;g26b641b03cd_0_192"/>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27"/>
        <p:cNvGrpSpPr/>
        <p:nvPr/>
      </p:nvGrpSpPr>
      <p:grpSpPr>
        <a:xfrm>
          <a:off x="0" y="0"/>
          <a:ext cx="0" cy="0"/>
          <a:chOff x="0" y="0"/>
          <a:chExt cx="0" cy="0"/>
        </a:xfrm>
      </p:grpSpPr>
      <p:sp>
        <p:nvSpPr>
          <p:cNvPr id="828" name="Google Shape;828;g26c91cd4287_0_1486"/>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JNL686</a:t>
            </a:r>
            <a:endParaRPr dirty="0"/>
          </a:p>
        </p:txBody>
      </p:sp>
      <p:sp>
        <p:nvSpPr>
          <p:cNvPr id="829" name="Google Shape;829;g26c91cd4287_0_1486"/>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Teach Grapheme Caption</a:t>
            </a:r>
            <a:endParaRPr/>
          </a:p>
        </p:txBody>
      </p:sp>
      <p:pic>
        <p:nvPicPr>
          <p:cNvPr id="830" name="Google Shape;830;g26c91cd4287_0_1486"/>
          <p:cNvPicPr preferRelativeResize="0"/>
          <p:nvPr/>
        </p:nvPicPr>
        <p:blipFill rotWithShape="1">
          <a:blip r:embed="rId3">
            <a:alphaModFix/>
          </a:blip>
          <a:srcRect t="59" b="49"/>
          <a:stretch/>
        </p:blipFill>
        <p:spPr>
          <a:xfrm>
            <a:off x="3041337" y="996300"/>
            <a:ext cx="3061325" cy="4333175"/>
          </a:xfrm>
          <a:prstGeom prst="rect">
            <a:avLst/>
          </a:prstGeom>
          <a:noFill/>
          <a:ln>
            <a:noFill/>
          </a:ln>
          <a:effectLst>
            <a:outerShdw blurRad="142875" dist="19050" dir="5400000" algn="bl" rotWithShape="0">
              <a:srgbClr val="000000">
                <a:alpha val="28235"/>
              </a:srgbClr>
            </a:outerShdw>
          </a:effectLst>
        </p:spPr>
      </p:pic>
      <p:sp>
        <p:nvSpPr>
          <p:cNvPr id="831" name="Google Shape;831;g26c91cd4287_0_1486"/>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36"/>
        <p:cNvGrpSpPr/>
        <p:nvPr/>
      </p:nvGrpSpPr>
      <p:grpSpPr>
        <a:xfrm>
          <a:off x="0" y="0"/>
          <a:ext cx="0" cy="0"/>
          <a:chOff x="0" y="0"/>
          <a:chExt cx="0" cy="0"/>
        </a:xfrm>
      </p:grpSpPr>
      <p:sp>
        <p:nvSpPr>
          <p:cNvPr id="837" name="Google Shape;837;g26c91cd4287_0_149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JNL686</a:t>
            </a:r>
            <a:endParaRPr dirty="0"/>
          </a:p>
        </p:txBody>
      </p:sp>
      <p:sp>
        <p:nvSpPr>
          <p:cNvPr id="838" name="Google Shape;838;g26c91cd4287_0_149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Teach Uppercase Formation</a:t>
            </a:r>
            <a:endParaRPr/>
          </a:p>
        </p:txBody>
      </p:sp>
      <p:pic>
        <p:nvPicPr>
          <p:cNvPr id="839" name="Google Shape;839;g26c91cd4287_0_1494"/>
          <p:cNvPicPr preferRelativeResize="0"/>
          <p:nvPr/>
        </p:nvPicPr>
        <p:blipFill rotWithShape="1">
          <a:blip r:embed="rId3">
            <a:alphaModFix/>
          </a:blip>
          <a:srcRect l="19" r="29"/>
          <a:stretch/>
        </p:blipFill>
        <p:spPr>
          <a:xfrm>
            <a:off x="3041337" y="996300"/>
            <a:ext cx="3061325" cy="4333175"/>
          </a:xfrm>
          <a:prstGeom prst="rect">
            <a:avLst/>
          </a:prstGeom>
          <a:noFill/>
          <a:ln>
            <a:noFill/>
          </a:ln>
          <a:effectLst>
            <a:outerShdw blurRad="142875" dist="19050" dir="5400000" algn="bl" rotWithShape="0">
              <a:srgbClr val="000000">
                <a:alpha val="28235"/>
              </a:srgbClr>
            </a:outerShdw>
          </a:effectLst>
        </p:spPr>
      </p:pic>
      <p:sp>
        <p:nvSpPr>
          <p:cNvPr id="840" name="Google Shape;840;g26c91cd4287_0_1494"/>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845"/>
        <p:cNvGrpSpPr/>
        <p:nvPr/>
      </p:nvGrpSpPr>
      <p:grpSpPr>
        <a:xfrm>
          <a:off x="0" y="0"/>
          <a:ext cx="0" cy="0"/>
          <a:chOff x="0" y="0"/>
          <a:chExt cx="0" cy="0"/>
        </a:xfrm>
      </p:grpSpPr>
      <p:sp>
        <p:nvSpPr>
          <p:cNvPr id="846" name="Google Shape;846;g26c91cd4287_0_1502"/>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JNL686</a:t>
            </a:r>
            <a:endParaRPr dirty="0"/>
          </a:p>
        </p:txBody>
      </p:sp>
      <p:sp>
        <p:nvSpPr>
          <p:cNvPr id="847" name="Google Shape;847;g26c91cd4287_0_150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Teach Grapheme Caption</a:t>
            </a:r>
            <a:endParaRPr/>
          </a:p>
        </p:txBody>
      </p:sp>
      <p:pic>
        <p:nvPicPr>
          <p:cNvPr id="848" name="Google Shape;848;g26c91cd4287_0_1502"/>
          <p:cNvPicPr preferRelativeResize="0"/>
          <p:nvPr/>
        </p:nvPicPr>
        <p:blipFill rotWithShape="1">
          <a:blip r:embed="rId3">
            <a:alphaModFix/>
          </a:blip>
          <a:srcRect/>
          <a:stretch/>
        </p:blipFill>
        <p:spPr>
          <a:xfrm>
            <a:off x="3041337" y="996300"/>
            <a:ext cx="3061325" cy="4333176"/>
          </a:xfrm>
          <a:prstGeom prst="rect">
            <a:avLst/>
          </a:prstGeom>
          <a:noFill/>
          <a:ln>
            <a:noFill/>
          </a:ln>
          <a:effectLst>
            <a:outerShdw blurRad="142875" dist="19050" dir="5400000" algn="bl" rotWithShape="0">
              <a:srgbClr val="000000">
                <a:alpha val="28235"/>
              </a:srgbClr>
            </a:outerShdw>
          </a:effectLst>
        </p:spPr>
      </p:pic>
      <p:sp>
        <p:nvSpPr>
          <p:cNvPr id="849" name="Google Shape;849;g26c91cd4287_0_1502"/>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854"/>
        <p:cNvGrpSpPr/>
        <p:nvPr/>
      </p:nvGrpSpPr>
      <p:grpSpPr>
        <a:xfrm>
          <a:off x="0" y="0"/>
          <a:ext cx="0" cy="0"/>
          <a:chOff x="0" y="0"/>
          <a:chExt cx="0" cy="0"/>
        </a:xfrm>
      </p:grpSpPr>
      <p:sp>
        <p:nvSpPr>
          <p:cNvPr id="855" name="Google Shape;855;g26c91cd4287_0_151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JNL686</a:t>
            </a:r>
            <a:endParaRPr dirty="0"/>
          </a:p>
        </p:txBody>
      </p:sp>
      <p:sp>
        <p:nvSpPr>
          <p:cNvPr id="856" name="Google Shape;856;g26c91cd4287_0_151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Teach Uppercase Formation</a:t>
            </a:r>
            <a:endParaRPr/>
          </a:p>
        </p:txBody>
      </p:sp>
      <p:pic>
        <p:nvPicPr>
          <p:cNvPr id="857" name="Google Shape;857;g26c91cd4287_0_1510"/>
          <p:cNvPicPr preferRelativeResize="0"/>
          <p:nvPr/>
        </p:nvPicPr>
        <p:blipFill rotWithShape="1">
          <a:blip r:embed="rId3">
            <a:alphaModFix/>
          </a:blip>
          <a:srcRect l="79" r="79"/>
          <a:stretch/>
        </p:blipFill>
        <p:spPr>
          <a:xfrm>
            <a:off x="3041337" y="996300"/>
            <a:ext cx="3061325" cy="4333176"/>
          </a:xfrm>
          <a:prstGeom prst="rect">
            <a:avLst/>
          </a:prstGeom>
          <a:noFill/>
          <a:ln>
            <a:noFill/>
          </a:ln>
          <a:effectLst>
            <a:outerShdw blurRad="142875" dist="19050" dir="5400000" algn="bl" rotWithShape="0">
              <a:srgbClr val="000000">
                <a:alpha val="28235"/>
              </a:srgbClr>
            </a:outerShdw>
          </a:effectLst>
        </p:spPr>
      </p:pic>
      <p:sp>
        <p:nvSpPr>
          <p:cNvPr id="858" name="Google Shape;858;g26c91cd4287_0_1510"/>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863"/>
        <p:cNvGrpSpPr/>
        <p:nvPr/>
      </p:nvGrpSpPr>
      <p:grpSpPr>
        <a:xfrm>
          <a:off x="0" y="0"/>
          <a:ext cx="0" cy="0"/>
          <a:chOff x="0" y="0"/>
          <a:chExt cx="0" cy="0"/>
        </a:xfrm>
      </p:grpSpPr>
      <p:sp>
        <p:nvSpPr>
          <p:cNvPr id="864" name="Google Shape;864;g26c91cd4287_0_151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865" name="Google Shape;865;g26c91cd4287_0_151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Display the Alphabet in order</a:t>
            </a:r>
            <a:endParaRPr/>
          </a:p>
        </p:txBody>
      </p:sp>
      <p:grpSp>
        <p:nvGrpSpPr>
          <p:cNvPr id="866" name="Google Shape;866;g26c91cd4287_0_1518"/>
          <p:cNvGrpSpPr/>
          <p:nvPr/>
        </p:nvGrpSpPr>
        <p:grpSpPr>
          <a:xfrm>
            <a:off x="3024000" y="209875"/>
            <a:ext cx="3096000" cy="454800"/>
            <a:chOff x="3024000" y="209875"/>
            <a:chExt cx="3096000" cy="454800"/>
          </a:xfrm>
        </p:grpSpPr>
        <p:sp>
          <p:nvSpPr>
            <p:cNvPr id="867" name="Google Shape;867;g26c91cd4287_0_1518"/>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8" name="Google Shape;868;g26c91cd4287_0_1518"/>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869" name="Google Shape;869;g26c91cd4287_0_1518"/>
            <p:cNvPicPr preferRelativeResize="0"/>
            <p:nvPr/>
          </p:nvPicPr>
          <p:blipFill rotWithShape="1">
            <a:blip r:embed="rId3">
              <a:alphaModFix/>
            </a:blip>
            <a:srcRect/>
            <a:stretch/>
          </p:blipFill>
          <p:spPr>
            <a:xfrm>
              <a:off x="3278989" y="302008"/>
              <a:ext cx="214317" cy="246300"/>
            </a:xfrm>
            <a:prstGeom prst="rect">
              <a:avLst/>
            </a:prstGeom>
            <a:noFill/>
            <a:ln>
              <a:noFill/>
            </a:ln>
          </p:spPr>
        </p:pic>
      </p:grpSp>
      <p:sp>
        <p:nvSpPr>
          <p:cNvPr id="870" name="Google Shape;870;g26c91cd4287_0_1518"/>
          <p:cNvSpPr txBox="1"/>
          <p:nvPr/>
        </p:nvSpPr>
        <p:spPr>
          <a:xfrm>
            <a:off x="1181100" y="795925"/>
            <a:ext cx="6781800" cy="19530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4200" b="0" i="0" u="none" strike="noStrike" cap="none">
                <a:solidFill>
                  <a:srgbClr val="ED1C24"/>
                </a:solidFill>
                <a:latin typeface="Poppins"/>
                <a:ea typeface="Poppins"/>
                <a:cs typeface="Poppins"/>
                <a:sym typeface="Poppins"/>
              </a:rPr>
              <a:t>a</a:t>
            </a:r>
            <a:r>
              <a:rPr lang="en-US" sz="5000" b="0" i="0" u="none" strike="noStrike" cap="none">
                <a:solidFill>
                  <a:srgbClr val="2356AF"/>
                </a:solidFill>
                <a:latin typeface="Jost"/>
                <a:ea typeface="Jost"/>
                <a:cs typeface="Jost"/>
                <a:sym typeface="Jost"/>
              </a:rPr>
              <a:t> b c d </a:t>
            </a:r>
            <a:r>
              <a:rPr lang="en-US" sz="5000" b="0" i="0" u="none" strike="noStrike" cap="none">
                <a:solidFill>
                  <a:srgbClr val="ED1C24"/>
                </a:solidFill>
                <a:latin typeface="Jost"/>
                <a:ea typeface="Jost"/>
                <a:cs typeface="Jost"/>
                <a:sym typeface="Jost"/>
              </a:rPr>
              <a:t>e</a:t>
            </a:r>
            <a:r>
              <a:rPr lang="en-US" sz="5000" b="0" i="0" u="none" strike="noStrike" cap="none">
                <a:solidFill>
                  <a:srgbClr val="2356AF"/>
                </a:solidFill>
                <a:latin typeface="Jost"/>
                <a:ea typeface="Jost"/>
                <a:cs typeface="Jost"/>
                <a:sym typeface="Jost"/>
              </a:rPr>
              <a:t> f g h </a:t>
            </a:r>
            <a:r>
              <a:rPr lang="en-US" sz="5000" b="0" i="0" u="none" strike="noStrike" cap="none">
                <a:solidFill>
                  <a:srgbClr val="ED1C24"/>
                </a:solidFill>
                <a:latin typeface="Jost"/>
                <a:ea typeface="Jost"/>
                <a:cs typeface="Jost"/>
                <a:sym typeface="Jost"/>
              </a:rPr>
              <a:t>i</a:t>
            </a:r>
            <a:r>
              <a:rPr lang="en-US" sz="5000" b="0" i="0" u="none" strike="noStrike" cap="none">
                <a:solidFill>
                  <a:srgbClr val="2356AF"/>
                </a:solidFill>
                <a:latin typeface="Jost"/>
                <a:ea typeface="Jost"/>
                <a:cs typeface="Jost"/>
                <a:sym typeface="Jost"/>
              </a:rPr>
              <a:t> j k l m </a:t>
            </a:r>
            <a:br>
              <a:rPr lang="en-US" sz="5000" b="0" i="0" u="none" strike="noStrike" cap="none">
                <a:solidFill>
                  <a:srgbClr val="2356AF"/>
                </a:solidFill>
                <a:latin typeface="Jost"/>
                <a:ea typeface="Jost"/>
                <a:cs typeface="Jost"/>
                <a:sym typeface="Jost"/>
              </a:rPr>
            </a:br>
            <a:r>
              <a:rPr lang="en-US" sz="5000" b="0" i="0" u="none" strike="noStrike" cap="none">
                <a:solidFill>
                  <a:srgbClr val="2356AF"/>
                </a:solidFill>
                <a:latin typeface="Jost"/>
                <a:ea typeface="Jost"/>
                <a:cs typeface="Jost"/>
                <a:sym typeface="Jost"/>
              </a:rPr>
              <a:t>n </a:t>
            </a:r>
            <a:r>
              <a:rPr lang="en-US" sz="5000" b="0" i="0" u="none" strike="noStrike" cap="none">
                <a:solidFill>
                  <a:srgbClr val="ED1C24"/>
                </a:solidFill>
                <a:latin typeface="Jost"/>
                <a:ea typeface="Jost"/>
                <a:cs typeface="Jost"/>
                <a:sym typeface="Jost"/>
              </a:rPr>
              <a:t>o</a:t>
            </a:r>
            <a:r>
              <a:rPr lang="en-US" sz="5000" b="0" i="0" u="none" strike="noStrike" cap="none">
                <a:solidFill>
                  <a:srgbClr val="2356AF"/>
                </a:solidFill>
                <a:latin typeface="Jost"/>
                <a:ea typeface="Jost"/>
                <a:cs typeface="Jost"/>
                <a:sym typeface="Jost"/>
              </a:rPr>
              <a:t> p q r s t </a:t>
            </a:r>
            <a:r>
              <a:rPr lang="en-US" sz="5000" b="0" i="0" u="none" strike="noStrike" cap="none">
                <a:solidFill>
                  <a:srgbClr val="ED1C24"/>
                </a:solidFill>
                <a:latin typeface="Jost"/>
                <a:ea typeface="Jost"/>
                <a:cs typeface="Jost"/>
                <a:sym typeface="Jost"/>
              </a:rPr>
              <a:t>u</a:t>
            </a:r>
            <a:r>
              <a:rPr lang="en-US" sz="5000" b="0" i="0" u="none" strike="noStrike" cap="none">
                <a:solidFill>
                  <a:srgbClr val="2356AF"/>
                </a:solidFill>
                <a:latin typeface="Jost"/>
                <a:ea typeface="Jost"/>
                <a:cs typeface="Jost"/>
                <a:sym typeface="Jost"/>
              </a:rPr>
              <a:t> v w x y z</a:t>
            </a:r>
            <a:endParaRPr sz="5000" b="0" i="0" u="none" strike="noStrike" cap="none">
              <a:solidFill>
                <a:srgbClr val="2356AF"/>
              </a:solidFill>
              <a:latin typeface="Jost"/>
              <a:ea typeface="Jost"/>
              <a:cs typeface="Jost"/>
              <a:sym typeface="Jost"/>
            </a:endParaRPr>
          </a:p>
        </p:txBody>
      </p:sp>
      <p:cxnSp>
        <p:nvCxnSpPr>
          <p:cNvPr id="871" name="Google Shape;871;g26c91cd4287_0_1518"/>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872" name="Google Shape;872;g26c91cd4287_0_1518"/>
          <p:cNvSpPr txBox="1"/>
          <p:nvPr/>
        </p:nvSpPr>
        <p:spPr>
          <a:xfrm>
            <a:off x="771025" y="2679075"/>
            <a:ext cx="7602600" cy="19530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4800" b="0" i="0" u="none" strike="noStrike" cap="none">
                <a:solidFill>
                  <a:srgbClr val="ED1C24"/>
                </a:solidFill>
                <a:latin typeface="Jost"/>
                <a:ea typeface="Jost"/>
                <a:cs typeface="Jost"/>
                <a:sym typeface="Jost"/>
              </a:rPr>
              <a:t>A</a:t>
            </a:r>
            <a:r>
              <a:rPr lang="en-US" sz="4800" b="0" i="0" u="none" strike="noStrike" cap="none">
                <a:solidFill>
                  <a:srgbClr val="2356AF"/>
                </a:solidFill>
                <a:latin typeface="Jost"/>
                <a:ea typeface="Jost"/>
                <a:cs typeface="Jost"/>
                <a:sym typeface="Jost"/>
              </a:rPr>
              <a:t> B C D </a:t>
            </a:r>
            <a:r>
              <a:rPr lang="en-US" sz="4800" b="0" i="0" u="none" strike="noStrike" cap="none">
                <a:solidFill>
                  <a:srgbClr val="ED1C24"/>
                </a:solidFill>
                <a:latin typeface="Jost"/>
                <a:ea typeface="Jost"/>
                <a:cs typeface="Jost"/>
                <a:sym typeface="Jost"/>
              </a:rPr>
              <a:t>E</a:t>
            </a:r>
            <a:r>
              <a:rPr lang="en-US" sz="4800" b="0" i="0" u="none" strike="noStrike" cap="none">
                <a:solidFill>
                  <a:srgbClr val="2356AF"/>
                </a:solidFill>
                <a:latin typeface="Jost"/>
                <a:ea typeface="Jost"/>
                <a:cs typeface="Jost"/>
                <a:sym typeface="Jost"/>
              </a:rPr>
              <a:t> F G H </a:t>
            </a:r>
            <a:r>
              <a:rPr lang="en-US" sz="4800" b="0" i="0" u="none" strike="noStrike" cap="none">
                <a:solidFill>
                  <a:srgbClr val="ED1C24"/>
                </a:solidFill>
                <a:latin typeface="Lexend Light"/>
                <a:ea typeface="Lexend Light"/>
                <a:cs typeface="Lexend Light"/>
                <a:sym typeface="Lexend Light"/>
              </a:rPr>
              <a:t>I</a:t>
            </a:r>
            <a:r>
              <a:rPr lang="en-US" sz="4800" b="0" i="0" u="none" strike="noStrike" cap="none">
                <a:solidFill>
                  <a:srgbClr val="2356AF"/>
                </a:solidFill>
                <a:latin typeface="Jost"/>
                <a:ea typeface="Jost"/>
                <a:cs typeface="Jost"/>
                <a:sym typeface="Jost"/>
              </a:rPr>
              <a:t> </a:t>
            </a:r>
            <a:r>
              <a:rPr lang="en-US" sz="4800" b="0" i="0" u="none" strike="noStrike" cap="none">
                <a:solidFill>
                  <a:srgbClr val="2356AF"/>
                </a:solidFill>
                <a:latin typeface="Lexend Light"/>
                <a:ea typeface="Lexend Light"/>
                <a:cs typeface="Lexend Light"/>
                <a:sym typeface="Lexend Light"/>
              </a:rPr>
              <a:t>J</a:t>
            </a:r>
            <a:r>
              <a:rPr lang="en-US" sz="4800" b="0" i="0" u="none" strike="noStrike" cap="none">
                <a:solidFill>
                  <a:srgbClr val="2356AF"/>
                </a:solidFill>
                <a:latin typeface="Jost"/>
                <a:ea typeface="Jost"/>
                <a:cs typeface="Jost"/>
                <a:sym typeface="Jost"/>
              </a:rPr>
              <a:t> K L M </a:t>
            </a:r>
            <a:br>
              <a:rPr lang="en-US" sz="4800" b="0" i="0" u="none" strike="noStrike" cap="none">
                <a:solidFill>
                  <a:srgbClr val="2356AF"/>
                </a:solidFill>
                <a:latin typeface="Jost"/>
                <a:ea typeface="Jost"/>
                <a:cs typeface="Jost"/>
                <a:sym typeface="Jost"/>
              </a:rPr>
            </a:br>
            <a:r>
              <a:rPr lang="en-US" sz="4800" b="0" i="0" u="none" strike="noStrike" cap="none">
                <a:solidFill>
                  <a:srgbClr val="2356AF"/>
                </a:solidFill>
                <a:latin typeface="Jost"/>
                <a:ea typeface="Jost"/>
                <a:cs typeface="Jost"/>
                <a:sym typeface="Jost"/>
              </a:rPr>
              <a:t>N </a:t>
            </a:r>
            <a:r>
              <a:rPr lang="en-US" sz="4800" b="0" i="0" u="none" strike="noStrike" cap="none">
                <a:solidFill>
                  <a:srgbClr val="ED1C24"/>
                </a:solidFill>
                <a:latin typeface="Jost"/>
                <a:ea typeface="Jost"/>
                <a:cs typeface="Jost"/>
                <a:sym typeface="Jost"/>
              </a:rPr>
              <a:t>O</a:t>
            </a:r>
            <a:r>
              <a:rPr lang="en-US" sz="4800" b="0" i="0" u="none" strike="noStrike" cap="none">
                <a:solidFill>
                  <a:srgbClr val="2356AF"/>
                </a:solidFill>
                <a:latin typeface="Jost"/>
                <a:ea typeface="Jost"/>
                <a:cs typeface="Jost"/>
                <a:sym typeface="Jost"/>
              </a:rPr>
              <a:t> P Q R S T </a:t>
            </a:r>
            <a:r>
              <a:rPr lang="en-US" sz="4800" b="0" i="0" u="none" strike="noStrike" cap="none">
                <a:solidFill>
                  <a:srgbClr val="ED1C24"/>
                </a:solidFill>
                <a:latin typeface="Jost"/>
                <a:ea typeface="Jost"/>
                <a:cs typeface="Jost"/>
                <a:sym typeface="Jost"/>
              </a:rPr>
              <a:t>U</a:t>
            </a:r>
            <a:r>
              <a:rPr lang="en-US" sz="4800" b="0" i="0" u="none" strike="noStrike" cap="none">
                <a:solidFill>
                  <a:srgbClr val="2356AF"/>
                </a:solidFill>
                <a:latin typeface="Jost"/>
                <a:ea typeface="Jost"/>
                <a:cs typeface="Jost"/>
                <a:sym typeface="Jost"/>
              </a:rPr>
              <a:t> V W X Y Z</a:t>
            </a:r>
            <a:endParaRPr sz="4800" b="0" i="0" u="none" strike="noStrike" cap="none">
              <a:solidFill>
                <a:srgbClr val="2356AF"/>
              </a:solidFill>
              <a:latin typeface="Jost"/>
              <a:ea typeface="Jost"/>
              <a:cs typeface="Jost"/>
              <a:sym typeface="Jost"/>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877"/>
        <p:cNvGrpSpPr/>
        <p:nvPr/>
      </p:nvGrpSpPr>
      <p:grpSpPr>
        <a:xfrm>
          <a:off x="0" y="0"/>
          <a:ext cx="0" cy="0"/>
          <a:chOff x="0" y="0"/>
          <a:chExt cx="0" cy="0"/>
        </a:xfrm>
      </p:grpSpPr>
      <p:sp>
        <p:nvSpPr>
          <p:cNvPr id="878" name="Google Shape;878;g26c91cd4287_0_1531"/>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p>
            <a:pPr marL="457200" lvl="0" indent="-330200" algn="l" rtl="0">
              <a:lnSpc>
                <a:spcPct val="115000"/>
              </a:lnSpc>
              <a:spcBef>
                <a:spcPts val="1000"/>
              </a:spcBef>
              <a:spcAft>
                <a:spcPts val="0"/>
              </a:spcAft>
              <a:buSzPts val="1600"/>
              <a:buChar char="•"/>
            </a:pPr>
            <a:r>
              <a:rPr lang="en-US"/>
              <a:t>Provide uppercase letters and lowercase letters, mix them up and invite the children to match them up.</a:t>
            </a:r>
            <a:endParaRPr/>
          </a:p>
          <a:p>
            <a:pPr marL="457200" lvl="0" indent="-330200" algn="l" rtl="0">
              <a:lnSpc>
                <a:spcPct val="115000"/>
              </a:lnSpc>
              <a:spcBef>
                <a:spcPts val="1000"/>
              </a:spcBef>
              <a:spcAft>
                <a:spcPts val="0"/>
              </a:spcAft>
              <a:buSzPts val="1600"/>
              <a:buChar char="•"/>
            </a:pPr>
            <a:r>
              <a:rPr lang="en-US"/>
              <a:t>Practise both lowercase and uppercase formation.</a:t>
            </a:r>
            <a:endParaRPr/>
          </a:p>
        </p:txBody>
      </p:sp>
      <p:pic>
        <p:nvPicPr>
          <p:cNvPr id="879" name="Google Shape;879;g26c91cd4287_0_1531"/>
          <p:cNvPicPr preferRelativeResize="0"/>
          <p:nvPr/>
        </p:nvPicPr>
        <p:blipFill rotWithShape="1">
          <a:blip r:embed="rId3">
            <a:alphaModFix/>
          </a:blip>
          <a:srcRect/>
          <a:stretch/>
        </p:blipFill>
        <p:spPr>
          <a:xfrm>
            <a:off x="756400" y="2092050"/>
            <a:ext cx="3440800" cy="1926875"/>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382</Words>
  <Application>Microsoft Office PowerPoint</Application>
  <PresentationFormat>On-screen Show (4:3)</PresentationFormat>
  <Paragraphs>81</Paragraphs>
  <Slides>14</Slides>
  <Notes>14</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14</vt:i4>
      </vt:variant>
    </vt:vector>
  </HeadingPairs>
  <TitlesOfParts>
    <vt:vector size="24" baseType="lpstr">
      <vt:lpstr>Calibri</vt:lpstr>
      <vt:lpstr>Poppins SemiBold</vt:lpstr>
      <vt:lpstr>Lexend Light</vt:lpstr>
      <vt:lpstr>Jost</vt:lpstr>
      <vt:lpstr>Nunito Black</vt:lpstr>
      <vt:lpstr>Arial</vt:lpstr>
      <vt:lpstr>Poppins</vt:lpstr>
      <vt:lpstr>Poppins Medium</vt:lpstr>
      <vt:lpstr>Mulish</vt:lpstr>
      <vt:lpstr>Office Theme</vt:lpstr>
      <vt:lpstr>PowerPoint Presentation</vt:lpstr>
      <vt:lpstr>PowerPoint Presentation</vt:lpstr>
      <vt:lpstr>Recall all GPCs learned so far using flashcards.</vt:lpstr>
      <vt:lpstr>Recall all GPCs learned so far using flashcards.</vt:lpstr>
      <vt:lpstr>Review Phase 2 Common Exception Words  as I is no go to into the put his has of pull full.</vt:lpstr>
      <vt:lpstr>PowerPoint Presentation</vt:lpstr>
      <vt:lpstr>Teach Grapheme Caption</vt:lpstr>
      <vt:lpstr>Teach Uppercase Formation</vt:lpstr>
      <vt:lpstr>Teach Grapheme Caption</vt:lpstr>
      <vt:lpstr>Teach Uppercase Formation</vt:lpstr>
      <vt:lpstr>Teach Grapheme Caption</vt:lpstr>
      <vt:lpstr>Teach Uppercase Formation</vt:lpstr>
      <vt:lpstr>Display the Alphabet in order</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1</cp:revision>
  <dcterms:created xsi:type="dcterms:W3CDTF">2021-01-13T00:47:47Z</dcterms:created>
  <dcterms:modified xsi:type="dcterms:W3CDTF">2026-04-28T05:05:57Z</dcterms:modified>
</cp:coreProperties>
</file>