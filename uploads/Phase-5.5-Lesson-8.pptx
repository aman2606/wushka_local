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ZmuC1VYZ0spOQPNX/gXl0hTQM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E9F7284-B173-4E0C-974F-C9364447B1AA}">
  <a:tblStyle styleId="{5E9F7284-B173-4E0C-974F-C9364447B1A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2" name="Google Shape;82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7" name="Google Shape;87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d27a9e9c65_2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d27a9e9c65_2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d27a9e9c65_2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d27a9e9c65_2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d27a9e9c65_2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d27a9e9c65_2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2d27a9e9c65_2_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3" name="Google Shape;1083;g2d27a9e9c65_2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4" name="Google Shape;1084;g2d27a9e9c65_2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6911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0482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/ee/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2 -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8</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20.xml"/><Relationship Id="rId5" Type="http://schemas.openxmlformats.org/officeDocument/2006/relationships/slide" Target="slide1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4.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2.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6.png"/><Relationship Id="rId28" Type="http://schemas.openxmlformats.org/officeDocument/2006/relationships/image" Target="../media/image56.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5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03.png"/><Relationship Id="rId4"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113.png"/><Relationship Id="rId2" Type="http://schemas.openxmlformats.org/officeDocument/2006/relationships/notesSlide" Target="../notesSlides/notesSlide7.xml"/><Relationship Id="rId16" Type="http://schemas.openxmlformats.org/officeDocument/2006/relationships/image" Target="../media/image117.png"/><Relationship Id="rId1" Type="http://schemas.openxmlformats.org/officeDocument/2006/relationships/slideLayout" Target="../slideLayouts/slideLayout3.xml"/><Relationship Id="rId6" Type="http://schemas.openxmlformats.org/officeDocument/2006/relationships/image" Target="../media/image107.png"/><Relationship Id="rId11" Type="http://schemas.openxmlformats.org/officeDocument/2006/relationships/image" Target="../media/image112.png"/><Relationship Id="rId5" Type="http://schemas.openxmlformats.org/officeDocument/2006/relationships/image" Target="../media/image106.png"/><Relationship Id="rId15" Type="http://schemas.openxmlformats.org/officeDocument/2006/relationships/image" Target="../media/image11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s>
</file>

<file path=ppt/slides/_rels/slide8.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18" Type="http://schemas.openxmlformats.org/officeDocument/2006/relationships/image" Target="../media/image133.png"/><Relationship Id="rId26" Type="http://schemas.openxmlformats.org/officeDocument/2006/relationships/image" Target="../media/image141.png"/><Relationship Id="rId3" Type="http://schemas.openxmlformats.org/officeDocument/2006/relationships/image" Target="../media/image118.png"/><Relationship Id="rId21" Type="http://schemas.openxmlformats.org/officeDocument/2006/relationships/image" Target="../media/image136.png"/><Relationship Id="rId7" Type="http://schemas.openxmlformats.org/officeDocument/2006/relationships/image" Target="../media/image122.png"/><Relationship Id="rId12" Type="http://schemas.openxmlformats.org/officeDocument/2006/relationships/image" Target="../media/image127.png"/><Relationship Id="rId17" Type="http://schemas.openxmlformats.org/officeDocument/2006/relationships/image" Target="../media/image132.png"/><Relationship Id="rId25" Type="http://schemas.openxmlformats.org/officeDocument/2006/relationships/image" Target="../media/image140.png"/><Relationship Id="rId2" Type="http://schemas.openxmlformats.org/officeDocument/2006/relationships/notesSlide" Target="../notesSlides/notesSlide8.xml"/><Relationship Id="rId16" Type="http://schemas.openxmlformats.org/officeDocument/2006/relationships/image" Target="../media/image131.png"/><Relationship Id="rId20" Type="http://schemas.openxmlformats.org/officeDocument/2006/relationships/image" Target="../media/image135.png"/><Relationship Id="rId29" Type="http://schemas.openxmlformats.org/officeDocument/2006/relationships/image" Target="../media/image144.png"/><Relationship Id="rId1" Type="http://schemas.openxmlformats.org/officeDocument/2006/relationships/slideLayout" Target="../slideLayouts/slideLayout3.xml"/><Relationship Id="rId6" Type="http://schemas.openxmlformats.org/officeDocument/2006/relationships/image" Target="../media/image121.png"/><Relationship Id="rId11" Type="http://schemas.openxmlformats.org/officeDocument/2006/relationships/image" Target="../media/image126.png"/><Relationship Id="rId24" Type="http://schemas.openxmlformats.org/officeDocument/2006/relationships/image" Target="../media/image139.png"/><Relationship Id="rId5" Type="http://schemas.openxmlformats.org/officeDocument/2006/relationships/image" Target="../media/image120.png"/><Relationship Id="rId15" Type="http://schemas.openxmlformats.org/officeDocument/2006/relationships/image" Target="../media/image130.png"/><Relationship Id="rId23" Type="http://schemas.openxmlformats.org/officeDocument/2006/relationships/image" Target="../media/image138.png"/><Relationship Id="rId28" Type="http://schemas.openxmlformats.org/officeDocument/2006/relationships/image" Target="../media/image143.png"/><Relationship Id="rId10" Type="http://schemas.openxmlformats.org/officeDocument/2006/relationships/image" Target="../media/image125.png"/><Relationship Id="rId19" Type="http://schemas.openxmlformats.org/officeDocument/2006/relationships/image" Target="../media/image134.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29.png"/><Relationship Id="rId22" Type="http://schemas.openxmlformats.org/officeDocument/2006/relationships/image" Target="../media/image137.png"/><Relationship Id="rId27" Type="http://schemas.openxmlformats.org/officeDocument/2006/relationships/image" Target="../media/image142.png"/><Relationship Id="rId30" Type="http://schemas.openxmlformats.org/officeDocument/2006/relationships/image" Target="../media/image145.png"/></Relationships>
</file>

<file path=ppt/slides/_rels/slide9.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6.png"/><Relationship Id="rId3" Type="http://schemas.openxmlformats.org/officeDocument/2006/relationships/image" Target="../media/image146.png"/><Relationship Id="rId7" Type="http://schemas.openxmlformats.org/officeDocument/2006/relationships/image" Target="../media/image150.png"/><Relationship Id="rId12" Type="http://schemas.openxmlformats.org/officeDocument/2006/relationships/image" Target="../media/image15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9.png"/><Relationship Id="rId11" Type="http://schemas.openxmlformats.org/officeDocument/2006/relationships/image" Target="../media/image154.png"/><Relationship Id="rId5" Type="http://schemas.openxmlformats.org/officeDocument/2006/relationships/image" Target="../media/image148.png"/><Relationship Id="rId15" Type="http://schemas.openxmlformats.org/officeDocument/2006/relationships/image" Target="../media/image158.pn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png"/><Relationship Id="rId14" Type="http://schemas.openxmlformats.org/officeDocument/2006/relationships/image" Target="../media/image157.png"/></Relationships>
</file>

<file path=ppt/slides/_rels/slide10.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9.png"/><Relationship Id="rId3" Type="http://schemas.openxmlformats.org/officeDocument/2006/relationships/image" Target="../media/image159.png"/><Relationship Id="rId7" Type="http://schemas.openxmlformats.org/officeDocument/2006/relationships/image" Target="../media/image163.png"/><Relationship Id="rId12" Type="http://schemas.openxmlformats.org/officeDocument/2006/relationships/image" Target="../media/image168.png"/><Relationship Id="rId2" Type="http://schemas.openxmlformats.org/officeDocument/2006/relationships/notesSlide" Target="../notesSlides/notesSlide10.xml"/><Relationship Id="rId16" Type="http://schemas.openxmlformats.org/officeDocument/2006/relationships/image" Target="../media/image172.png"/><Relationship Id="rId1" Type="http://schemas.openxmlformats.org/officeDocument/2006/relationships/slideLayout" Target="../slideLayouts/slideLayout3.xml"/><Relationship Id="rId6" Type="http://schemas.openxmlformats.org/officeDocument/2006/relationships/image" Target="../media/image162.png"/><Relationship Id="rId11" Type="http://schemas.openxmlformats.org/officeDocument/2006/relationships/image" Target="../media/image167.png"/><Relationship Id="rId5" Type="http://schemas.openxmlformats.org/officeDocument/2006/relationships/image" Target="../media/image161.png"/><Relationship Id="rId15" Type="http://schemas.openxmlformats.org/officeDocument/2006/relationships/image" Target="../media/image171.png"/><Relationship Id="rId10" Type="http://schemas.openxmlformats.org/officeDocument/2006/relationships/image" Target="../media/image166.png"/><Relationship Id="rId4" Type="http://schemas.openxmlformats.org/officeDocument/2006/relationships/image" Target="../media/image160.png"/><Relationship Id="rId9" Type="http://schemas.openxmlformats.org/officeDocument/2006/relationships/image" Target="../media/image165.png"/><Relationship Id="rId14" Type="http://schemas.openxmlformats.org/officeDocument/2006/relationships/image" Target="../media/image170.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/ee/;</a:t>
            </a:r>
            <a:br>
              <a:rPr lang="en-US" sz="3000"/>
            </a:br>
            <a:r>
              <a:rPr lang="en-US" sz="3000"/>
              <a:t>y</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8</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{5E9F7284-B173-4E0C-974F-C9364447B1AA}</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/ee/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/igh/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/ee/ </a:t>
            </a:r>
            <a:r>
              <a:rPr lang="en-US"/>
              <a:t>sound family spelling patterns.</a:t>
            </a:r>
            <a:endParaRPr/>
          </a:p>
        </p:txBody>
      </p:sp>
      <p:sp>
        <p:nvSpPr>
          <p:cNvPr id="662" name="Google Shape;662;g2bee4f4af4b_0_204"/>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65" name="Google Shape;665;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6" name="Google Shape;666;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7" name="Google Shape;667;g2bee4f4af4b_0_204"/>
          <p:cNvPicPr preferRelativeResize="0"/>
          <p:nvPr/>
        </p:nvPicPr>
        <p:blipFill rotWithShape="1">
          <a:blip r:embed="rId3">
            <a:alphaModFix/>
          </a:blip>
          <a:srcRect l="159" r="14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8" name="Google Shape;668;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69" name="Google Shape;669;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0" name="Google Shape;670;g2bee4f4af4b_0_204"/>
          <p:cNvPicPr preferRelativeResize="0"/>
          <p:nvPr/>
        </p:nvPicPr>
        <p:blipFill rotWithShape="1">
          <a:blip r:embed="rId4">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1" name="Google Shape;671;g2bee4f4af4b_0_204">
            <a:hlinkClick r:id="rId5" action="ppaction://hlinksldjump"/>
          </p:cNvPr>
          <p:cNvSpPr/>
          <p:nvPr/>
        </p:nvSpPr>
        <p:spPr>
          <a:xfrm>
            <a:off x="944298" y="375356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2" name="Google Shape;672;g2bee4f4af4b_0_204">
            <a:hlinkClick r:id="rId6" action="ppaction://hlinksldjump"/>
          </p:cNvPr>
          <p:cNvSpPr/>
          <p:nvPr/>
        </p:nvSpPr>
        <p:spPr>
          <a:xfrm>
            <a:off x="3435967" y="382884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109945" y="38174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674" name="Google Shape;674;g2bee4f4af4b_0_204"/>
          <p:cNvPicPr preferRelativeResize="0"/>
          <p:nvPr/>
        </p:nvPicPr>
        <p:blipFill rotWithShape="1">
          <a:blip r:embed="rId8">
            <a:alphaModFix/>
          </a:blip>
          <a:srcRect l="19" r="29"/>
          <a:stretch/>
        </p:blipFill>
        <p:spPr>
          <a:xfrm>
            <a:off x="995626" y="4099981"/>
            <a:ext cx="788062" cy="1115567"/>
          </a:xfrm>
          <a:prstGeom prst="rect">
            <a:avLst/>
          </a:prstGeom>
          <a:noFill/>
          <a:ln>
            <a:noFill/>
          </a:ln>
          <a:effectLst>
            <a:outerShdw blurRad="142875" dist="19050" dir="5400000" algn="bl" rotWithShape="0">
              <a:srgbClr val="000000">
                <a:alpha val="2706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t="228" b="219"/>
          <a:stretch/>
        </p:blipFill>
        <p:spPr>
          <a:xfrm>
            <a:off x="5845703" y="2057219"/>
            <a:ext cx="1752905" cy="2468880"/>
          </a:xfrm>
          <a:prstGeom prst="rect">
            <a:avLst/>
          </a:prstGeom>
          <a:noFill/>
          <a:ln>
            <a:noFill/>
          </a:ln>
          <a:effectLst>
            <a:outerShdw blurRad="71438" dist="28575" dir="5400000" algn="bl" rotWithShape="0">
              <a:srgbClr val="000000">
                <a:alpha val="15686"/>
              </a:srgbClr>
            </a:outerShdw>
          </a:effectLst>
        </p:spPr>
      </p:pic>
      <p:pic>
        <p:nvPicPr>
          <p:cNvPr id="796" name="Google Shape;796;g2cdbdd49f8e_0_0"/>
          <p:cNvPicPr preferRelativeResize="0"/>
          <p:nvPr/>
        </p:nvPicPr>
        <p:blipFill rotWithShape="1">
          <a:blip r:embed="rId4">
            <a:alphaModFix/>
          </a:blip>
          <a:srcRect l="79" r="79"/>
          <a:stretch/>
        </p:blipFill>
        <p:spPr>
          <a:xfrm>
            <a:off x="1545392" y="2053250"/>
            <a:ext cx="1747066" cy="2472849"/>
          </a:xfrm>
          <a:prstGeom prst="rect">
            <a:avLst/>
          </a:prstGeom>
          <a:noFill/>
          <a:ln>
            <a:noFill/>
          </a:ln>
          <a:effectLst>
            <a:outerShdw blurRad="71438" dist="28575" dir="5400000" algn="bl" rotWithShape="0">
              <a:srgbClr val="000000">
                <a:alpha val="16078"/>
              </a:srgbClr>
            </a:outerShdw>
          </a:effectLst>
        </p:spPr>
      </p:pic>
      <p:pic>
        <p:nvPicPr>
          <p:cNvPr id="797" name="Google Shape;797;g2cdbdd49f8e_0_0"/>
          <p:cNvPicPr preferRelativeResize="0"/>
          <p:nvPr/>
        </p:nvPicPr>
        <p:blipFill rotWithShape="1">
          <a:blip r:embed="rId5">
            <a:alphaModFix/>
          </a:blip>
          <a:srcRect l="19" r="29"/>
          <a:stretch/>
        </p:blipFill>
        <p:spPr>
          <a:xfrm>
            <a:off x="3695534" y="2053250"/>
            <a:ext cx="1747066"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04" name="Google Shape;804;g26b7edf6e71_0_109"/>
          <p:cNvGrpSpPr/>
          <p:nvPr/>
        </p:nvGrpSpPr>
        <p:grpSpPr>
          <a:xfrm>
            <a:off x="865957" y="2135925"/>
            <a:ext cx="7282807" cy="2686611"/>
            <a:chOff x="867357" y="2129450"/>
            <a:chExt cx="7282807" cy="2686611"/>
          </a:xfrm>
        </p:grpSpPr>
        <p:pic>
          <p:nvPicPr>
            <p:cNvPr id="805" name="Google Shape;80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25" name="Google Shape;825;g2c298d33e0c_0_6"/>
          <p:cNvGrpSpPr/>
          <p:nvPr/>
        </p:nvGrpSpPr>
        <p:grpSpPr>
          <a:xfrm>
            <a:off x="866900" y="2133161"/>
            <a:ext cx="7281864" cy="2684601"/>
            <a:chOff x="868300" y="2129450"/>
            <a:chExt cx="7281864" cy="2684601"/>
          </a:xfrm>
        </p:grpSpPr>
        <p:pic>
          <p:nvPicPr>
            <p:cNvPr id="826" name="Google Shape;82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0" name="Google Shape;83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0" name="Google Shape;860;g2c298da1f27_0_455"/>
          <p:cNvGrpSpPr/>
          <p:nvPr/>
        </p:nvGrpSpPr>
        <p:grpSpPr>
          <a:xfrm>
            <a:off x="868300" y="2129450"/>
            <a:ext cx="7281864" cy="2684601"/>
            <a:chOff x="868300" y="2053250"/>
            <a:chExt cx="7281864" cy="2684601"/>
          </a:xfrm>
        </p:grpSpPr>
        <p:pic>
          <p:nvPicPr>
            <p:cNvPr id="861" name="Google Shape;861;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2" name="Google Shape;862;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3" name="Google Shape;863;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64" name="Google Shape;864;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65" name="Google Shape;865;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66" name="Google Shape;866;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67" name="Google Shape;86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69" name="Google Shape;86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0" name="Google Shape;87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1" name="Google Shape;871;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2" name="Google Shape;872;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3" name="Google Shape;873;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0" name="Google Shape;880;g2c298da1f27_1_0"/>
          <p:cNvGrpSpPr/>
          <p:nvPr/>
        </p:nvGrpSpPr>
        <p:grpSpPr>
          <a:xfrm>
            <a:off x="868300" y="2129450"/>
            <a:ext cx="7281864" cy="2688001"/>
            <a:chOff x="868300" y="2129450"/>
            <a:chExt cx="7281864" cy="2688001"/>
          </a:xfrm>
        </p:grpSpPr>
        <p:pic>
          <p:nvPicPr>
            <p:cNvPr id="881" name="Google Shape;881;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2" name="Google Shape;882;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89" name="Google Shape;889;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0" name="Google Shape;890;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1" name="Google Shape;891;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2" name="Google Shape;892;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3" name="Google Shape;893;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1" name="Google Shape;90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02" name="Google Shape;902;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03" name="Google Shape;90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04" name="Google Shape;904;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y</a:t>
            </a:r>
            <a:r>
              <a:rPr lang="en-US" sz="5800" b="0" i="0" u="none" strike="noStrike" cap="none">
                <a:solidFill>
                  <a:srgbClr val="2356AF"/>
                </a:solidFill>
                <a:latin typeface="Jost"/>
                <a:ea typeface="Jost"/>
                <a:cs typeface="Jost"/>
                <a:sym typeface="Jost"/>
              </a:rPr>
              <a:t>et </a:t>
            </a:r>
            <a:endParaRPr sz="5800" b="0" i="0" u="none" strike="noStrike" cap="none">
              <a:solidFill>
                <a:srgbClr val="2356AF"/>
              </a:solidFill>
              <a:latin typeface="Jost"/>
              <a:ea typeface="Jost"/>
              <a:cs typeface="Jost"/>
              <a:sym typeface="Jost"/>
            </a:endParaRPr>
          </a:p>
        </p:txBody>
      </p:sp>
      <p:sp>
        <p:nvSpPr>
          <p:cNvPr id="905" name="Google Shape;905;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y</a:t>
            </a:r>
            <a:r>
              <a:rPr lang="en-US" sz="5800" b="0" i="0" u="none" strike="noStrike" cap="none">
                <a:solidFill>
                  <a:srgbClr val="2356AF"/>
                </a:solidFill>
                <a:latin typeface="Jost"/>
                <a:ea typeface="Jost"/>
                <a:cs typeface="Jost"/>
                <a:sym typeface="Jost"/>
              </a:rPr>
              <a:t>es</a:t>
            </a:r>
            <a:endParaRPr sz="5800" b="0" i="0" u="none" strike="noStrike" cap="none">
              <a:solidFill>
                <a:srgbClr val="2356AF"/>
              </a:solidFill>
              <a:latin typeface="Jost"/>
              <a:ea typeface="Jost"/>
              <a:cs typeface="Jost"/>
              <a:sym typeface="Jost"/>
            </a:endParaRPr>
          </a:p>
        </p:txBody>
      </p:sp>
      <p:sp>
        <p:nvSpPr>
          <p:cNvPr id="906" name="Google Shape;906;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1E8EE6"/>
                </a:solidFill>
                <a:latin typeface="Jost"/>
                <a:ea typeface="Jost"/>
                <a:cs typeface="Jost"/>
                <a:sym typeface="Jost"/>
              </a:rPr>
              <a:t>y</a:t>
            </a:r>
            <a:r>
              <a:rPr lang="en-US" sz="50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k</a:t>
            </a:r>
            <a:endParaRPr sz="5800" b="0" i="0" u="none" strike="noStrike" cap="none">
              <a:solidFill>
                <a:srgbClr val="2356AF"/>
              </a:solidFill>
              <a:latin typeface="Jost"/>
              <a:ea typeface="Jost"/>
              <a:cs typeface="Jost"/>
              <a:sym typeface="Jost"/>
            </a:endParaRPr>
          </a:p>
        </p:txBody>
      </p:sp>
      <p:sp>
        <p:nvSpPr>
          <p:cNvPr id="907" name="Google Shape;907;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6</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d27a9e9c65_2_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4" name="Google Shape;914;g2d27a9e9c65_2_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15" name="Google Shape;915;g2d27a9e9c65_2_7"/>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16" name="Google Shape;916;g2d27a9e9c65_2_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17" name="Google Shape;917;g2d27a9e9c65_2_7"/>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h</a:t>
            </a:r>
            <a:r>
              <a:rPr lang="en-US" sz="50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pp</a:t>
            </a:r>
            <a:r>
              <a:rPr lang="en-US" sz="5800" b="0" i="0" u="none" strike="noStrike" cap="none">
                <a:solidFill>
                  <a:srgbClr val="815137"/>
                </a:solidFill>
                <a:latin typeface="Jost"/>
                <a:ea typeface="Jost"/>
                <a:cs typeface="Jost"/>
                <a:sym typeface="Jost"/>
              </a:rPr>
              <a:t>y</a:t>
            </a:r>
            <a:r>
              <a:rPr lang="en-US" sz="5800" b="0" i="0" u="none" strike="noStrike" cap="none">
                <a:solidFill>
                  <a:srgbClr val="2356AF"/>
                </a:solidFill>
                <a:latin typeface="Jost"/>
                <a:ea typeface="Jost"/>
                <a:cs typeface="Jost"/>
                <a:sym typeface="Jost"/>
              </a:rPr>
              <a:t> </a:t>
            </a:r>
            <a:endParaRPr sz="5800" b="0" i="0" u="none" strike="noStrike" cap="none">
              <a:solidFill>
                <a:srgbClr val="2356AF"/>
              </a:solidFill>
              <a:latin typeface="Jost"/>
              <a:ea typeface="Jost"/>
              <a:cs typeface="Jost"/>
              <a:sym typeface="Jost"/>
            </a:endParaRPr>
          </a:p>
        </p:txBody>
      </p:sp>
      <p:sp>
        <p:nvSpPr>
          <p:cNvPr id="918" name="Google Shape;918;g2d27a9e9c65_2_7"/>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bunn</a:t>
            </a:r>
            <a:r>
              <a:rPr lang="en-US" sz="5800" b="0" i="0" u="none" strike="noStrike" cap="none">
                <a:solidFill>
                  <a:srgbClr val="815137"/>
                </a:solidFill>
                <a:latin typeface="Jost"/>
                <a:ea typeface="Jost"/>
                <a:cs typeface="Jost"/>
                <a:sym typeface="Jost"/>
              </a:rPr>
              <a:t>y</a:t>
            </a:r>
            <a:endParaRPr sz="5800" b="0" i="0" u="none" strike="noStrike" cap="none">
              <a:solidFill>
                <a:srgbClr val="815137"/>
              </a:solidFill>
              <a:latin typeface="Jost"/>
              <a:ea typeface="Jost"/>
              <a:cs typeface="Jost"/>
              <a:sym typeface="Jost"/>
            </a:endParaRPr>
          </a:p>
        </p:txBody>
      </p:sp>
      <p:sp>
        <p:nvSpPr>
          <p:cNvPr id="919" name="Google Shape;919;g2d27a9e9c65_2_7"/>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cop</a:t>
            </a:r>
            <a:r>
              <a:rPr lang="en-US" sz="5800" b="0" i="0" u="none" strike="noStrike" cap="none">
                <a:solidFill>
                  <a:srgbClr val="815137"/>
                </a:solidFill>
                <a:latin typeface="Jost"/>
                <a:ea typeface="Jost"/>
                <a:cs typeface="Jost"/>
                <a:sym typeface="Jost"/>
              </a:rPr>
              <a:t>y</a:t>
            </a:r>
            <a:r>
              <a:rPr lang="en-US" sz="5800" b="0" i="0" u="none" strike="noStrike" cap="none">
                <a:solidFill>
                  <a:srgbClr val="2356AF"/>
                </a:solidFill>
                <a:latin typeface="Jost"/>
                <a:ea typeface="Jost"/>
                <a:cs typeface="Jost"/>
                <a:sym typeface="Jost"/>
              </a:rPr>
              <a:t> </a:t>
            </a:r>
            <a:endParaRPr sz="5800" b="0" i="0" u="none" strike="noStrike" cap="none">
              <a:solidFill>
                <a:srgbClr val="2356AF"/>
              </a:solidFill>
              <a:latin typeface="Jost"/>
              <a:ea typeface="Jost"/>
              <a:cs typeface="Jost"/>
              <a:sym typeface="Jost"/>
            </a:endParaRPr>
          </a:p>
        </p:txBody>
      </p:sp>
      <p:sp>
        <p:nvSpPr>
          <p:cNvPr id="920" name="Google Shape;920;g2d27a9e9c65_2_7"/>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7" name="Google Shape;92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4" name="Google Shape;934;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5" name="Google Shape;935;g2c4fb7f6616_1_0"/>
          <p:cNvSpPr/>
          <p:nvPr/>
        </p:nvSpPr>
        <p:spPr>
          <a:xfrm>
            <a:off x="2868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c4fb7f6616_1_0"/>
          <p:cNvSpPr/>
          <p:nvPr/>
        </p:nvSpPr>
        <p:spPr>
          <a:xfrm>
            <a:off x="5885675"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7" name="Google Shape;937;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8" name="Google Shape;938;g2c4fb7f6616_1_0"/>
          <p:cNvSpPr txBox="1">
            <a:spLocks noGrp="1"/>
          </p:cNvSpPr>
          <p:nvPr>
            <p:ph type="subTitle" idx="4294967295"/>
          </p:nvPr>
        </p:nvSpPr>
        <p:spPr>
          <a:xfrm>
            <a:off x="5316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y</a:t>
            </a:r>
            <a:endParaRPr sz="15000" b="0" i="0" u="none" strike="noStrike" cap="none">
              <a:solidFill>
                <a:srgbClr val="815137"/>
              </a:solidFill>
              <a:latin typeface="Jost"/>
              <a:ea typeface="Jost"/>
              <a:cs typeface="Jost"/>
              <a:sym typeface="Jost"/>
            </a:endParaRPr>
          </a:p>
        </p:txBody>
      </p:sp>
      <p:sp>
        <p:nvSpPr>
          <p:cNvPr id="939" name="Google Shape;939;g2c4fb7f6616_1_0"/>
          <p:cNvSpPr txBox="1">
            <a:spLocks noGrp="1"/>
          </p:cNvSpPr>
          <p:nvPr>
            <p:ph type="subTitle" idx="4294967295"/>
          </p:nvPr>
        </p:nvSpPr>
        <p:spPr>
          <a:xfrm>
            <a:off x="2298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40" name="Google Shape;940;g2c4fb7f6616_1_0"/>
          <p:cNvSpPr txBox="1">
            <a:spLocks noGrp="1"/>
          </p:cNvSpPr>
          <p:nvPr>
            <p:ph type="subTitle" idx="4294967295"/>
          </p:nvPr>
        </p:nvSpPr>
        <p:spPr>
          <a:xfrm>
            <a:off x="4226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41" name="Google Shape;94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9" name="Google Shape;949;g2c4fb7f6616_1_0"/>
          <p:cNvGrpSpPr/>
          <p:nvPr/>
        </p:nvGrpSpPr>
        <p:grpSpPr>
          <a:xfrm>
            <a:off x="-550" y="6984600"/>
            <a:ext cx="8596479" cy="808600"/>
            <a:chOff x="-550" y="6984600"/>
            <a:chExt cx="8596479" cy="808600"/>
          </a:xfrm>
        </p:grpSpPr>
        <p:sp>
          <p:nvSpPr>
            <p:cNvPr id="950" name="Google Shape;950;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1" name="Google Shape;951;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2" name="Google Shape;952;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3" name="Google Shape;953;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4" name="Google Shape;954;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5" name="Google Shape;955;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6" name="Google Shape;956;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7" name="Google Shape;957;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8" name="Google Shape;958;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59" name="Google Shape;959;g2c4fb7f6616_1_0"/>
          <p:cNvSpPr/>
          <p:nvPr/>
        </p:nvSpPr>
        <p:spPr>
          <a:xfrm>
            <a:off x="4796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c4fb7f6616_1_0"/>
          <p:cNvSpPr txBox="1"/>
          <p:nvPr/>
        </p:nvSpPr>
        <p:spPr>
          <a:xfrm>
            <a:off x="3012634"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800"/>
              <a:buFont typeface="Arial"/>
              <a:buNone/>
            </a:pPr>
            <a:r>
              <a:rPr lang="en-US" sz="12800" b="0" i="0" u="none" strike="noStrike" cap="none">
                <a:solidFill>
                  <a:srgbClr val="815137"/>
                </a:solidFill>
                <a:latin typeface="Poppins"/>
                <a:ea typeface="Poppins"/>
                <a:cs typeface="Poppins"/>
                <a:sym typeface="Poppins"/>
              </a:rPr>
              <a:t>a</a:t>
            </a:r>
            <a:endParaRPr sz="12800" b="0" i="0" u="none" strike="noStrike" cap="none">
              <a:solidFill>
                <a:srgbClr val="815137"/>
              </a:solidFill>
              <a:latin typeface="Jost"/>
              <a:ea typeface="Jost"/>
              <a:cs typeface="Jost"/>
              <a:sym typeface="Jost"/>
            </a:endParaRPr>
          </a:p>
        </p:txBody>
      </p:sp>
      <p:sp>
        <p:nvSpPr>
          <p:cNvPr id="961" name="Google Shape;961;g2c4fb7f6616_1_0"/>
          <p:cNvSpPr/>
          <p:nvPr/>
        </p:nvSpPr>
        <p:spPr>
          <a:xfrm>
            <a:off x="3706475"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2" name="Google Shape;962;g2c4fb7f6616_1_0"/>
          <p:cNvSpPr/>
          <p:nvPr/>
        </p:nvSpPr>
        <p:spPr>
          <a:xfrm>
            <a:off x="438387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2d27a9e9c65_2_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9" name="Google Shape;969;g2d27a9e9c65_2_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0" name="Google Shape;970;g2d27a9e9c65_2_32"/>
          <p:cNvSpPr/>
          <p:nvPr/>
        </p:nvSpPr>
        <p:spPr>
          <a:xfrm>
            <a:off x="253041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d27a9e9c65_2_32"/>
          <p:cNvSpPr/>
          <p:nvPr/>
        </p:nvSpPr>
        <p:spPr>
          <a:xfrm>
            <a:off x="3337586"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2" name="Google Shape;972;g2d27a9e9c65_2_3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3" name="Google Shape;973;g2d27a9e9c65_2_32"/>
          <p:cNvSpPr txBox="1">
            <a:spLocks noGrp="1"/>
          </p:cNvSpPr>
          <p:nvPr>
            <p:ph type="subTitle" idx="4294967295"/>
          </p:nvPr>
        </p:nvSpPr>
        <p:spPr>
          <a:xfrm>
            <a:off x="4814164" y="1308025"/>
            <a:ext cx="2120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3"/>
                </a:solidFill>
                <a:latin typeface="Jost"/>
                <a:ea typeface="Jost"/>
                <a:cs typeface="Jost"/>
                <a:sym typeface="Jost"/>
              </a:rPr>
              <a:t>ch</a:t>
            </a:r>
            <a:endParaRPr sz="15000" b="0" i="0" u="none" strike="noStrike" cap="none">
              <a:solidFill>
                <a:srgbClr val="FFD403"/>
              </a:solidFill>
              <a:latin typeface="Jost"/>
              <a:ea typeface="Jost"/>
              <a:cs typeface="Jost"/>
              <a:sym typeface="Jost"/>
            </a:endParaRPr>
          </a:p>
        </p:txBody>
      </p:sp>
      <p:sp>
        <p:nvSpPr>
          <p:cNvPr id="974" name="Google Shape;974;g2d27a9e9c65_2_32"/>
          <p:cNvSpPr txBox="1">
            <a:spLocks noGrp="1"/>
          </p:cNvSpPr>
          <p:nvPr>
            <p:ph type="subTitle" idx="4294967295"/>
          </p:nvPr>
        </p:nvSpPr>
        <p:spPr>
          <a:xfrm>
            <a:off x="196071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75" name="Google Shape;975;g2d27a9e9c65_2_32"/>
          <p:cNvSpPr txBox="1">
            <a:spLocks noGrp="1"/>
          </p:cNvSpPr>
          <p:nvPr>
            <p:ph type="subTitle" idx="4294967295"/>
          </p:nvPr>
        </p:nvSpPr>
        <p:spPr>
          <a:xfrm>
            <a:off x="276791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76" name="Google Shape;976;g2d27a9e9c65_2_3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d27a9e9c65_2_3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d27a9e9c65_2_3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d27a9e9c65_2_3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d27a9e9c65_2_3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d27a9e9c65_2_3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d27a9e9c65_2_3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d27a9e9c65_2_3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4" name="Google Shape;984;g2d27a9e9c65_2_32"/>
          <p:cNvGrpSpPr/>
          <p:nvPr/>
        </p:nvGrpSpPr>
        <p:grpSpPr>
          <a:xfrm>
            <a:off x="-550" y="6984600"/>
            <a:ext cx="8596479" cy="808600"/>
            <a:chOff x="-550" y="6984600"/>
            <a:chExt cx="8596479" cy="808600"/>
          </a:xfrm>
        </p:grpSpPr>
        <p:sp>
          <p:nvSpPr>
            <p:cNvPr id="985" name="Google Shape;985;g2d27a9e9c65_2_3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6" name="Google Shape;986;g2d27a9e9c65_2_3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7" name="Google Shape;987;g2d27a9e9c65_2_3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8" name="Google Shape;988;g2d27a9e9c65_2_3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9" name="Google Shape;989;g2d27a9e9c65_2_3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0" name="Google Shape;990;g2d27a9e9c65_2_3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1" name="Google Shape;991;g2d27a9e9c65_2_3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2" name="Google Shape;992;g2d27a9e9c65_2_3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3" name="Google Shape;993;g2d27a9e9c65_2_3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4" name="Google Shape;994;g2d27a9e9c65_2_32"/>
          <p:cNvSpPr/>
          <p:nvPr/>
        </p:nvSpPr>
        <p:spPr>
          <a:xfrm>
            <a:off x="173276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d27a9e9c65_2_32"/>
          <p:cNvSpPr txBox="1">
            <a:spLocks noGrp="1"/>
          </p:cNvSpPr>
          <p:nvPr>
            <p:ph type="subTitle" idx="4294967295"/>
          </p:nvPr>
        </p:nvSpPr>
        <p:spPr>
          <a:xfrm>
            <a:off x="116306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96" name="Google Shape;996;g2d27a9e9c65_2_32"/>
          <p:cNvSpPr/>
          <p:nvPr/>
        </p:nvSpPr>
        <p:spPr>
          <a:xfrm>
            <a:off x="424890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7" name="Google Shape;997;g2d27a9e9c65_2_32"/>
          <p:cNvSpPr txBox="1">
            <a:spLocks noGrp="1"/>
          </p:cNvSpPr>
          <p:nvPr>
            <p:ph type="subTitle" idx="4294967295"/>
          </p:nvPr>
        </p:nvSpPr>
        <p:spPr>
          <a:xfrm>
            <a:off x="367925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98" name="Google Shape;998;g2d27a9e9c65_2_32"/>
          <p:cNvSpPr/>
          <p:nvPr/>
        </p:nvSpPr>
        <p:spPr>
          <a:xfrm>
            <a:off x="4957492" y="4011900"/>
            <a:ext cx="1833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d27a9e9c65_2_32"/>
          <p:cNvSpPr/>
          <p:nvPr/>
        </p:nvSpPr>
        <p:spPr>
          <a:xfrm>
            <a:off x="7056139"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d27a9e9c65_2_32"/>
          <p:cNvSpPr txBox="1">
            <a:spLocks noGrp="1"/>
          </p:cNvSpPr>
          <p:nvPr>
            <p:ph type="subTitle" idx="4294967295"/>
          </p:nvPr>
        </p:nvSpPr>
        <p:spPr>
          <a:xfrm>
            <a:off x="648648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y</a:t>
            </a:r>
            <a:endParaRPr sz="15000" b="0" i="0" u="none" strike="noStrike" cap="none">
              <a:solidFill>
                <a:srgbClr val="815137"/>
              </a:solidFill>
              <a:latin typeface="Jost"/>
              <a:ea typeface="Jost"/>
              <a:cs typeface="Jost"/>
              <a:sym typeface="Jost"/>
            </a:endParaRPr>
          </a:p>
        </p:txBody>
      </p:sp>
      <p:sp>
        <p:nvSpPr>
          <p:cNvPr id="1001" name="Google Shape;1001;g2d27a9e9c65_2_32"/>
          <p:cNvSpPr/>
          <p:nvPr/>
        </p:nvSpPr>
        <p:spPr>
          <a:xfrm>
            <a:off x="686122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8" name="Google Shape;100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5" name="Google Shape;101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6" name="Google Shape;1016;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7" name="Google Shape;101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4" name="Google Shape;102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5" name="Google Shape;1025;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26" name="Google Shape;102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NL692</a:t>
            </a:r>
            <a:endParaRPr dirty="0"/>
          </a:p>
        </p:txBody>
      </p:sp>
      <p:sp>
        <p:nvSpPr>
          <p:cNvPr id="1033" name="Google Shape;103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4" name="Google Shape;1034;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5" name="Google Shape;103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2" name="Google Shape;104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3" name="Google Shape;1043;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4" name="Google Shape;104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51" name="Google Shape;1051;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52" name="Google Shape;1052;g2d1eea302f1_0_6"/>
          <p:cNvGrpSpPr/>
          <p:nvPr/>
        </p:nvGrpSpPr>
        <p:grpSpPr>
          <a:xfrm>
            <a:off x="3024000" y="209875"/>
            <a:ext cx="3096000" cy="454800"/>
            <a:chOff x="3024000" y="209875"/>
            <a:chExt cx="3096000" cy="454800"/>
          </a:xfrm>
        </p:grpSpPr>
        <p:sp>
          <p:nvSpPr>
            <p:cNvPr id="1053" name="Google Shape;1053;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4" name="Google Shape;1054;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5" name="Google Shape;1055;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56" name="Google Shape;1056;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7" name="Google Shape;1057;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8" name="Google Shape;1058;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9" name="Google Shape;1059;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0" name="Google Shape;1060;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61" name="Google Shape;1061;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62" name="Google Shape;1062;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63" name="Google Shape;1063;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064" name="Google Shape;1064;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65" name="Google Shape;1065;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66" name="Google Shape;1066;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FFD403"/>
              </a:solidFill>
              <a:latin typeface="Jost"/>
              <a:ea typeface="Jost"/>
              <a:cs typeface="Jost"/>
              <a:sym typeface="Jost"/>
            </a:endParaRPr>
          </a:p>
        </p:txBody>
      </p:sp>
      <p:sp>
        <p:nvSpPr>
          <p:cNvPr id="1067" name="Google Shape;1067;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68" name="Google Shape;1068;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69" name="Google Shape;1069;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0" name="Google Shape;1070;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071" name="Google Shape;1071;g2d1eea302f1_0_6"/>
          <p:cNvSpPr txBox="1"/>
          <p:nvPr/>
        </p:nvSpPr>
        <p:spPr>
          <a:xfrm>
            <a:off x="214180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72" name="Google Shape;1072;g2d1eea302f1_0_6"/>
          <p:cNvSpPr txBox="1"/>
          <p:nvPr/>
        </p:nvSpPr>
        <p:spPr>
          <a:xfrm>
            <a:off x="502393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FFD403"/>
              </a:solidFill>
              <a:latin typeface="Jost"/>
              <a:ea typeface="Jost"/>
              <a:cs typeface="Jost"/>
              <a:sym typeface="Jost"/>
            </a:endParaRPr>
          </a:p>
        </p:txBody>
      </p:sp>
      <p:sp>
        <p:nvSpPr>
          <p:cNvPr id="1073" name="Google Shape;1073;g2d1eea302f1_0_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074" name="Google Shape;1074;g2d1eea302f1_0_6"/>
          <p:cNvSpPr txBox="1"/>
          <p:nvPr/>
        </p:nvSpPr>
        <p:spPr>
          <a:xfrm>
            <a:off x="310251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5" name="Google Shape;1075;g2d1eea302f1_0_6"/>
          <p:cNvSpPr txBox="1"/>
          <p:nvPr/>
        </p:nvSpPr>
        <p:spPr>
          <a:xfrm>
            <a:off x="406322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6" name="Google Shape;1076;g2d1eea302f1_0_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ss</a:t>
            </a:r>
            <a:endParaRPr sz="5500" b="0" i="0" u="none" strike="noStrike" cap="none">
              <a:solidFill>
                <a:srgbClr val="FFD403"/>
              </a:solidFill>
              <a:latin typeface="Jost"/>
              <a:ea typeface="Jost"/>
              <a:cs typeface="Jost"/>
              <a:sym typeface="Jost"/>
            </a:endParaRPr>
          </a:p>
        </p:txBody>
      </p:sp>
      <p:sp>
        <p:nvSpPr>
          <p:cNvPr id="1077" name="Google Shape;1077;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78" name="Google Shape;1078;g2d1eea302f1_0_6"/>
          <p:cNvSpPr txBox="1"/>
          <p:nvPr/>
        </p:nvSpPr>
        <p:spPr>
          <a:xfrm>
            <a:off x="2333951" y="8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
        <p:nvSpPr>
          <p:cNvPr id="1079" name="Google Shape;1079;g2d1eea302f1_0_6"/>
          <p:cNvSpPr txBox="1"/>
          <p:nvPr/>
        </p:nvSpPr>
        <p:spPr>
          <a:xfrm>
            <a:off x="598464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00904D"/>
              </a:solidFill>
              <a:latin typeface="Jost"/>
              <a:ea typeface="Jost"/>
              <a:cs typeface="Jost"/>
              <a:sym typeface="Jost"/>
            </a:endParaRPr>
          </a:p>
        </p:txBody>
      </p:sp>
      <p:cxnSp>
        <p:nvCxnSpPr>
          <p:cNvPr id="1080" name="Google Shape;1080;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g2d27a9e9c65_2_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7" name="Google Shape;1087;g2d27a9e9c65_2_7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8" name="Google Shape;1088;g2d27a9e9c65_2_79"/>
          <p:cNvGrpSpPr/>
          <p:nvPr/>
        </p:nvGrpSpPr>
        <p:grpSpPr>
          <a:xfrm>
            <a:off x="3024000" y="209875"/>
            <a:ext cx="3096000" cy="454800"/>
            <a:chOff x="3024000" y="209875"/>
            <a:chExt cx="3096000" cy="454800"/>
          </a:xfrm>
        </p:grpSpPr>
        <p:sp>
          <p:nvSpPr>
            <p:cNvPr id="1089" name="Google Shape;1089;g2d27a9e9c65_2_7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0" name="Google Shape;1090;g2d27a9e9c65_2_7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1" name="Google Shape;1091;g2d27a9e9c65_2_79"/>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2" name="Google Shape;1092;g2d27a9e9c65_2_79"/>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3" name="Google Shape;1093;g2d27a9e9c65_2_79"/>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4" name="Google Shape;1094;g2d27a9e9c65_2_79"/>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5" name="Google Shape;1095;g2d27a9e9c65_2_79"/>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6" name="Google Shape;1096;g2d27a9e9c65_2_79"/>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7" name="Google Shape;1097;g2d27a9e9c65_2_79"/>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8" name="Google Shape;1098;g2d27a9e9c65_2_79"/>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99" name="Google Shape;1099;g2d27a9e9c65_2_79"/>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00" name="Google Shape;1100;g2d27a9e9c65_2_79"/>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cxnSp>
        <p:nvCxnSpPr>
          <p:cNvPr id="1101" name="Google Shape;1101;g2d27a9e9c65_2_79"/>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2" name="Google Shape;1102;g2d27a9e9c65_2_79"/>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03" name="Google Shape;1103;g2d27a9e9c65_2_79"/>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4" name="Google Shape;1104;g2d27a9e9c65_2_79"/>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FFD403"/>
              </a:solidFill>
              <a:latin typeface="Jost"/>
              <a:ea typeface="Jost"/>
              <a:cs typeface="Jost"/>
              <a:sym typeface="Jost"/>
            </a:endParaRPr>
          </a:p>
        </p:txBody>
      </p:sp>
      <p:sp>
        <p:nvSpPr>
          <p:cNvPr id="1105" name="Google Shape;1105;g2d27a9e9c65_2_79"/>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6" name="Google Shape;1106;g2d27a9e9c65_2_79"/>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7" name="Google Shape;1107;g2d27a9e9c65_2_79"/>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8" name="Google Shape;1108;g2d27a9e9c65_2_79"/>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109" name="Google Shape;1109;g2d27a9e9c65_2_79"/>
          <p:cNvSpPr txBox="1"/>
          <p:nvPr/>
        </p:nvSpPr>
        <p:spPr>
          <a:xfrm>
            <a:off x="214180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10" name="Google Shape;1110;g2d27a9e9c65_2_79"/>
          <p:cNvSpPr txBox="1"/>
          <p:nvPr/>
        </p:nvSpPr>
        <p:spPr>
          <a:xfrm>
            <a:off x="502393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FFD403"/>
              </a:solidFill>
              <a:latin typeface="Jost"/>
              <a:ea typeface="Jost"/>
              <a:cs typeface="Jost"/>
              <a:sym typeface="Jost"/>
            </a:endParaRPr>
          </a:p>
        </p:txBody>
      </p:sp>
      <p:sp>
        <p:nvSpPr>
          <p:cNvPr id="1111" name="Google Shape;1111;g2d27a9e9c65_2_79"/>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12" name="Google Shape;1112;g2d27a9e9c65_2_79"/>
          <p:cNvSpPr txBox="1"/>
          <p:nvPr/>
        </p:nvSpPr>
        <p:spPr>
          <a:xfrm>
            <a:off x="310251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3" name="Google Shape;1113;g2d27a9e9c65_2_79"/>
          <p:cNvSpPr txBox="1"/>
          <p:nvPr/>
        </p:nvSpPr>
        <p:spPr>
          <a:xfrm>
            <a:off x="406322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4" name="Google Shape;1114;g2d27a9e9c65_2_79"/>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ss</a:t>
            </a:r>
            <a:endParaRPr sz="5500" b="0" i="0" u="none" strike="noStrike" cap="none">
              <a:solidFill>
                <a:srgbClr val="FFD403"/>
              </a:solidFill>
              <a:latin typeface="Jost"/>
              <a:ea typeface="Jost"/>
              <a:cs typeface="Jost"/>
              <a:sym typeface="Jost"/>
            </a:endParaRPr>
          </a:p>
        </p:txBody>
      </p:sp>
      <p:sp>
        <p:nvSpPr>
          <p:cNvPr id="1115" name="Google Shape;1115;g2d27a9e9c65_2_79"/>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by puppy study sleepy penny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ppy bunny messy</a:t>
            </a:r>
            <a:endParaRPr sz="1800" b="0" i="0" u="none" strike="noStrike" cap="none">
              <a:solidFill>
                <a:srgbClr val="B7B7B7"/>
              </a:solidFill>
              <a:latin typeface="Jost"/>
              <a:ea typeface="Jost"/>
              <a:cs typeface="Jost"/>
              <a:sym typeface="Jost"/>
            </a:endParaRPr>
          </a:p>
        </p:txBody>
      </p:sp>
      <p:sp>
        <p:nvSpPr>
          <p:cNvPr id="1116" name="Google Shape;1116;g2d27a9e9c65_2_7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17" name="Google Shape;1117;g2d27a9e9c65_2_79"/>
          <p:cNvSpPr txBox="1"/>
          <p:nvPr/>
        </p:nvSpPr>
        <p:spPr>
          <a:xfrm>
            <a:off x="2333951" y="8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
        <p:nvSpPr>
          <p:cNvPr id="1118" name="Google Shape;1118;g2d27a9e9c65_2_79"/>
          <p:cNvSpPr txBox="1"/>
          <p:nvPr/>
        </p:nvSpPr>
        <p:spPr>
          <a:xfrm>
            <a:off x="598464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00904D"/>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455</Words>
  <Application>Microsoft Office PowerPoint</Application>
  <PresentationFormat>On-screen Show (4:3)</PresentationFormat>
  <Paragraphs>171</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Jost</vt:lpstr>
      <vt:lpstr>Poppins SemiBold</vt:lpstr>
      <vt:lpstr>Poppins</vt:lpstr>
      <vt:lpstr>Poppins Medium</vt:lpstr>
      <vt:lpstr>Arial</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2026-05-22T04:30:54Z</dcterms:modified>
</cp:coreProperties>
</file>