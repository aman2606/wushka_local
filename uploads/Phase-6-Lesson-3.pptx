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6858000" type="screen4x3"/>
  <p:notesSz cx="6858000" cy="9144000"/>
  <p:embeddedFontLst>
    <p:embeddedFont>
      <p:font typeface="Jost" panose="020B0604020202020204" charset="0"/>
      <p:regular r:id="rId21"/>
      <p:bold r:id="rId22"/>
      <p:italic r:id="rId23"/>
      <p:boldItalic r:id="rId24"/>
    </p:embeddedFont>
    <p:embeddedFont>
      <p:font typeface="Nunito Black" pitchFamily="2" charset="0"/>
      <p:bold r:id="rId25"/>
      <p:boldItalic r:id="rId26"/>
    </p:embeddedFont>
    <p:embeddedFont>
      <p:font typeface="Poppins" panose="00000500000000000000" pitchFamily="2" charset="0"/>
      <p:regular r:id="rId27"/>
      <p:bold r:id="rId28"/>
      <p:italic r:id="rId29"/>
      <p:boldItalic r:id="rId30"/>
    </p:embeddedFont>
    <p:embeddedFont>
      <p:font typeface="Poppins Medium" panose="00000600000000000000" pitchFamily="2" charset="0"/>
      <p:regular r:id="rId31"/>
      <p:bold r:id="rId32"/>
      <p:italic r:id="rId33"/>
      <p:boldItalic r:id="rId34"/>
    </p:embeddedFont>
    <p:embeddedFont>
      <p:font typeface="Poppins SemiBold" panose="00000700000000000000" pitchFamily="2"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5" roundtripDataSignature="AMtx7mhWKdroiL83rFOfP9bsjvMhqEI6b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BE9EB44-C7D4-4C46-A402-EF4C36681259}">
  <a:tblStyle styleId="{8BE9EB44-C7D4-4C46-A402-EF4C36681259}"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21" Type="http://schemas.openxmlformats.org/officeDocument/2006/relationships/font" Target="fonts/font1.fntdata"/><Relationship Id="rId34" Type="http://schemas.openxmlformats.org/officeDocument/2006/relationships/font" Target="fonts/font14.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font" Target="fonts/font18.fntdata"/><Relationship Id="rId4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0" name="Google Shape;65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5" name="Google Shape;665;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6" name="Google Shape;666;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5" name="Google Shape;695;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6" name="Google Shape;696;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1" name="Google Shape;731;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2" name="Google Shape;732;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9" name="Google Shape;779;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0" name="Google Shape;780;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1" name="Google Shape;831;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2" name="Google Shape;832;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g2ce66866dac_0_11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3" name="Google Shape;853;g2ce66866dac_0_11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4" name="Google Shape;854;g2ce66866dac_0_11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g2ce66866dac_0_11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0" name="Google Shape;860;g2ce66866dac_0_11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1" name="Google Shape;861;g2ce66866dac_0_11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2debd5ab5f0_0_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2" name="Google Shape;872;g2debd5ab5f0_0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3" name="Google Shape;873;g2debd5ab5f0_0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4" name="Google Shape;884;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g2debd5ab5f0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1" name="Google Shape;891;g2debd5ab5f0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2" name="Google Shape;892;g2debd5ab5f0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p:cNvGrpSpPr/>
        <p:nvPr/>
      </p:nvGrpSpPr>
      <p:grpSpPr>
        <a:xfrm>
          <a:off x="0" y="0"/>
          <a:ext cx="0" cy="0"/>
          <a:chOff x="0" y="0"/>
          <a:chExt cx="0" cy="0"/>
        </a:xfrm>
      </p:grpSpPr>
      <p:sp>
        <p:nvSpPr>
          <p:cNvPr id="925" name="Google Shape;925;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6" name="Google Shape;926;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7" name="Google Shape;927;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6"/>
        <p:cNvGrpSpPr/>
        <p:nvPr/>
      </p:nvGrpSpPr>
      <p:grpSpPr>
        <a:xfrm>
          <a:off x="0" y="0"/>
          <a:ext cx="0" cy="0"/>
          <a:chOff x="0" y="0"/>
          <a:chExt cx="0" cy="0"/>
        </a:xfrm>
      </p:grpSpPr>
      <p:sp>
        <p:nvSpPr>
          <p:cNvPr id="967" name="Google Shape;967;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8" name="Google Shape;968;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9" name="Google Shape;969;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3"/>
        <p:cNvGrpSpPr/>
        <p:nvPr/>
      </p:nvGrpSpPr>
      <p:grpSpPr>
        <a:xfrm>
          <a:off x="0" y="0"/>
          <a:ext cx="0" cy="0"/>
          <a:chOff x="0" y="0"/>
          <a:chExt cx="0" cy="0"/>
        </a:xfrm>
      </p:grpSpPr>
      <p:sp>
        <p:nvSpPr>
          <p:cNvPr id="974" name="Google Shape;974;g2dadbbe58d1_1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5" name="Google Shape;975;g2dadbbe58d1_1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6" name="Google Shape;976;g2dadbbe58d1_1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2"/>
        <p:cNvGrpSpPr/>
        <p:nvPr/>
      </p:nvGrpSpPr>
      <p:grpSpPr>
        <a:xfrm>
          <a:off x="0" y="0"/>
          <a:ext cx="0" cy="0"/>
          <a:chOff x="0" y="0"/>
          <a:chExt cx="0" cy="0"/>
        </a:xfrm>
      </p:grpSpPr>
      <p:sp>
        <p:nvSpPr>
          <p:cNvPr id="1003" name="Google Shape;1003;g274b501a969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4" name="Google Shape;1004;g274b501a969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5" name="Google Shape;1005;g274b501a969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1"/>
        <p:cNvGrpSpPr/>
        <p:nvPr/>
      </p:nvGrpSpPr>
      <p:grpSpPr>
        <a:xfrm>
          <a:off x="0" y="0"/>
          <a:ext cx="0" cy="0"/>
          <a:chOff x="0" y="0"/>
          <a:chExt cx="0" cy="0"/>
        </a:xfrm>
      </p:grpSpPr>
      <p:sp>
        <p:nvSpPr>
          <p:cNvPr id="1032" name="Google Shape;1032;g2debd5ab5f0_0_23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3" name="Google Shape;1033;g2debd5ab5f0_0_2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4" name="Google Shape;1034;g2debd5ab5f0_0_2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7"/>
        <p:cNvGrpSpPr/>
        <p:nvPr/>
      </p:nvGrpSpPr>
      <p:grpSpPr>
        <a:xfrm>
          <a:off x="0" y="0"/>
          <a:ext cx="0" cy="0"/>
          <a:chOff x="0" y="0"/>
          <a:chExt cx="0" cy="0"/>
        </a:xfrm>
      </p:grpSpPr>
      <p:sp>
        <p:nvSpPr>
          <p:cNvPr id="1078" name="Google Shape;1078;g2deaf153e6b_0_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9" name="Google Shape;1079;g2deaf153e6b_0_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0" name="Google Shape;1080;g2deaf153e6b_0_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5" y="1600125"/>
            <a:ext cx="45060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E82625"/>
                </a:solidFill>
                <a:latin typeface="Poppins SemiBold"/>
                <a:ea typeface="Poppins SemiBold"/>
                <a:cs typeface="Poppins SemiBold"/>
                <a:sym typeface="Poppins SemiBold"/>
              </a:rPr>
              <a:t>Phase 6</a:t>
            </a:r>
            <a:endParaRPr sz="6000">
              <a:solidFill>
                <a:srgbClr val="E8262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7240990" y="88100"/>
              <a:ext cx="1337400" cy="403500"/>
              <a:chOff x="3235750" y="88250"/>
              <a:chExt cx="1337400" cy="403500"/>
            </a:xfrm>
          </p:grpSpPr>
          <p:sp>
            <p:nvSpPr>
              <p:cNvPr id="28" name="Google Shape;28;p14"/>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35" name="Google Shape;35;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649025" y="2240850"/>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5" name="Google Shape;45;p15"/>
          <p:cNvGrpSpPr/>
          <p:nvPr/>
        </p:nvGrpSpPr>
        <p:grpSpPr>
          <a:xfrm>
            <a:off x="357775" y="5983875"/>
            <a:ext cx="586800" cy="571500"/>
            <a:chOff x="662575" y="6212475"/>
            <a:chExt cx="586800" cy="571500"/>
          </a:xfrm>
        </p:grpSpPr>
        <p:sp>
          <p:nvSpPr>
            <p:cNvPr id="46" name="Google Shape;46;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 name="Google Shape;47;p1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 name="Google Shape;48;p1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 name="Google Shape;49;p15"/>
          <p:cNvGrpSpPr/>
          <p:nvPr/>
        </p:nvGrpSpPr>
        <p:grpSpPr>
          <a:xfrm>
            <a:off x="8199150" y="5983875"/>
            <a:ext cx="586800" cy="571500"/>
            <a:chOff x="7894350" y="6212475"/>
            <a:chExt cx="586800" cy="571500"/>
          </a:xfrm>
        </p:grpSpPr>
        <p:sp>
          <p:nvSpPr>
            <p:cNvPr id="50" name="Google Shape;50;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3" name="Google Shape;53;p15"/>
          <p:cNvSpPr txBox="1"/>
          <p:nvPr/>
        </p:nvSpPr>
        <p:spPr>
          <a:xfrm>
            <a:off x="856325" y="4167325"/>
            <a:ext cx="28866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Terminology</a:t>
            </a:r>
            <a:endParaRPr sz="3200" b="0" i="0" u="none" strike="noStrike" cap="none">
              <a:solidFill>
                <a:srgbClr val="E82625"/>
              </a:solidFill>
              <a:latin typeface="Poppins Medium"/>
              <a:ea typeface="Poppins Medium"/>
              <a:cs typeface="Poppins Medium"/>
              <a:sym typeface="Poppins Medium"/>
            </a:endParaRPr>
          </a:p>
        </p:txBody>
      </p:sp>
      <p:sp>
        <p:nvSpPr>
          <p:cNvPr id="54" name="Google Shape;54;p15"/>
          <p:cNvSpPr txBox="1"/>
          <p:nvPr/>
        </p:nvSpPr>
        <p:spPr>
          <a:xfrm>
            <a:off x="3742925" y="3485575"/>
            <a:ext cx="4405800" cy="2054700"/>
          </a:xfrm>
          <a:prstGeom prst="rect">
            <a:avLst/>
          </a:prstGeom>
          <a:noFill/>
          <a:ln>
            <a:noFill/>
          </a:ln>
        </p:spPr>
        <p:txBody>
          <a:bodyPr spcFirstLastPara="1" wrap="square" lIns="91425" tIns="91425" rIns="0" bIns="91425" anchor="ctr" anchorCtr="0">
            <a:noAutofit/>
          </a:bodyPr>
          <a:lstStyle/>
          <a:p>
            <a:pPr marL="0" marR="0" lvl="0" indent="0" algn="l" rtl="0">
              <a:lnSpc>
                <a:spcPct val="12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a person, place or thing.</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Singular</a:t>
            </a:r>
            <a:r>
              <a:rPr lang="en-US" sz="1600" b="0" i="0" u="none" strike="noStrike" cap="none">
                <a:solidFill>
                  <a:srgbClr val="000000"/>
                </a:solidFill>
                <a:latin typeface="Poppins"/>
                <a:ea typeface="Poppins"/>
                <a:cs typeface="Poppins"/>
                <a:sym typeface="Poppins"/>
              </a:rPr>
              <a:t> - a singular noun refers to only one person, place, thing.</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a plural means more than one person, place or thing. e.g. a singular noun example is ‘car’, and the plural form is ‘cars’.</a:t>
            </a:r>
            <a:endParaRPr sz="1600" b="0" i="0" u="none" strike="noStrike" cap="none">
              <a:solidFill>
                <a:srgbClr val="000000"/>
              </a:solidFill>
              <a:latin typeface="Poppins"/>
              <a:ea typeface="Poppins"/>
              <a:cs typeface="Poppins"/>
              <a:sym typeface="Poppins"/>
            </a:endParaRPr>
          </a:p>
        </p:txBody>
      </p:sp>
      <p:sp>
        <p:nvSpPr>
          <p:cNvPr id="55" name="Google Shape;55;p15"/>
          <p:cNvSpPr txBox="1"/>
          <p:nvPr/>
        </p:nvSpPr>
        <p:spPr>
          <a:xfrm>
            <a:off x="9530850" y="948800"/>
            <a:ext cx="3348000" cy="51102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 letter or group of letters placed at the end of a word to make a new word.</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Root Word</a:t>
            </a:r>
            <a:r>
              <a:rPr lang="en-US" sz="1600" b="0" i="0" u="none" strike="noStrike" cap="none">
                <a:solidFill>
                  <a:srgbClr val="000000"/>
                </a:solidFill>
                <a:latin typeface="Poppins"/>
                <a:ea typeface="Poppins"/>
                <a:cs typeface="Poppins"/>
                <a:sym typeface="Poppins"/>
              </a:rPr>
              <a:t> - a word that forms the basis of new words though the addition of prefixes and suffixes.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Syllable</a:t>
            </a:r>
            <a:r>
              <a:rPr lang="en-US" sz="1600" b="0" i="0" u="none" strike="noStrike" cap="none">
                <a:solidFill>
                  <a:srgbClr val="000000"/>
                </a:solidFill>
                <a:latin typeface="Poppins"/>
                <a:ea typeface="Poppins"/>
                <a:cs typeface="Poppins"/>
                <a:sym typeface="Poppins"/>
              </a:rPr>
              <a:t> - a unit of pronunciation that has one vowel sound with or without surrounding consonants.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the name for an object or set of objects, such as a thing, a person, an animal, a place, a quality, an idea or an action.</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denotes more than one of a noun.</a:t>
            </a:r>
            <a:endParaRPr sz="1600" b="0" i="0" u="none" strike="noStrike" cap="none">
              <a:solidFill>
                <a:srgbClr val="000000"/>
              </a:solidFill>
              <a:latin typeface="Poppins"/>
              <a:ea typeface="Poppins"/>
              <a:cs typeface="Poppins"/>
              <a:sym typeface="Poppins"/>
            </a:endParaRPr>
          </a:p>
        </p:txBody>
      </p:sp>
      <p:sp>
        <p:nvSpPr>
          <p:cNvPr id="56" name="Google Shape;5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Objective</a:t>
            </a:r>
            <a:endParaRPr sz="3200" b="0" i="0" u="none" strike="noStrike" cap="none">
              <a:solidFill>
                <a:srgbClr val="E82625"/>
              </a:solidFill>
              <a:latin typeface="Poppins Medium"/>
              <a:ea typeface="Poppins Medium"/>
              <a:cs typeface="Poppins Medium"/>
              <a:sym typeface="Poppins Medium"/>
            </a:endParaRPr>
          </a:p>
        </p:txBody>
      </p:sp>
      <p:sp>
        <p:nvSpPr>
          <p:cNvPr id="57" name="Google Shape;57;p15"/>
          <p:cNvSpPr txBox="1"/>
          <p:nvPr/>
        </p:nvSpPr>
        <p:spPr>
          <a:xfrm>
            <a:off x="856314" y="2205603"/>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Review</a:t>
            </a:r>
            <a:endParaRPr sz="3200" b="0" i="0" u="none" strike="noStrike" cap="none">
              <a:solidFill>
                <a:srgbClr val="E82625"/>
              </a:solidFill>
              <a:latin typeface="Poppins Medium"/>
              <a:ea typeface="Poppins Medium"/>
              <a:cs typeface="Poppins Medium"/>
              <a:sym typeface="Poppins Medium"/>
            </a:endParaRPr>
          </a:p>
        </p:txBody>
      </p:sp>
      <p:cxnSp>
        <p:nvCxnSpPr>
          <p:cNvPr id="58" name="Google Shape;58;p15"/>
          <p:cNvCxnSpPr/>
          <p:nvPr/>
        </p:nvCxnSpPr>
        <p:spPr>
          <a:xfrm>
            <a:off x="865586" y="3245606"/>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9" name="Google Shape;59;p15"/>
          <p:cNvCxnSpPr/>
          <p:nvPr/>
        </p:nvCxnSpPr>
        <p:spPr>
          <a:xfrm>
            <a:off x="865586" y="1853949"/>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60" name="Google Shape;60;p15"/>
          <p:cNvGrpSpPr/>
          <p:nvPr/>
        </p:nvGrpSpPr>
        <p:grpSpPr>
          <a:xfrm>
            <a:off x="-36800" y="-52000"/>
            <a:ext cx="9236100" cy="543600"/>
            <a:chOff x="-36800" y="-52000"/>
            <a:chExt cx="9236100" cy="54360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7240990" y="88100"/>
              <a:ext cx="1337400" cy="403500"/>
              <a:chOff x="3235750" y="88250"/>
              <a:chExt cx="1337400" cy="403500"/>
            </a:xfrm>
          </p:grpSpPr>
          <p:sp>
            <p:nvSpPr>
              <p:cNvPr id="63" name="Google Shape;63;p15"/>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4" name="Google Shape;64;p15"/>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70" name="Google Shape;70;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6"/>
        <p:cNvGrpSpPr/>
        <p:nvPr/>
      </p:nvGrpSpPr>
      <p:grpSpPr>
        <a:xfrm>
          <a:off x="0" y="0"/>
          <a:ext cx="0" cy="0"/>
          <a:chOff x="0" y="0"/>
          <a:chExt cx="0" cy="0"/>
        </a:xfrm>
      </p:grpSpPr>
      <p:sp>
        <p:nvSpPr>
          <p:cNvPr id="77" name="Google Shape;77;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9" name="Google Shape;7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0" name="Google Shape;80;g26b641b03cd_1_92"/>
          <p:cNvGrpSpPr/>
          <p:nvPr/>
        </p:nvGrpSpPr>
        <p:grpSpPr>
          <a:xfrm>
            <a:off x="357775" y="5983875"/>
            <a:ext cx="586800" cy="571500"/>
            <a:chOff x="662575" y="6212475"/>
            <a:chExt cx="586800" cy="571500"/>
          </a:xfrm>
        </p:grpSpPr>
        <p:sp>
          <p:nvSpPr>
            <p:cNvPr id="81" name="Google Shape;81;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 name="Google Shape;83;g26b641b03cd_1_9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4" name="Google Shape;84;g26b641b03cd_1_92"/>
          <p:cNvGrpSpPr/>
          <p:nvPr/>
        </p:nvGrpSpPr>
        <p:grpSpPr>
          <a:xfrm>
            <a:off x="8199150" y="5983875"/>
            <a:ext cx="586800" cy="571500"/>
            <a:chOff x="7894350" y="6212475"/>
            <a:chExt cx="586800" cy="571500"/>
          </a:xfrm>
        </p:grpSpPr>
        <p:sp>
          <p:nvSpPr>
            <p:cNvPr id="85" name="Google Shape;85;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 name="Google Shape;87;g26b641b03cd_1_9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8" name="Google Shape;88;g26b641b03cd_1_92"/>
          <p:cNvGrpSpPr/>
          <p:nvPr/>
        </p:nvGrpSpPr>
        <p:grpSpPr>
          <a:xfrm>
            <a:off x="-36800" y="-52000"/>
            <a:ext cx="9236100" cy="543600"/>
            <a:chOff x="-36800" y="-52000"/>
            <a:chExt cx="9236100" cy="54360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7240990" y="88100"/>
              <a:ext cx="1337400" cy="403500"/>
              <a:chOff x="3235750" y="88250"/>
              <a:chExt cx="1337400" cy="403500"/>
            </a:xfrm>
          </p:grpSpPr>
          <p:sp>
            <p:nvSpPr>
              <p:cNvPr id="91" name="Google Shape;91;g26b641b03cd_1_92"/>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2" name="Google Shape;92;g26b641b03cd_1_92"/>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98" name="Google Shape;98;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4"/>
        <p:cNvGrpSpPr/>
        <p:nvPr/>
      </p:nvGrpSpPr>
      <p:grpSpPr>
        <a:xfrm>
          <a:off x="0" y="0"/>
          <a:ext cx="0" cy="0"/>
          <a:chOff x="0" y="0"/>
          <a:chExt cx="0" cy="0"/>
        </a:xfrm>
      </p:grpSpPr>
      <p:sp>
        <p:nvSpPr>
          <p:cNvPr id="105" name="Google Shape;105;g26b641b03cd_0_3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7" name="Google Shape;107;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 name="Google Shape;108;g26b641b03cd_0_3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Plural Exceptions</a:t>
            </a:r>
            <a:endParaRPr sz="1800" b="0" i="0" u="none" strike="noStrike" cap="none">
              <a:solidFill>
                <a:srgbClr val="FFFFFF"/>
              </a:solidFill>
              <a:latin typeface="Poppins SemiBold"/>
              <a:ea typeface="Poppins SemiBold"/>
              <a:cs typeface="Poppins SemiBold"/>
              <a:sym typeface="Poppins SemiBold"/>
            </a:endParaRPr>
          </a:p>
        </p:txBody>
      </p:sp>
      <p:sp>
        <p:nvSpPr>
          <p:cNvPr id="112" name="Google Shape;112;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Week 1 - Wednesday</a:t>
            </a:r>
            <a:endParaRPr sz="1800" b="0" i="0" u="none" strike="noStrike" cap="none">
              <a:solidFill>
                <a:srgbClr val="E82625"/>
              </a:solidFill>
              <a:latin typeface="Poppins Medium"/>
              <a:ea typeface="Poppins Medium"/>
              <a:cs typeface="Poppins Medium"/>
              <a:sym typeface="Poppins Medium"/>
            </a:endParaRPr>
          </a:p>
        </p:txBody>
      </p:sp>
      <p:sp>
        <p:nvSpPr>
          <p:cNvPr id="113" name="Google Shape;113;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Lesson 3</a:t>
            </a:r>
            <a:endParaRPr sz="1800" b="0" i="0" u="none" strike="noStrike" cap="none">
              <a:solidFill>
                <a:srgbClr val="E82625"/>
              </a:solidFill>
              <a:latin typeface="Poppins Medium"/>
              <a:ea typeface="Poppins Medium"/>
              <a:cs typeface="Poppins Medium"/>
              <a:sym typeface="Poppins Medium"/>
            </a:endParaRPr>
          </a:p>
        </p:txBody>
      </p:sp>
      <p:sp>
        <p:nvSpPr>
          <p:cNvPr id="114" name="Google Shape;114;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
        <p:nvSpPr>
          <p:cNvPr id="115" name="Google Shape;115;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6" name="Google Shape;116;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7" name="Google Shape;117;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E82625"/>
              </a:buClr>
              <a:buSzPts val="3200"/>
              <a:buFont typeface="Poppins Medium"/>
              <a:buNone/>
              <a:defRPr sz="3200">
                <a:solidFill>
                  <a:srgbClr val="E82625"/>
                </a:solidFill>
                <a:latin typeface="Poppins Medium"/>
                <a:ea typeface="Poppins Medium"/>
                <a:cs typeface="Poppins Medium"/>
                <a:sym typeface="Poppins Medium"/>
              </a:defRPr>
            </a:lvl1pPr>
            <a:lvl2pPr lvl="1" algn="ctr">
              <a:lnSpc>
                <a:spcPct val="100000"/>
              </a:lnSpc>
              <a:spcBef>
                <a:spcPts val="0"/>
              </a:spcBef>
              <a:spcAft>
                <a:spcPts val="0"/>
              </a:spcAft>
              <a:buClr>
                <a:srgbClr val="E82625"/>
              </a:buClr>
              <a:buSzPts val="3600"/>
              <a:buNone/>
              <a:defRPr sz="3600">
                <a:solidFill>
                  <a:srgbClr val="E82625"/>
                </a:solidFill>
              </a:defRPr>
            </a:lvl2pPr>
            <a:lvl3pPr lvl="2" algn="ctr">
              <a:lnSpc>
                <a:spcPct val="100000"/>
              </a:lnSpc>
              <a:spcBef>
                <a:spcPts val="0"/>
              </a:spcBef>
              <a:spcAft>
                <a:spcPts val="0"/>
              </a:spcAft>
              <a:buClr>
                <a:srgbClr val="E82625"/>
              </a:buClr>
              <a:buSzPts val="3600"/>
              <a:buNone/>
              <a:defRPr sz="3600">
                <a:solidFill>
                  <a:srgbClr val="E82625"/>
                </a:solidFill>
              </a:defRPr>
            </a:lvl3pPr>
            <a:lvl4pPr lvl="3" algn="ctr">
              <a:lnSpc>
                <a:spcPct val="100000"/>
              </a:lnSpc>
              <a:spcBef>
                <a:spcPts val="0"/>
              </a:spcBef>
              <a:spcAft>
                <a:spcPts val="0"/>
              </a:spcAft>
              <a:buClr>
                <a:srgbClr val="E82625"/>
              </a:buClr>
              <a:buSzPts val="3600"/>
              <a:buNone/>
              <a:defRPr sz="3600">
                <a:solidFill>
                  <a:srgbClr val="E82625"/>
                </a:solidFill>
              </a:defRPr>
            </a:lvl4pPr>
            <a:lvl5pPr lvl="4" algn="ctr">
              <a:lnSpc>
                <a:spcPct val="100000"/>
              </a:lnSpc>
              <a:spcBef>
                <a:spcPts val="0"/>
              </a:spcBef>
              <a:spcAft>
                <a:spcPts val="0"/>
              </a:spcAft>
              <a:buClr>
                <a:srgbClr val="E82625"/>
              </a:buClr>
              <a:buSzPts val="3600"/>
              <a:buNone/>
              <a:defRPr sz="3600">
                <a:solidFill>
                  <a:srgbClr val="E82625"/>
                </a:solidFill>
              </a:defRPr>
            </a:lvl5pPr>
            <a:lvl6pPr lvl="5" algn="ctr">
              <a:lnSpc>
                <a:spcPct val="100000"/>
              </a:lnSpc>
              <a:spcBef>
                <a:spcPts val="0"/>
              </a:spcBef>
              <a:spcAft>
                <a:spcPts val="0"/>
              </a:spcAft>
              <a:buClr>
                <a:srgbClr val="E82625"/>
              </a:buClr>
              <a:buSzPts val="3600"/>
              <a:buNone/>
              <a:defRPr sz="3600">
                <a:solidFill>
                  <a:srgbClr val="E82625"/>
                </a:solidFill>
              </a:defRPr>
            </a:lvl6pPr>
            <a:lvl7pPr lvl="6" algn="ctr">
              <a:lnSpc>
                <a:spcPct val="100000"/>
              </a:lnSpc>
              <a:spcBef>
                <a:spcPts val="0"/>
              </a:spcBef>
              <a:spcAft>
                <a:spcPts val="0"/>
              </a:spcAft>
              <a:buClr>
                <a:srgbClr val="E82625"/>
              </a:buClr>
              <a:buSzPts val="3600"/>
              <a:buNone/>
              <a:defRPr sz="3600">
                <a:solidFill>
                  <a:srgbClr val="E82625"/>
                </a:solidFill>
              </a:defRPr>
            </a:lvl7pPr>
            <a:lvl8pPr lvl="7" algn="ctr">
              <a:lnSpc>
                <a:spcPct val="100000"/>
              </a:lnSpc>
              <a:spcBef>
                <a:spcPts val="0"/>
              </a:spcBef>
              <a:spcAft>
                <a:spcPts val="0"/>
              </a:spcAft>
              <a:buClr>
                <a:srgbClr val="E82625"/>
              </a:buClr>
              <a:buSzPts val="3600"/>
              <a:buNone/>
              <a:defRPr sz="3600">
                <a:solidFill>
                  <a:srgbClr val="E82625"/>
                </a:solidFill>
              </a:defRPr>
            </a:lvl8pPr>
            <a:lvl9pPr lvl="8" algn="ctr">
              <a:lnSpc>
                <a:spcPct val="100000"/>
              </a:lnSpc>
              <a:spcBef>
                <a:spcPts val="0"/>
              </a:spcBef>
              <a:spcAft>
                <a:spcPts val="0"/>
              </a:spcAft>
              <a:buClr>
                <a:srgbClr val="E82625"/>
              </a:buClr>
              <a:buSzPts val="3600"/>
              <a:buNone/>
              <a:defRPr sz="3600">
                <a:solidFill>
                  <a:srgbClr val="E82625"/>
                </a:solidFill>
              </a:defRPr>
            </a:lvl9pPr>
          </a:lstStyle>
          <a:p>
            <a:endParaRPr/>
          </a:p>
        </p:txBody>
      </p:sp>
      <p:sp>
        <p:nvSpPr>
          <p:cNvPr id="118" name="Google Shape;118;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9" name="Google Shape;119;g26b641b03cd_0_33"/>
          <p:cNvGrpSpPr/>
          <p:nvPr/>
        </p:nvGrpSpPr>
        <p:grpSpPr>
          <a:xfrm>
            <a:off x="662575" y="6212475"/>
            <a:ext cx="586800" cy="571500"/>
            <a:chOff x="662575" y="6212475"/>
            <a:chExt cx="586800" cy="571500"/>
          </a:xfrm>
        </p:grpSpPr>
        <p:sp>
          <p:nvSpPr>
            <p:cNvPr id="120" name="Google Shape;120;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3" name="Google Shape;123;g26b641b03cd_0_33"/>
          <p:cNvGrpSpPr/>
          <p:nvPr/>
        </p:nvGrpSpPr>
        <p:grpSpPr>
          <a:xfrm>
            <a:off x="7894350" y="6212475"/>
            <a:ext cx="586800" cy="571500"/>
            <a:chOff x="7894350" y="6212475"/>
            <a:chExt cx="586800" cy="571500"/>
          </a:xfrm>
        </p:grpSpPr>
        <p:sp>
          <p:nvSpPr>
            <p:cNvPr id="124" name="Google Shape;124;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 name="Google Shape;126;g26b641b03cd_0_3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1"/>
        <p:cNvGrpSpPr/>
        <p:nvPr/>
      </p:nvGrpSpPr>
      <p:grpSpPr>
        <a:xfrm>
          <a:off x="0" y="0"/>
          <a:ext cx="0" cy="0"/>
          <a:chOff x="0" y="0"/>
          <a:chExt cx="0" cy="0"/>
        </a:xfrm>
      </p:grpSpPr>
      <p:sp>
        <p:nvSpPr>
          <p:cNvPr id="162" name="Google Shape;162;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3" name="Google Shape;163;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End of Session</a:t>
            </a:r>
            <a:endParaRPr sz="3200" b="0" i="0" u="none" strike="noStrike" cap="none">
              <a:solidFill>
                <a:srgbClr val="E82625"/>
              </a:solidFill>
              <a:latin typeface="Poppins Medium"/>
              <a:ea typeface="Poppins Medium"/>
              <a:cs typeface="Poppins Medium"/>
              <a:sym typeface="Poppins Medium"/>
            </a:endParaRPr>
          </a:p>
        </p:txBody>
      </p:sp>
      <p:cxnSp>
        <p:nvCxnSpPr>
          <p:cNvPr id="164" name="Google Shape;164;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5" name="Google Shape;165;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8" name="Google Shape;168;g26b641b03cd_0_260"/>
          <p:cNvGrpSpPr/>
          <p:nvPr/>
        </p:nvGrpSpPr>
        <p:grpSpPr>
          <a:xfrm>
            <a:off x="8199150" y="5983875"/>
            <a:ext cx="586800" cy="571500"/>
            <a:chOff x="7894350" y="6212475"/>
            <a:chExt cx="586800" cy="571500"/>
          </a:xfrm>
        </p:grpSpPr>
        <p:sp>
          <p:nvSpPr>
            <p:cNvPr id="169" name="Google Shape;169;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1" name="Google Shape;171;g26b641b03cd_0_26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2" name="Google Shape;172;g26b641b03cd_0_260"/>
          <p:cNvGrpSpPr/>
          <p:nvPr/>
        </p:nvGrpSpPr>
        <p:grpSpPr>
          <a:xfrm>
            <a:off x="-36800" y="-52000"/>
            <a:ext cx="9236100" cy="543600"/>
            <a:chOff x="-36800" y="-52000"/>
            <a:chExt cx="9236100" cy="543600"/>
          </a:xfrm>
        </p:grpSpPr>
        <p:sp>
          <p:nvSpPr>
            <p:cNvPr id="173" name="Google Shape;173;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4" name="Google Shape;174;g26b641b03cd_0_260"/>
            <p:cNvGrpSpPr/>
            <p:nvPr/>
          </p:nvGrpSpPr>
          <p:grpSpPr>
            <a:xfrm>
              <a:off x="7240990" y="88100"/>
              <a:ext cx="1337400" cy="403500"/>
              <a:chOff x="3235750" y="88250"/>
              <a:chExt cx="1337400" cy="403500"/>
            </a:xfrm>
          </p:grpSpPr>
          <p:sp>
            <p:nvSpPr>
              <p:cNvPr id="175" name="Google Shape;175;g26b641b03cd_0_26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6" name="Google Shape;176;g26b641b03cd_0_26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82" name="Google Shape;182;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7" name="Google Shape;187;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8"/>
        <p:cNvGrpSpPr/>
        <p:nvPr/>
      </p:nvGrpSpPr>
      <p:grpSpPr>
        <a:xfrm>
          <a:off x="0" y="0"/>
          <a:ext cx="0" cy="0"/>
          <a:chOff x="0" y="0"/>
          <a:chExt cx="0" cy="0"/>
        </a:xfrm>
      </p:grpSpPr>
      <p:sp>
        <p:nvSpPr>
          <p:cNvPr id="189" name="Google Shape;189;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0" name="Google Shape;19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1" name="Google Shape;19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sp>
        <p:nvSpPr>
          <p:cNvPr id="192" name="Google Shape;192;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3" name="Google Shape;19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4" name="Google Shape;19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5" name="Google Shape;19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6" name="Google Shape;19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8" name="Google Shape;19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9" name="Google Shape;19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0" name="Google Shape;200;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1" name="Google Shape;201;g2c235dd0dad_1_87"/>
          <p:cNvGrpSpPr/>
          <p:nvPr/>
        </p:nvGrpSpPr>
        <p:grpSpPr>
          <a:xfrm>
            <a:off x="662575" y="6212475"/>
            <a:ext cx="586800" cy="571500"/>
            <a:chOff x="662575" y="6212475"/>
            <a:chExt cx="586800" cy="571500"/>
          </a:xfrm>
        </p:grpSpPr>
        <p:sp>
          <p:nvSpPr>
            <p:cNvPr id="202" name="Google Shape;20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5" name="Google Shape;205;g2c235dd0dad_1_87"/>
          <p:cNvGrpSpPr/>
          <p:nvPr/>
        </p:nvGrpSpPr>
        <p:grpSpPr>
          <a:xfrm>
            <a:off x="7894350" y="6212475"/>
            <a:ext cx="586800" cy="571500"/>
            <a:chOff x="7894350" y="6212475"/>
            <a:chExt cx="586800" cy="571500"/>
          </a:xfrm>
        </p:grpSpPr>
        <p:sp>
          <p:nvSpPr>
            <p:cNvPr id="206" name="Google Shape;20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c235dd0dad_1_8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9" name="Google Shape;209;g2c235dd0dad_1_8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c235dd0dad_1_8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1" name="Google Shape;21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2" name="Google Shape;212;g2c235dd0dad_1_8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5" name="Google Shape;215;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16" name="Google Shape;216;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17" name="Google Shape;217;g2c235dd0dad_1_8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18" name="Google Shape;218;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1" name="Google Shape;221;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cxnSp>
        <p:nvCxnSpPr>
          <p:cNvPr id="222" name="Google Shape;222;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3" name="Google Shape;223;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4" name="Google Shape;224;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5" name="Google Shape;225;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7" name="Google Shape;227;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8" name="Google Shape;228;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9" name="Google Shape;229;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0" name="Google Shape;230;g1f3daf8a844_0_32"/>
          <p:cNvGrpSpPr/>
          <p:nvPr/>
        </p:nvGrpSpPr>
        <p:grpSpPr>
          <a:xfrm>
            <a:off x="662575" y="6212475"/>
            <a:ext cx="586800" cy="571500"/>
            <a:chOff x="662575" y="6212475"/>
            <a:chExt cx="586800" cy="571500"/>
          </a:xfrm>
        </p:grpSpPr>
        <p:sp>
          <p:nvSpPr>
            <p:cNvPr id="231" name="Google Shape;231;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4" name="Google Shape;234;g1f3daf8a844_0_32"/>
          <p:cNvGrpSpPr/>
          <p:nvPr/>
        </p:nvGrpSpPr>
        <p:grpSpPr>
          <a:xfrm>
            <a:off x="7894350" y="6212475"/>
            <a:ext cx="586800" cy="571500"/>
            <a:chOff x="7894350" y="6212475"/>
            <a:chExt cx="586800" cy="571500"/>
          </a:xfrm>
        </p:grpSpPr>
        <p:sp>
          <p:nvSpPr>
            <p:cNvPr id="235" name="Google Shape;235;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1f3daf8a844_0_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7" name="Google Shape;237;g1f3daf8a844_0_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8" name="Google Shape;238;g1f3daf8a844_0_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9" name="Google Shape;239;g1f3daf8a844_0_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0" name="Google Shape;24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1" name="Google Shape;241;g1f3daf8a844_0_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4" name="Google Shape;244;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45" name="Google Shape;245;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46" name="Google Shape;246;g1f3daf8a844_0_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47" name="Google Shape;247;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8"/>
        <p:cNvGrpSpPr/>
        <p:nvPr/>
      </p:nvGrpSpPr>
      <p:grpSpPr>
        <a:xfrm>
          <a:off x="0" y="0"/>
          <a:ext cx="0" cy="0"/>
          <a:chOff x="0" y="0"/>
          <a:chExt cx="0" cy="0"/>
        </a:xfrm>
      </p:grpSpPr>
      <p:sp>
        <p:nvSpPr>
          <p:cNvPr id="249" name="Google Shape;249;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0" name="Google Shape;250;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Quickwrite</a:t>
            </a:r>
            <a:endParaRPr sz="3000" b="0" i="0" u="none" strike="noStrike" cap="none">
              <a:solidFill>
                <a:srgbClr val="E82625"/>
              </a:solidFill>
              <a:latin typeface="Poppins Medium"/>
              <a:ea typeface="Poppins Medium"/>
              <a:cs typeface="Poppins Medium"/>
              <a:sym typeface="Poppins Medium"/>
            </a:endParaRPr>
          </a:p>
        </p:txBody>
      </p:sp>
      <p:sp>
        <p:nvSpPr>
          <p:cNvPr id="251" name="Google Shape;251;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4" name="Google Shape;254;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5" name="Google Shape;25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6" name="Google Shape;25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7" name="Google Shape;25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58" name="Google Shape;258;g2c157a2fb06_0_53"/>
          <p:cNvGrpSpPr/>
          <p:nvPr/>
        </p:nvGrpSpPr>
        <p:grpSpPr>
          <a:xfrm>
            <a:off x="662575" y="6212475"/>
            <a:ext cx="586800" cy="571500"/>
            <a:chOff x="662575" y="6212475"/>
            <a:chExt cx="586800" cy="571500"/>
          </a:xfrm>
        </p:grpSpPr>
        <p:sp>
          <p:nvSpPr>
            <p:cNvPr id="259" name="Google Shape;25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2" name="Google Shape;262;g2c157a2fb06_0_53"/>
          <p:cNvGrpSpPr/>
          <p:nvPr/>
        </p:nvGrpSpPr>
        <p:grpSpPr>
          <a:xfrm>
            <a:off x="7894350" y="6212475"/>
            <a:ext cx="586800" cy="571500"/>
            <a:chOff x="7894350" y="6212475"/>
            <a:chExt cx="586800" cy="571500"/>
          </a:xfrm>
        </p:grpSpPr>
        <p:sp>
          <p:nvSpPr>
            <p:cNvPr id="263" name="Google Shape;26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5" name="Google Shape;265;g2c157a2fb06_0_5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6" name="Google Shape;266;g2c157a2fb06_0_5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2c157a2fb06_0_5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8" name="Google Shape;268;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9" name="Google Shape;269;g2c157a2fb06_0_5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1" name="Google Shape;271;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2" name="Google Shape;272;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73" name="Google Shape;273;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74" name="Google Shape;274;g2c157a2fb06_0_5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75" name="Google Shape;275;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6"/>
        <p:cNvGrpSpPr/>
        <p:nvPr/>
      </p:nvGrpSpPr>
      <p:grpSpPr>
        <a:xfrm>
          <a:off x="0" y="0"/>
          <a:ext cx="0" cy="0"/>
          <a:chOff x="0" y="0"/>
          <a:chExt cx="0" cy="0"/>
        </a:xfrm>
      </p:grpSpPr>
      <p:pic>
        <p:nvPicPr>
          <p:cNvPr id="277" name="Google Shape;277;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8" name="Google Shape;278;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9" name="Google Shape;279;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Full Circle</a:t>
            </a:r>
            <a:endParaRPr sz="3000" b="0" i="0" u="none" strike="noStrike" cap="none">
              <a:solidFill>
                <a:srgbClr val="E82625"/>
              </a:solidFill>
              <a:latin typeface="Poppins Medium"/>
              <a:ea typeface="Poppins Medium"/>
              <a:cs typeface="Poppins Medium"/>
              <a:sym typeface="Poppins Medium"/>
            </a:endParaRPr>
          </a:p>
        </p:txBody>
      </p:sp>
      <p:sp>
        <p:nvSpPr>
          <p:cNvPr id="280" name="Google Shape;280;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4" name="Google Shape;284;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5" name="Google Shape;285;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286" name="Google Shape;286;g2c157a2fb06_0_158"/>
          <p:cNvGrpSpPr/>
          <p:nvPr/>
        </p:nvGrpSpPr>
        <p:grpSpPr>
          <a:xfrm>
            <a:off x="662575" y="6212475"/>
            <a:ext cx="586800" cy="571500"/>
            <a:chOff x="662575" y="6212475"/>
            <a:chExt cx="586800" cy="571500"/>
          </a:xfrm>
        </p:grpSpPr>
        <p:sp>
          <p:nvSpPr>
            <p:cNvPr id="287" name="Google Shape;287;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15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0" name="Google Shape;290;g2c157a2fb06_0_158"/>
          <p:cNvGrpSpPr/>
          <p:nvPr/>
        </p:nvGrpSpPr>
        <p:grpSpPr>
          <a:xfrm>
            <a:off x="7894350" y="6212475"/>
            <a:ext cx="586800" cy="571500"/>
            <a:chOff x="7894350" y="6212475"/>
            <a:chExt cx="586800" cy="571500"/>
          </a:xfrm>
        </p:grpSpPr>
        <p:sp>
          <p:nvSpPr>
            <p:cNvPr id="291" name="Google Shape;291;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15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4" name="Google Shape;294;g2c157a2fb06_0_15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6" name="Google Shape;296;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02" name="Google Shape;302;g2c157a2fb06_0_15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03" name="Google Shape;303;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4"/>
        <p:cNvGrpSpPr/>
        <p:nvPr/>
      </p:nvGrpSpPr>
      <p:grpSpPr>
        <a:xfrm>
          <a:off x="0" y="0"/>
          <a:ext cx="0" cy="0"/>
          <a:chOff x="0" y="0"/>
          <a:chExt cx="0" cy="0"/>
        </a:xfrm>
      </p:grpSpPr>
      <p:sp>
        <p:nvSpPr>
          <p:cNvPr id="305" name="Google Shape;30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6" name="Google Shape;30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Picture Match</a:t>
            </a:r>
            <a:endParaRPr sz="3000" b="0" i="0" u="none" strike="noStrike" cap="none">
              <a:solidFill>
                <a:srgbClr val="E82625"/>
              </a:solidFill>
              <a:latin typeface="Poppins Medium"/>
              <a:ea typeface="Poppins Medium"/>
              <a:cs typeface="Poppins Medium"/>
              <a:sym typeface="Poppins Medium"/>
            </a:endParaRPr>
          </a:p>
        </p:txBody>
      </p:sp>
      <p:sp>
        <p:nvSpPr>
          <p:cNvPr id="307" name="Google Shape;307;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1" name="Google Shape;311;g2c157a2fb06_0_263"/>
          <p:cNvSpPr>
            <a:spLocks noGrp="1"/>
          </p:cNvSpPr>
          <p:nvPr>
            <p:ph type="pic" idx="5"/>
          </p:nvPr>
        </p:nvSpPr>
        <p:spPr>
          <a:xfrm>
            <a:off x="5086375" y="4412425"/>
            <a:ext cx="2668800" cy="1291500"/>
          </a:xfrm>
          <a:prstGeom prst="rect">
            <a:avLst/>
          </a:prstGeom>
          <a:noFill/>
          <a:ln>
            <a:noFill/>
          </a:ln>
        </p:spPr>
      </p:sp>
      <p:sp>
        <p:nvSpPr>
          <p:cNvPr id="312" name="Google Shape;312;g2c157a2fb06_0_263"/>
          <p:cNvSpPr>
            <a:spLocks noGrp="1"/>
          </p:cNvSpPr>
          <p:nvPr>
            <p:ph type="pic" idx="6"/>
          </p:nvPr>
        </p:nvSpPr>
        <p:spPr>
          <a:xfrm>
            <a:off x="5086375" y="797675"/>
            <a:ext cx="2668800" cy="1291500"/>
          </a:xfrm>
          <a:prstGeom prst="rect">
            <a:avLst/>
          </a:prstGeom>
          <a:noFill/>
          <a:ln>
            <a:noFill/>
          </a:ln>
        </p:spPr>
      </p:sp>
      <p:sp>
        <p:nvSpPr>
          <p:cNvPr id="313" name="Google Shape;313;g2c157a2fb06_0_263"/>
          <p:cNvSpPr>
            <a:spLocks noGrp="1"/>
          </p:cNvSpPr>
          <p:nvPr>
            <p:ph type="pic" idx="7"/>
          </p:nvPr>
        </p:nvSpPr>
        <p:spPr>
          <a:xfrm>
            <a:off x="5086375" y="2002592"/>
            <a:ext cx="2668800" cy="1291500"/>
          </a:xfrm>
          <a:prstGeom prst="rect">
            <a:avLst/>
          </a:prstGeom>
          <a:noFill/>
          <a:ln>
            <a:noFill/>
          </a:ln>
        </p:spPr>
      </p:sp>
      <p:sp>
        <p:nvSpPr>
          <p:cNvPr id="314" name="Google Shape;314;g2c157a2fb06_0_263"/>
          <p:cNvSpPr>
            <a:spLocks noGrp="1"/>
          </p:cNvSpPr>
          <p:nvPr>
            <p:ph type="pic" idx="8"/>
          </p:nvPr>
        </p:nvSpPr>
        <p:spPr>
          <a:xfrm>
            <a:off x="5086375" y="3207508"/>
            <a:ext cx="2668800" cy="1291500"/>
          </a:xfrm>
          <a:prstGeom prst="rect">
            <a:avLst/>
          </a:prstGeom>
          <a:noFill/>
          <a:ln>
            <a:noFill/>
          </a:ln>
        </p:spPr>
      </p:sp>
      <p:sp>
        <p:nvSpPr>
          <p:cNvPr id="315" name="Google Shape;31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17" name="Google Shape;317;g2c157a2fb06_0_263"/>
          <p:cNvGrpSpPr/>
          <p:nvPr/>
        </p:nvGrpSpPr>
        <p:grpSpPr>
          <a:xfrm>
            <a:off x="662575" y="6212475"/>
            <a:ext cx="586800" cy="571500"/>
            <a:chOff x="662575" y="6212475"/>
            <a:chExt cx="586800" cy="571500"/>
          </a:xfrm>
        </p:grpSpPr>
        <p:sp>
          <p:nvSpPr>
            <p:cNvPr id="318" name="Google Shape;31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26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263"/>
          <p:cNvGrpSpPr/>
          <p:nvPr/>
        </p:nvGrpSpPr>
        <p:grpSpPr>
          <a:xfrm>
            <a:off x="7894350" y="6212475"/>
            <a:ext cx="586800" cy="571500"/>
            <a:chOff x="7894350" y="6212475"/>
            <a:chExt cx="586800" cy="571500"/>
          </a:xfrm>
        </p:grpSpPr>
        <p:sp>
          <p:nvSpPr>
            <p:cNvPr id="322" name="Google Shape;32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5" name="Google Shape;325;g2c157a2fb06_0_26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26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7" name="Google Shape;327;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8" name="Google Shape;328;g2c157a2fb06_0_26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1" name="Google Shape;331;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32" name="Google Shape;332;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33" name="Google Shape;333;g2c157a2fb06_0_26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34" name="Google Shape;334;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5"/>
        <p:cNvGrpSpPr/>
        <p:nvPr/>
      </p:nvGrpSpPr>
      <p:grpSpPr>
        <a:xfrm>
          <a:off x="0" y="0"/>
          <a:ext cx="0" cy="0"/>
          <a:chOff x="0" y="0"/>
          <a:chExt cx="0" cy="0"/>
        </a:xfrm>
      </p:grpSpPr>
      <p:cxnSp>
        <p:nvCxnSpPr>
          <p:cNvPr id="336" name="Google Shape;33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7" name="Google Shape;33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8" name="Google Shape;33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9" name="Google Shape;339;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40" name="Google Shape;340;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Caption</a:t>
            </a:r>
            <a:endParaRPr sz="3000" b="0" i="0" u="none" strike="noStrike" cap="none">
              <a:solidFill>
                <a:srgbClr val="E82625"/>
              </a:solidFill>
              <a:latin typeface="Poppins Medium"/>
              <a:ea typeface="Poppins Medium"/>
              <a:cs typeface="Poppins Medium"/>
              <a:sym typeface="Poppins Medium"/>
            </a:endParaRPr>
          </a:p>
        </p:txBody>
      </p:sp>
      <p:sp>
        <p:nvSpPr>
          <p:cNvPr id="341" name="Google Shape;341;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2" name="Google Shape;342;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3" name="Google Shape;343;g2c157a2fb06_0_467"/>
          <p:cNvGrpSpPr/>
          <p:nvPr/>
        </p:nvGrpSpPr>
        <p:grpSpPr>
          <a:xfrm>
            <a:off x="662575" y="6212475"/>
            <a:ext cx="586800" cy="571500"/>
            <a:chOff x="662575" y="6212475"/>
            <a:chExt cx="586800" cy="571500"/>
          </a:xfrm>
        </p:grpSpPr>
        <p:sp>
          <p:nvSpPr>
            <p:cNvPr id="344" name="Google Shape;344;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46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7" name="Google Shape;347;g2c157a2fb06_0_467"/>
          <p:cNvGrpSpPr/>
          <p:nvPr/>
        </p:nvGrpSpPr>
        <p:grpSpPr>
          <a:xfrm>
            <a:off x="7894350" y="6212475"/>
            <a:ext cx="586800" cy="571500"/>
            <a:chOff x="7894350" y="6212475"/>
            <a:chExt cx="586800" cy="571500"/>
          </a:xfrm>
        </p:grpSpPr>
        <p:sp>
          <p:nvSpPr>
            <p:cNvPr id="348" name="Google Shape;348;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46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c157a2fb06_0_46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1" name="Google Shape;351;g2c157a2fb06_0_46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46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3" name="Google Shape;353;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46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8" name="Google Shape;358;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59" name="Google Shape;359;g2c157a2fb06_0_46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60" name="Google Shape;360;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1"/>
        <p:cNvGrpSpPr/>
        <p:nvPr/>
      </p:nvGrpSpPr>
      <p:grpSpPr>
        <a:xfrm>
          <a:off x="0" y="0"/>
          <a:ext cx="0" cy="0"/>
          <a:chOff x="0" y="0"/>
          <a:chExt cx="0" cy="0"/>
        </a:xfrm>
      </p:grpSpPr>
      <p:cxnSp>
        <p:nvCxnSpPr>
          <p:cNvPr id="362" name="Google Shape;362;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3" name="Google Shape;363;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4" name="Google Shape;364;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Caption</a:t>
            </a:r>
            <a:endParaRPr sz="3000" b="0" i="0" u="none" strike="noStrike" cap="none">
              <a:solidFill>
                <a:srgbClr val="E82625"/>
              </a:solidFill>
              <a:latin typeface="Poppins Medium"/>
              <a:ea typeface="Poppins Medium"/>
              <a:cs typeface="Poppins Medium"/>
              <a:sym typeface="Poppins Medium"/>
            </a:endParaRPr>
          </a:p>
        </p:txBody>
      </p:sp>
      <p:sp>
        <p:nvSpPr>
          <p:cNvPr id="366" name="Google Shape;366;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7" name="Google Shape;367;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8" name="Google Shape;368;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9" name="Google Shape;369;g2c157a2fb06_0_629"/>
          <p:cNvGrpSpPr/>
          <p:nvPr/>
        </p:nvGrpSpPr>
        <p:grpSpPr>
          <a:xfrm>
            <a:off x="662575" y="6212475"/>
            <a:ext cx="586800" cy="571500"/>
            <a:chOff x="662575" y="6212475"/>
            <a:chExt cx="586800" cy="571500"/>
          </a:xfrm>
        </p:grpSpPr>
        <p:sp>
          <p:nvSpPr>
            <p:cNvPr id="370" name="Google Shape;370;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629">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3" name="Google Shape;373;g2c157a2fb06_0_629"/>
          <p:cNvGrpSpPr/>
          <p:nvPr/>
        </p:nvGrpSpPr>
        <p:grpSpPr>
          <a:xfrm>
            <a:off x="7894350" y="6212475"/>
            <a:ext cx="586800" cy="571500"/>
            <a:chOff x="7894350" y="6212475"/>
            <a:chExt cx="586800" cy="571500"/>
          </a:xfrm>
        </p:grpSpPr>
        <p:sp>
          <p:nvSpPr>
            <p:cNvPr id="374" name="Google Shape;374;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629">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629">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7" name="Google Shape;377;g2c157a2fb06_0_629"/>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629"/>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9" name="Google Shape;379;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0" name="Google Shape;380;g2c157a2fb06_0_629"/>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84" name="Google Shape;384;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85" name="Google Shape;385;g2c157a2fb06_0_629"/>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86" name="Google Shape;386;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7"/>
        <p:cNvGrpSpPr/>
        <p:nvPr/>
      </p:nvGrpSpPr>
      <p:grpSpPr>
        <a:xfrm>
          <a:off x="0" y="0"/>
          <a:ext cx="0" cy="0"/>
          <a:chOff x="0" y="0"/>
          <a:chExt cx="0" cy="0"/>
        </a:xfrm>
      </p:grpSpPr>
      <p:cxnSp>
        <p:nvCxnSpPr>
          <p:cNvPr id="388" name="Google Shape;38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9" name="Google Shape;38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0" name="Google Shape;39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2" name="Google Shape;392;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3" name="Google Shape;393;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Sentence</a:t>
            </a:r>
            <a:endParaRPr sz="3000" b="0" i="0" u="none" strike="noStrike" cap="none">
              <a:solidFill>
                <a:srgbClr val="E82625"/>
              </a:solidFill>
              <a:latin typeface="Poppins Medium"/>
              <a:ea typeface="Poppins Medium"/>
              <a:cs typeface="Poppins Medium"/>
              <a:sym typeface="Poppins Medium"/>
            </a:endParaRPr>
          </a:p>
        </p:txBody>
      </p:sp>
      <p:sp>
        <p:nvSpPr>
          <p:cNvPr id="394" name="Google Shape;394;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5" name="Google Shape;395;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6" name="Google Shape;396;g2c157a2fb06_0_798"/>
          <p:cNvGrpSpPr/>
          <p:nvPr/>
        </p:nvGrpSpPr>
        <p:grpSpPr>
          <a:xfrm>
            <a:off x="662575" y="6212475"/>
            <a:ext cx="586800" cy="571500"/>
            <a:chOff x="662575" y="6212475"/>
            <a:chExt cx="586800" cy="571500"/>
          </a:xfrm>
        </p:grpSpPr>
        <p:sp>
          <p:nvSpPr>
            <p:cNvPr id="397" name="Google Shape;397;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79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0" name="Google Shape;400;g2c157a2fb06_0_798"/>
          <p:cNvGrpSpPr/>
          <p:nvPr/>
        </p:nvGrpSpPr>
        <p:grpSpPr>
          <a:xfrm>
            <a:off x="7894350" y="6212475"/>
            <a:ext cx="586800" cy="571500"/>
            <a:chOff x="7894350" y="6212475"/>
            <a:chExt cx="586800" cy="571500"/>
          </a:xfrm>
        </p:grpSpPr>
        <p:sp>
          <p:nvSpPr>
            <p:cNvPr id="401" name="Google Shape;401;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79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4" name="Google Shape;404;g2c157a2fb06_0_79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79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6" name="Google Shape;406;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7" name="Google Shape;407;g2c157a2fb06_0_79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0" name="Google Shape;410;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11" name="Google Shape;411;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12" name="Google Shape;412;g2c157a2fb06_0_79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13" name="Google Shape;413;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4"/>
        <p:cNvGrpSpPr/>
        <p:nvPr/>
      </p:nvGrpSpPr>
      <p:grpSpPr>
        <a:xfrm>
          <a:off x="0" y="0"/>
          <a:ext cx="0" cy="0"/>
          <a:chOff x="0" y="0"/>
          <a:chExt cx="0" cy="0"/>
        </a:xfrm>
      </p:grpSpPr>
      <p:cxnSp>
        <p:nvCxnSpPr>
          <p:cNvPr id="415" name="Google Shape;415;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6" name="Google Shape;416;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7" name="Google Shape;417;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9" name="Google Shape;419;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0" name="Google Shape;420;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Sentence</a:t>
            </a:r>
            <a:endParaRPr sz="3000" b="0" i="0" u="none" strike="noStrike" cap="none">
              <a:solidFill>
                <a:srgbClr val="E82625"/>
              </a:solidFill>
              <a:latin typeface="Poppins Medium"/>
              <a:ea typeface="Poppins Medium"/>
              <a:cs typeface="Poppins Medium"/>
              <a:sym typeface="Poppins Medium"/>
            </a:endParaRPr>
          </a:p>
        </p:txBody>
      </p:sp>
      <p:sp>
        <p:nvSpPr>
          <p:cNvPr id="421" name="Google Shape;421;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2" name="Google Shape;422;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3" name="Google Shape;423;g2c157a2fb06_0_825"/>
          <p:cNvGrpSpPr/>
          <p:nvPr/>
        </p:nvGrpSpPr>
        <p:grpSpPr>
          <a:xfrm>
            <a:off x="662575" y="6212475"/>
            <a:ext cx="586800" cy="571500"/>
            <a:chOff x="662575" y="6212475"/>
            <a:chExt cx="586800" cy="571500"/>
          </a:xfrm>
        </p:grpSpPr>
        <p:sp>
          <p:nvSpPr>
            <p:cNvPr id="424" name="Google Shape;424;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82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7" name="Google Shape;427;g2c157a2fb06_0_825"/>
          <p:cNvGrpSpPr/>
          <p:nvPr/>
        </p:nvGrpSpPr>
        <p:grpSpPr>
          <a:xfrm>
            <a:off x="7894350" y="6212475"/>
            <a:ext cx="586800" cy="571500"/>
            <a:chOff x="7894350" y="6212475"/>
            <a:chExt cx="586800" cy="571500"/>
          </a:xfrm>
        </p:grpSpPr>
        <p:sp>
          <p:nvSpPr>
            <p:cNvPr id="428" name="Google Shape;428;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82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1" name="Google Shape;431;g2c157a2fb06_0_82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82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3" name="Google Shape;433;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4" name="Google Shape;434;g2c157a2fb06_0_82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7" name="Google Shape;437;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38" name="Google Shape;438;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39" name="Google Shape;439;g2c157a2fb06_0_82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40" name="Google Shape;440;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1"/>
        <p:cNvGrpSpPr/>
        <p:nvPr/>
      </p:nvGrpSpPr>
      <p:grpSpPr>
        <a:xfrm>
          <a:off x="0" y="0"/>
          <a:ext cx="0" cy="0"/>
          <a:chOff x="0" y="0"/>
          <a:chExt cx="0" cy="0"/>
        </a:xfrm>
      </p:grpSpPr>
      <p:sp>
        <p:nvSpPr>
          <p:cNvPr id="442" name="Google Shape;442;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Hands Up, Pair Up</a:t>
            </a:r>
            <a:endParaRPr sz="3000" b="0" i="0" u="none" strike="noStrike" cap="none">
              <a:solidFill>
                <a:srgbClr val="E82625"/>
              </a:solidFill>
              <a:latin typeface="Poppins Medium"/>
              <a:ea typeface="Poppins Medium"/>
              <a:cs typeface="Poppins Medium"/>
              <a:sym typeface="Poppins Medium"/>
            </a:endParaRPr>
          </a:p>
        </p:txBody>
      </p:sp>
      <p:sp>
        <p:nvSpPr>
          <p:cNvPr id="446" name="Google Shape;446;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7" name="Google Shape;447;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0" name="Google Shape;450;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2" name="Google Shape;452;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4" name="Google Shape;454;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6" name="Google Shape;456;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8" name="Google Shape;458;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60" name="Google Shape;460;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1" name="Google Shape;461;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62" name="Google Shape;462;g2c157a2fb06_0_700"/>
          <p:cNvGrpSpPr/>
          <p:nvPr/>
        </p:nvGrpSpPr>
        <p:grpSpPr>
          <a:xfrm>
            <a:off x="662575" y="6212475"/>
            <a:ext cx="586800" cy="571500"/>
            <a:chOff x="662575" y="6212475"/>
            <a:chExt cx="586800" cy="571500"/>
          </a:xfrm>
        </p:grpSpPr>
        <p:sp>
          <p:nvSpPr>
            <p:cNvPr id="463" name="Google Shape;463;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6" name="Google Shape;466;g2c157a2fb06_0_700"/>
          <p:cNvGrpSpPr/>
          <p:nvPr/>
        </p:nvGrpSpPr>
        <p:grpSpPr>
          <a:xfrm>
            <a:off x="7894350" y="6212475"/>
            <a:ext cx="586800" cy="571500"/>
            <a:chOff x="7894350" y="6212475"/>
            <a:chExt cx="586800" cy="571500"/>
          </a:xfrm>
        </p:grpSpPr>
        <p:sp>
          <p:nvSpPr>
            <p:cNvPr id="467" name="Google Shape;467;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70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70" name="Google Shape;470;g2c157a2fb06_0_70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70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72" name="Google Shape;472;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3" name="Google Shape;473;g2c157a2fb06_0_70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77" name="Google Shape;477;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78" name="Google Shape;478;g2c157a2fb06_0_70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79" name="Google Shape;479;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80"/>
        <p:cNvGrpSpPr/>
        <p:nvPr/>
      </p:nvGrpSpPr>
      <p:grpSpPr>
        <a:xfrm>
          <a:off x="0" y="0"/>
          <a:ext cx="0" cy="0"/>
          <a:chOff x="0" y="0"/>
          <a:chExt cx="0" cy="0"/>
        </a:xfrm>
      </p:grpSpPr>
      <p:sp>
        <p:nvSpPr>
          <p:cNvPr id="481" name="Google Shape;481;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Bingo</a:t>
            </a:r>
            <a:endParaRPr sz="3000" b="0" i="0" u="none" strike="noStrike" cap="none">
              <a:solidFill>
                <a:srgbClr val="E82625"/>
              </a:solidFill>
              <a:latin typeface="Poppins Medium"/>
              <a:ea typeface="Poppins Medium"/>
              <a:cs typeface="Poppins Medium"/>
              <a:sym typeface="Poppins Medium"/>
            </a:endParaRPr>
          </a:p>
        </p:txBody>
      </p:sp>
      <p:cxnSp>
        <p:nvCxnSpPr>
          <p:cNvPr id="482" name="Google Shape;482;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9" name="Google Shape;489;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90" name="Google Shape;490;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1" name="Google Shape;491;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2" name="Google Shape;492;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01" name="Google Shape;501;g2c157a2fb06_0_932"/>
          <p:cNvGrpSpPr/>
          <p:nvPr/>
        </p:nvGrpSpPr>
        <p:grpSpPr>
          <a:xfrm>
            <a:off x="662575" y="6212475"/>
            <a:ext cx="586800" cy="571500"/>
            <a:chOff x="662575" y="6212475"/>
            <a:chExt cx="586800" cy="571500"/>
          </a:xfrm>
        </p:grpSpPr>
        <p:sp>
          <p:nvSpPr>
            <p:cNvPr id="502" name="Google Shape;502;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9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5" name="Google Shape;505;g2c157a2fb06_0_932"/>
          <p:cNvGrpSpPr/>
          <p:nvPr/>
        </p:nvGrpSpPr>
        <p:grpSpPr>
          <a:xfrm>
            <a:off x="7894350" y="6212475"/>
            <a:ext cx="586800" cy="571500"/>
            <a:chOff x="7894350" y="6212475"/>
            <a:chExt cx="586800" cy="571500"/>
          </a:xfrm>
        </p:grpSpPr>
        <p:sp>
          <p:nvSpPr>
            <p:cNvPr id="506" name="Google Shape;506;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9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9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09" name="Google Shape;509;g2c157a2fb06_0_9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11" name="Google Shape;511;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2" name="Google Shape;512;g2c157a2fb06_0_9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16" name="Google Shape;516;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17" name="Google Shape;517;g2c157a2fb06_0_9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18" name="Google Shape;518;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9"/>
        <p:cNvGrpSpPr/>
        <p:nvPr/>
      </p:nvGrpSpPr>
      <p:grpSpPr>
        <a:xfrm>
          <a:off x="0" y="0"/>
          <a:ext cx="0" cy="0"/>
          <a:chOff x="0" y="0"/>
          <a:chExt cx="0" cy="0"/>
        </a:xfrm>
      </p:grpSpPr>
      <p:cxnSp>
        <p:nvCxnSpPr>
          <p:cNvPr id="520" name="Google Shape;520;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1" name="Google Shape;521;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2" name="Google Shape;522;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1" name="Google Shape;531;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2" name="Google Shape;532;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Lucky Dip</a:t>
            </a:r>
            <a:endParaRPr sz="3000" b="0" i="0" u="none" strike="noStrike" cap="none">
              <a:solidFill>
                <a:srgbClr val="E82625"/>
              </a:solidFill>
              <a:latin typeface="Poppins Medium"/>
              <a:ea typeface="Poppins Medium"/>
              <a:cs typeface="Poppins Medium"/>
              <a:sym typeface="Poppins Medium"/>
            </a:endParaRPr>
          </a:p>
        </p:txBody>
      </p:sp>
      <p:sp>
        <p:nvSpPr>
          <p:cNvPr id="533" name="Google Shape;533;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4" name="Google Shape;534;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5" name="Google Shape;535;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6" name="Google Shape;536;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37" name="Google Shape;537;g2c157a2fb06_0_1045"/>
          <p:cNvGrpSpPr/>
          <p:nvPr/>
        </p:nvGrpSpPr>
        <p:grpSpPr>
          <a:xfrm>
            <a:off x="662575" y="6212475"/>
            <a:ext cx="586800" cy="571500"/>
            <a:chOff x="662575" y="6212475"/>
            <a:chExt cx="586800" cy="571500"/>
          </a:xfrm>
        </p:grpSpPr>
        <p:sp>
          <p:nvSpPr>
            <p:cNvPr id="538" name="Google Shape;538;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1" name="Google Shape;541;g2c157a2fb06_0_1045"/>
          <p:cNvGrpSpPr/>
          <p:nvPr/>
        </p:nvGrpSpPr>
        <p:grpSpPr>
          <a:xfrm>
            <a:off x="7894350" y="6212475"/>
            <a:ext cx="586800" cy="571500"/>
            <a:chOff x="7894350" y="6212475"/>
            <a:chExt cx="586800" cy="571500"/>
          </a:xfrm>
        </p:grpSpPr>
        <p:sp>
          <p:nvSpPr>
            <p:cNvPr id="542" name="Google Shape;542;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104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104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5" name="Google Shape;545;g2c157a2fb06_0_104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104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47" name="Google Shape;54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8" name="Google Shape;548;g2c157a2fb06_0_104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53" name="Google Shape;553;g2c157a2fb06_0_104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54" name="Google Shape;554;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5"/>
        <p:cNvGrpSpPr/>
        <p:nvPr/>
      </p:nvGrpSpPr>
      <p:grpSpPr>
        <a:xfrm>
          <a:off x="0" y="0"/>
          <a:ext cx="0" cy="0"/>
          <a:chOff x="0" y="0"/>
          <a:chExt cx="0" cy="0"/>
        </a:xfrm>
      </p:grpSpPr>
      <p:sp>
        <p:nvSpPr>
          <p:cNvPr id="556" name="Google Shape;55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7" name="Google Shape;55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Countdown</a:t>
            </a:r>
            <a:endParaRPr sz="3000" b="0" i="0" u="none" strike="noStrike" cap="none">
              <a:solidFill>
                <a:srgbClr val="E82625"/>
              </a:solidFill>
              <a:latin typeface="Poppins Medium"/>
              <a:ea typeface="Poppins Medium"/>
              <a:cs typeface="Poppins Medium"/>
              <a:sym typeface="Poppins Medium"/>
            </a:endParaRPr>
          </a:p>
        </p:txBody>
      </p:sp>
      <p:sp>
        <p:nvSpPr>
          <p:cNvPr id="558" name="Google Shape;558;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1" name="Google Shape;561;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2" name="Google Shape;562;g2c157a2fb06_0_1110"/>
          <p:cNvGrpSpPr/>
          <p:nvPr/>
        </p:nvGrpSpPr>
        <p:grpSpPr>
          <a:xfrm>
            <a:off x="5806200" y="1807463"/>
            <a:ext cx="756300" cy="146700"/>
            <a:chOff x="5806200" y="1807463"/>
            <a:chExt cx="756300" cy="146700"/>
          </a:xfrm>
        </p:grpSpPr>
        <p:sp>
          <p:nvSpPr>
            <p:cNvPr id="563" name="Google Shape;563;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6" name="Google Shape;56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7" name="Google Shape;56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8" name="Google Shape;568;g2c157a2fb06_0_1110"/>
          <p:cNvGrpSpPr/>
          <p:nvPr/>
        </p:nvGrpSpPr>
        <p:grpSpPr>
          <a:xfrm>
            <a:off x="5806200" y="2842438"/>
            <a:ext cx="756300" cy="146700"/>
            <a:chOff x="5806200" y="1807463"/>
            <a:chExt cx="756300" cy="146700"/>
          </a:xfrm>
        </p:grpSpPr>
        <p:sp>
          <p:nvSpPr>
            <p:cNvPr id="569" name="Google Shape;569;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2" name="Google Shape;572;g2c157a2fb06_0_1110"/>
          <p:cNvGrpSpPr/>
          <p:nvPr/>
        </p:nvGrpSpPr>
        <p:grpSpPr>
          <a:xfrm>
            <a:off x="5806200" y="3877413"/>
            <a:ext cx="756300" cy="146700"/>
            <a:chOff x="5806200" y="1807463"/>
            <a:chExt cx="756300" cy="146700"/>
          </a:xfrm>
        </p:grpSpPr>
        <p:sp>
          <p:nvSpPr>
            <p:cNvPr id="573" name="Google Shape;573;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6" name="Google Shape;576;g2c157a2fb06_0_1110"/>
          <p:cNvGrpSpPr/>
          <p:nvPr/>
        </p:nvGrpSpPr>
        <p:grpSpPr>
          <a:xfrm>
            <a:off x="662575" y="6212475"/>
            <a:ext cx="586800" cy="571500"/>
            <a:chOff x="662575" y="6212475"/>
            <a:chExt cx="586800" cy="571500"/>
          </a:xfrm>
        </p:grpSpPr>
        <p:sp>
          <p:nvSpPr>
            <p:cNvPr id="577" name="Google Shape;57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11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110"/>
          <p:cNvGrpSpPr/>
          <p:nvPr/>
        </p:nvGrpSpPr>
        <p:grpSpPr>
          <a:xfrm>
            <a:off x="7894350" y="6212475"/>
            <a:ext cx="586800" cy="571500"/>
            <a:chOff x="7894350" y="6212475"/>
            <a:chExt cx="586800" cy="571500"/>
          </a:xfrm>
        </p:grpSpPr>
        <p:sp>
          <p:nvSpPr>
            <p:cNvPr id="581" name="Google Shape;58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11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11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84" name="Google Shape;584;g2c157a2fb06_0_111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5" name="Google Shape;585;g2c157a2fb06_0_111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86" name="Google Shape;586;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7" name="Google Shape;587;g2c157a2fb06_0_111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0" name="Google Shape;590;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91" name="Google Shape;591;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92" name="Google Shape;592;g2c157a2fb06_0_111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93" name="Google Shape;593;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4"/>
        <p:cNvGrpSpPr/>
        <p:nvPr/>
      </p:nvGrpSpPr>
      <p:grpSpPr>
        <a:xfrm>
          <a:off x="0" y="0"/>
          <a:ext cx="0" cy="0"/>
          <a:chOff x="0" y="0"/>
          <a:chExt cx="0" cy="0"/>
        </a:xfrm>
      </p:grpSpPr>
      <p:sp>
        <p:nvSpPr>
          <p:cNvPr id="595" name="Google Shape;59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8" name="Google Shape;59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9" name="Google Shape;59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1" name="Google Shape;60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7" name="Google Shape;60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8" name="Google Shape;608;p30"/>
          <p:cNvGrpSpPr/>
          <p:nvPr/>
        </p:nvGrpSpPr>
        <p:grpSpPr>
          <a:xfrm>
            <a:off x="6022940" y="5341706"/>
            <a:ext cx="594501" cy="305904"/>
            <a:chOff x="5672081" y="1914352"/>
            <a:chExt cx="792668" cy="305904"/>
          </a:xfrm>
        </p:grpSpPr>
        <p:sp>
          <p:nvSpPr>
            <p:cNvPr id="609" name="Google Shape;60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0" name="Google Shape;61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1" name="Google Shape;61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2" name="Google Shape;61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9" name="Google Shape;61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20" name="Google Shape;62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1" name="Google Shape;62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4" name="Google Shape;63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7" name="Google Shape;63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8" name="Google Shape;63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9" name="Google Shape;63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40"/>
        <p:cNvGrpSpPr/>
        <p:nvPr/>
      </p:nvGrpSpPr>
      <p:grpSpPr>
        <a:xfrm>
          <a:off x="0" y="0"/>
          <a:ext cx="0" cy="0"/>
          <a:chOff x="0" y="0"/>
          <a:chExt cx="0" cy="0"/>
        </a:xfrm>
      </p:grpSpPr>
      <p:sp>
        <p:nvSpPr>
          <p:cNvPr id="641" name="Google Shape;64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2" name="Google Shape;64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3" name="Google Shape;64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4"/>
        <p:cNvGrpSpPr/>
        <p:nvPr/>
      </p:nvGrpSpPr>
      <p:grpSpPr>
        <a:xfrm>
          <a:off x="0" y="0"/>
          <a:ext cx="0" cy="0"/>
          <a:chOff x="0" y="0"/>
          <a:chExt cx="0" cy="0"/>
        </a:xfrm>
      </p:grpSpPr>
      <p:sp>
        <p:nvSpPr>
          <p:cNvPr id="645" name="Google Shape;64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6" name="Google Shape;64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7" name="Google Shape;64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s>
</file>

<file path=ppt/slides/_rels/slide5.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72.png"/><Relationship Id="rId26" Type="http://schemas.openxmlformats.org/officeDocument/2006/relationships/image" Target="../media/image80.png"/><Relationship Id="rId39" Type="http://schemas.openxmlformats.org/officeDocument/2006/relationships/image" Target="../media/image93.png"/><Relationship Id="rId21" Type="http://schemas.openxmlformats.org/officeDocument/2006/relationships/image" Target="../media/image75.png"/><Relationship Id="rId34" Type="http://schemas.openxmlformats.org/officeDocument/2006/relationships/image" Target="../media/image88.png"/><Relationship Id="rId42" Type="http://schemas.openxmlformats.org/officeDocument/2006/relationships/image" Target="../media/image96.png"/><Relationship Id="rId7" Type="http://schemas.openxmlformats.org/officeDocument/2006/relationships/image" Target="../media/image61.png"/><Relationship Id="rId2" Type="http://schemas.openxmlformats.org/officeDocument/2006/relationships/notesSlide" Target="../notesSlides/notesSlide5.xml"/><Relationship Id="rId16" Type="http://schemas.openxmlformats.org/officeDocument/2006/relationships/image" Target="../media/image70.png"/><Relationship Id="rId20" Type="http://schemas.openxmlformats.org/officeDocument/2006/relationships/image" Target="../media/image74.png"/><Relationship Id="rId29" Type="http://schemas.openxmlformats.org/officeDocument/2006/relationships/image" Target="../media/image83.png"/><Relationship Id="rId41" Type="http://schemas.openxmlformats.org/officeDocument/2006/relationships/image" Target="../media/image95.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png"/><Relationship Id="rId32" Type="http://schemas.openxmlformats.org/officeDocument/2006/relationships/image" Target="../media/image86.png"/><Relationship Id="rId37" Type="http://schemas.openxmlformats.org/officeDocument/2006/relationships/image" Target="../media/image91.png"/><Relationship Id="rId40" Type="http://schemas.openxmlformats.org/officeDocument/2006/relationships/image" Target="../media/image94.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png"/><Relationship Id="rId36" Type="http://schemas.openxmlformats.org/officeDocument/2006/relationships/image" Target="../media/image90.png"/><Relationship Id="rId10" Type="http://schemas.openxmlformats.org/officeDocument/2006/relationships/image" Target="../media/image64.png"/><Relationship Id="rId19" Type="http://schemas.openxmlformats.org/officeDocument/2006/relationships/image" Target="../media/image73.png"/><Relationship Id="rId31" Type="http://schemas.openxmlformats.org/officeDocument/2006/relationships/image" Target="../media/image85.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png"/><Relationship Id="rId27" Type="http://schemas.openxmlformats.org/officeDocument/2006/relationships/image" Target="../media/image81.png"/><Relationship Id="rId30" Type="http://schemas.openxmlformats.org/officeDocument/2006/relationships/image" Target="../media/image84.png"/><Relationship Id="rId35" Type="http://schemas.openxmlformats.org/officeDocument/2006/relationships/image" Target="../media/image89.png"/><Relationship Id="rId43" Type="http://schemas.openxmlformats.org/officeDocument/2006/relationships/image" Target="../media/image97.png"/><Relationship Id="rId8" Type="http://schemas.openxmlformats.org/officeDocument/2006/relationships/image" Target="../media/image62.png"/><Relationship Id="rId3" Type="http://schemas.openxmlformats.org/officeDocument/2006/relationships/image" Target="../media/image57.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33" Type="http://schemas.openxmlformats.org/officeDocument/2006/relationships/image" Target="../media/image87.png"/><Relationship Id="rId38" Type="http://schemas.openxmlformats.org/officeDocument/2006/relationships/image" Target="../media/image92.png"/></Relationships>
</file>

<file path=ppt/slides/_rels/slide6.xml.rels><?xml version="1.0" encoding="UTF-8" standalone="yes"?>
<Relationships xmlns="http://schemas.openxmlformats.org/package/2006/relationships"><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png"/><Relationship Id="rId21" Type="http://schemas.openxmlformats.org/officeDocument/2006/relationships/image" Target="../media/image116.pn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png"/><Relationship Id="rId7" Type="http://schemas.openxmlformats.org/officeDocument/2006/relationships/image" Target="../media/image102.png"/><Relationship Id="rId2" Type="http://schemas.openxmlformats.org/officeDocument/2006/relationships/notesSlide" Target="../notesSlides/notesSlide6.xml"/><Relationship Id="rId16" Type="http://schemas.openxmlformats.org/officeDocument/2006/relationships/image" Target="../media/image111.png"/><Relationship Id="rId29"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png"/><Relationship Id="rId40" Type="http://schemas.openxmlformats.org/officeDocument/2006/relationships/image" Target="../media/image135.png"/><Relationship Id="rId45" Type="http://schemas.openxmlformats.org/officeDocument/2006/relationships/image" Target="../media/image140.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131.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6.pn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130.png"/><Relationship Id="rId43" Type="http://schemas.openxmlformats.org/officeDocument/2006/relationships/image" Target="../media/image138.png"/><Relationship Id="rId8" Type="http://schemas.openxmlformats.org/officeDocument/2006/relationships/image" Target="../media/image103.png"/><Relationship Id="rId3" Type="http://schemas.openxmlformats.org/officeDocument/2006/relationships/image" Target="../media/image98.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38" Type="http://schemas.openxmlformats.org/officeDocument/2006/relationships/image" Target="../media/image133.png"/><Relationship Id="rId46" Type="http://schemas.openxmlformats.org/officeDocument/2006/relationships/image" Target="../media/image141.png"/><Relationship Id="rId20" Type="http://schemas.openxmlformats.org/officeDocument/2006/relationships/image" Target="../media/image115.png"/><Relationship Id="rId41" Type="http://schemas.openxmlformats.org/officeDocument/2006/relationships/image" Target="../media/image136.png"/></Relationships>
</file>

<file path=ppt/slides/_rels/slide7.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17" Type="http://schemas.openxmlformats.org/officeDocument/2006/relationships/image" Target="../media/image157.png"/><Relationship Id="rId2" Type="http://schemas.openxmlformats.org/officeDocument/2006/relationships/notesSlide" Target="../notesSlides/notesSlide7.xml"/><Relationship Id="rId16" Type="http://schemas.openxmlformats.org/officeDocument/2006/relationships/image" Target="../media/image156.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Plural Exceptions</a:t>
            </a:r>
            <a:endParaRPr sz="3000"/>
          </a:p>
        </p:txBody>
      </p:sp>
      <p:sp>
        <p:nvSpPr>
          <p:cNvPr id="653" name="Google Shape;653;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aphicFrame>
        <p:nvGraphicFramePr>
          <p:cNvPr id="654" name="Google Shape;654;p1"/>
          <p:cNvGraphicFramePr/>
          <p:nvPr/>
        </p:nvGraphicFramePr>
        <p:xfrm>
          <a:off x="4844200" y="1891197"/>
          <a:ext cx="3785000" cy="1678950"/>
        </p:xfrm>
        <a:graphic>
          <a:graphicData uri="http://schemas.openxmlformats.org/drawingml/2006/table">
            <a:tbl>
              <a:tblPr firstRow="1" bandRow="1">
                <a:noFill/>
                <a:tableStyleId>{8BE9EB44-C7D4-4C46-A402-EF4C36681259}</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FFFFFF"/>
                          </a:solidFill>
                          <a:latin typeface="Jost"/>
                          <a:ea typeface="Jost"/>
                          <a:cs typeface="Jost"/>
                          <a:sym typeface="Jost"/>
                        </a:rPr>
                        <a:t>-s and -es</a:t>
                      </a:r>
                      <a:endParaRPr sz="2000" u="none" strike="noStrike" cap="none">
                        <a:solidFill>
                          <a:srgbClr val="FFFFF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-ing</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-ed</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-er</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-est</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un-</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655" name="Google Shape;655;p1"/>
          <p:cNvSpPr txBox="1"/>
          <p:nvPr/>
        </p:nvSpPr>
        <p:spPr>
          <a:xfrm>
            <a:off x="884092" y="32969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3</a:t>
            </a:r>
            <a:endParaRPr sz="2200" b="0" i="1" u="none" strike="noStrike" cap="none">
              <a:solidFill>
                <a:srgbClr val="262626"/>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15000"/>
              </a:lnSpc>
              <a:spcBef>
                <a:spcPts val="1000"/>
              </a:spcBef>
              <a:spcAft>
                <a:spcPts val="0"/>
              </a:spcAft>
              <a:buSzPts val="1600"/>
              <a:buChar char="•"/>
            </a:pPr>
            <a:r>
              <a:rPr lang="en-US"/>
              <a:t>Learn and practise plural exceptions (e.g. children).</a:t>
            </a:r>
            <a:endParaRPr/>
          </a:p>
        </p:txBody>
      </p:sp>
      <p:sp>
        <p:nvSpPr>
          <p:cNvPr id="662" name="Google Shape;662;g2bee4f4af4b_0_204"/>
          <p:cNvSpPr txBox="1">
            <a:spLocks noGrp="1"/>
          </p:cNvSpPr>
          <p:nvPr>
            <p:ph type="body" idx="2"/>
          </p:nvPr>
        </p:nvSpPr>
        <p:spPr>
          <a:xfrm>
            <a:off x="3649025" y="2240850"/>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sp>
        <p:nvSpPr>
          <p:cNvPr id="668" name="Google Shape;668;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69" name="Google Shape;669;g26b641b03cd_0_165"/>
          <p:cNvGrpSpPr/>
          <p:nvPr/>
        </p:nvGrpSpPr>
        <p:grpSpPr>
          <a:xfrm>
            <a:off x="930400" y="2053244"/>
            <a:ext cx="7283200" cy="3724851"/>
            <a:chOff x="930400" y="2129444"/>
            <a:chExt cx="7283200" cy="3724851"/>
          </a:xfrm>
        </p:grpSpPr>
        <p:pic>
          <p:nvPicPr>
            <p:cNvPr id="670" name="Google Shape;670;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71" name="Google Shape;671;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2" name="Google Shape;672;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3" name="Google Shape;673;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74" name="Google Shape;674;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5" name="Google Shape;675;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76" name="Google Shape;676;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77" name="Google Shape;677;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8" name="Google Shape;678;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79" name="Google Shape;679;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0" name="Google Shape;680;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1" name="Google Shape;681;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699" name="Google Shape;699;g26b7edf6e71_0_26"/>
          <p:cNvGrpSpPr/>
          <p:nvPr/>
        </p:nvGrpSpPr>
        <p:grpSpPr>
          <a:xfrm>
            <a:off x="930400" y="2053250"/>
            <a:ext cx="7283201" cy="2971674"/>
            <a:chOff x="930400" y="2129450"/>
            <a:chExt cx="7283201" cy="2971674"/>
          </a:xfrm>
        </p:grpSpPr>
        <p:pic>
          <p:nvPicPr>
            <p:cNvPr id="700" name="Google Shape;700;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01" name="Google Shape;701;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2" name="Google Shape;702;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03" name="Google Shape;703;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4" name="Google Shape;704;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5" name="Google Shape;705;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6" name="Google Shape;706;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7" name="Google Shape;707;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8" name="Google Shape;708;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9" name="Google Shape;709;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10" name="Google Shape;710;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11" name="Google Shape;711;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2" name="Google Shape;712;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3" name="Google Shape;713;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8" name="Google Shape;718;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19" name="Google Shape;719;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20" name="Google Shape;720;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21" name="Google Shape;721;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22" name="Google Shape;722;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23" name="Google Shape;723;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4" name="Google Shape;724;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25" name="Google Shape;725;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26" name="Google Shape;726;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27" name="Google Shape;727;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28" name="Google Shape;728;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sp>
        <p:nvSpPr>
          <p:cNvPr id="734" name="Google Shape;734;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5" name="Google Shape;735;g2c298da1f27_0_417"/>
          <p:cNvGrpSpPr/>
          <p:nvPr/>
        </p:nvGrpSpPr>
        <p:grpSpPr>
          <a:xfrm>
            <a:off x="930400" y="2053250"/>
            <a:ext cx="7283201" cy="2971674"/>
            <a:chOff x="930400" y="2053250"/>
            <a:chExt cx="7283201" cy="2971674"/>
          </a:xfrm>
        </p:grpSpPr>
        <p:pic>
          <p:nvPicPr>
            <p:cNvPr id="736" name="Google Shape;736;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37" name="Google Shape;737;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38" name="Google Shape;738;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39" name="Google Shape;739;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40" name="Google Shape;740;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41" name="Google Shape;741;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2" name="Google Shape;742;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43" name="Google Shape;743;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44" name="Google Shape;744;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5" name="Google Shape;745;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6" name="Google Shape;746;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47" name="Google Shape;747;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8" name="Google Shape;748;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49" name="Google Shape;749;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0" name="Google Shape;750;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1" name="Google Shape;751;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2" name="Google Shape;752;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0" name="Google Shape;760;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61" name="Google Shape;761;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3" name="Google Shape;763;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64" name="Google Shape;764;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65" name="Google Shape;765;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68" name="Google Shape;768;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69" name="Google Shape;769;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3" name="Google Shape;783;g2cdbdd49f8e_0_0"/>
          <p:cNvGrpSpPr/>
          <p:nvPr/>
        </p:nvGrpSpPr>
        <p:grpSpPr>
          <a:xfrm>
            <a:off x="855905" y="2053250"/>
            <a:ext cx="7272577" cy="3316697"/>
            <a:chOff x="855905" y="2053250"/>
            <a:chExt cx="7272577" cy="3316697"/>
          </a:xfrm>
        </p:grpSpPr>
        <p:pic>
          <p:nvPicPr>
            <p:cNvPr id="784" name="Google Shape;784;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785" name="Google Shape;785;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786" name="Google Shape;786;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787" name="Google Shape;787;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788" name="Google Shape;788;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789" name="Google Shape;789;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790" name="Google Shape;790;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791" name="Google Shape;791;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792" name="Google Shape;792;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793" name="Google Shape;793;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794" name="Google Shape;794;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795" name="Google Shape;795;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796" name="Google Shape;796;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797" name="Google Shape;797;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798" name="Google Shape;798;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799" name="Google Shape;799;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800" name="Google Shape;800;g2cdbdd49f8e_0_0"/>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02" name="Google Shape;802;g2cdbdd49f8e_0_0"/>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16" name="Google Shape;816;g2cdbdd49f8e_0_0"/>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17" name="Google Shape;817;g2cdbdd49f8e_0_0"/>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18" name="Google Shape;818;g2cdbdd49f8e_0_0"/>
            <p:cNvPicPr preferRelativeResize="0"/>
            <p:nvPr/>
          </p:nvPicPr>
          <p:blipFill rotWithShape="1">
            <a:blip r:embed="rId37">
              <a:alphaModFix/>
            </a:blip>
            <a:srcRect l="89" r="79"/>
            <a:stretch/>
          </p:blipFill>
          <p:spPr>
            <a:xfrm>
              <a:off x="6971985" y="3750026"/>
              <a:ext cx="544981" cy="771496"/>
            </a:xfrm>
            <a:prstGeom prst="rect">
              <a:avLst/>
            </a:prstGeom>
            <a:noFill/>
            <a:ln>
              <a:noFill/>
            </a:ln>
            <a:effectLst>
              <a:outerShdw blurRad="71438" dist="28575" dir="5400000" algn="bl" rotWithShape="0">
                <a:srgbClr val="000000">
                  <a:alpha val="14900"/>
                </a:srgbClr>
              </a:outerShdw>
            </a:effectLst>
          </p:spPr>
        </p:pic>
        <p:pic>
          <p:nvPicPr>
            <p:cNvPr id="819" name="Google Shape;819;g2cdbdd49f8e_0_0"/>
            <p:cNvPicPr preferRelativeResize="0"/>
            <p:nvPr/>
          </p:nvPicPr>
          <p:blipFill rotWithShape="1">
            <a:blip r:embed="rId38">
              <a:alphaModFix/>
            </a:blip>
            <a:srcRect l="29" r="29"/>
            <a:stretch/>
          </p:blipFill>
          <p:spPr>
            <a:xfrm>
              <a:off x="7583489" y="3750026"/>
              <a:ext cx="544981" cy="771496"/>
            </a:xfrm>
            <a:prstGeom prst="rect">
              <a:avLst/>
            </a:prstGeom>
            <a:noFill/>
            <a:ln>
              <a:noFill/>
            </a:ln>
            <a:effectLst>
              <a:outerShdw blurRad="71438" dist="28575" dir="5400000" algn="bl" rotWithShape="0">
                <a:srgbClr val="000000">
                  <a:alpha val="14900"/>
                </a:srgbClr>
              </a:outerShdw>
            </a:effectLst>
          </p:spPr>
        </p:pic>
        <p:pic>
          <p:nvPicPr>
            <p:cNvPr id="820" name="Google Shape;820;g2cdbdd49f8e_0_0"/>
            <p:cNvPicPr preferRelativeResize="0"/>
            <p:nvPr/>
          </p:nvPicPr>
          <p:blipFill rotWithShape="1">
            <a:blip r:embed="rId39">
              <a:alphaModFix/>
            </a:blip>
            <a:srcRect l="89" r="79"/>
            <a:stretch/>
          </p:blipFill>
          <p:spPr>
            <a:xfrm>
              <a:off x="856030" y="4598451"/>
              <a:ext cx="544981" cy="771496"/>
            </a:xfrm>
            <a:prstGeom prst="rect">
              <a:avLst/>
            </a:prstGeom>
            <a:noFill/>
            <a:ln>
              <a:noFill/>
            </a:ln>
            <a:effectLst>
              <a:outerShdw blurRad="71438" dist="28575" dir="5400000" algn="bl" rotWithShape="0">
                <a:srgbClr val="000000">
                  <a:alpha val="14900"/>
                </a:srgbClr>
              </a:outerShdw>
            </a:effectLst>
          </p:spPr>
        </p:pic>
        <p:pic>
          <p:nvPicPr>
            <p:cNvPr id="821" name="Google Shape;821;g2cdbdd49f8e_0_0"/>
            <p:cNvPicPr preferRelativeResize="0"/>
            <p:nvPr/>
          </p:nvPicPr>
          <p:blipFill rotWithShape="1">
            <a:blip r:embed="rId40">
              <a:alphaModFix/>
            </a:blip>
            <a:srcRect l="29" r="29"/>
            <a:stretch/>
          </p:blipFill>
          <p:spPr>
            <a:xfrm>
              <a:off x="1467533" y="4598451"/>
              <a:ext cx="544981" cy="771496"/>
            </a:xfrm>
            <a:prstGeom prst="rect">
              <a:avLst/>
            </a:prstGeom>
            <a:noFill/>
            <a:ln>
              <a:noFill/>
            </a:ln>
            <a:effectLst>
              <a:outerShdw blurRad="71438" dist="28575" dir="5400000" algn="bl" rotWithShape="0">
                <a:srgbClr val="000000">
                  <a:alpha val="14900"/>
                </a:srgbClr>
              </a:outerShdw>
            </a:effectLst>
          </p:spPr>
        </p:pic>
        <p:pic>
          <p:nvPicPr>
            <p:cNvPr id="822" name="Google Shape;822;g2cdbdd49f8e_0_0"/>
            <p:cNvPicPr preferRelativeResize="0"/>
            <p:nvPr/>
          </p:nvPicPr>
          <p:blipFill rotWithShape="1">
            <a:blip r:embed="rId41">
              <a:alphaModFix/>
            </a:blip>
            <a:srcRect l="89" r="79"/>
            <a:stretch/>
          </p:blipFill>
          <p:spPr>
            <a:xfrm>
              <a:off x="2079037" y="4598451"/>
              <a:ext cx="544981" cy="771496"/>
            </a:xfrm>
            <a:prstGeom prst="rect">
              <a:avLst/>
            </a:prstGeom>
            <a:noFill/>
            <a:ln>
              <a:noFill/>
            </a:ln>
            <a:effectLst>
              <a:outerShdw blurRad="71438" dist="28575" dir="5400000" algn="bl" rotWithShape="0">
                <a:srgbClr val="000000">
                  <a:alpha val="14900"/>
                </a:srgbClr>
              </a:outerShdw>
            </a:effectLst>
          </p:spPr>
        </p:pic>
        <p:pic>
          <p:nvPicPr>
            <p:cNvPr id="823" name="Google Shape;823;g2cdbdd49f8e_0_0"/>
            <p:cNvPicPr preferRelativeResize="0"/>
            <p:nvPr/>
          </p:nvPicPr>
          <p:blipFill rotWithShape="1">
            <a:blip r:embed="rId42">
              <a:alphaModFix/>
            </a:blip>
            <a:srcRect l="79" r="79"/>
            <a:stretch/>
          </p:blipFill>
          <p:spPr>
            <a:xfrm>
              <a:off x="2690529" y="4598412"/>
              <a:ext cx="545045" cy="771487"/>
            </a:xfrm>
            <a:prstGeom prst="rect">
              <a:avLst/>
            </a:prstGeom>
            <a:noFill/>
            <a:ln>
              <a:noFill/>
            </a:ln>
            <a:effectLst>
              <a:outerShdw blurRad="71438" dist="28575" dir="5400000" algn="bl" rotWithShape="0">
                <a:srgbClr val="000000">
                  <a:alpha val="14900"/>
                </a:srgbClr>
              </a:outerShdw>
            </a:effectLst>
          </p:spPr>
        </p:pic>
        <p:pic>
          <p:nvPicPr>
            <p:cNvPr id="824" name="Google Shape;824;g2cdbdd49f8e_0_0"/>
            <p:cNvPicPr preferRelativeResize="0"/>
            <p:nvPr/>
          </p:nvPicPr>
          <p:blipFill rotWithShape="1">
            <a:blip r:embed="rId43">
              <a:alphaModFix/>
            </a:blip>
            <a:srcRect l="79" r="79"/>
            <a:stretch/>
          </p:blipFill>
          <p:spPr>
            <a:xfrm>
              <a:off x="3302141" y="4598412"/>
              <a:ext cx="545045" cy="771487"/>
            </a:xfrm>
            <a:prstGeom prst="rect">
              <a:avLst/>
            </a:prstGeom>
            <a:noFill/>
            <a:ln>
              <a:noFill/>
            </a:ln>
            <a:effectLst>
              <a:outerShdw blurRad="71438" dist="28575" dir="5400000" algn="bl" rotWithShape="0">
                <a:srgbClr val="000000">
                  <a:alpha val="14900"/>
                </a:srgbClr>
              </a:outerShdw>
            </a:effectLst>
          </p:spPr>
        </p:pic>
        <p:pic>
          <p:nvPicPr>
            <p:cNvPr id="825" name="Google Shape;825;g2cdbdd49f8e_0_0"/>
            <p:cNvPicPr preferRelativeResize="0"/>
            <p:nvPr/>
          </p:nvPicPr>
          <p:blipFill rotWithShape="1">
            <a:blip r:embed="rId44">
              <a:alphaModFix/>
            </a:blip>
            <a:srcRect l="19" r="29"/>
            <a:stretch/>
          </p:blipFill>
          <p:spPr>
            <a:xfrm>
              <a:off x="3913752" y="4598412"/>
              <a:ext cx="545045" cy="771487"/>
            </a:xfrm>
            <a:prstGeom prst="rect">
              <a:avLst/>
            </a:prstGeom>
            <a:noFill/>
            <a:ln>
              <a:noFill/>
            </a:ln>
            <a:effectLst>
              <a:outerShdw blurRad="71438" dist="28575" dir="5400000" algn="bl" rotWithShape="0">
                <a:srgbClr val="000000">
                  <a:alpha val="14900"/>
                </a:srgbClr>
              </a:outerShdw>
            </a:effectLst>
          </p:spPr>
        </p:pic>
        <p:pic>
          <p:nvPicPr>
            <p:cNvPr id="826" name="Google Shape;826;g2cdbdd49f8e_0_0"/>
            <p:cNvPicPr preferRelativeResize="0"/>
            <p:nvPr/>
          </p:nvPicPr>
          <p:blipFill rotWithShape="1">
            <a:blip r:embed="rId45">
              <a:alphaModFix/>
            </a:blip>
            <a:srcRect l="79" r="79"/>
            <a:stretch/>
          </p:blipFill>
          <p:spPr>
            <a:xfrm>
              <a:off x="4525363" y="4598412"/>
              <a:ext cx="545045" cy="771487"/>
            </a:xfrm>
            <a:prstGeom prst="rect">
              <a:avLst/>
            </a:prstGeom>
            <a:noFill/>
            <a:ln>
              <a:noFill/>
            </a:ln>
            <a:effectLst>
              <a:outerShdw blurRad="71438" dist="28575" dir="5400000" algn="bl" rotWithShape="0">
                <a:srgbClr val="000000">
                  <a:alpha val="14900"/>
                </a:srgbClr>
              </a:outerShdw>
            </a:effectLst>
          </p:spPr>
        </p:pic>
        <p:pic>
          <p:nvPicPr>
            <p:cNvPr id="827" name="Google Shape;827;g2cdbdd49f8e_0_0"/>
            <p:cNvPicPr preferRelativeResize="0"/>
            <p:nvPr/>
          </p:nvPicPr>
          <p:blipFill rotWithShape="1">
            <a:blip r:embed="rId46">
              <a:alphaModFix/>
            </a:blip>
            <a:srcRect l="79" r="79"/>
            <a:stretch/>
          </p:blipFill>
          <p:spPr>
            <a:xfrm>
              <a:off x="5136975" y="4598412"/>
              <a:ext cx="545045" cy="771487"/>
            </a:xfrm>
            <a:prstGeom prst="rect">
              <a:avLst/>
            </a:prstGeom>
            <a:noFill/>
            <a:ln>
              <a:noFill/>
            </a:ln>
            <a:effectLst>
              <a:outerShdw blurRad="71438" dist="28575" dir="5400000" algn="bl" rotWithShape="0">
                <a:srgbClr val="000000">
                  <a:alpha val="14900"/>
                </a:srgbClr>
              </a:outerShdw>
            </a:effectLst>
          </p:spPr>
        </p:pic>
        <p:pic>
          <p:nvPicPr>
            <p:cNvPr id="828" name="Google Shape;828;g2cdbdd49f8e_0_0"/>
            <p:cNvPicPr preferRelativeResize="0"/>
            <p:nvPr/>
          </p:nvPicPr>
          <p:blipFill rotWithShape="1">
            <a:blip r:embed="rId47">
              <a:alphaModFix/>
            </a:blip>
            <a:srcRect l="19" r="29"/>
            <a:stretch/>
          </p:blipFill>
          <p:spPr>
            <a:xfrm>
              <a:off x="5748586" y="4598412"/>
              <a:ext cx="545045" cy="771487"/>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835" name="Google Shape;835;g2c298da1f27_1_0"/>
          <p:cNvGrpSpPr/>
          <p:nvPr/>
        </p:nvGrpSpPr>
        <p:grpSpPr>
          <a:xfrm>
            <a:off x="868300" y="2129450"/>
            <a:ext cx="7281864" cy="2688001"/>
            <a:chOff x="868300" y="2129450"/>
            <a:chExt cx="7281864" cy="2688001"/>
          </a:xfrm>
        </p:grpSpPr>
        <p:pic>
          <p:nvPicPr>
            <p:cNvPr id="836" name="Google Shape;836;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37" name="Google Shape;837;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38" name="Google Shape;838;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39" name="Google Shape;839;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40" name="Google Shape;840;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41" name="Google Shape;841;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42" name="Google Shape;842;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43" name="Google Shape;843;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44" name="Google Shape;844;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45" name="Google Shape;845;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46" name="Google Shape;846;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47" name="Google Shape;847;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48" name="Google Shape;848;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49" name="Google Shape;849;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850" name="Google Shape;850;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g2ce66866dac_0_115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Teach Suffix Rule</a:t>
            </a:r>
            <a:endParaRPr/>
          </a:p>
        </p:txBody>
      </p:sp>
      <p:sp>
        <p:nvSpPr>
          <p:cNvPr id="857" name="Google Shape;857;g2ce66866dac_0_1153"/>
          <p:cNvSpPr txBox="1"/>
          <p:nvPr/>
        </p:nvSpPr>
        <p:spPr>
          <a:xfrm>
            <a:off x="1220050" y="1398975"/>
            <a:ext cx="6704100" cy="35421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chemeClr val="dk1"/>
              </a:buClr>
              <a:buSzPts val="1100"/>
              <a:buFont typeface="Arial"/>
              <a:buNone/>
            </a:pPr>
            <a:r>
              <a:rPr lang="en-US" sz="2800" b="0" i="0" u="none" strike="noStrike" cap="none">
                <a:solidFill>
                  <a:schemeClr val="dk1"/>
                </a:solidFill>
                <a:latin typeface="Poppins"/>
                <a:ea typeface="Poppins"/>
                <a:cs typeface="Poppins"/>
                <a:sym typeface="Poppins"/>
              </a:rPr>
              <a:t>Some nouns change spelling altogether when they are in plural form, and do not require a suffix. These are known as irregular plurals.</a:t>
            </a:r>
            <a:endParaRPr sz="2800" b="0" i="0" u="none" strike="noStrike" cap="none">
              <a:solidFill>
                <a:schemeClr val="dk1"/>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g2ce66866dac_0_1159"/>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4" name="Google Shape;864;g2ce66866dac_0_1159"/>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en-US" sz="2200" b="0" i="0" u="none" strike="noStrike" cap="none">
                <a:solidFill>
                  <a:schemeClr val="dk1"/>
                </a:solidFill>
                <a:latin typeface="Poppins"/>
                <a:ea typeface="Poppins"/>
                <a:cs typeface="Poppins"/>
                <a:sym typeface="Poppins"/>
              </a:rPr>
              <a:t>examples must be memori</a:t>
            </a:r>
            <a:r>
              <a:rPr lang="en-US" sz="2200">
                <a:solidFill>
                  <a:schemeClr val="dk1"/>
                </a:solidFill>
                <a:latin typeface="Poppins"/>
                <a:ea typeface="Poppins"/>
                <a:cs typeface="Poppins"/>
                <a:sym typeface="Poppins"/>
              </a:rPr>
              <a:t>s</a:t>
            </a:r>
            <a:r>
              <a:rPr lang="en-US" sz="2200" b="0" i="0" u="none" strike="noStrike" cap="none">
                <a:solidFill>
                  <a:schemeClr val="dk1"/>
                </a:solidFill>
                <a:latin typeface="Poppins"/>
                <a:ea typeface="Poppins"/>
                <a:cs typeface="Poppins"/>
                <a:sym typeface="Poppins"/>
              </a:rPr>
              <a:t>ed</a:t>
            </a:r>
            <a:endParaRPr sz="2200" b="0" i="0" u="none" strike="noStrike" cap="none">
              <a:solidFill>
                <a:schemeClr val="dk1"/>
              </a:solidFill>
              <a:latin typeface="Poppins"/>
              <a:ea typeface="Poppins"/>
              <a:cs typeface="Poppins"/>
              <a:sym typeface="Poppins"/>
            </a:endParaRPr>
          </a:p>
        </p:txBody>
      </p:sp>
      <p:sp>
        <p:nvSpPr>
          <p:cNvPr id="865" name="Google Shape;865;g2ce66866dac_0_115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66" name="Google Shape;866;g2ce66866dac_0_1159"/>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67" name="Google Shape;867;g2ce66866dac_0_1159"/>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one child</a:t>
            </a:r>
            <a:endParaRPr sz="8000" b="0" i="0" u="none" strike="noStrike" cap="none">
              <a:solidFill>
                <a:srgbClr val="000000"/>
              </a:solidFill>
              <a:latin typeface="Jost"/>
              <a:ea typeface="Jost"/>
              <a:cs typeface="Jost"/>
              <a:sym typeface="Jost"/>
            </a:endParaRPr>
          </a:p>
        </p:txBody>
      </p:sp>
      <p:sp>
        <p:nvSpPr>
          <p:cNvPr id="868" name="Google Shape;868;g2ce66866dac_0_1159"/>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two children</a:t>
            </a:r>
            <a:endParaRPr sz="8000" b="0" i="0" u="none" strike="noStrike" cap="none">
              <a:solidFill>
                <a:srgbClr val="000000"/>
              </a:solidFill>
              <a:latin typeface="Jost"/>
              <a:ea typeface="Jost"/>
              <a:cs typeface="Jost"/>
              <a:sym typeface="Jost"/>
            </a:endParaRPr>
          </a:p>
        </p:txBody>
      </p:sp>
      <p:cxnSp>
        <p:nvCxnSpPr>
          <p:cNvPr id="869" name="Google Shape;869;g2ce66866dac_0_1159"/>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875" name="Google Shape;875;g2debd5ab5f0_0_12"/>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6" name="Google Shape;876;g2debd5ab5f0_0_12"/>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rgbClr val="000000"/>
              </a:buClr>
              <a:buSzPct val="100000"/>
              <a:buFont typeface="Arial"/>
              <a:buNone/>
            </a:pPr>
            <a:r>
              <a:rPr lang="en-US" sz="2200" b="0" i="0" u="none" strike="noStrike" cap="none">
                <a:solidFill>
                  <a:schemeClr val="dk1"/>
                </a:solidFill>
                <a:latin typeface="Poppins"/>
                <a:ea typeface="Poppins"/>
                <a:cs typeface="Poppins"/>
                <a:sym typeface="Poppins"/>
              </a:rPr>
              <a:t>examples must be memor</a:t>
            </a:r>
            <a:r>
              <a:rPr lang="en-US" sz="2200">
                <a:solidFill>
                  <a:schemeClr val="dk1"/>
                </a:solidFill>
                <a:latin typeface="Poppins"/>
                <a:ea typeface="Poppins"/>
                <a:cs typeface="Poppins"/>
                <a:sym typeface="Poppins"/>
              </a:rPr>
              <a:t>ise</a:t>
            </a:r>
            <a:r>
              <a:rPr lang="en-US" sz="2200" b="0" i="0" u="none" strike="noStrike" cap="none">
                <a:solidFill>
                  <a:schemeClr val="dk1"/>
                </a:solidFill>
                <a:latin typeface="Poppins"/>
                <a:ea typeface="Poppins"/>
                <a:cs typeface="Poppins"/>
                <a:sym typeface="Poppins"/>
              </a:rPr>
              <a:t>d</a:t>
            </a:r>
            <a:endParaRPr sz="2200" b="0" i="0" u="none" strike="noStrike" cap="none">
              <a:solidFill>
                <a:schemeClr val="dk1"/>
              </a:solidFill>
              <a:latin typeface="Poppins"/>
              <a:ea typeface="Poppins"/>
              <a:cs typeface="Poppins"/>
              <a:sym typeface="Poppins"/>
            </a:endParaRPr>
          </a:p>
        </p:txBody>
      </p:sp>
      <p:sp>
        <p:nvSpPr>
          <p:cNvPr id="877" name="Google Shape;877;g2debd5ab5f0_0_1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78" name="Google Shape;878;g2debd5ab5f0_0_12"/>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79" name="Google Shape;879;g2debd5ab5f0_0_12"/>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one person</a:t>
            </a:r>
            <a:endParaRPr sz="8000" b="0" i="0" u="none" strike="noStrike" cap="none">
              <a:solidFill>
                <a:srgbClr val="000000"/>
              </a:solidFill>
              <a:latin typeface="Jost"/>
              <a:ea typeface="Jost"/>
              <a:cs typeface="Jost"/>
              <a:sym typeface="Jost"/>
            </a:endParaRPr>
          </a:p>
        </p:txBody>
      </p:sp>
      <p:sp>
        <p:nvSpPr>
          <p:cNvPr id="880" name="Google Shape;880;g2debd5ab5f0_0_12"/>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two people</a:t>
            </a:r>
            <a:endParaRPr sz="8000" b="0" i="0" u="none" strike="noStrike" cap="none">
              <a:solidFill>
                <a:srgbClr val="000000"/>
              </a:solidFill>
              <a:latin typeface="Jost"/>
              <a:ea typeface="Jost"/>
              <a:cs typeface="Jost"/>
              <a:sym typeface="Jost"/>
            </a:endParaRPr>
          </a:p>
        </p:txBody>
      </p:sp>
      <p:cxnSp>
        <p:nvCxnSpPr>
          <p:cNvPr id="881" name="Google Shape;881;g2debd5ab5f0_0_12"/>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88" name="Google Shape;888;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sp>
        <p:nvSpPr>
          <p:cNvPr id="894" name="Google Shape;894;g2debd5ab5f0_0_2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95" name="Google Shape;895;g2debd5ab5f0_0_2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896" name="Google Shape;896;g2debd5ab5f0_0_26"/>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97" name="Google Shape;897;g2debd5ab5f0_0_26"/>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8" name="Google Shape;898;g2debd5ab5f0_0_26"/>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9" name="Google Shape;899;g2debd5ab5f0_0_26"/>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0" name="Google Shape;900;g2debd5ab5f0_0_26"/>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1" name="Google Shape;901;g2debd5ab5f0_0_26"/>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2" name="Google Shape;902;g2debd5ab5f0_0_26"/>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3" name="Google Shape;903;g2debd5ab5f0_0_26"/>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4" name="Google Shape;904;g2debd5ab5f0_0_26"/>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05" name="Google Shape;905;g2debd5ab5f0_0_26"/>
          <p:cNvGrpSpPr/>
          <p:nvPr/>
        </p:nvGrpSpPr>
        <p:grpSpPr>
          <a:xfrm>
            <a:off x="-550" y="6984600"/>
            <a:ext cx="8596479" cy="808600"/>
            <a:chOff x="-550" y="6984600"/>
            <a:chExt cx="8596479" cy="808600"/>
          </a:xfrm>
        </p:grpSpPr>
        <p:sp>
          <p:nvSpPr>
            <p:cNvPr id="906" name="Google Shape;906;g2debd5ab5f0_0_26"/>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07" name="Google Shape;907;g2debd5ab5f0_0_26"/>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08" name="Google Shape;908;g2debd5ab5f0_0_26"/>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09" name="Google Shape;909;g2debd5ab5f0_0_26"/>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10" name="Google Shape;910;g2debd5ab5f0_0_26"/>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11" name="Google Shape;911;g2debd5ab5f0_0_26"/>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12" name="Google Shape;912;g2debd5ab5f0_0_26"/>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13" name="Google Shape;913;g2debd5ab5f0_0_26"/>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14" name="Google Shape;914;g2debd5ab5f0_0_26"/>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15" name="Google Shape;915;g2debd5ab5f0_0_26"/>
          <p:cNvSpPr txBox="1"/>
          <p:nvPr/>
        </p:nvSpPr>
        <p:spPr>
          <a:xfrm>
            <a:off x="222585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1</a:t>
            </a:r>
            <a:endParaRPr sz="12000" b="0" i="0" u="none" strike="noStrike" cap="none">
              <a:solidFill>
                <a:srgbClr val="2356AF"/>
              </a:solidFill>
              <a:latin typeface="Jost"/>
              <a:ea typeface="Jost"/>
              <a:cs typeface="Jost"/>
              <a:sym typeface="Jost"/>
            </a:endParaRPr>
          </a:p>
        </p:txBody>
      </p:sp>
      <p:sp>
        <p:nvSpPr>
          <p:cNvPr id="916" name="Google Shape;916;g2debd5ab5f0_0_26"/>
          <p:cNvSpPr txBox="1"/>
          <p:nvPr/>
        </p:nvSpPr>
        <p:spPr>
          <a:xfrm>
            <a:off x="3436649" y="1308025"/>
            <a:ext cx="18411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FFD403"/>
                </a:solidFill>
                <a:latin typeface="Jost"/>
                <a:ea typeface="Jost"/>
                <a:cs typeface="Jost"/>
                <a:sym typeface="Jost"/>
              </a:rPr>
              <a:t>ch</a:t>
            </a:r>
            <a:endParaRPr sz="12000" b="0" i="0" u="none" strike="noStrike" cap="none">
              <a:solidFill>
                <a:srgbClr val="FFD403"/>
              </a:solidFill>
              <a:latin typeface="Jost"/>
              <a:ea typeface="Jost"/>
              <a:cs typeface="Jost"/>
              <a:sym typeface="Jost"/>
            </a:endParaRPr>
          </a:p>
        </p:txBody>
      </p:sp>
      <p:sp>
        <p:nvSpPr>
          <p:cNvPr id="917" name="Google Shape;917;g2debd5ab5f0_0_26"/>
          <p:cNvSpPr/>
          <p:nvPr/>
        </p:nvSpPr>
        <p:spPr>
          <a:xfrm>
            <a:off x="5125260" y="3906888"/>
            <a:ext cx="390000" cy="390000"/>
          </a:xfrm>
          <a:prstGeom prst="ellipse">
            <a:avLst/>
          </a:prstGeom>
          <a:solidFill>
            <a:srgbClr val="81513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8" name="Google Shape;918;g2debd5ab5f0_0_26"/>
          <p:cNvSpPr txBox="1"/>
          <p:nvPr/>
        </p:nvSpPr>
        <p:spPr>
          <a:xfrm>
            <a:off x="481041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815137"/>
                </a:solidFill>
                <a:latin typeface="Jost"/>
                <a:ea typeface="Jost"/>
                <a:cs typeface="Jost"/>
                <a:sym typeface="Jost"/>
              </a:rPr>
              <a:t>i</a:t>
            </a:r>
            <a:endParaRPr sz="12000" b="0" i="0" u="none" strike="noStrike" cap="none">
              <a:solidFill>
                <a:srgbClr val="815137"/>
              </a:solidFill>
              <a:latin typeface="Jost"/>
              <a:ea typeface="Jost"/>
              <a:cs typeface="Jost"/>
              <a:sym typeface="Jost"/>
            </a:endParaRPr>
          </a:p>
        </p:txBody>
      </p:sp>
      <p:sp>
        <p:nvSpPr>
          <p:cNvPr id="919" name="Google Shape;919;g2debd5ab5f0_0_26"/>
          <p:cNvSpPr/>
          <p:nvPr/>
        </p:nvSpPr>
        <p:spPr>
          <a:xfrm>
            <a:off x="62133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0" name="Google Shape;920;g2debd5ab5f0_0_26"/>
          <p:cNvSpPr txBox="1"/>
          <p:nvPr/>
        </p:nvSpPr>
        <p:spPr>
          <a:xfrm>
            <a:off x="589845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d</a:t>
            </a:r>
            <a:endParaRPr sz="12000" b="0" i="0" u="none" strike="noStrike" cap="none">
              <a:solidFill>
                <a:srgbClr val="2356AF"/>
              </a:solidFill>
              <a:latin typeface="Jost"/>
              <a:ea typeface="Jost"/>
              <a:cs typeface="Jost"/>
              <a:sym typeface="Jost"/>
            </a:endParaRPr>
          </a:p>
        </p:txBody>
      </p:sp>
      <p:sp>
        <p:nvSpPr>
          <p:cNvPr id="921" name="Google Shape;921;g2debd5ab5f0_0_26"/>
          <p:cNvSpPr/>
          <p:nvPr/>
        </p:nvSpPr>
        <p:spPr>
          <a:xfrm>
            <a:off x="555498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2" name="Google Shape;922;g2debd5ab5f0_0_26"/>
          <p:cNvSpPr txBox="1"/>
          <p:nvPr/>
        </p:nvSpPr>
        <p:spPr>
          <a:xfrm>
            <a:off x="5366776" y="1308025"/>
            <a:ext cx="7665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l</a:t>
            </a:r>
            <a:endParaRPr sz="12000" b="0" i="0" u="none" strike="noStrike" cap="none">
              <a:solidFill>
                <a:srgbClr val="2356AF"/>
              </a:solidFill>
              <a:latin typeface="Jost"/>
              <a:ea typeface="Jost"/>
              <a:cs typeface="Jost"/>
              <a:sym typeface="Jost"/>
            </a:endParaRPr>
          </a:p>
        </p:txBody>
      </p:sp>
      <p:sp>
        <p:nvSpPr>
          <p:cNvPr id="923" name="Google Shape;923;g2debd5ab5f0_0_26"/>
          <p:cNvSpPr/>
          <p:nvPr/>
        </p:nvSpPr>
        <p:spPr>
          <a:xfrm>
            <a:off x="3660225" y="4011900"/>
            <a:ext cx="13401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sp>
        <p:nvSpPr>
          <p:cNvPr id="929" name="Google Shape;929;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0" name="Google Shape;930;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31" name="Google Shape;931;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2" name="Google Shape;932;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3" name="Google Shape;933;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4" name="Google Shape;934;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5" name="Google Shape;935;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6" name="Google Shape;936;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7" name="Google Shape;937;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8" name="Google Shape;938;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9" name="Google Shape;939;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40" name="Google Shape;940;g2c4fb7f6616_1_0"/>
          <p:cNvGrpSpPr/>
          <p:nvPr/>
        </p:nvGrpSpPr>
        <p:grpSpPr>
          <a:xfrm>
            <a:off x="-550" y="6984600"/>
            <a:ext cx="8596479" cy="808600"/>
            <a:chOff x="-550" y="6984600"/>
            <a:chExt cx="8596479" cy="808600"/>
          </a:xfrm>
        </p:grpSpPr>
        <p:sp>
          <p:nvSpPr>
            <p:cNvPr id="941" name="Google Shape;941;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2" name="Google Shape;942;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3" name="Google Shape;943;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4" name="Google Shape;944;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5" name="Google Shape;945;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46" name="Google Shape;946;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47" name="Google Shape;947;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48" name="Google Shape;948;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49" name="Google Shape;949;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50" name="Google Shape;950;g2c4fb7f6616_1_0"/>
          <p:cNvSpPr txBox="1"/>
          <p:nvPr/>
        </p:nvSpPr>
        <p:spPr>
          <a:xfrm>
            <a:off x="1136936"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2</a:t>
            </a:r>
            <a:endParaRPr sz="12000" b="0" i="0" u="none" strike="noStrike" cap="none">
              <a:solidFill>
                <a:srgbClr val="2356AF"/>
              </a:solidFill>
              <a:latin typeface="Jost"/>
              <a:ea typeface="Jost"/>
              <a:cs typeface="Jost"/>
              <a:sym typeface="Jost"/>
            </a:endParaRPr>
          </a:p>
        </p:txBody>
      </p:sp>
      <p:sp>
        <p:nvSpPr>
          <p:cNvPr id="951" name="Google Shape;951;g2c4fb7f6616_1_0"/>
          <p:cNvSpPr txBox="1"/>
          <p:nvPr/>
        </p:nvSpPr>
        <p:spPr>
          <a:xfrm>
            <a:off x="2347735" y="1308025"/>
            <a:ext cx="18411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FFD403"/>
                </a:solidFill>
                <a:latin typeface="Jost"/>
                <a:ea typeface="Jost"/>
                <a:cs typeface="Jost"/>
                <a:sym typeface="Jost"/>
              </a:rPr>
              <a:t>ch</a:t>
            </a:r>
            <a:endParaRPr sz="12000" b="0" i="0" u="none" strike="noStrike" cap="none">
              <a:solidFill>
                <a:srgbClr val="FFD403"/>
              </a:solidFill>
              <a:latin typeface="Jost"/>
              <a:ea typeface="Jost"/>
              <a:cs typeface="Jost"/>
              <a:sym typeface="Jost"/>
            </a:endParaRPr>
          </a:p>
        </p:txBody>
      </p:sp>
      <p:sp>
        <p:nvSpPr>
          <p:cNvPr id="952" name="Google Shape;952;g2c4fb7f6616_1_0"/>
          <p:cNvSpPr/>
          <p:nvPr/>
        </p:nvSpPr>
        <p:spPr>
          <a:xfrm>
            <a:off x="4063444"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3" name="Google Shape;953;g2c4fb7f6616_1_0"/>
          <p:cNvSpPr txBox="1"/>
          <p:nvPr/>
        </p:nvSpPr>
        <p:spPr>
          <a:xfrm>
            <a:off x="3748594"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ED1C24"/>
                </a:solidFill>
                <a:latin typeface="Jost"/>
                <a:ea typeface="Jost"/>
                <a:cs typeface="Jost"/>
                <a:sym typeface="Jost"/>
              </a:rPr>
              <a:t>i</a:t>
            </a:r>
            <a:endParaRPr sz="12000" b="0" i="0" u="none" strike="noStrike" cap="none">
              <a:solidFill>
                <a:srgbClr val="ED1C24"/>
              </a:solidFill>
              <a:latin typeface="Jost"/>
              <a:ea typeface="Jost"/>
              <a:cs typeface="Jost"/>
              <a:sym typeface="Jost"/>
            </a:endParaRPr>
          </a:p>
        </p:txBody>
      </p:sp>
      <p:sp>
        <p:nvSpPr>
          <p:cNvPr id="954" name="Google Shape;954;g2c4fb7f6616_1_0"/>
          <p:cNvSpPr/>
          <p:nvPr/>
        </p:nvSpPr>
        <p:spPr>
          <a:xfrm>
            <a:off x="516221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5" name="Google Shape;955;g2c4fb7f6616_1_0"/>
          <p:cNvSpPr txBox="1"/>
          <p:nvPr/>
        </p:nvSpPr>
        <p:spPr>
          <a:xfrm>
            <a:off x="4847364"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d</a:t>
            </a:r>
            <a:endParaRPr sz="12000" b="0" i="0" u="none" strike="noStrike" cap="none">
              <a:solidFill>
                <a:srgbClr val="2356AF"/>
              </a:solidFill>
              <a:latin typeface="Jost"/>
              <a:ea typeface="Jost"/>
              <a:cs typeface="Jost"/>
              <a:sym typeface="Jost"/>
            </a:endParaRPr>
          </a:p>
        </p:txBody>
      </p:sp>
      <p:sp>
        <p:nvSpPr>
          <p:cNvPr id="956" name="Google Shape;956;g2c4fb7f6616_1_0"/>
          <p:cNvSpPr/>
          <p:nvPr/>
        </p:nvSpPr>
        <p:spPr>
          <a:xfrm>
            <a:off x="450389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7" name="Google Shape;957;g2c4fb7f6616_1_0"/>
          <p:cNvSpPr txBox="1"/>
          <p:nvPr/>
        </p:nvSpPr>
        <p:spPr>
          <a:xfrm>
            <a:off x="4189044"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l</a:t>
            </a:r>
            <a:endParaRPr sz="12000" b="0" i="0" u="none" strike="noStrike" cap="none">
              <a:solidFill>
                <a:srgbClr val="2356AF"/>
              </a:solidFill>
              <a:latin typeface="Jost"/>
              <a:ea typeface="Jost"/>
              <a:cs typeface="Jost"/>
              <a:sym typeface="Jost"/>
            </a:endParaRPr>
          </a:p>
        </p:txBody>
      </p:sp>
      <p:sp>
        <p:nvSpPr>
          <p:cNvPr id="958" name="Google Shape;958;g2c4fb7f6616_1_0"/>
          <p:cNvSpPr/>
          <p:nvPr/>
        </p:nvSpPr>
        <p:spPr>
          <a:xfrm>
            <a:off x="2571312" y="4011900"/>
            <a:ext cx="13401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9" name="Google Shape;959;g2c4fb7f6616_1_0"/>
          <p:cNvSpPr/>
          <p:nvPr/>
        </p:nvSpPr>
        <p:spPr>
          <a:xfrm>
            <a:off x="588333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0" name="Google Shape;960;g2c4fb7f6616_1_0"/>
          <p:cNvSpPr txBox="1"/>
          <p:nvPr/>
        </p:nvSpPr>
        <p:spPr>
          <a:xfrm>
            <a:off x="5568482"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r</a:t>
            </a:r>
            <a:endParaRPr sz="12000" b="0" i="0" u="none" strike="noStrike" cap="none">
              <a:solidFill>
                <a:srgbClr val="2356AF"/>
              </a:solidFill>
              <a:latin typeface="Jost"/>
              <a:ea typeface="Jost"/>
              <a:cs typeface="Jost"/>
              <a:sym typeface="Jost"/>
            </a:endParaRPr>
          </a:p>
        </p:txBody>
      </p:sp>
      <p:sp>
        <p:nvSpPr>
          <p:cNvPr id="961" name="Google Shape;961;g2c4fb7f6616_1_0"/>
          <p:cNvSpPr/>
          <p:nvPr/>
        </p:nvSpPr>
        <p:spPr>
          <a:xfrm>
            <a:off x="4965651"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2" name="Google Shape;962;g2c4fb7f6616_1_0"/>
          <p:cNvSpPr/>
          <p:nvPr/>
        </p:nvSpPr>
        <p:spPr>
          <a:xfrm>
            <a:off x="653185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3" name="Google Shape;963;g2c4fb7f6616_1_0"/>
          <p:cNvSpPr txBox="1"/>
          <p:nvPr/>
        </p:nvSpPr>
        <p:spPr>
          <a:xfrm>
            <a:off x="6217005"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ED1C24"/>
                </a:solidFill>
                <a:latin typeface="Jost"/>
                <a:ea typeface="Jost"/>
                <a:cs typeface="Jost"/>
                <a:sym typeface="Jost"/>
              </a:rPr>
              <a:t>e</a:t>
            </a:r>
            <a:endParaRPr sz="12000" b="0" i="0" u="none" strike="noStrike" cap="none">
              <a:solidFill>
                <a:srgbClr val="ED1C24"/>
              </a:solidFill>
              <a:latin typeface="Jost"/>
              <a:ea typeface="Jost"/>
              <a:cs typeface="Jost"/>
              <a:sym typeface="Jost"/>
            </a:endParaRPr>
          </a:p>
        </p:txBody>
      </p:sp>
      <p:sp>
        <p:nvSpPr>
          <p:cNvPr id="964" name="Google Shape;964;g2c4fb7f6616_1_0"/>
          <p:cNvSpPr/>
          <p:nvPr/>
        </p:nvSpPr>
        <p:spPr>
          <a:xfrm>
            <a:off x="730221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5" name="Google Shape;965;g2c4fb7f6616_1_0"/>
          <p:cNvSpPr txBox="1"/>
          <p:nvPr/>
        </p:nvSpPr>
        <p:spPr>
          <a:xfrm>
            <a:off x="6987364"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n</a:t>
            </a:r>
            <a:endParaRPr sz="12000" b="0" i="0" u="none" strike="noStrike" cap="none">
              <a:solidFill>
                <a:srgbClr val="2356AF"/>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70"/>
        <p:cNvGrpSpPr/>
        <p:nvPr/>
      </p:nvGrpSpPr>
      <p:grpSpPr>
        <a:xfrm>
          <a:off x="0" y="0"/>
          <a:ext cx="0" cy="0"/>
          <a:chOff x="0" y="0"/>
          <a:chExt cx="0" cy="0"/>
        </a:xfrm>
      </p:grpSpPr>
      <p:sp>
        <p:nvSpPr>
          <p:cNvPr id="971" name="Google Shape;971;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72" name="Google Shape;972;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77"/>
        <p:cNvGrpSpPr/>
        <p:nvPr/>
      </p:nvGrpSpPr>
      <p:grpSpPr>
        <a:xfrm>
          <a:off x="0" y="0"/>
          <a:ext cx="0" cy="0"/>
          <a:chOff x="0" y="0"/>
          <a:chExt cx="0" cy="0"/>
        </a:xfrm>
      </p:grpSpPr>
      <p:sp>
        <p:nvSpPr>
          <p:cNvPr id="978" name="Google Shape;978;g2dadbbe58d1_1_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979" name="Google Shape;979;g2dadbbe58d1_1_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grpSp>
        <p:nvGrpSpPr>
          <p:cNvPr id="980" name="Google Shape;980;g2dadbbe58d1_1_3"/>
          <p:cNvGrpSpPr/>
          <p:nvPr/>
        </p:nvGrpSpPr>
        <p:grpSpPr>
          <a:xfrm>
            <a:off x="1360437" y="3614075"/>
            <a:ext cx="6423200" cy="1851900"/>
            <a:chOff x="1181050" y="3614075"/>
            <a:chExt cx="6423200" cy="1851900"/>
          </a:xfrm>
        </p:grpSpPr>
        <p:sp>
          <p:nvSpPr>
            <p:cNvPr id="981" name="Google Shape;981;g2dadbbe58d1_1_3"/>
            <p:cNvSpPr/>
            <p:nvPr/>
          </p:nvSpPr>
          <p:spPr>
            <a:xfrm flipH="1">
              <a:off x="1181250" y="3629300"/>
              <a:ext cx="64230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982" name="Google Shape;982;g2dadbbe58d1_1_3"/>
            <p:cNvGrpSpPr/>
            <p:nvPr/>
          </p:nvGrpSpPr>
          <p:grpSpPr>
            <a:xfrm flipH="1">
              <a:off x="1181050" y="4063875"/>
              <a:ext cx="6423043" cy="1170725"/>
              <a:chOff x="1181250" y="4063875"/>
              <a:chExt cx="6781800" cy="1170725"/>
            </a:xfrm>
          </p:grpSpPr>
          <p:cxnSp>
            <p:nvCxnSpPr>
              <p:cNvPr id="983" name="Google Shape;983;g2dadbbe58d1_1_3"/>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84" name="Google Shape;984;g2dadbbe58d1_1_3"/>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85" name="Google Shape;985;g2dadbbe58d1_1_3"/>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86" name="Google Shape;986;g2dadbbe58d1_1_3"/>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987" name="Google Shape;987;g2dadbbe58d1_1_3"/>
            <p:cNvCxnSpPr/>
            <p:nvPr/>
          </p:nvCxnSpPr>
          <p:spPr>
            <a:xfrm rot="10800000">
              <a:off x="6575625"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988" name="Google Shape;988;g2dadbbe58d1_1_3"/>
            <p:cNvCxnSpPr/>
            <p:nvPr/>
          </p:nvCxnSpPr>
          <p:spPr>
            <a:xfrm rot="10800000">
              <a:off x="4787475"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989" name="Google Shape;989;g2dadbbe58d1_1_3"/>
            <p:cNvCxnSpPr/>
            <p:nvPr/>
          </p:nvCxnSpPr>
          <p:spPr>
            <a:xfrm rot="10800000">
              <a:off x="3868275" y="3614075"/>
              <a:ext cx="0" cy="1851900"/>
            </a:xfrm>
            <a:prstGeom prst="straightConnector1">
              <a:avLst/>
            </a:prstGeom>
            <a:noFill/>
            <a:ln w="28575" cap="flat" cmpd="sng">
              <a:solidFill>
                <a:srgbClr val="C2EDFF"/>
              </a:solidFill>
              <a:prstDash val="solid"/>
              <a:miter lim="800000"/>
              <a:headEnd type="none" w="sm" len="sm"/>
              <a:tailEnd type="none" w="sm" len="sm"/>
            </a:ln>
          </p:spPr>
        </p:cxnSp>
        <p:cxnSp>
          <p:nvCxnSpPr>
            <p:cNvPr id="990" name="Google Shape;990;g2dadbbe58d1_1_3"/>
            <p:cNvCxnSpPr/>
            <p:nvPr/>
          </p:nvCxnSpPr>
          <p:spPr>
            <a:xfrm rot="10800000">
              <a:off x="3150350"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991" name="Google Shape;991;g2dadbbe58d1_1_3"/>
            <p:cNvCxnSpPr/>
            <p:nvPr/>
          </p:nvCxnSpPr>
          <p:spPr>
            <a:xfrm rot="10800000">
              <a:off x="2570688"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992" name="Google Shape;992;g2dadbbe58d1_1_3"/>
            <p:cNvCxnSpPr/>
            <p:nvPr/>
          </p:nvCxnSpPr>
          <p:spPr>
            <a:xfrm rot="10800000">
              <a:off x="5597000" y="3614075"/>
              <a:ext cx="0" cy="1851900"/>
            </a:xfrm>
            <a:prstGeom prst="straightConnector1">
              <a:avLst/>
            </a:prstGeom>
            <a:noFill/>
            <a:ln w="28575" cap="flat" cmpd="sng">
              <a:solidFill>
                <a:srgbClr val="C2EDFF"/>
              </a:solidFill>
              <a:prstDash val="dash"/>
              <a:miter lim="800000"/>
              <a:headEnd type="none" w="sm" len="sm"/>
              <a:tailEnd type="none" w="sm" len="sm"/>
            </a:ln>
          </p:spPr>
        </p:cxnSp>
      </p:grpSp>
      <p:cxnSp>
        <p:nvCxnSpPr>
          <p:cNvPr id="993" name="Google Shape;993;g2dadbbe58d1_1_3"/>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994" name="Google Shape;994;g2dadbbe58d1_1_3"/>
          <p:cNvSpPr txBox="1"/>
          <p:nvPr/>
        </p:nvSpPr>
        <p:spPr>
          <a:xfrm>
            <a:off x="3329688" y="4064350"/>
            <a:ext cx="7350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2356AF"/>
              </a:solidFill>
              <a:latin typeface="Jost"/>
              <a:ea typeface="Jost"/>
              <a:cs typeface="Jost"/>
              <a:sym typeface="Jost"/>
            </a:endParaRPr>
          </a:p>
        </p:txBody>
      </p:sp>
      <p:sp>
        <p:nvSpPr>
          <p:cNvPr id="995" name="Google Shape;995;g2dadbbe58d1_1_3"/>
          <p:cNvSpPr txBox="1"/>
          <p:nvPr/>
        </p:nvSpPr>
        <p:spPr>
          <a:xfrm>
            <a:off x="1360363" y="4064350"/>
            <a:ext cx="1389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FFD400"/>
              </a:solidFill>
              <a:latin typeface="Jost"/>
              <a:ea typeface="Jost"/>
              <a:cs typeface="Jost"/>
              <a:sym typeface="Jost"/>
            </a:endParaRPr>
          </a:p>
        </p:txBody>
      </p:sp>
      <p:sp>
        <p:nvSpPr>
          <p:cNvPr id="996" name="Google Shape;996;g2dadbbe58d1_1_3"/>
          <p:cNvSpPr txBox="1"/>
          <p:nvPr/>
        </p:nvSpPr>
        <p:spPr>
          <a:xfrm>
            <a:off x="2750088" y="4064350"/>
            <a:ext cx="579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ED1C24"/>
              </a:solidFill>
              <a:latin typeface="Jost"/>
              <a:ea typeface="Jost"/>
              <a:cs typeface="Jost"/>
              <a:sym typeface="Jost"/>
            </a:endParaRPr>
          </a:p>
        </p:txBody>
      </p:sp>
      <p:sp>
        <p:nvSpPr>
          <p:cNvPr id="997" name="Google Shape;997;g2dadbbe58d1_1_3"/>
          <p:cNvSpPr txBox="1"/>
          <p:nvPr/>
        </p:nvSpPr>
        <p:spPr>
          <a:xfrm>
            <a:off x="4047663" y="4064350"/>
            <a:ext cx="9192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ED1C24"/>
              </a:solidFill>
              <a:latin typeface="Jost"/>
              <a:ea typeface="Jost"/>
              <a:cs typeface="Jost"/>
              <a:sym typeface="Jost"/>
            </a:endParaRPr>
          </a:p>
        </p:txBody>
      </p:sp>
      <p:sp>
        <p:nvSpPr>
          <p:cNvPr id="998" name="Google Shape;998;g2dadbbe58d1_1_3"/>
          <p:cNvSpPr txBox="1"/>
          <p:nvPr/>
        </p:nvSpPr>
        <p:spPr>
          <a:xfrm>
            <a:off x="6755063" y="4064350"/>
            <a:ext cx="1028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2356AF"/>
              </a:solidFill>
              <a:latin typeface="Jost"/>
              <a:ea typeface="Jost"/>
              <a:cs typeface="Jost"/>
              <a:sym typeface="Jost"/>
            </a:endParaRPr>
          </a:p>
        </p:txBody>
      </p:sp>
      <p:sp>
        <p:nvSpPr>
          <p:cNvPr id="999" name="Google Shape;999;g2dadbbe58d1_1_3"/>
          <p:cNvSpPr txBox="1"/>
          <p:nvPr/>
        </p:nvSpPr>
        <p:spPr>
          <a:xfrm>
            <a:off x="4966864" y="4064350"/>
            <a:ext cx="809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2356AF"/>
              </a:solidFill>
              <a:latin typeface="Jost"/>
              <a:ea typeface="Jost"/>
              <a:cs typeface="Jost"/>
              <a:sym typeface="Jost"/>
            </a:endParaRPr>
          </a:p>
        </p:txBody>
      </p:sp>
      <p:sp>
        <p:nvSpPr>
          <p:cNvPr id="1000" name="Google Shape;1000;g2dadbbe58d1_1_3"/>
          <p:cNvSpPr txBox="1"/>
          <p:nvPr/>
        </p:nvSpPr>
        <p:spPr>
          <a:xfrm>
            <a:off x="5790162" y="4064350"/>
            <a:ext cx="964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ED1C24"/>
              </a:solidFill>
              <a:latin typeface="Jost"/>
              <a:ea typeface="Jost"/>
              <a:cs typeface="Jost"/>
              <a:sym typeface="Jost"/>
            </a:endParaRPr>
          </a:p>
        </p:txBody>
      </p:sp>
      <p:pic>
        <p:nvPicPr>
          <p:cNvPr id="1001" name="Google Shape;1001;g2dadbbe58d1_1_3"/>
          <p:cNvPicPr preferRelativeResize="0"/>
          <p:nvPr/>
        </p:nvPicPr>
        <p:blipFill rotWithShape="1">
          <a:blip r:embed="rId3">
            <a:alphaModFix/>
          </a:blip>
          <a:srcRect l="8256" r="8255"/>
          <a:stretch/>
        </p:blipFill>
        <p:spPr>
          <a:xfrm>
            <a:off x="1389051" y="816850"/>
            <a:ext cx="6365899" cy="24089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6"/>
        <p:cNvGrpSpPr/>
        <p:nvPr/>
      </p:nvGrpSpPr>
      <p:grpSpPr>
        <a:xfrm>
          <a:off x="0" y="0"/>
          <a:ext cx="0" cy="0"/>
          <a:chOff x="0" y="0"/>
          <a:chExt cx="0" cy="0"/>
        </a:xfrm>
      </p:grpSpPr>
      <p:sp>
        <p:nvSpPr>
          <p:cNvPr id="1007" name="Google Shape;1007;g274b501a969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08" name="Google Shape;1008;g274b501a969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grpSp>
        <p:nvGrpSpPr>
          <p:cNvPr id="1009" name="Google Shape;1009;g274b501a969_0_44"/>
          <p:cNvGrpSpPr/>
          <p:nvPr/>
        </p:nvGrpSpPr>
        <p:grpSpPr>
          <a:xfrm>
            <a:off x="1360437" y="3614075"/>
            <a:ext cx="6423200" cy="1851900"/>
            <a:chOff x="1181050" y="3614075"/>
            <a:chExt cx="6423200" cy="1851900"/>
          </a:xfrm>
        </p:grpSpPr>
        <p:sp>
          <p:nvSpPr>
            <p:cNvPr id="1010" name="Google Shape;1010;g274b501a969_0_44"/>
            <p:cNvSpPr/>
            <p:nvPr/>
          </p:nvSpPr>
          <p:spPr>
            <a:xfrm flipH="1">
              <a:off x="1181250" y="3629300"/>
              <a:ext cx="64230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11" name="Google Shape;1011;g274b501a969_0_44"/>
            <p:cNvGrpSpPr/>
            <p:nvPr/>
          </p:nvGrpSpPr>
          <p:grpSpPr>
            <a:xfrm flipH="1">
              <a:off x="1181050" y="4063875"/>
              <a:ext cx="6423043" cy="1170725"/>
              <a:chOff x="1181250" y="4063875"/>
              <a:chExt cx="6781800" cy="1170725"/>
            </a:xfrm>
          </p:grpSpPr>
          <p:cxnSp>
            <p:nvCxnSpPr>
              <p:cNvPr id="1012" name="Google Shape;1012;g274b501a969_0_44"/>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13" name="Google Shape;1013;g274b501a969_0_44"/>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14" name="Google Shape;1014;g274b501a969_0_44"/>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15" name="Google Shape;1015;g274b501a969_0_44"/>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1016" name="Google Shape;1016;g274b501a969_0_44"/>
            <p:cNvCxnSpPr/>
            <p:nvPr/>
          </p:nvCxnSpPr>
          <p:spPr>
            <a:xfrm rot="10800000">
              <a:off x="6575625"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17" name="Google Shape;1017;g274b501a969_0_44"/>
            <p:cNvCxnSpPr/>
            <p:nvPr/>
          </p:nvCxnSpPr>
          <p:spPr>
            <a:xfrm rot="10800000">
              <a:off x="4787475"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18" name="Google Shape;1018;g274b501a969_0_44"/>
            <p:cNvCxnSpPr/>
            <p:nvPr/>
          </p:nvCxnSpPr>
          <p:spPr>
            <a:xfrm rot="10800000">
              <a:off x="3868275" y="3614075"/>
              <a:ext cx="0" cy="1851900"/>
            </a:xfrm>
            <a:prstGeom prst="straightConnector1">
              <a:avLst/>
            </a:prstGeom>
            <a:noFill/>
            <a:ln w="28575" cap="flat" cmpd="sng">
              <a:solidFill>
                <a:srgbClr val="C2EDFF"/>
              </a:solidFill>
              <a:prstDash val="solid"/>
              <a:miter lim="800000"/>
              <a:headEnd type="none" w="sm" len="sm"/>
              <a:tailEnd type="none" w="sm" len="sm"/>
            </a:ln>
          </p:spPr>
        </p:cxnSp>
        <p:cxnSp>
          <p:nvCxnSpPr>
            <p:cNvPr id="1019" name="Google Shape;1019;g274b501a969_0_44"/>
            <p:cNvCxnSpPr/>
            <p:nvPr/>
          </p:nvCxnSpPr>
          <p:spPr>
            <a:xfrm rot="10800000">
              <a:off x="3150350"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20" name="Google Shape;1020;g274b501a969_0_44"/>
            <p:cNvCxnSpPr/>
            <p:nvPr/>
          </p:nvCxnSpPr>
          <p:spPr>
            <a:xfrm rot="10800000">
              <a:off x="2570688"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21" name="Google Shape;1021;g274b501a969_0_44"/>
            <p:cNvCxnSpPr/>
            <p:nvPr/>
          </p:nvCxnSpPr>
          <p:spPr>
            <a:xfrm rot="10800000">
              <a:off x="5597000" y="3614075"/>
              <a:ext cx="0" cy="1851900"/>
            </a:xfrm>
            <a:prstGeom prst="straightConnector1">
              <a:avLst/>
            </a:prstGeom>
            <a:noFill/>
            <a:ln w="28575" cap="flat" cmpd="sng">
              <a:solidFill>
                <a:srgbClr val="C2EDFF"/>
              </a:solidFill>
              <a:prstDash val="dash"/>
              <a:miter lim="800000"/>
              <a:headEnd type="none" w="sm" len="sm"/>
              <a:tailEnd type="none" w="sm" len="sm"/>
            </a:ln>
          </p:spPr>
        </p:cxnSp>
      </p:grpSp>
      <p:cxnSp>
        <p:nvCxnSpPr>
          <p:cNvPr id="1022" name="Google Shape;1022;g274b501a969_0_44"/>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23" name="Google Shape;1023;g274b501a969_0_44"/>
          <p:cNvSpPr txBox="1"/>
          <p:nvPr/>
        </p:nvSpPr>
        <p:spPr>
          <a:xfrm>
            <a:off x="3329688" y="4064350"/>
            <a:ext cx="7350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l</a:t>
            </a:r>
            <a:endParaRPr sz="8500" b="0" i="0" u="none" strike="noStrike" cap="none">
              <a:solidFill>
                <a:srgbClr val="2356AF"/>
              </a:solidFill>
              <a:latin typeface="Jost"/>
              <a:ea typeface="Jost"/>
              <a:cs typeface="Jost"/>
              <a:sym typeface="Jost"/>
            </a:endParaRPr>
          </a:p>
        </p:txBody>
      </p:sp>
      <p:sp>
        <p:nvSpPr>
          <p:cNvPr id="1024" name="Google Shape;1024;g274b501a969_0_44"/>
          <p:cNvSpPr txBox="1"/>
          <p:nvPr/>
        </p:nvSpPr>
        <p:spPr>
          <a:xfrm>
            <a:off x="1360363" y="4064350"/>
            <a:ext cx="1389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FFD400"/>
                </a:solidFill>
                <a:latin typeface="Jost"/>
                <a:ea typeface="Jost"/>
                <a:cs typeface="Jost"/>
                <a:sym typeface="Jost"/>
              </a:rPr>
              <a:t>ch</a:t>
            </a:r>
            <a:endParaRPr sz="8500" b="0" i="0" u="none" strike="noStrike" cap="none">
              <a:solidFill>
                <a:srgbClr val="FFD400"/>
              </a:solidFill>
              <a:latin typeface="Jost"/>
              <a:ea typeface="Jost"/>
              <a:cs typeface="Jost"/>
              <a:sym typeface="Jost"/>
            </a:endParaRPr>
          </a:p>
        </p:txBody>
      </p:sp>
      <p:sp>
        <p:nvSpPr>
          <p:cNvPr id="1025" name="Google Shape;1025;g274b501a969_0_44"/>
          <p:cNvSpPr txBox="1"/>
          <p:nvPr/>
        </p:nvSpPr>
        <p:spPr>
          <a:xfrm>
            <a:off x="2750088" y="4064350"/>
            <a:ext cx="579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i</a:t>
            </a:r>
            <a:endParaRPr sz="8500" b="0" i="0" u="none" strike="noStrike" cap="none">
              <a:solidFill>
                <a:srgbClr val="ED1C24"/>
              </a:solidFill>
              <a:latin typeface="Jost"/>
              <a:ea typeface="Jost"/>
              <a:cs typeface="Jost"/>
              <a:sym typeface="Jost"/>
            </a:endParaRPr>
          </a:p>
        </p:txBody>
      </p:sp>
      <p:sp>
        <p:nvSpPr>
          <p:cNvPr id="1026" name="Google Shape;1026;g274b501a969_0_44"/>
          <p:cNvSpPr txBox="1"/>
          <p:nvPr/>
        </p:nvSpPr>
        <p:spPr>
          <a:xfrm>
            <a:off x="4047663" y="4064350"/>
            <a:ext cx="9192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d</a:t>
            </a:r>
            <a:endParaRPr sz="8500" b="0" i="0" u="none" strike="noStrike" cap="none">
              <a:solidFill>
                <a:srgbClr val="ED1C24"/>
              </a:solidFill>
              <a:latin typeface="Jost"/>
              <a:ea typeface="Jost"/>
              <a:cs typeface="Jost"/>
              <a:sym typeface="Jost"/>
            </a:endParaRPr>
          </a:p>
        </p:txBody>
      </p:sp>
      <p:sp>
        <p:nvSpPr>
          <p:cNvPr id="1027" name="Google Shape;1027;g274b501a969_0_44"/>
          <p:cNvSpPr txBox="1"/>
          <p:nvPr/>
        </p:nvSpPr>
        <p:spPr>
          <a:xfrm>
            <a:off x="6755063" y="4064350"/>
            <a:ext cx="1028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n</a:t>
            </a:r>
            <a:endParaRPr sz="8500" b="0" i="0" u="none" strike="noStrike" cap="none">
              <a:solidFill>
                <a:srgbClr val="2356AF"/>
              </a:solidFill>
              <a:latin typeface="Jost"/>
              <a:ea typeface="Jost"/>
              <a:cs typeface="Jost"/>
              <a:sym typeface="Jost"/>
            </a:endParaRPr>
          </a:p>
        </p:txBody>
      </p:sp>
      <p:sp>
        <p:nvSpPr>
          <p:cNvPr id="1028" name="Google Shape;1028;g274b501a969_0_44"/>
          <p:cNvSpPr txBox="1"/>
          <p:nvPr/>
        </p:nvSpPr>
        <p:spPr>
          <a:xfrm>
            <a:off x="4966864" y="4064350"/>
            <a:ext cx="809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r</a:t>
            </a:r>
            <a:endParaRPr sz="8500" b="0" i="0" u="none" strike="noStrike" cap="none">
              <a:solidFill>
                <a:srgbClr val="2356AF"/>
              </a:solidFill>
              <a:latin typeface="Jost"/>
              <a:ea typeface="Jost"/>
              <a:cs typeface="Jost"/>
              <a:sym typeface="Jost"/>
            </a:endParaRPr>
          </a:p>
        </p:txBody>
      </p:sp>
      <p:sp>
        <p:nvSpPr>
          <p:cNvPr id="1029" name="Google Shape;1029;g274b501a969_0_44"/>
          <p:cNvSpPr txBox="1"/>
          <p:nvPr/>
        </p:nvSpPr>
        <p:spPr>
          <a:xfrm>
            <a:off x="5790162" y="4064350"/>
            <a:ext cx="964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e</a:t>
            </a:r>
            <a:endParaRPr sz="8500" b="0" i="0" u="none" strike="noStrike" cap="none">
              <a:solidFill>
                <a:srgbClr val="ED1C24"/>
              </a:solidFill>
              <a:latin typeface="Jost"/>
              <a:ea typeface="Jost"/>
              <a:cs typeface="Jost"/>
              <a:sym typeface="Jost"/>
            </a:endParaRPr>
          </a:p>
        </p:txBody>
      </p:sp>
      <p:pic>
        <p:nvPicPr>
          <p:cNvPr id="1030" name="Google Shape;1030;g274b501a969_0_44"/>
          <p:cNvPicPr preferRelativeResize="0"/>
          <p:nvPr/>
        </p:nvPicPr>
        <p:blipFill rotWithShape="1">
          <a:blip r:embed="rId3">
            <a:alphaModFix/>
          </a:blip>
          <a:srcRect l="8256" r="8255"/>
          <a:stretch/>
        </p:blipFill>
        <p:spPr>
          <a:xfrm>
            <a:off x="1389051" y="816850"/>
            <a:ext cx="6365899" cy="24089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5"/>
        <p:cNvGrpSpPr/>
        <p:nvPr/>
      </p:nvGrpSpPr>
      <p:grpSpPr>
        <a:xfrm>
          <a:off x="0" y="0"/>
          <a:ext cx="0" cy="0"/>
          <a:chOff x="0" y="0"/>
          <a:chExt cx="0" cy="0"/>
        </a:xfrm>
      </p:grpSpPr>
      <p:sp>
        <p:nvSpPr>
          <p:cNvPr id="1036" name="Google Shape;1036;g2debd5ab5f0_0_2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37" name="Google Shape;1037;g2debd5ab5f0_0_2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38" name="Google Shape;1038;g2debd5ab5f0_0_233"/>
          <p:cNvGrpSpPr/>
          <p:nvPr/>
        </p:nvGrpSpPr>
        <p:grpSpPr>
          <a:xfrm>
            <a:off x="3024000" y="209875"/>
            <a:ext cx="3096000" cy="454800"/>
            <a:chOff x="3024000" y="209875"/>
            <a:chExt cx="3096000" cy="454800"/>
          </a:xfrm>
        </p:grpSpPr>
        <p:sp>
          <p:nvSpPr>
            <p:cNvPr id="1039" name="Google Shape;1039;g2debd5ab5f0_0_233"/>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0" name="Google Shape;1040;g2debd5ab5f0_0_233"/>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41" name="Google Shape;1041;g2debd5ab5f0_0_233"/>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42" name="Google Shape;1042;g2debd5ab5f0_0_233"/>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43" name="Google Shape;1043;g2debd5ab5f0_0_233"/>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44" name="Google Shape;1044;g2debd5ab5f0_0_233"/>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45" name="Google Shape;1045;g2debd5ab5f0_0_233"/>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46" name="Google Shape;1046;g2debd5ab5f0_0_233"/>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47" name="Google Shape;1047;g2debd5ab5f0_0_233"/>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8" name="Google Shape;1048;g2debd5ab5f0_0_233"/>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9" name="Google Shape;1049;g2debd5ab5f0_0_233"/>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0" name="Google Shape;1050;g2debd5ab5f0_0_23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1" name="Google Shape;1051;g2debd5ab5f0_0_23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2" name="Google Shape;1052;g2debd5ab5f0_0_233"/>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3" name="Google Shape;1053;g2debd5ab5f0_0_233"/>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4" name="Google Shape;1054;g2debd5ab5f0_0_233"/>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55" name="Google Shape;1055;g2debd5ab5f0_0_233"/>
          <p:cNvGrpSpPr/>
          <p:nvPr/>
        </p:nvGrpSpPr>
        <p:grpSpPr>
          <a:xfrm>
            <a:off x="-550" y="6984600"/>
            <a:ext cx="8596479" cy="808600"/>
            <a:chOff x="-550" y="6984600"/>
            <a:chExt cx="8596479" cy="808600"/>
          </a:xfrm>
        </p:grpSpPr>
        <p:sp>
          <p:nvSpPr>
            <p:cNvPr id="1056" name="Google Shape;1056;g2debd5ab5f0_0_233"/>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57" name="Google Shape;1057;g2debd5ab5f0_0_233"/>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58" name="Google Shape;1058;g2debd5ab5f0_0_233"/>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59" name="Google Shape;1059;g2debd5ab5f0_0_233"/>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60" name="Google Shape;1060;g2debd5ab5f0_0_233"/>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61" name="Google Shape;1061;g2debd5ab5f0_0_233"/>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62" name="Google Shape;1062;g2debd5ab5f0_0_233"/>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63" name="Google Shape;1063;g2debd5ab5f0_0_233"/>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64" name="Google Shape;1064;g2debd5ab5f0_0_233"/>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65" name="Google Shape;1065;g2debd5ab5f0_0_233"/>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D25"/>
                </a:solidFill>
                <a:latin typeface="Jost"/>
                <a:ea typeface="Jost"/>
                <a:cs typeface="Jost"/>
                <a:sym typeface="Jost"/>
              </a:rPr>
              <a:t>e</a:t>
            </a:r>
            <a:endParaRPr sz="5500" b="0" i="0" u="none" strike="noStrike" cap="none">
              <a:solidFill>
                <a:srgbClr val="ED1D25"/>
              </a:solidFill>
              <a:latin typeface="Jost"/>
              <a:ea typeface="Jost"/>
              <a:cs typeface="Jost"/>
              <a:sym typeface="Jost"/>
            </a:endParaRPr>
          </a:p>
        </p:txBody>
      </p:sp>
      <p:sp>
        <p:nvSpPr>
          <p:cNvPr id="1066" name="Google Shape;1066;g2debd5ab5f0_0_233"/>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4"/>
                </a:solidFill>
                <a:latin typeface="Jost"/>
                <a:ea typeface="Jost"/>
                <a:cs typeface="Jost"/>
                <a:sym typeface="Jost"/>
              </a:rPr>
              <a:t>ch</a:t>
            </a:r>
            <a:endParaRPr sz="5500" b="0" i="0" u="none" strike="noStrike" cap="none">
              <a:solidFill>
                <a:srgbClr val="FFD404"/>
              </a:solidFill>
              <a:latin typeface="Jost"/>
              <a:ea typeface="Jost"/>
              <a:cs typeface="Jost"/>
              <a:sym typeface="Jost"/>
            </a:endParaRPr>
          </a:p>
        </p:txBody>
      </p:sp>
      <p:sp>
        <p:nvSpPr>
          <p:cNvPr id="1067" name="Google Shape;1067;g2debd5ab5f0_0_233"/>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68" name="Google Shape;1068;g2debd5ab5f0_0_233"/>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i-e</a:t>
            </a:r>
            <a:endParaRPr sz="5500" b="0" i="0" u="none" strike="noStrike" cap="none">
              <a:solidFill>
                <a:srgbClr val="F7941D"/>
              </a:solidFill>
              <a:latin typeface="Jost"/>
              <a:ea typeface="Jost"/>
              <a:cs typeface="Jost"/>
              <a:sym typeface="Jost"/>
            </a:endParaRPr>
          </a:p>
        </p:txBody>
      </p:sp>
      <p:sp>
        <p:nvSpPr>
          <p:cNvPr id="1069" name="Google Shape;1069;g2debd5ab5f0_0_233"/>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D25"/>
                </a:solidFill>
                <a:latin typeface="Jost"/>
                <a:ea typeface="Jost"/>
                <a:cs typeface="Jost"/>
                <a:sym typeface="Jost"/>
              </a:rPr>
              <a:t>i</a:t>
            </a:r>
            <a:endParaRPr sz="5500" b="0" i="0" u="none" strike="noStrike" cap="none">
              <a:solidFill>
                <a:srgbClr val="ED1D25"/>
              </a:solidFill>
              <a:latin typeface="Jost"/>
              <a:ea typeface="Jost"/>
              <a:cs typeface="Jost"/>
              <a:sym typeface="Jost"/>
            </a:endParaRPr>
          </a:p>
        </p:txBody>
      </p:sp>
      <p:sp>
        <p:nvSpPr>
          <p:cNvPr id="1070" name="Google Shape;1070;g2debd5ab5f0_0_233"/>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71" name="Google Shape;1071;g2debd5ab5f0_0_233"/>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ee</a:t>
            </a:r>
            <a:endParaRPr sz="5500" b="0" i="0" u="none" strike="noStrike" cap="none">
              <a:solidFill>
                <a:srgbClr val="00904C"/>
              </a:solidFill>
              <a:latin typeface="Jost"/>
              <a:ea typeface="Jost"/>
              <a:cs typeface="Jost"/>
              <a:sym typeface="Jost"/>
            </a:endParaRPr>
          </a:p>
        </p:txBody>
      </p:sp>
      <p:sp>
        <p:nvSpPr>
          <p:cNvPr id="1072" name="Google Shape;1072;g2debd5ab5f0_0_233"/>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73" name="Google Shape;1073;g2debd5ab5f0_0_233"/>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74" name="Google Shape;1074;g2debd5ab5f0_0_233"/>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75" name="Google Shape;1075;g2debd5ab5f0_0_233"/>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76" name="Google Shape;1076;g2debd5ab5f0_0_233"/>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4"/>
                </a:solidFill>
                <a:latin typeface="Jost"/>
                <a:ea typeface="Jost"/>
                <a:cs typeface="Jost"/>
                <a:sym typeface="Jost"/>
              </a:rPr>
              <a:t>th</a:t>
            </a:r>
            <a:endParaRPr sz="5500" b="0" i="0" u="none" strike="noStrike" cap="none">
              <a:solidFill>
                <a:srgbClr val="FFD404"/>
              </a:solidFill>
              <a:latin typeface="Jost"/>
              <a:ea typeface="Jost"/>
              <a:cs typeface="Jost"/>
              <a:sym typeface="Jos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81"/>
        <p:cNvGrpSpPr/>
        <p:nvPr/>
      </p:nvGrpSpPr>
      <p:grpSpPr>
        <a:xfrm>
          <a:off x="0" y="0"/>
          <a:ext cx="0" cy="0"/>
          <a:chOff x="0" y="0"/>
          <a:chExt cx="0" cy="0"/>
        </a:xfrm>
      </p:grpSpPr>
      <p:sp>
        <p:nvSpPr>
          <p:cNvPr id="1082" name="Google Shape;1082;g2deaf153e6b_0_1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83" name="Google Shape;1083;g2deaf153e6b_0_1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84" name="Google Shape;1084;g2deaf153e6b_0_19"/>
          <p:cNvGrpSpPr/>
          <p:nvPr/>
        </p:nvGrpSpPr>
        <p:grpSpPr>
          <a:xfrm>
            <a:off x="3024000" y="209875"/>
            <a:ext cx="3096000" cy="454800"/>
            <a:chOff x="3024000" y="209875"/>
            <a:chExt cx="3096000" cy="454800"/>
          </a:xfrm>
        </p:grpSpPr>
        <p:sp>
          <p:nvSpPr>
            <p:cNvPr id="1085" name="Google Shape;1085;g2deaf153e6b_0_19"/>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6" name="Google Shape;1086;g2deaf153e6b_0_19"/>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87" name="Google Shape;1087;g2deaf153e6b_0_19"/>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088" name="Google Shape;1088;g2deaf153e6b_0_19"/>
          <p:cNvSpPr txBox="1">
            <a:spLocks noGrp="1"/>
          </p:cNvSpPr>
          <p:nvPr>
            <p:ph type="subTitle" idx="4294967295"/>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 men mice children teeth</a:t>
            </a:r>
            <a:endParaRPr sz="1800" b="0" i="0" u="none" strike="noStrike" cap="none">
              <a:solidFill>
                <a:srgbClr val="B7B7B7"/>
              </a:solidFill>
              <a:latin typeface="Jost"/>
              <a:ea typeface="Jost"/>
              <a:cs typeface="Jost"/>
              <a:sym typeface="Jost"/>
            </a:endParaRPr>
          </a:p>
        </p:txBody>
      </p:sp>
      <p:cxnSp>
        <p:nvCxnSpPr>
          <p:cNvPr id="1089" name="Google Shape;1089;g2deaf153e6b_0_19"/>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90" name="Google Shape;1090;g2deaf153e6b_0_19"/>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1" name="Google Shape;1091;g2deaf153e6b_0_19"/>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2" name="Google Shape;1092;g2deaf153e6b_0_19"/>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93" name="Google Shape;1093;g2deaf153e6b_0_19"/>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4" name="Google Shape;1094;g2deaf153e6b_0_19"/>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95" name="Google Shape;1095;g2deaf153e6b_0_19"/>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6" name="Google Shape;1096;g2deaf153e6b_0_19"/>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7" name="Google Shape;1097;g2deaf153e6b_0_19"/>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8" name="Google Shape;1098;g2deaf153e6b_0_1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9" name="Google Shape;1099;g2deaf153e6b_0_1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0" name="Google Shape;1100;g2deaf153e6b_0_19"/>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1" name="Google Shape;1101;g2deaf153e6b_0_19"/>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2" name="Google Shape;1102;g2deaf153e6b_0_19"/>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03" name="Google Shape;1103;g2deaf153e6b_0_19"/>
          <p:cNvGrpSpPr/>
          <p:nvPr/>
        </p:nvGrpSpPr>
        <p:grpSpPr>
          <a:xfrm>
            <a:off x="-550" y="6984600"/>
            <a:ext cx="8596479" cy="808600"/>
            <a:chOff x="-550" y="6984600"/>
            <a:chExt cx="8596479" cy="808600"/>
          </a:xfrm>
        </p:grpSpPr>
        <p:sp>
          <p:nvSpPr>
            <p:cNvPr id="1104" name="Google Shape;1104;g2deaf153e6b_0_19"/>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105" name="Google Shape;1105;g2deaf153e6b_0_19"/>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106" name="Google Shape;1106;g2deaf153e6b_0_19"/>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107" name="Google Shape;1107;g2deaf153e6b_0_19"/>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108" name="Google Shape;1108;g2deaf153e6b_0_19"/>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109" name="Google Shape;1109;g2deaf153e6b_0_19"/>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110" name="Google Shape;1110;g2deaf153e6b_0_19"/>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111" name="Google Shape;1111;g2deaf153e6b_0_19"/>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112" name="Google Shape;1112;g2deaf153e6b_0_19"/>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113" name="Google Shape;1113;g2deaf153e6b_0_19"/>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D25"/>
                </a:solidFill>
                <a:latin typeface="Jost"/>
                <a:ea typeface="Jost"/>
                <a:cs typeface="Jost"/>
                <a:sym typeface="Jost"/>
              </a:rPr>
              <a:t>e</a:t>
            </a:r>
            <a:endParaRPr sz="5500" b="0" i="0" u="none" strike="noStrike" cap="none">
              <a:solidFill>
                <a:srgbClr val="ED1D25"/>
              </a:solidFill>
              <a:latin typeface="Jost"/>
              <a:ea typeface="Jost"/>
              <a:cs typeface="Jost"/>
              <a:sym typeface="Jost"/>
            </a:endParaRPr>
          </a:p>
        </p:txBody>
      </p:sp>
      <p:sp>
        <p:nvSpPr>
          <p:cNvPr id="1114" name="Google Shape;1114;g2deaf153e6b_0_19"/>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4"/>
                </a:solidFill>
                <a:latin typeface="Jost"/>
                <a:ea typeface="Jost"/>
                <a:cs typeface="Jost"/>
                <a:sym typeface="Jost"/>
              </a:rPr>
              <a:t>ch</a:t>
            </a:r>
            <a:endParaRPr sz="5500" b="0" i="0" u="none" strike="noStrike" cap="none">
              <a:solidFill>
                <a:srgbClr val="FFD404"/>
              </a:solidFill>
              <a:latin typeface="Jost"/>
              <a:ea typeface="Jost"/>
              <a:cs typeface="Jost"/>
              <a:sym typeface="Jost"/>
            </a:endParaRPr>
          </a:p>
        </p:txBody>
      </p:sp>
      <p:sp>
        <p:nvSpPr>
          <p:cNvPr id="1115" name="Google Shape;1115;g2deaf153e6b_0_19"/>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16" name="Google Shape;1116;g2deaf153e6b_0_19"/>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i-e</a:t>
            </a:r>
            <a:endParaRPr sz="5500" b="0" i="0" u="none" strike="noStrike" cap="none">
              <a:solidFill>
                <a:srgbClr val="F7941D"/>
              </a:solidFill>
              <a:latin typeface="Jost"/>
              <a:ea typeface="Jost"/>
              <a:cs typeface="Jost"/>
              <a:sym typeface="Jost"/>
            </a:endParaRPr>
          </a:p>
        </p:txBody>
      </p:sp>
      <p:sp>
        <p:nvSpPr>
          <p:cNvPr id="1117" name="Google Shape;1117;g2deaf153e6b_0_19"/>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D25"/>
                </a:solidFill>
                <a:latin typeface="Jost"/>
                <a:ea typeface="Jost"/>
                <a:cs typeface="Jost"/>
                <a:sym typeface="Jost"/>
              </a:rPr>
              <a:t>i</a:t>
            </a:r>
            <a:endParaRPr sz="5500" b="0" i="0" u="none" strike="noStrike" cap="none">
              <a:solidFill>
                <a:srgbClr val="ED1D25"/>
              </a:solidFill>
              <a:latin typeface="Jost"/>
              <a:ea typeface="Jost"/>
              <a:cs typeface="Jost"/>
              <a:sym typeface="Jost"/>
            </a:endParaRPr>
          </a:p>
        </p:txBody>
      </p:sp>
      <p:sp>
        <p:nvSpPr>
          <p:cNvPr id="1118" name="Google Shape;1118;g2deaf153e6b_0_19"/>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19" name="Google Shape;1119;g2deaf153e6b_0_19"/>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ee</a:t>
            </a:r>
            <a:endParaRPr sz="5500" b="0" i="0" u="none" strike="noStrike" cap="none">
              <a:solidFill>
                <a:srgbClr val="00904C"/>
              </a:solidFill>
              <a:latin typeface="Jost"/>
              <a:ea typeface="Jost"/>
              <a:cs typeface="Jost"/>
              <a:sym typeface="Jost"/>
            </a:endParaRPr>
          </a:p>
        </p:txBody>
      </p:sp>
      <p:sp>
        <p:nvSpPr>
          <p:cNvPr id="1120" name="Google Shape;1120;g2deaf153e6b_0_19"/>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21" name="Google Shape;1121;g2deaf153e6b_0_19"/>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22" name="Google Shape;1122;g2deaf153e6b_0_19"/>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23" name="Google Shape;1123;g2deaf153e6b_0_19"/>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24" name="Google Shape;1124;g2deaf153e6b_0_19"/>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4"/>
                </a:solidFill>
                <a:latin typeface="Jost"/>
                <a:ea typeface="Jost"/>
                <a:cs typeface="Jost"/>
                <a:sym typeface="Jost"/>
              </a:rPr>
              <a:t>th</a:t>
            </a:r>
            <a:endParaRPr sz="5500" b="0" i="0" u="none" strike="noStrike" cap="none">
              <a:solidFill>
                <a:srgbClr val="FFD40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344</Words>
  <Application>Microsoft Office PowerPoint</Application>
  <PresentationFormat>On-screen Show (4:3)</PresentationFormat>
  <Paragraphs>139</Paragraphs>
  <Slides>18</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Jost</vt:lpstr>
      <vt:lpstr>Poppins</vt:lpstr>
      <vt:lpstr>Arial</vt:lpstr>
      <vt:lpstr>Nunito Black</vt:lpstr>
      <vt:lpstr>Poppins SemiBold</vt:lpstr>
      <vt:lpstr>Calibri</vt:lpstr>
      <vt:lpstr>Poppins Medium</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5 Common Exception Words today house mouse hour because Mr Mrs Ms where should could would move use want.</vt:lpstr>
      <vt:lpstr>Teach Suffix Rule</vt:lpstr>
      <vt:lpstr>Demonstrate Using Examples</vt:lpstr>
      <vt:lpstr>Demonstrate Using Examples</vt:lpstr>
      <vt:lpstr>Explain Decoding</vt:lpstr>
      <vt:lpstr>Model Blending Phonemes</vt:lpstr>
      <vt:lpstr>Model Blending Phonemes</vt:lpstr>
      <vt:lpstr>Explain Encoding</vt:lpstr>
      <vt:lpstr>Practise Adding Affixes</vt:lpstr>
      <vt:lpstr>Practise Adding Affixes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2026-06-03T01:35:18Z</dcterms:modified>
</cp:coreProperties>
</file>