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9144000"/>
  <p:notesSz cx="6858000" cy="9144000"/>
  <p:embeddedFontLst>
    <p:embeddedFont>
      <p:font typeface="Poppins"/>
      <p:regular r:id="rId31"/>
      <p:bold r:id="rId32"/>
      <p:italic r:id="rId33"/>
      <p:boldItalic r:id="rId34"/>
    </p:embeddedFont>
    <p:embeddedFont>
      <p:font typeface="Jost"/>
      <p:regular r:id="rId35"/>
      <p:bold r:id="rId36"/>
      <p:italic r:id="rId37"/>
      <p:boldItalic r:id="rId38"/>
    </p:embeddedFont>
    <p:embeddedFont>
      <p:font typeface="Poppins Medium"/>
      <p:regular r:id="rId39"/>
      <p:bold r:id="rId40"/>
      <p:italic r:id="rId41"/>
      <p:boldItalic r:id="rId42"/>
    </p:embeddedFont>
    <p:embeddedFont>
      <p:font typeface="Poppins SemiBold"/>
      <p:regular r:id="rId43"/>
      <p:bold r:id="rId44"/>
      <p:italic r:id="rId45"/>
      <p:boldItalic r:id="rId46"/>
    </p:embeddedFont>
    <p:embeddedFont>
      <p:font typeface="Nunito Black"/>
      <p:bold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49" roundtripDataSignature="AMtx7mhferk1s61M0YV8jDMkHnz4DTmV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1F5E5B-8BEB-49CA-8EAB-342E2027A6AB}">
  <a:tblStyle styleId="{0D1F5E5B-8BEB-49CA-8EAB-342E2027A6AB}"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Medium-bold.fntdata"/><Relationship Id="rId42" Type="http://schemas.openxmlformats.org/officeDocument/2006/relationships/font" Target="fonts/PoppinsMedium-boldItalic.fntdata"/><Relationship Id="rId41" Type="http://schemas.openxmlformats.org/officeDocument/2006/relationships/font" Target="fonts/PoppinsMedium-italic.fntdata"/><Relationship Id="rId44" Type="http://schemas.openxmlformats.org/officeDocument/2006/relationships/font" Target="fonts/PoppinsSemiBold-bold.fntdata"/><Relationship Id="rId43" Type="http://schemas.openxmlformats.org/officeDocument/2006/relationships/font" Target="fonts/PoppinsSemiBold-regular.fntdata"/><Relationship Id="rId46" Type="http://schemas.openxmlformats.org/officeDocument/2006/relationships/font" Target="fonts/PoppinsSemiBold-boldItalic.fntdata"/><Relationship Id="rId45" Type="http://schemas.openxmlformats.org/officeDocument/2006/relationships/font" Target="fonts/Poppins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NunitoBlack-boldItalic.fntdata"/><Relationship Id="rId47" Type="http://schemas.openxmlformats.org/officeDocument/2006/relationships/font" Target="fonts/NunitoBlack-bold.fntdata"/><Relationship Id="rId4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regular.fntdata"/><Relationship Id="rId30" Type="http://schemas.openxmlformats.org/officeDocument/2006/relationships/slide" Target="slides/slide24.xml"/><Relationship Id="rId33" Type="http://schemas.openxmlformats.org/officeDocument/2006/relationships/font" Target="fonts/Poppins-italic.fntdata"/><Relationship Id="rId32" Type="http://schemas.openxmlformats.org/officeDocument/2006/relationships/font" Target="fonts/Poppins-bold.fntdata"/><Relationship Id="rId35" Type="http://schemas.openxmlformats.org/officeDocument/2006/relationships/font" Target="fonts/Jost-regular.fntdata"/><Relationship Id="rId34" Type="http://schemas.openxmlformats.org/officeDocument/2006/relationships/font" Target="fonts/Poppins-boldItalic.fntdata"/><Relationship Id="rId37" Type="http://schemas.openxmlformats.org/officeDocument/2006/relationships/font" Target="fonts/Jost-italic.fntdata"/><Relationship Id="rId36" Type="http://schemas.openxmlformats.org/officeDocument/2006/relationships/font" Target="fonts/Jost-bold.fntdata"/><Relationship Id="rId39" Type="http://schemas.openxmlformats.org/officeDocument/2006/relationships/font" Target="fonts/PoppinsMedium-regular.fntdata"/><Relationship Id="rId38" Type="http://schemas.openxmlformats.org/officeDocument/2006/relationships/font" Target="fonts/Jost-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38b5650f85_0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g338b5650f8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38b5650f8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38b5650f85_0_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g338b5650f85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5" name="Google Shape;705;g338b5650f85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38b5650f85_0_6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g338b5650f85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g338b5650f85_0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38b5650f85_0_1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8" name="Google Shape;788;g338b5650f85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9" name="Google Shape;789;g338b5650f85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38b5650f85_0_1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8" name="Google Shape;838;g338b5650f85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g338b5650f85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38b5650f85_0_18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9" name="Google Shape;859;g338b5650f85_0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38b5650f85_0_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38b5650f85_0_2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4" name="Google Shape;894;g338b5650f85_0_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38b5650f85_0_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38b5650f85_0_2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4" name="Google Shape;914;g338b5650f85_0_2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38b5650f85_0_2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38b5650f85_0_2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5" name="Google Shape;935;g338b5650f85_0_2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6" name="Google Shape;936;g338b5650f85_0_2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38b5650f85_0_28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5" name="Google Shape;965;g338b5650f85_0_2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g338b5650f85_0_2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2c186218c5a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5" name="Google Shape;995;g2c186218c5a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2c186218c5a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2e5653a5c6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6" name="Google Shape;1006;g2e5653a5c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7" name="Google Shape;1007;g2e5653a5c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2c186218c5a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7" name="Google Shape;1017;g2c186218c5a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8" name="Google Shape;1018;g2c186218c5a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2c4fb7f6616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4" name="Google Shape;1024;g2c4fb7f6616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2c4fb7f6616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2749eebbbc6_0_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4" name="Google Shape;1054;g2749eebbbc6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2749eebbbc6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2c186218c5a_0_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4" name="Google Shape;1084;g2c186218c5a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2c186218c5a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1" name="Google Shape;1091;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2" name="Google Shape;1092;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2" name="Google Shape;1102;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3" name="Google Shape;1103;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1f3daf8a844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3" name="Google Shape;1113;g1f3daf8a844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4" name="Google Shape;1114;g1f3daf8a844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2749eebbbc6_0_6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5" name="Google Shape;1135;g2749eebbbc6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2749eebbbc6_0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9" name="Google Shape;1159;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0" name="Google Shape;1160;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5" name="Google Shape;1165;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6.png"/><Relationship Id="rId13" Type="http://schemas.openxmlformats.org/officeDocument/2006/relationships/image" Target="../media/image4.png"/><Relationship Id="rId12" Type="http://schemas.openxmlformats.org/officeDocument/2006/relationships/image" Target="../media/image7.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50.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48246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 name="Google Shape;109;g26b641b03cd_0_33"/>
          <p:cNvSpPr/>
          <p:nvPr/>
        </p:nvSpPr>
        <p:spPr>
          <a:xfrm flipH="1" rot="-5400000">
            <a:off x="-938345" y="2638960"/>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Compare ear - /ear/ and /air/</a:t>
            </a:r>
            <a:endParaRPr b="0" i="0" sz="1800" u="none" cap="none" strike="noStrik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204536"/>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17 - Thursday</a:t>
            </a:r>
            <a:endParaRPr b="0" i="0" sz="1800" u="none" cap="none" strike="noStrik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84</a:t>
            </a:r>
            <a:endParaRPr b="0" i="0" sz="1800" u="none" cap="none" strike="noStrik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6" name="Google Shape;116;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7" name="Google Shape;117;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1" name="Google Shape;121;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4" name="Google Shape;124;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5" name="Google Shape;125;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6" name="Google Shape;126;g26b641b03cd_0_33"/>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27" name="Shape 127"/>
        <p:cNvGrpSpPr/>
        <p:nvPr/>
      </p:nvGrpSpPr>
      <p:grpSpPr>
        <a:xfrm>
          <a:off x="0" y="0"/>
          <a:ext cx="0" cy="0"/>
          <a:chOff x="0" y="0"/>
          <a:chExt cx="0" cy="0"/>
        </a:xfrm>
      </p:grpSpPr>
      <p:grpSp>
        <p:nvGrpSpPr>
          <p:cNvPr id="128" name="Google Shape;128;p25"/>
          <p:cNvGrpSpPr/>
          <p:nvPr/>
        </p:nvGrpSpPr>
        <p:grpSpPr>
          <a:xfrm>
            <a:off x="-400050" y="-342900"/>
            <a:ext cx="9944100" cy="7258200"/>
            <a:chOff x="-400050" y="-342900"/>
            <a:chExt cx="9944100" cy="7258200"/>
          </a:xfrm>
        </p:grpSpPr>
        <p:grpSp>
          <p:nvGrpSpPr>
            <p:cNvPr id="129" name="Google Shape;129;p25"/>
            <p:cNvGrpSpPr/>
            <p:nvPr/>
          </p:nvGrpSpPr>
          <p:grpSpPr>
            <a:xfrm>
              <a:off x="-400050" y="-342900"/>
              <a:ext cx="9944100" cy="7258200"/>
              <a:chOff x="-400050" y="-342900"/>
              <a:chExt cx="9944100" cy="7258200"/>
            </a:xfrm>
          </p:grpSpPr>
          <p:grpSp>
            <p:nvGrpSpPr>
              <p:cNvPr id="130" name="Google Shape;130;p25"/>
              <p:cNvGrpSpPr/>
              <p:nvPr/>
            </p:nvGrpSpPr>
            <p:grpSpPr>
              <a:xfrm>
                <a:off x="-36925" y="-42000"/>
                <a:ext cx="9236225" cy="6957300"/>
                <a:chOff x="-36925" y="-42000"/>
                <a:chExt cx="9236225" cy="6957300"/>
              </a:xfrm>
            </p:grpSpPr>
            <p:sp>
              <p:nvSpPr>
                <p:cNvPr id="131" name="Google Shape;131;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33" name="Google Shape;133;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34" name="Google Shape;134;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35" name="Google Shape;135;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38" name="Google Shape;138;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39" name="Google Shape;139;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40" name="Shape 140"/>
        <p:cNvGrpSpPr/>
        <p:nvPr/>
      </p:nvGrpSpPr>
      <p:grpSpPr>
        <a:xfrm>
          <a:off x="0" y="0"/>
          <a:ext cx="0" cy="0"/>
          <a:chOff x="0" y="0"/>
          <a:chExt cx="0" cy="0"/>
        </a:xfrm>
      </p:grpSpPr>
      <p:sp>
        <p:nvSpPr>
          <p:cNvPr id="141" name="Google Shape;141;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Legal notice and Sharing Permissions </a:t>
            </a:r>
            <a:endParaRPr b="0" i="0" sz="1400" u="none" cap="none" strike="noStrike">
              <a:solidFill>
                <a:srgbClr val="000000"/>
              </a:solidFill>
              <a:latin typeface="Arial"/>
              <a:ea typeface="Arial"/>
              <a:cs typeface="Arial"/>
              <a:sym typeface="Arial"/>
            </a:endParaRPr>
          </a:p>
        </p:txBody>
      </p:sp>
      <p:sp>
        <p:nvSpPr>
          <p:cNvPr id="144" name="Google Shape;144;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45" name="Google Shape;145;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46" name="Google Shape;146;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47" name="Google Shape;147;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48" name="Google Shape;148;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49" name="Google Shape;149;g2c4fb7f6616_0_721"/>
          <p:cNvGrpSpPr/>
          <p:nvPr/>
        </p:nvGrpSpPr>
        <p:grpSpPr>
          <a:xfrm>
            <a:off x="1050674" y="3528974"/>
            <a:ext cx="508471" cy="472349"/>
            <a:chOff x="718913" y="3178865"/>
            <a:chExt cx="825441" cy="766800"/>
          </a:xfrm>
        </p:grpSpPr>
        <p:sp>
          <p:nvSpPr>
            <p:cNvPr id="150" name="Google Shape;150;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1" name="Google Shape;151;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52" name="Google Shape;152;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843"/>
              </a:srgbClr>
            </a:outerShdw>
          </a:effectLst>
        </p:spPr>
      </p:pic>
      <p:sp>
        <p:nvSpPr>
          <p:cNvPr id="153" name="Google Shape;153;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54" name="Google Shape;154;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55" name="Google Shape;155;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56" name="Google Shape;156;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57" name="Google Shape;157;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58" name="Google Shape;158;g2c4fb7f6616_0_721"/>
          <p:cNvPicPr preferRelativeResize="0"/>
          <p:nvPr/>
        </p:nvPicPr>
        <p:blipFill rotWithShape="1">
          <a:blip r:embed="rId12">
            <a:alphaModFix/>
          </a:blip>
          <a:srcRect b="0" l="0" r="0" t="0"/>
          <a:stretch/>
        </p:blipFill>
        <p:spPr>
          <a:xfrm rot="-505316">
            <a:off x="5528790" y="1629680"/>
            <a:ext cx="1382684" cy="1382665"/>
          </a:xfrm>
          <a:prstGeom prst="rect">
            <a:avLst/>
          </a:prstGeom>
          <a:noFill/>
          <a:ln>
            <a:noFill/>
          </a:ln>
          <a:effectLst>
            <a:outerShdw blurRad="57150" rotWithShape="0" algn="bl" dir="5400000" dist="19050">
              <a:srgbClr val="000000">
                <a:alpha val="20000"/>
              </a:srgbClr>
            </a:outerShdw>
          </a:effectLst>
        </p:spPr>
      </p:pic>
      <p:pic>
        <p:nvPicPr>
          <p:cNvPr id="159" name="Google Shape;159;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60" name="Shape 160"/>
        <p:cNvGrpSpPr/>
        <p:nvPr/>
      </p:nvGrpSpPr>
      <p:grpSpPr>
        <a:xfrm>
          <a:off x="0" y="0"/>
          <a:ext cx="0" cy="0"/>
          <a:chOff x="0" y="0"/>
          <a:chExt cx="0" cy="0"/>
        </a:xfrm>
      </p:grpSpPr>
      <p:sp>
        <p:nvSpPr>
          <p:cNvPr id="161" name="Google Shape;161;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62" name="Google Shape;162;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26b641b03cd_0_260"/>
          <p:cNvSpPr/>
          <p:nvPr>
            <p:ph idx="2" type="pic"/>
          </p:nvPr>
        </p:nvSpPr>
        <p:spPr>
          <a:xfrm>
            <a:off x="960225" y="1993200"/>
            <a:ext cx="2946000" cy="1949700"/>
          </a:xfrm>
          <a:prstGeom prst="roundRect">
            <a:avLst>
              <a:gd fmla="val 16667" name="adj"/>
            </a:avLst>
          </a:prstGeom>
          <a:noFill/>
          <a:ln>
            <a:noFill/>
          </a:ln>
        </p:spPr>
      </p:sp>
      <p:pic>
        <p:nvPicPr>
          <p:cNvPr id="166" name="Google Shape;166;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666"/>
              </a:srgbClr>
            </a:outerShdw>
          </a:effectLst>
        </p:spPr>
      </p:pic>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69" name="Google Shape;169;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0" name="Google Shape;170;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187" name="Shape 187"/>
        <p:cNvGrpSpPr/>
        <p:nvPr/>
      </p:nvGrpSpPr>
      <p:grpSpPr>
        <a:xfrm>
          <a:off x="0" y="0"/>
          <a:ext cx="0" cy="0"/>
          <a:chOff x="0" y="0"/>
          <a:chExt cx="0" cy="0"/>
        </a:xfrm>
      </p:grpSpPr>
      <p:sp>
        <p:nvSpPr>
          <p:cNvPr id="188" name="Google Shape;188;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189" name="Google Shape;189;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Building Words</a:t>
            </a:r>
            <a:endParaRPr b="0" i="0" sz="3000" u="none" cap="none" strike="noStrike">
              <a:solidFill>
                <a:srgbClr val="CB3D85"/>
              </a:solidFill>
              <a:latin typeface="Poppins Medium"/>
              <a:ea typeface="Poppins Medium"/>
              <a:cs typeface="Poppins Medium"/>
              <a:sym typeface="Poppins Medium"/>
            </a:endParaRPr>
          </a:p>
        </p:txBody>
      </p:sp>
      <p:sp>
        <p:nvSpPr>
          <p:cNvPr id="191" name="Google Shape;191;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192" name="Google Shape;192;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193" name="Google Shape;193;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6" name="Google Shape;196;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7" name="Google Shape;197;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198" name="Google Shape;198;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199" name="Google Shape;199;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00" name="Google Shape;200;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5" name="Google Shape;205;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2" name="Google Shape;212;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6" name="Google Shape;216;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7" name="Google Shape;217;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18"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2" name="Google Shape;222;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5" name="Google Shape;225;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6" name="Google Shape;226;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7" name="Google Shape;227;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8" name="Google Shape;228;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9" name="Google Shape;229;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4" name="Google Shape;234;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1" name="Google Shape;241;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2" name="Google Shape;242;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5" name="Google Shape;245;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6" name="Google Shape;246;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47"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50" name="Google Shape;250;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1" name="Google Shape;251;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2" name="Google Shape;252;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3" name="Google Shape;253;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4" name="Google Shape;254;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2" name="Google Shape;262;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0" name="Google Shape;270;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4" name="Google Shape;274;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275"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279" name="Google Shape;279;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0" name="Google Shape;280;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1" name="Google Shape;281;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2" name="Google Shape;282;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3" name="Google Shape;283;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0" name="Google Shape;290;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8" name="Google Shape;298;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2" name="Google Shape;302;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03"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263"/>
          <p:cNvSpPr/>
          <p:nvPr>
            <p:ph idx="5" type="pic"/>
          </p:nvPr>
        </p:nvSpPr>
        <p:spPr>
          <a:xfrm>
            <a:off x="5086375" y="4412425"/>
            <a:ext cx="2668800" cy="1291500"/>
          </a:xfrm>
          <a:prstGeom prst="rect">
            <a:avLst/>
          </a:prstGeom>
          <a:noFill/>
          <a:ln>
            <a:noFill/>
          </a:ln>
        </p:spPr>
      </p:sp>
      <p:sp>
        <p:nvSpPr>
          <p:cNvPr id="311" name="Google Shape;311;g2c157a2fb06_0_263"/>
          <p:cNvSpPr/>
          <p:nvPr>
            <p:ph idx="6" type="pic"/>
          </p:nvPr>
        </p:nvSpPr>
        <p:spPr>
          <a:xfrm>
            <a:off x="5086375" y="797675"/>
            <a:ext cx="2668800" cy="1291500"/>
          </a:xfrm>
          <a:prstGeom prst="rect">
            <a:avLst/>
          </a:prstGeom>
          <a:noFill/>
          <a:ln>
            <a:noFill/>
          </a:ln>
        </p:spPr>
      </p:sp>
      <p:sp>
        <p:nvSpPr>
          <p:cNvPr id="312" name="Google Shape;312;g2c157a2fb06_0_263"/>
          <p:cNvSpPr/>
          <p:nvPr>
            <p:ph idx="7" type="pic"/>
          </p:nvPr>
        </p:nvSpPr>
        <p:spPr>
          <a:xfrm>
            <a:off x="5086375" y="2002592"/>
            <a:ext cx="2668800" cy="1291500"/>
          </a:xfrm>
          <a:prstGeom prst="rect">
            <a:avLst/>
          </a:prstGeom>
          <a:noFill/>
          <a:ln>
            <a:noFill/>
          </a:ln>
        </p:spPr>
      </p:sp>
      <p:sp>
        <p:nvSpPr>
          <p:cNvPr id="313" name="Google Shape;313;g2c157a2fb06_0_263"/>
          <p:cNvSpPr/>
          <p:nvPr>
            <p:ph idx="8" type="pic"/>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1" name="Google Shape;321;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2" name="Google Shape;332;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3" name="Google Shape;333;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34"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36" name="Google Shape;336;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37" name="Google Shape;337;g2c157a2fb06_0_467"/>
          <p:cNvSpPr/>
          <p:nvPr>
            <p:ph idx="2" type="pic"/>
          </p:nvPr>
        </p:nvSpPr>
        <p:spPr>
          <a:xfrm>
            <a:off x="1181100" y="852975"/>
            <a:ext cx="6781800" cy="2771700"/>
          </a:xfrm>
          <a:prstGeom prst="roundRect">
            <a:avLst>
              <a:gd fmla="val 16667" name="adj"/>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4" name="Google Shape;354;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8" name="Google Shape;358;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60"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2" name="Google Shape;362;g2c157a2fb06_0_629"/>
          <p:cNvSpPr/>
          <p:nvPr>
            <p:ph idx="2" type="pic"/>
          </p:nvPr>
        </p:nvSpPr>
        <p:spPr>
          <a:xfrm>
            <a:off x="1181100" y="852975"/>
            <a:ext cx="6781800" cy="2771700"/>
          </a:xfrm>
          <a:prstGeom prst="roundRect">
            <a:avLst>
              <a:gd fmla="val 16667" name="adj"/>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65" name="Google Shape;365;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6" name="Google Shape;366;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0" name="Google Shape;380;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4" name="Google Shape;384;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386"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388" name="Google Shape;388;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0" name="Google Shape;390;g2c157a2fb06_0_798"/>
          <p:cNvSpPr/>
          <p:nvPr>
            <p:ph idx="2" type="pic"/>
          </p:nvPr>
        </p:nvSpPr>
        <p:spPr>
          <a:xfrm>
            <a:off x="1181100" y="852975"/>
            <a:ext cx="6781800" cy="2771700"/>
          </a:xfrm>
          <a:prstGeom prst="roundRect">
            <a:avLst>
              <a:gd fmla="val 16667" name="adj"/>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13"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825"/>
          <p:cNvSpPr/>
          <p:nvPr>
            <p:ph idx="2" type="pic"/>
          </p:nvPr>
        </p:nvSpPr>
        <p:spPr>
          <a:xfrm>
            <a:off x="1181100" y="852975"/>
            <a:ext cx="6781800" cy="2771700"/>
          </a:xfrm>
          <a:prstGeom prst="roundRect">
            <a:avLst>
              <a:gd fmla="val 16667" name="adj"/>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40"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2" name="Google Shape;442;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7" name="Google Shape;447;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8" name="Google Shape;448;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9" name="Google Shape;449;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1" name="Google Shape;451;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2" name="Google Shape;452;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3" name="Google Shape;453;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5" name="Google Shape;455;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6" name="Google Shape;456;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7" name="Google Shape;457;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8" name="Google Shape;458;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9" name="Google Shape;459;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3" name="Google Shape;473;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4" name="Google Shape;474;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8" name="Google Shape;478;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479"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2" name="Google Shape;482;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3" name="Google Shape;483;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4" name="Google Shape;484;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5" name="Google Shape;485;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6" name="Google Shape;486;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7" name="Google Shape;487;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8" name="Google Shape;488;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489" name="Google Shape;489;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91" name="Google Shape;491;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2" name="Google Shape;492;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3" name="Google Shape;493;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4" name="Google Shape;494;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5" name="Google Shape;495;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6" name="Google Shape;496;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7" name="Google Shape;497;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8" name="Google Shape;498;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9" name="Google Shape;499;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00" name="Google Shape;500;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2" name="Google Shape;512;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3" name="Google Shape;513;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6" name="Google Shape;516;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7" name="Google Shape;517;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18"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20" name="Google Shape;520;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21" name="Google Shape;521;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2" name="Google Shape;522;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3" name="Google Shape;523;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4" name="Google Shape;524;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5" name="Google Shape;525;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6" name="Google Shape;526;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7" name="Google Shape;527;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8" name="Google Shape;528;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9" name="Google Shape;529;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0" name="Google Shape;530;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32" name="Google Shape;532;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3" name="Google Shape;533;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1" name="Google Shape;541;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8" name="Google Shape;548;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9" name="Google Shape;549;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2" name="Google Shape;552;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3" name="Google Shape;553;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54"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57" name="Google Shape;557;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8" name="Google Shape;558;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9" name="Google Shape;559;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60" name="Google Shape;560;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7" name="Google Shape;587;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8" name="Google Shape;588;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2" name="Google Shape;592;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593"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39"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bed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led </a:t>
            </a:r>
            <a:r>
              <a:rPr b="0" i="0" lang="en-US" sz="1100" u="none" cap="none" strike="noStrike">
                <a:solidFill>
                  <a:srgbClr val="1A1A1A"/>
                </a:solidFill>
                <a:latin typeface="Poppins"/>
                <a:ea typeface="Poppins"/>
                <a:cs typeface="Poppins"/>
                <a:sym typeface="Poppins"/>
              </a:rPr>
              <a:t>the difference is the phonemes </a:t>
            </a:r>
            <a:r>
              <a:rPr b="0" i="0" lang="en-US" sz="1100" u="none" cap="none" strike="noStrike">
                <a:solidFill>
                  <a:srgbClr val="53F41A"/>
                </a:solidFill>
                <a:latin typeface="Poppins"/>
                <a:ea typeface="Poppins"/>
                <a:cs typeface="Poppins"/>
                <a:sym typeface="Poppins"/>
              </a:rPr>
              <a:t>/b/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ship </a:t>
            </a:r>
            <a:r>
              <a:rPr b="0" i="0" lang="en-US" sz="1100" u="none" cap="none" strike="noStrike">
                <a:solidFill>
                  <a:srgbClr val="1A1A1A"/>
                </a:solidFill>
                <a:latin typeface="Poppins"/>
                <a:ea typeface="Poppins"/>
                <a:cs typeface="Poppins"/>
                <a:sym typeface="Poppins"/>
              </a:rPr>
              <a:t>as </a:t>
            </a:r>
            <a:r>
              <a:rPr b="0" i="0" lang="en-US" sz="1100" u="none" cap="none" strike="noStrike">
                <a:solidFill>
                  <a:srgbClr val="53F41A"/>
                </a:solidFill>
                <a:latin typeface="Poppins"/>
                <a:ea typeface="Poppins"/>
                <a:cs typeface="Poppins"/>
                <a:sym typeface="Poppins"/>
              </a:rPr>
              <a:t>/sh/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43"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representing the </a:t>
            </a:r>
            <a:r>
              <a:rPr b="0" i="0" lang="en-US" sz="1100" u="none" cap="none" strike="noStrike">
                <a:solidFill>
                  <a:srgbClr val="53F41A"/>
                </a:solidFill>
                <a:latin typeface="Poppins"/>
                <a:ea typeface="Poppins"/>
                <a:cs typeface="Poppins"/>
                <a:sym typeface="Poppins"/>
              </a:rPr>
              <a:t>/ɑi/ </a:t>
            </a:r>
            <a:r>
              <a:rPr b="0" i="0" lang="en-US" sz="1100" u="none" cap="none" strike="noStrike">
                <a:solidFill>
                  <a:srgbClr val="1A1A1A"/>
                </a:solidFill>
                <a:latin typeface="Poppins"/>
                <a:ea typeface="Poppins"/>
                <a:cs typeface="Poppins"/>
                <a:sym typeface="Poppins"/>
              </a:rPr>
              <a:t>phoneme in </a:t>
            </a:r>
            <a:r>
              <a:rPr b="0" i="0" lang="en-US" sz="1100" u="none" cap="none" strike="noStrike">
                <a:solidFill>
                  <a:srgbClr val="1A30E8"/>
                </a:solidFill>
                <a:latin typeface="Poppins"/>
                <a:ea typeface="Poppins"/>
                <a:cs typeface="Poppins"/>
                <a:sym typeface="Poppins"/>
              </a:rPr>
              <a:t>eight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the two letters in the digraph, as in the words </a:t>
            </a:r>
            <a:r>
              <a:rPr b="0" i="0" lang="en-US" sz="1100" u="none" cap="none" strike="noStrike">
                <a:solidFill>
                  <a:srgbClr val="1A30E8"/>
                </a:solidFill>
                <a:latin typeface="Poppins"/>
                <a:ea typeface="Poppins"/>
                <a:cs typeface="Poppins"/>
                <a:sym typeface="Poppins"/>
              </a:rPr>
              <a:t>mɑke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ɑm </a:t>
            </a:r>
            <a:r>
              <a:rPr b="0" i="0" lang="en-US" sz="1100" u="none" cap="none" strike="noStrike">
                <a:solidFill>
                  <a:srgbClr val="1A1A1A"/>
                </a:solidFill>
                <a:latin typeface="Poppins"/>
                <a:ea typeface="Poppins"/>
                <a:cs typeface="Poppins"/>
                <a:sym typeface="Poppins"/>
              </a:rPr>
              <a:t>(VC), </a:t>
            </a:r>
            <a:r>
              <a:rPr b="0" i="0" lang="en-US" sz="1100" u="none" cap="none" strike="noStrike">
                <a:solidFill>
                  <a:srgbClr val="1A30E8"/>
                </a:solidFill>
                <a:latin typeface="Poppins"/>
                <a:ea typeface="Poppins"/>
                <a:cs typeface="Poppins"/>
                <a:sym typeface="Poppins"/>
              </a:rPr>
              <a:t>sɑt </a:t>
            </a:r>
            <a:r>
              <a:rPr b="0" i="0" lang="en-US" sz="1100" u="none" cap="none" strike="noStrike">
                <a:solidFill>
                  <a:srgbClr val="1A1A1A"/>
                </a:solidFill>
                <a:latin typeface="Poppins"/>
                <a:ea typeface="Poppins"/>
                <a:cs typeface="Poppins"/>
                <a:sym typeface="Poppins"/>
              </a:rPr>
              <a:t>(CVC), </a:t>
            </a:r>
            <a:r>
              <a:rPr b="0" i="0" lang="en-US" sz="1100" u="none" cap="none" strike="noStrike">
                <a:solidFill>
                  <a:srgbClr val="1A30E8"/>
                </a:solidFill>
                <a:latin typeface="Poppins"/>
                <a:ea typeface="Poppins"/>
                <a:cs typeface="Poppins"/>
                <a:sym typeface="Poppins"/>
              </a:rPr>
              <a:t>slɑm </a:t>
            </a:r>
            <a:r>
              <a:rPr b="0" i="0" lang="en-US" sz="1100" u="none" cap="none" strike="noStrike">
                <a:solidFill>
                  <a:srgbClr val="1A1A1A"/>
                </a:solidFill>
                <a:latin typeface="Poppins"/>
                <a:ea typeface="Poppins"/>
                <a:cs typeface="Poppins"/>
                <a:sym typeface="Poppins"/>
              </a:rPr>
              <a:t>(CCVC) or </a:t>
            </a:r>
            <a:r>
              <a:rPr b="0" i="0" lang="en-US" sz="1100" u="none" cap="none" strike="noStrike">
                <a:solidFill>
                  <a:srgbClr val="1A30E8"/>
                </a:solidFill>
                <a:latin typeface="Poppins"/>
                <a:ea typeface="Poppins"/>
                <a:cs typeface="Poppins"/>
                <a:sym typeface="Poppins"/>
              </a:rPr>
              <a:t>eɑch </a:t>
            </a:r>
            <a:r>
              <a:rPr b="0" i="0" lang="en-US" sz="1100" u="none" cap="none" strike="noStrike">
                <a:solidFill>
                  <a:srgbClr val="1A1A1A"/>
                </a:solidFill>
                <a:latin typeface="Poppins"/>
                <a:ea typeface="Poppins"/>
                <a:cs typeface="Poppins"/>
                <a:sym typeface="Poppins"/>
              </a:rPr>
              <a:t>(VC), </a:t>
            </a:r>
            <a:r>
              <a:rPr b="0" i="0" lang="en-US" sz="1100" u="none" cap="none" strike="noStrike">
                <a:solidFill>
                  <a:srgbClr val="1A30E8"/>
                </a:solidFill>
                <a:latin typeface="Poppins"/>
                <a:ea typeface="Poppins"/>
                <a:cs typeface="Poppins"/>
                <a:sym typeface="Poppins"/>
              </a:rPr>
              <a:t>beɑch </a:t>
            </a:r>
            <a:r>
              <a:rPr b="0" i="0" lang="en-US" sz="1100" u="none" cap="none" strike="noStrike">
                <a:solidFill>
                  <a:srgbClr val="1A1A1A"/>
                </a:solidFill>
                <a:latin typeface="Poppins"/>
                <a:ea typeface="Poppins"/>
                <a:cs typeface="Poppins"/>
                <a:sym typeface="Poppins"/>
              </a:rPr>
              <a:t>(CVC), </a:t>
            </a:r>
            <a:r>
              <a:rPr b="0" i="0" lang="en-US" sz="1100" u="none" cap="none" strike="noStrike">
                <a:solidFill>
                  <a:srgbClr val="1A30E8"/>
                </a:solidFill>
                <a:latin typeface="Poppins"/>
                <a:ea typeface="Poppins"/>
                <a:cs typeface="Poppins"/>
                <a:sym typeface="Poppins"/>
              </a:rPr>
              <a:t>bleɑch </a:t>
            </a:r>
            <a:r>
              <a:rPr b="0" i="0" lang="en-US" sz="1100" u="none" cap="none" strike="noStrike">
                <a:solidFill>
                  <a:srgbClr val="1A1A1A"/>
                </a:solidFill>
                <a:latin typeface="Poppins"/>
                <a:ea typeface="Poppins"/>
                <a:cs typeface="Poppins"/>
                <a:sym typeface="Poppins"/>
              </a:rPr>
              <a:t>(CCVC).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png"/><Relationship Id="rId4" Type="http://schemas.openxmlformats.org/officeDocument/2006/relationships/image" Target="../media/image2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7.png"/><Relationship Id="rId4" Type="http://schemas.openxmlformats.org/officeDocument/2006/relationships/image" Target="../media/image78.png"/><Relationship Id="rId5" Type="http://schemas.openxmlformats.org/officeDocument/2006/relationships/slide" Target="/ppt/slides/slide13.xml"/><Relationship Id="rId6" Type="http://schemas.openxmlformats.org/officeDocument/2006/relationships/slide" Target="/ppt/slides/slide20.xml"/></Relationships>
</file>

<file path=ppt/slides/_rels/slide3.xml.rels><?xml version="1.0" encoding="UTF-8" standalone="yes"?><Relationships xmlns="http://schemas.openxmlformats.org/package/2006/relationships"><Relationship Id="rId20" Type="http://schemas.openxmlformats.org/officeDocument/2006/relationships/image" Target="../media/image29.png"/><Relationship Id="rId22" Type="http://schemas.openxmlformats.org/officeDocument/2006/relationships/image" Target="../media/image34.png"/><Relationship Id="rId21" Type="http://schemas.openxmlformats.org/officeDocument/2006/relationships/image" Target="../media/image64.png"/><Relationship Id="rId24" Type="http://schemas.openxmlformats.org/officeDocument/2006/relationships/image" Target="../media/image40.png"/><Relationship Id="rId23" Type="http://schemas.openxmlformats.org/officeDocument/2006/relationships/image" Target="../media/image32.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24.png"/><Relationship Id="rId9" Type="http://schemas.openxmlformats.org/officeDocument/2006/relationships/image" Target="../media/image46.png"/><Relationship Id="rId25" Type="http://schemas.openxmlformats.org/officeDocument/2006/relationships/image" Target="../media/image35.png"/><Relationship Id="rId5" Type="http://schemas.openxmlformats.org/officeDocument/2006/relationships/image" Target="../media/image31.png"/><Relationship Id="rId6" Type="http://schemas.openxmlformats.org/officeDocument/2006/relationships/image" Target="../media/image25.png"/><Relationship Id="rId7" Type="http://schemas.openxmlformats.org/officeDocument/2006/relationships/image" Target="../media/image16.png"/><Relationship Id="rId8" Type="http://schemas.openxmlformats.org/officeDocument/2006/relationships/image" Target="../media/image30.png"/><Relationship Id="rId11" Type="http://schemas.openxmlformats.org/officeDocument/2006/relationships/image" Target="../media/image19.png"/><Relationship Id="rId10" Type="http://schemas.openxmlformats.org/officeDocument/2006/relationships/image" Target="../media/image18.png"/><Relationship Id="rId13" Type="http://schemas.openxmlformats.org/officeDocument/2006/relationships/image" Target="../media/image22.png"/><Relationship Id="rId12" Type="http://schemas.openxmlformats.org/officeDocument/2006/relationships/image" Target="../media/image17.png"/><Relationship Id="rId15" Type="http://schemas.openxmlformats.org/officeDocument/2006/relationships/image" Target="../media/image15.png"/><Relationship Id="rId14" Type="http://schemas.openxmlformats.org/officeDocument/2006/relationships/image" Target="../media/image21.png"/><Relationship Id="rId17" Type="http://schemas.openxmlformats.org/officeDocument/2006/relationships/image" Target="../media/image68.png"/><Relationship Id="rId16" Type="http://schemas.openxmlformats.org/officeDocument/2006/relationships/image" Target="../media/image23.png"/><Relationship Id="rId19" Type="http://schemas.openxmlformats.org/officeDocument/2006/relationships/image" Target="../media/image36.png"/><Relationship Id="rId18" Type="http://schemas.openxmlformats.org/officeDocument/2006/relationships/image" Target="../media/image33.png"/></Relationships>
</file>

<file path=ppt/slides/_rels/slide4.xml.rels><?xml version="1.0" encoding="UTF-8" standalone="yes"?><Relationships xmlns="http://schemas.openxmlformats.org/package/2006/relationships"><Relationship Id="rId20" Type="http://schemas.openxmlformats.org/officeDocument/2006/relationships/image" Target="../media/image138.png"/><Relationship Id="rId22" Type="http://schemas.openxmlformats.org/officeDocument/2006/relationships/image" Target="../media/image62.png"/><Relationship Id="rId21" Type="http://schemas.openxmlformats.org/officeDocument/2006/relationships/image" Target="../media/image52.png"/><Relationship Id="rId24" Type="http://schemas.openxmlformats.org/officeDocument/2006/relationships/image" Target="../media/image57.png"/><Relationship Id="rId23" Type="http://schemas.openxmlformats.org/officeDocument/2006/relationships/image" Target="../media/image55.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2.png"/><Relationship Id="rId26" Type="http://schemas.openxmlformats.org/officeDocument/2006/relationships/image" Target="../media/image63.png"/><Relationship Id="rId25" Type="http://schemas.openxmlformats.org/officeDocument/2006/relationships/image" Target="../media/image60.png"/><Relationship Id="rId28" Type="http://schemas.openxmlformats.org/officeDocument/2006/relationships/image" Target="../media/image58.png"/><Relationship Id="rId27" Type="http://schemas.openxmlformats.org/officeDocument/2006/relationships/image" Target="../media/image56.png"/><Relationship Id="rId5" Type="http://schemas.openxmlformats.org/officeDocument/2006/relationships/image" Target="../media/image37.png"/><Relationship Id="rId6" Type="http://schemas.openxmlformats.org/officeDocument/2006/relationships/image" Target="../media/image41.png"/><Relationship Id="rId29" Type="http://schemas.openxmlformats.org/officeDocument/2006/relationships/image" Target="../media/image61.png"/><Relationship Id="rId7" Type="http://schemas.openxmlformats.org/officeDocument/2006/relationships/image" Target="../media/image27.png"/><Relationship Id="rId8" Type="http://schemas.openxmlformats.org/officeDocument/2006/relationships/image" Target="../media/image47.png"/><Relationship Id="rId31" Type="http://schemas.openxmlformats.org/officeDocument/2006/relationships/image" Target="../media/image66.png"/><Relationship Id="rId30" Type="http://schemas.openxmlformats.org/officeDocument/2006/relationships/image" Target="../media/image65.png"/><Relationship Id="rId11" Type="http://schemas.openxmlformats.org/officeDocument/2006/relationships/image" Target="../media/image53.png"/><Relationship Id="rId10" Type="http://schemas.openxmlformats.org/officeDocument/2006/relationships/image" Target="../media/image43.png"/><Relationship Id="rId13" Type="http://schemas.openxmlformats.org/officeDocument/2006/relationships/image" Target="../media/image48.png"/><Relationship Id="rId12" Type="http://schemas.openxmlformats.org/officeDocument/2006/relationships/image" Target="../media/image54.png"/><Relationship Id="rId15" Type="http://schemas.openxmlformats.org/officeDocument/2006/relationships/image" Target="../media/image44.png"/><Relationship Id="rId14" Type="http://schemas.openxmlformats.org/officeDocument/2006/relationships/image" Target="../media/image49.png"/><Relationship Id="rId17" Type="http://schemas.openxmlformats.org/officeDocument/2006/relationships/image" Target="../media/image51.png"/><Relationship Id="rId16" Type="http://schemas.openxmlformats.org/officeDocument/2006/relationships/image" Target="../media/image208.png"/><Relationship Id="rId19" Type="http://schemas.openxmlformats.org/officeDocument/2006/relationships/image" Target="../media/image59.png"/><Relationship Id="rId18" Type="http://schemas.openxmlformats.org/officeDocument/2006/relationships/image" Target="../media/image81.png"/></Relationships>
</file>

<file path=ppt/slides/_rels/slide5.xml.rels><?xml version="1.0" encoding="UTF-8" standalone="yes"?><Relationships xmlns="http://schemas.openxmlformats.org/package/2006/relationships"><Relationship Id="rId40" Type="http://schemas.openxmlformats.org/officeDocument/2006/relationships/image" Target="../media/image100.png"/><Relationship Id="rId20" Type="http://schemas.openxmlformats.org/officeDocument/2006/relationships/image" Target="../media/image82.png"/><Relationship Id="rId42" Type="http://schemas.openxmlformats.org/officeDocument/2006/relationships/image" Target="../media/image105.png"/><Relationship Id="rId41" Type="http://schemas.openxmlformats.org/officeDocument/2006/relationships/image" Target="../media/image104.png"/><Relationship Id="rId22" Type="http://schemas.openxmlformats.org/officeDocument/2006/relationships/image" Target="../media/image86.png"/><Relationship Id="rId21" Type="http://schemas.openxmlformats.org/officeDocument/2006/relationships/image" Target="../media/image93.png"/><Relationship Id="rId43" Type="http://schemas.openxmlformats.org/officeDocument/2006/relationships/image" Target="../media/image112.png"/><Relationship Id="rId24" Type="http://schemas.openxmlformats.org/officeDocument/2006/relationships/image" Target="../media/image92.png"/><Relationship Id="rId23" Type="http://schemas.openxmlformats.org/officeDocument/2006/relationships/image" Target="../media/image87.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1.png"/><Relationship Id="rId4" Type="http://schemas.openxmlformats.org/officeDocument/2006/relationships/image" Target="../media/image67.png"/><Relationship Id="rId9" Type="http://schemas.openxmlformats.org/officeDocument/2006/relationships/image" Target="../media/image77.png"/><Relationship Id="rId26" Type="http://schemas.openxmlformats.org/officeDocument/2006/relationships/image" Target="../media/image91.png"/><Relationship Id="rId25" Type="http://schemas.openxmlformats.org/officeDocument/2006/relationships/image" Target="../media/image89.png"/><Relationship Id="rId28" Type="http://schemas.openxmlformats.org/officeDocument/2006/relationships/image" Target="../media/image94.png"/><Relationship Id="rId27" Type="http://schemas.openxmlformats.org/officeDocument/2006/relationships/image" Target="../media/image97.png"/><Relationship Id="rId5" Type="http://schemas.openxmlformats.org/officeDocument/2006/relationships/image" Target="../media/image70.png"/><Relationship Id="rId6" Type="http://schemas.openxmlformats.org/officeDocument/2006/relationships/image" Target="../media/image72.png"/><Relationship Id="rId29" Type="http://schemas.openxmlformats.org/officeDocument/2006/relationships/image" Target="../media/image96.png"/><Relationship Id="rId7" Type="http://schemas.openxmlformats.org/officeDocument/2006/relationships/image" Target="../media/image69.png"/><Relationship Id="rId8" Type="http://schemas.openxmlformats.org/officeDocument/2006/relationships/image" Target="../media/image76.png"/><Relationship Id="rId31" Type="http://schemas.openxmlformats.org/officeDocument/2006/relationships/image" Target="../media/image119.png"/><Relationship Id="rId30" Type="http://schemas.openxmlformats.org/officeDocument/2006/relationships/image" Target="../media/image95.png"/><Relationship Id="rId11" Type="http://schemas.openxmlformats.org/officeDocument/2006/relationships/image" Target="../media/image74.png"/><Relationship Id="rId33" Type="http://schemas.openxmlformats.org/officeDocument/2006/relationships/image" Target="../media/image106.png"/><Relationship Id="rId10" Type="http://schemas.openxmlformats.org/officeDocument/2006/relationships/image" Target="../media/image73.png"/><Relationship Id="rId32" Type="http://schemas.openxmlformats.org/officeDocument/2006/relationships/image" Target="../media/image103.png"/><Relationship Id="rId13" Type="http://schemas.openxmlformats.org/officeDocument/2006/relationships/image" Target="../media/image84.png"/><Relationship Id="rId35" Type="http://schemas.openxmlformats.org/officeDocument/2006/relationships/image" Target="../media/image102.png"/><Relationship Id="rId12" Type="http://schemas.openxmlformats.org/officeDocument/2006/relationships/image" Target="../media/image75.png"/><Relationship Id="rId34" Type="http://schemas.openxmlformats.org/officeDocument/2006/relationships/image" Target="../media/image98.png"/><Relationship Id="rId15" Type="http://schemas.openxmlformats.org/officeDocument/2006/relationships/image" Target="../media/image79.png"/><Relationship Id="rId37" Type="http://schemas.openxmlformats.org/officeDocument/2006/relationships/image" Target="../media/image99.png"/><Relationship Id="rId14" Type="http://schemas.openxmlformats.org/officeDocument/2006/relationships/image" Target="../media/image80.png"/><Relationship Id="rId36" Type="http://schemas.openxmlformats.org/officeDocument/2006/relationships/image" Target="../media/image109.png"/><Relationship Id="rId17" Type="http://schemas.openxmlformats.org/officeDocument/2006/relationships/image" Target="../media/image88.png"/><Relationship Id="rId39" Type="http://schemas.openxmlformats.org/officeDocument/2006/relationships/image" Target="../media/image107.png"/><Relationship Id="rId16" Type="http://schemas.openxmlformats.org/officeDocument/2006/relationships/image" Target="../media/image83.png"/><Relationship Id="rId38" Type="http://schemas.openxmlformats.org/officeDocument/2006/relationships/image" Target="../media/image101.png"/><Relationship Id="rId19" Type="http://schemas.openxmlformats.org/officeDocument/2006/relationships/image" Target="../media/image90.png"/><Relationship Id="rId18" Type="http://schemas.openxmlformats.org/officeDocument/2006/relationships/image" Target="../media/image85.png"/></Relationships>
</file>

<file path=ppt/slides/_rels/slide6.xml.rels><?xml version="1.0" encoding="UTF-8" standalone="yes"?><Relationships xmlns="http://schemas.openxmlformats.org/package/2006/relationships"><Relationship Id="rId40" Type="http://schemas.openxmlformats.org/officeDocument/2006/relationships/image" Target="../media/image159.png"/><Relationship Id="rId20" Type="http://schemas.openxmlformats.org/officeDocument/2006/relationships/image" Target="../media/image118.png"/><Relationship Id="rId42" Type="http://schemas.openxmlformats.org/officeDocument/2006/relationships/image" Target="../media/image147.png"/><Relationship Id="rId41" Type="http://schemas.openxmlformats.org/officeDocument/2006/relationships/image" Target="../media/image181.png"/><Relationship Id="rId22" Type="http://schemas.openxmlformats.org/officeDocument/2006/relationships/image" Target="../media/image122.png"/><Relationship Id="rId44" Type="http://schemas.openxmlformats.org/officeDocument/2006/relationships/image" Target="../media/image26.png"/><Relationship Id="rId21" Type="http://schemas.openxmlformats.org/officeDocument/2006/relationships/image" Target="../media/image120.png"/><Relationship Id="rId43" Type="http://schemas.openxmlformats.org/officeDocument/2006/relationships/image" Target="../media/image153.png"/><Relationship Id="rId24" Type="http://schemas.openxmlformats.org/officeDocument/2006/relationships/image" Target="../media/image125.png"/><Relationship Id="rId23" Type="http://schemas.openxmlformats.org/officeDocument/2006/relationships/image" Target="../media/image127.png"/><Relationship Id="rId45" Type="http://schemas.openxmlformats.org/officeDocument/2006/relationships/image" Target="../media/image173.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1.png"/><Relationship Id="rId4" Type="http://schemas.openxmlformats.org/officeDocument/2006/relationships/image" Target="../media/image108.png"/><Relationship Id="rId9" Type="http://schemas.openxmlformats.org/officeDocument/2006/relationships/image" Target="../media/image115.png"/><Relationship Id="rId26" Type="http://schemas.openxmlformats.org/officeDocument/2006/relationships/image" Target="../media/image126.png"/><Relationship Id="rId25" Type="http://schemas.openxmlformats.org/officeDocument/2006/relationships/image" Target="../media/image123.png"/><Relationship Id="rId28" Type="http://schemas.openxmlformats.org/officeDocument/2006/relationships/image" Target="../media/image129.png"/><Relationship Id="rId27" Type="http://schemas.openxmlformats.org/officeDocument/2006/relationships/image" Target="../media/image140.png"/><Relationship Id="rId5" Type="http://schemas.openxmlformats.org/officeDocument/2006/relationships/image" Target="../media/image110.png"/><Relationship Id="rId6" Type="http://schemas.openxmlformats.org/officeDocument/2006/relationships/image" Target="../media/image121.png"/><Relationship Id="rId29" Type="http://schemas.openxmlformats.org/officeDocument/2006/relationships/image" Target="../media/image130.png"/><Relationship Id="rId7" Type="http://schemas.openxmlformats.org/officeDocument/2006/relationships/image" Target="../media/image128.png"/><Relationship Id="rId8" Type="http://schemas.openxmlformats.org/officeDocument/2006/relationships/image" Target="../media/image116.png"/><Relationship Id="rId31" Type="http://schemas.openxmlformats.org/officeDocument/2006/relationships/image" Target="../media/image135.png"/><Relationship Id="rId30" Type="http://schemas.openxmlformats.org/officeDocument/2006/relationships/image" Target="../media/image131.png"/><Relationship Id="rId11" Type="http://schemas.openxmlformats.org/officeDocument/2006/relationships/image" Target="../media/image166.png"/><Relationship Id="rId33" Type="http://schemas.openxmlformats.org/officeDocument/2006/relationships/image" Target="../media/image133.png"/><Relationship Id="rId10" Type="http://schemas.openxmlformats.org/officeDocument/2006/relationships/image" Target="../media/image132.png"/><Relationship Id="rId32" Type="http://schemas.openxmlformats.org/officeDocument/2006/relationships/image" Target="../media/image190.png"/><Relationship Id="rId13" Type="http://schemas.openxmlformats.org/officeDocument/2006/relationships/image" Target="../media/image149.png"/><Relationship Id="rId35" Type="http://schemas.openxmlformats.org/officeDocument/2006/relationships/image" Target="../media/image137.png"/><Relationship Id="rId12" Type="http://schemas.openxmlformats.org/officeDocument/2006/relationships/image" Target="../media/image114.png"/><Relationship Id="rId34" Type="http://schemas.openxmlformats.org/officeDocument/2006/relationships/image" Target="../media/image134.png"/><Relationship Id="rId15" Type="http://schemas.openxmlformats.org/officeDocument/2006/relationships/image" Target="../media/image117.png"/><Relationship Id="rId37" Type="http://schemas.openxmlformats.org/officeDocument/2006/relationships/image" Target="../media/image217.png"/><Relationship Id="rId14" Type="http://schemas.openxmlformats.org/officeDocument/2006/relationships/image" Target="../media/image113.png"/><Relationship Id="rId36" Type="http://schemas.openxmlformats.org/officeDocument/2006/relationships/image" Target="../media/image136.png"/><Relationship Id="rId17" Type="http://schemas.openxmlformats.org/officeDocument/2006/relationships/image" Target="../media/image124.png"/><Relationship Id="rId39" Type="http://schemas.openxmlformats.org/officeDocument/2006/relationships/image" Target="../media/image183.png"/><Relationship Id="rId16" Type="http://schemas.openxmlformats.org/officeDocument/2006/relationships/image" Target="../media/image156.png"/><Relationship Id="rId38" Type="http://schemas.openxmlformats.org/officeDocument/2006/relationships/image" Target="../media/image143.png"/><Relationship Id="rId19" Type="http://schemas.openxmlformats.org/officeDocument/2006/relationships/image" Target="../media/image142.png"/><Relationship Id="rId18" Type="http://schemas.openxmlformats.org/officeDocument/2006/relationships/image" Target="../media/image16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9.png"/><Relationship Id="rId4" Type="http://schemas.openxmlformats.org/officeDocument/2006/relationships/image" Target="../media/image141.png"/><Relationship Id="rId9" Type="http://schemas.openxmlformats.org/officeDocument/2006/relationships/image" Target="../media/image151.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4.png"/><Relationship Id="rId8" Type="http://schemas.openxmlformats.org/officeDocument/2006/relationships/image" Target="../media/image148.png"/><Relationship Id="rId11" Type="http://schemas.openxmlformats.org/officeDocument/2006/relationships/image" Target="../media/image152.png"/><Relationship Id="rId10" Type="http://schemas.openxmlformats.org/officeDocument/2006/relationships/image" Target="../media/image165.png"/><Relationship Id="rId13" Type="http://schemas.openxmlformats.org/officeDocument/2006/relationships/image" Target="../media/image155.png"/><Relationship Id="rId12" Type="http://schemas.openxmlformats.org/officeDocument/2006/relationships/image" Target="../media/image150.png"/><Relationship Id="rId15" Type="http://schemas.openxmlformats.org/officeDocument/2006/relationships/image" Target="../media/image157.png"/><Relationship Id="rId14" Type="http://schemas.openxmlformats.org/officeDocument/2006/relationships/image" Target="../media/image154.png"/><Relationship Id="rId16" Type="http://schemas.openxmlformats.org/officeDocument/2006/relationships/image" Target="../media/image158.png"/></Relationships>
</file>

<file path=ppt/slides/_rels/slide8.xml.rels><?xml version="1.0" encoding="UTF-8" standalone="yes"?><Relationships xmlns="http://schemas.openxmlformats.org/package/2006/relationships"><Relationship Id="rId20" Type="http://schemas.openxmlformats.org/officeDocument/2006/relationships/image" Target="../media/image180.png"/><Relationship Id="rId22" Type="http://schemas.openxmlformats.org/officeDocument/2006/relationships/image" Target="../media/image184.png"/><Relationship Id="rId21" Type="http://schemas.openxmlformats.org/officeDocument/2006/relationships/image" Target="../media/image177.png"/><Relationship Id="rId24" Type="http://schemas.openxmlformats.org/officeDocument/2006/relationships/image" Target="../media/image187.png"/><Relationship Id="rId23" Type="http://schemas.openxmlformats.org/officeDocument/2006/relationships/image" Target="../media/image182.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0.png"/><Relationship Id="rId4" Type="http://schemas.openxmlformats.org/officeDocument/2006/relationships/image" Target="../media/image162.png"/><Relationship Id="rId9" Type="http://schemas.openxmlformats.org/officeDocument/2006/relationships/image" Target="../media/image163.png"/><Relationship Id="rId26" Type="http://schemas.openxmlformats.org/officeDocument/2006/relationships/image" Target="../media/image185.png"/><Relationship Id="rId25" Type="http://schemas.openxmlformats.org/officeDocument/2006/relationships/image" Target="../media/image186.png"/><Relationship Id="rId28" Type="http://schemas.openxmlformats.org/officeDocument/2006/relationships/image" Target="../media/image189.png"/><Relationship Id="rId27" Type="http://schemas.openxmlformats.org/officeDocument/2006/relationships/image" Target="../media/image193.png"/><Relationship Id="rId5" Type="http://schemas.openxmlformats.org/officeDocument/2006/relationships/image" Target="../media/image273.png"/><Relationship Id="rId6" Type="http://schemas.openxmlformats.org/officeDocument/2006/relationships/image" Target="../media/image161.png"/><Relationship Id="rId29" Type="http://schemas.openxmlformats.org/officeDocument/2006/relationships/image" Target="../media/image191.png"/><Relationship Id="rId7" Type="http://schemas.openxmlformats.org/officeDocument/2006/relationships/image" Target="../media/image164.png"/><Relationship Id="rId8" Type="http://schemas.openxmlformats.org/officeDocument/2006/relationships/image" Target="../media/image171.png"/><Relationship Id="rId30" Type="http://schemas.openxmlformats.org/officeDocument/2006/relationships/image" Target="../media/image192.png"/><Relationship Id="rId11" Type="http://schemas.openxmlformats.org/officeDocument/2006/relationships/image" Target="../media/image167.png"/><Relationship Id="rId10" Type="http://schemas.openxmlformats.org/officeDocument/2006/relationships/image" Target="../media/image169.png"/><Relationship Id="rId13" Type="http://schemas.openxmlformats.org/officeDocument/2006/relationships/image" Target="../media/image170.png"/><Relationship Id="rId12" Type="http://schemas.openxmlformats.org/officeDocument/2006/relationships/image" Target="../media/image278.png"/><Relationship Id="rId15" Type="http://schemas.openxmlformats.org/officeDocument/2006/relationships/image" Target="../media/image175.png"/><Relationship Id="rId14" Type="http://schemas.openxmlformats.org/officeDocument/2006/relationships/image" Target="../media/image172.png"/><Relationship Id="rId17" Type="http://schemas.openxmlformats.org/officeDocument/2006/relationships/image" Target="../media/image176.png"/><Relationship Id="rId16" Type="http://schemas.openxmlformats.org/officeDocument/2006/relationships/image" Target="../media/image174.png"/><Relationship Id="rId19" Type="http://schemas.openxmlformats.org/officeDocument/2006/relationships/image" Target="../media/image179.png"/><Relationship Id="rId18" Type="http://schemas.openxmlformats.org/officeDocument/2006/relationships/image" Target="../media/image17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5.png"/><Relationship Id="rId4" Type="http://schemas.openxmlformats.org/officeDocument/2006/relationships/image" Target="../media/image197.png"/><Relationship Id="rId9" Type="http://schemas.openxmlformats.org/officeDocument/2006/relationships/image" Target="../media/image195.png"/><Relationship Id="rId5" Type="http://schemas.openxmlformats.org/officeDocument/2006/relationships/image" Target="../media/image198.png"/><Relationship Id="rId6" Type="http://schemas.openxmlformats.org/officeDocument/2006/relationships/image" Target="../media/image194.png"/><Relationship Id="rId7" Type="http://schemas.openxmlformats.org/officeDocument/2006/relationships/image" Target="../media/image231.png"/><Relationship Id="rId8" Type="http://schemas.openxmlformats.org/officeDocument/2006/relationships/image" Target="../media/image196.png"/><Relationship Id="rId11" Type="http://schemas.openxmlformats.org/officeDocument/2006/relationships/image" Target="../media/image203.png"/><Relationship Id="rId10" Type="http://schemas.openxmlformats.org/officeDocument/2006/relationships/image" Target="../media/image199.png"/><Relationship Id="rId13" Type="http://schemas.openxmlformats.org/officeDocument/2006/relationships/image" Target="../media/image202.png"/><Relationship Id="rId12" Type="http://schemas.openxmlformats.org/officeDocument/2006/relationships/image" Target="../media/image204.png"/><Relationship Id="rId15" Type="http://schemas.openxmlformats.org/officeDocument/2006/relationships/image" Target="../media/image201.png"/><Relationship Id="rId14" Type="http://schemas.openxmlformats.org/officeDocument/2006/relationships/image" Target="../media/image20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0.png"/><Relationship Id="rId4" Type="http://schemas.openxmlformats.org/officeDocument/2006/relationships/image" Target="../media/image207.png"/><Relationship Id="rId9" Type="http://schemas.openxmlformats.org/officeDocument/2006/relationships/image" Target="../media/image212.png"/><Relationship Id="rId5" Type="http://schemas.openxmlformats.org/officeDocument/2006/relationships/image" Target="../media/image215.png"/><Relationship Id="rId6" Type="http://schemas.openxmlformats.org/officeDocument/2006/relationships/image" Target="../media/image209.png"/><Relationship Id="rId7" Type="http://schemas.openxmlformats.org/officeDocument/2006/relationships/image" Target="../media/image213.png"/><Relationship Id="rId8" Type="http://schemas.openxmlformats.org/officeDocument/2006/relationships/image" Target="../media/image211.png"/><Relationship Id="rId11" Type="http://schemas.openxmlformats.org/officeDocument/2006/relationships/image" Target="../media/image220.png"/><Relationship Id="rId10" Type="http://schemas.openxmlformats.org/officeDocument/2006/relationships/image" Target="../media/image210.png"/><Relationship Id="rId13" Type="http://schemas.openxmlformats.org/officeDocument/2006/relationships/image" Target="../media/image216.png"/><Relationship Id="rId12" Type="http://schemas.openxmlformats.org/officeDocument/2006/relationships/image" Target="../media/image214.png"/><Relationship Id="rId15" Type="http://schemas.openxmlformats.org/officeDocument/2006/relationships/image" Target="../media/image218.png"/><Relationship Id="rId14" Type="http://schemas.openxmlformats.org/officeDocument/2006/relationships/image" Target="../media/image225.png"/><Relationship Id="rId16" Type="http://schemas.openxmlformats.org/officeDocument/2006/relationships/image" Target="../media/image222.png"/></Relationships>
</file>

<file path=ppt/slides/_rels/slide11.xml.rels><?xml version="1.0" encoding="UTF-8" standalone="yes"?><Relationships xmlns="http://schemas.openxmlformats.org/package/2006/relationships"><Relationship Id="rId20" Type="http://schemas.openxmlformats.org/officeDocument/2006/relationships/image" Target="../media/image234.png"/><Relationship Id="rId22" Type="http://schemas.openxmlformats.org/officeDocument/2006/relationships/image" Target="../media/image235.png"/><Relationship Id="rId21" Type="http://schemas.openxmlformats.org/officeDocument/2006/relationships/image" Target="../media/image236.png"/><Relationship Id="rId24" Type="http://schemas.openxmlformats.org/officeDocument/2006/relationships/image" Target="../media/image237.png"/><Relationship Id="rId23" Type="http://schemas.openxmlformats.org/officeDocument/2006/relationships/image" Target="../media/image239.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9.png"/><Relationship Id="rId4" Type="http://schemas.openxmlformats.org/officeDocument/2006/relationships/image" Target="../media/image249.png"/><Relationship Id="rId9" Type="http://schemas.openxmlformats.org/officeDocument/2006/relationships/image" Target="../media/image243.png"/><Relationship Id="rId26" Type="http://schemas.openxmlformats.org/officeDocument/2006/relationships/image" Target="../media/image252.png"/><Relationship Id="rId25" Type="http://schemas.openxmlformats.org/officeDocument/2006/relationships/image" Target="../media/image240.png"/><Relationship Id="rId5" Type="http://schemas.openxmlformats.org/officeDocument/2006/relationships/image" Target="../media/image223.png"/><Relationship Id="rId6" Type="http://schemas.openxmlformats.org/officeDocument/2006/relationships/image" Target="../media/image221.png"/><Relationship Id="rId7" Type="http://schemas.openxmlformats.org/officeDocument/2006/relationships/image" Target="../media/image247.png"/><Relationship Id="rId8" Type="http://schemas.openxmlformats.org/officeDocument/2006/relationships/image" Target="../media/image224.png"/><Relationship Id="rId11" Type="http://schemas.openxmlformats.org/officeDocument/2006/relationships/image" Target="../media/image227.png"/><Relationship Id="rId10" Type="http://schemas.openxmlformats.org/officeDocument/2006/relationships/image" Target="../media/image263.png"/><Relationship Id="rId13" Type="http://schemas.openxmlformats.org/officeDocument/2006/relationships/image" Target="../media/image262.png"/><Relationship Id="rId12" Type="http://schemas.openxmlformats.org/officeDocument/2006/relationships/image" Target="../media/image229.png"/><Relationship Id="rId15" Type="http://schemas.openxmlformats.org/officeDocument/2006/relationships/image" Target="../media/image228.png"/><Relationship Id="rId14" Type="http://schemas.openxmlformats.org/officeDocument/2006/relationships/image" Target="../media/image230.png"/><Relationship Id="rId17" Type="http://schemas.openxmlformats.org/officeDocument/2006/relationships/image" Target="../media/image233.png"/><Relationship Id="rId16" Type="http://schemas.openxmlformats.org/officeDocument/2006/relationships/image" Target="../media/image232.png"/><Relationship Id="rId19" Type="http://schemas.openxmlformats.org/officeDocument/2006/relationships/image" Target="../media/image238.png"/><Relationship Id="rId18" Type="http://schemas.openxmlformats.org/officeDocument/2006/relationships/image" Target="../media/image226.png"/></Relationships>
</file>

<file path=ppt/slides/_rels/slide12.xml.rels><?xml version="1.0" encoding="UTF-8" standalone="yes"?><Relationships xmlns="http://schemas.openxmlformats.org/package/2006/relationships"><Relationship Id="rId20" Type="http://schemas.openxmlformats.org/officeDocument/2006/relationships/image" Target="../media/image259.png"/><Relationship Id="rId22" Type="http://schemas.openxmlformats.org/officeDocument/2006/relationships/image" Target="../media/image276.png"/><Relationship Id="rId21" Type="http://schemas.openxmlformats.org/officeDocument/2006/relationships/image" Target="../media/image260.png"/><Relationship Id="rId24" Type="http://schemas.openxmlformats.org/officeDocument/2006/relationships/image" Target="../media/image256.png"/><Relationship Id="rId23" Type="http://schemas.openxmlformats.org/officeDocument/2006/relationships/image" Target="../media/image254.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2.png"/><Relationship Id="rId4" Type="http://schemas.openxmlformats.org/officeDocument/2006/relationships/image" Target="../media/image244.png"/><Relationship Id="rId9" Type="http://schemas.openxmlformats.org/officeDocument/2006/relationships/image" Target="../media/image245.png"/><Relationship Id="rId26" Type="http://schemas.openxmlformats.org/officeDocument/2006/relationships/image" Target="../media/image272.png"/><Relationship Id="rId25" Type="http://schemas.openxmlformats.org/officeDocument/2006/relationships/image" Target="../media/image266.png"/><Relationship Id="rId5" Type="http://schemas.openxmlformats.org/officeDocument/2006/relationships/image" Target="../media/image241.png"/><Relationship Id="rId6" Type="http://schemas.openxmlformats.org/officeDocument/2006/relationships/image" Target="../media/image268.png"/><Relationship Id="rId7" Type="http://schemas.openxmlformats.org/officeDocument/2006/relationships/image" Target="../media/image248.png"/><Relationship Id="rId8" Type="http://schemas.openxmlformats.org/officeDocument/2006/relationships/image" Target="../media/image246.png"/><Relationship Id="rId11" Type="http://schemas.openxmlformats.org/officeDocument/2006/relationships/image" Target="../media/image275.png"/><Relationship Id="rId10" Type="http://schemas.openxmlformats.org/officeDocument/2006/relationships/image" Target="../media/image250.png"/><Relationship Id="rId13" Type="http://schemas.openxmlformats.org/officeDocument/2006/relationships/image" Target="../media/image271.png"/><Relationship Id="rId12" Type="http://schemas.openxmlformats.org/officeDocument/2006/relationships/image" Target="../media/image253.png"/><Relationship Id="rId15" Type="http://schemas.openxmlformats.org/officeDocument/2006/relationships/image" Target="../media/image264.png"/><Relationship Id="rId14" Type="http://schemas.openxmlformats.org/officeDocument/2006/relationships/image" Target="../media/image251.png"/><Relationship Id="rId17" Type="http://schemas.openxmlformats.org/officeDocument/2006/relationships/image" Target="../media/image265.png"/><Relationship Id="rId16" Type="http://schemas.openxmlformats.org/officeDocument/2006/relationships/image" Target="../media/image261.png"/><Relationship Id="rId19" Type="http://schemas.openxmlformats.org/officeDocument/2006/relationships/image" Target="../media/image255.png"/><Relationship Id="rId18" Type="http://schemas.openxmlformats.org/officeDocument/2006/relationships/image" Target="../media/image25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79.png"/><Relationship Id="rId4" Type="http://schemas.openxmlformats.org/officeDocument/2006/relationships/image" Target="../media/image28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7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6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80.png"/><Relationship Id="rId4" Type="http://schemas.openxmlformats.org/officeDocument/2006/relationships/image" Target="../media/image27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78.png"/><Relationship Id="rId4" Type="http://schemas.openxmlformats.org/officeDocument/2006/relationships/image" Target="../media/image27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Compare ear; </a:t>
            </a:r>
            <a:br>
              <a:rPr lang="en-US" sz="3000"/>
            </a:br>
            <a:r>
              <a:rPr lang="en-US" sz="3000"/>
              <a:t>/ear/ and /air/</a:t>
            </a:r>
            <a:endParaRPr sz="3000"/>
          </a:p>
        </p:txBody>
      </p:sp>
      <p:sp>
        <p:nvSpPr>
          <p:cNvPr id="652" name="Google Shape;652;p1"/>
          <p:cNvSpPr txBox="1"/>
          <p:nvPr>
            <p:ph idx="2" type="subTitle"/>
          </p:nvPr>
        </p:nvSpPr>
        <p:spPr>
          <a:xfrm>
            <a:off x="884092" y="3769358"/>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84</a:t>
            </a:r>
            <a:endParaRPr/>
          </a:p>
        </p:txBody>
      </p:sp>
      <p:grpSp>
        <p:nvGrpSpPr>
          <p:cNvPr id="653" name="Google Shape;653;p1"/>
          <p:cNvGrpSpPr/>
          <p:nvPr/>
        </p:nvGrpSpPr>
        <p:grpSpPr>
          <a:xfrm>
            <a:off x="5485189" y="3866198"/>
            <a:ext cx="2544947" cy="1877838"/>
            <a:chOff x="5485189" y="3866198"/>
            <a:chExt cx="2544947" cy="1877838"/>
          </a:xfrm>
        </p:grpSpPr>
        <p:pic>
          <p:nvPicPr>
            <p:cNvPr id="654" name="Google Shape;654;p1" title="JNL686-143F.png"/>
            <p:cNvPicPr preferRelativeResize="0"/>
            <p:nvPr/>
          </p:nvPicPr>
          <p:blipFill rotWithShape="1">
            <a:blip r:embed="rId3">
              <a:alphaModFix/>
            </a:blip>
            <a:srcRect b="0" l="19" r="19" t="0"/>
            <a:stretch/>
          </p:blipFill>
          <p:spPr>
            <a:xfrm rot="540305">
              <a:off x="6695728" y="3950203"/>
              <a:ext cx="1208040" cy="1709828"/>
            </a:xfrm>
            <a:prstGeom prst="rect">
              <a:avLst/>
            </a:prstGeom>
            <a:noFill/>
            <a:ln>
              <a:noFill/>
            </a:ln>
            <a:effectLst>
              <a:outerShdw blurRad="71438" rotWithShape="0" algn="bl" dir="5220000" dist="38100">
                <a:srgbClr val="000000">
                  <a:alpha val="20000"/>
                </a:srgbClr>
              </a:outerShdw>
            </a:effectLst>
          </p:spPr>
        </p:pic>
        <p:pic>
          <p:nvPicPr>
            <p:cNvPr id="655" name="Google Shape;655;p1" title="JNL686-74F.png"/>
            <p:cNvPicPr preferRelativeResize="0"/>
            <p:nvPr/>
          </p:nvPicPr>
          <p:blipFill rotWithShape="1">
            <a:blip r:embed="rId4">
              <a:alphaModFix/>
            </a:blip>
            <a:srcRect b="0" l="19" r="19" t="0"/>
            <a:stretch/>
          </p:blipFill>
          <p:spPr>
            <a:xfrm rot="-278018">
              <a:off x="5552278" y="3960008"/>
              <a:ext cx="1208038" cy="1709827"/>
            </a:xfrm>
            <a:prstGeom prst="rect">
              <a:avLst/>
            </a:prstGeom>
            <a:noFill/>
            <a:ln>
              <a:noFill/>
            </a:ln>
            <a:effectLst>
              <a:outerShdw blurRad="71438" rotWithShape="0" algn="bl" dir="5220000" dist="38100">
                <a:srgbClr val="000000">
                  <a:alpha val="20000"/>
                </a:srgbClr>
              </a:outerShdw>
            </a:effectLst>
          </p:spPr>
        </p:pic>
      </p:grpSp>
      <p:graphicFrame>
        <p:nvGraphicFramePr>
          <p:cNvPr id="656" name="Google Shape;656;p1"/>
          <p:cNvGraphicFramePr/>
          <p:nvPr/>
        </p:nvGraphicFramePr>
        <p:xfrm>
          <a:off x="4844200" y="1646527"/>
          <a:ext cx="3000000" cy="3000000"/>
        </p:xfrm>
        <a:graphic>
          <a:graphicData uri="http://schemas.openxmlformats.org/drawingml/2006/table">
            <a:tbl>
              <a:tblPr bandRow="1" firstRow="1">
                <a:noFill/>
                <a:tableStyleId>{0D1F5E5B-8BEB-49CA-8EAB-342E2027A6AB}</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/ur/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a:t>
                      </a:r>
                      <a:r>
                        <a:rPr lang="en-US" sz="1350">
                          <a:solidFill>
                            <a:srgbClr val="FFFFFF"/>
                          </a:solidFill>
                          <a:latin typeface="Poppins"/>
                          <a:ea typeface="Poppins"/>
                          <a:cs typeface="Poppins"/>
                          <a:sym typeface="Poppins"/>
                        </a:rPr>
                        <a:t>a</a:t>
                      </a:r>
                      <a:r>
                        <a:rPr lang="en-US" sz="1600">
                          <a:solidFill>
                            <a:srgbClr val="FFFFFF"/>
                          </a:solidFill>
                          <a:latin typeface="Jost"/>
                          <a:ea typeface="Jost"/>
                          <a:cs typeface="Jost"/>
                          <a:sym typeface="Jost"/>
                        </a:rPr>
                        <a:t>ir/</a:t>
                      </a:r>
                      <a:endParaRPr sz="1600">
                        <a:solidFill>
                          <a:srgbClr val="FFFFFF"/>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2bee4f4af4b_0_204"/>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Compare alternative phonemes </a:t>
            </a:r>
            <a:r>
              <a:rPr lang="en-US">
                <a:solidFill>
                  <a:srgbClr val="8DC63F"/>
                </a:solidFill>
              </a:rPr>
              <a:t>/ear/</a:t>
            </a:r>
            <a:r>
              <a:rPr lang="en-US"/>
              <a:t> and </a:t>
            </a:r>
            <a:r>
              <a:rPr lang="en-US">
                <a:solidFill>
                  <a:srgbClr val="8DC63F"/>
                </a:solidFill>
              </a:rPr>
              <a:t>/air/</a:t>
            </a:r>
            <a:r>
              <a:rPr lang="en-US"/>
              <a:t> for grapheme '</a:t>
            </a:r>
            <a:r>
              <a:rPr lang="en-US">
                <a:solidFill>
                  <a:srgbClr val="8DC63F"/>
                </a:solidFill>
              </a:rPr>
              <a:t>ear</a:t>
            </a:r>
            <a:r>
              <a:rPr lang="en-US"/>
              <a:t>'.</a:t>
            </a:r>
            <a:endParaRPr/>
          </a:p>
        </p:txBody>
      </p:sp>
      <p:sp>
        <p:nvSpPr>
          <p:cNvPr id="663" name="Google Shape;663;g2bee4f4af4b_0_204"/>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Recall all GPCs learned so far using flashcards.</a:t>
            </a:r>
            <a:endParaRPr/>
          </a:p>
        </p:txBody>
      </p:sp>
      <p:sp>
        <p:nvSpPr>
          <p:cNvPr id="664" name="Google Shape;664;g2bee4f4af4b_0_204"/>
          <p:cNvSpPr txBox="1"/>
          <p:nvPr/>
        </p:nvSpPr>
        <p:spPr>
          <a:xfrm>
            <a:off x="98225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665" name="Google Shape;665;g2bee4f4af4b_0_204"/>
          <p:cNvSpPr txBox="1"/>
          <p:nvPr/>
        </p:nvSpPr>
        <p:spPr>
          <a:xfrm>
            <a:off x="774951"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666" name="Google Shape;666;g2bee4f4af4b_0_204" title="JNL686-74F.png"/>
          <p:cNvPicPr preferRelativeResize="0"/>
          <p:nvPr/>
        </p:nvPicPr>
        <p:blipFill rotWithShape="1">
          <a:blip r:embed="rId3">
            <a:alphaModFix/>
          </a:blip>
          <a:srcRect b="0" l="19" r="19" t="0"/>
          <a:stretch/>
        </p:blipFill>
        <p:spPr>
          <a:xfrm>
            <a:off x="995626" y="4101860"/>
            <a:ext cx="786850" cy="1113688"/>
          </a:xfrm>
          <a:prstGeom prst="rect">
            <a:avLst/>
          </a:prstGeom>
          <a:noFill/>
          <a:ln>
            <a:noFill/>
          </a:ln>
          <a:effectLst>
            <a:outerShdw blurRad="71438" rotWithShape="0" algn="bl" dir="5220000" dist="19050">
              <a:srgbClr val="D8D8D8"/>
            </a:outerShdw>
          </a:effectLst>
        </p:spPr>
      </p:pic>
      <p:sp>
        <p:nvSpPr>
          <p:cNvPr id="667" name="Google Shape;667;g2bee4f4af4b_0_204"/>
          <p:cNvSpPr txBox="1"/>
          <p:nvPr/>
        </p:nvSpPr>
        <p:spPr>
          <a:xfrm>
            <a:off x="226250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668" name="Google Shape;668;g2bee4f4af4b_0_204"/>
          <p:cNvSpPr txBox="1"/>
          <p:nvPr/>
        </p:nvSpPr>
        <p:spPr>
          <a:xfrm>
            <a:off x="205520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669" name="Google Shape;669;g2bee4f4af4b_0_204" title="JNL689-46F.png"/>
          <p:cNvPicPr preferRelativeResize="0"/>
          <p:nvPr/>
        </p:nvPicPr>
        <p:blipFill rotWithShape="1">
          <a:blip r:embed="rId4">
            <a:alphaModFix/>
          </a:blip>
          <a:srcRect b="0" l="89" r="79" t="0"/>
          <a:stretch/>
        </p:blipFill>
        <p:spPr>
          <a:xfrm>
            <a:off x="2262506" y="4169988"/>
            <a:ext cx="813600" cy="977432"/>
          </a:xfrm>
          <a:prstGeom prst="rect">
            <a:avLst/>
          </a:prstGeom>
          <a:noFill/>
          <a:ln>
            <a:noFill/>
          </a:ln>
          <a:effectLst>
            <a:outerShdw blurRad="71438" rotWithShape="0" algn="bl" dir="5220000" dist="19050">
              <a:srgbClr val="D8D8D8"/>
            </a:outerShdw>
          </a:effectLst>
        </p:spPr>
      </p:pic>
      <p:sp>
        <p:nvSpPr>
          <p:cNvPr id="670" name="Google Shape;670;g2bee4f4af4b_0_204">
            <a:hlinkClick action="ppaction://hlinksldjump" r:id="rId5"/>
          </p:cNvPr>
          <p:cNvSpPr/>
          <p:nvPr/>
        </p:nvSpPr>
        <p:spPr>
          <a:xfrm>
            <a:off x="898575"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1" name="Google Shape;671;g2bee4f4af4b_0_204">
            <a:hlinkClick action="ppaction://hlinksldjump" r:id="rId6"/>
          </p:cNvPr>
          <p:cNvSpPr/>
          <p:nvPr/>
        </p:nvSpPr>
        <p:spPr>
          <a:xfrm>
            <a:off x="20552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338b5650f85_0_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678" name="Google Shape;678;g338b5650f85_0_1"/>
          <p:cNvGrpSpPr/>
          <p:nvPr/>
        </p:nvGrpSpPr>
        <p:grpSpPr>
          <a:xfrm>
            <a:off x="930400" y="2053244"/>
            <a:ext cx="7283200" cy="3724851"/>
            <a:chOff x="930400" y="2129444"/>
            <a:chExt cx="7283200" cy="3724851"/>
          </a:xfrm>
        </p:grpSpPr>
        <p:pic>
          <p:nvPicPr>
            <p:cNvPr id="679" name="Google Shape;679;g338b5650f85_0_1"/>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680" name="Google Shape;680;g338b5650f85_0_1"/>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681" name="Google Shape;681;g338b5650f85_0_1"/>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2" name="Google Shape;682;g338b5650f85_0_1"/>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683" name="Google Shape;683;g338b5650f85_0_1"/>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4" name="Google Shape;684;g338b5650f85_0_1"/>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685" name="Google Shape;685;g338b5650f85_0_1"/>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686" name="Google Shape;686;g338b5650f85_0_1"/>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687" name="Google Shape;687;g338b5650f85_0_1"/>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688" name="Google Shape;688;g338b5650f85_0_1"/>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689" name="Google Shape;689;g338b5650f85_0_1"/>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0" name="Google Shape;690;g338b5650f85_0_1"/>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691" name="Google Shape;691;g338b5650f85_0_1"/>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2" name="Google Shape;692;g338b5650f85_0_1"/>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693" name="Google Shape;693;g338b5650f85_0_1"/>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694" name="Google Shape;694;g338b5650f85_0_1"/>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5" name="Google Shape;695;g338b5650f85_0_1"/>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696" name="Google Shape;696;g338b5650f85_0_1"/>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697" name="Google Shape;697;g338b5650f85_0_1"/>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698" name="Google Shape;698;g338b5650f85_0_1"/>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699" name="Google Shape;699;g338b5650f85_0_1"/>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0" name="Google Shape;700;g338b5650f85_0_1"/>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01" name="Google Shape;701;g338b5650f85_0_1"/>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g338b5650f85_0_3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08" name="Google Shape;708;g338b5650f85_0_30"/>
          <p:cNvGrpSpPr/>
          <p:nvPr/>
        </p:nvGrpSpPr>
        <p:grpSpPr>
          <a:xfrm>
            <a:off x="930400" y="2053250"/>
            <a:ext cx="7283201" cy="2971674"/>
            <a:chOff x="930400" y="2129450"/>
            <a:chExt cx="7283201" cy="2971674"/>
          </a:xfrm>
        </p:grpSpPr>
        <p:pic>
          <p:nvPicPr>
            <p:cNvPr id="709" name="Google Shape;709;g338b5650f85_0_30"/>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10" name="Google Shape;710;g338b5650f85_0_30"/>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1" name="Google Shape;711;g338b5650f85_0_30"/>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12" name="Google Shape;712;g338b5650f85_0_30"/>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13" name="Google Shape;713;g338b5650f85_0_30"/>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4" name="Google Shape;714;g338b5650f85_0_30"/>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15" name="Google Shape;715;g338b5650f85_0_30"/>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16" name="Google Shape;716;g338b5650f85_0_30"/>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7" name="Google Shape;717;g338b5650f85_0_30"/>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18" name="Google Shape;718;g338b5650f85_0_30"/>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19" name="Google Shape;719;g338b5650f85_0_30"/>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20" name="Google Shape;720;g338b5650f85_0_30"/>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1" name="Google Shape;721;g338b5650f85_0_30"/>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2" name="Google Shape;722;g338b5650f85_0_30"/>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23" name="Google Shape;723;g338b5650f85_0_30"/>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4" name="Google Shape;724;g338b5650f85_0_30"/>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5" name="Google Shape;725;g338b5650f85_0_30"/>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26" name="Google Shape;726;g338b5650f85_0_30"/>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27" name="Google Shape;727;g338b5650f85_0_30"/>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28" name="Google Shape;728;g338b5650f85_0_30"/>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29" name="Google Shape;729;g338b5650f85_0_30"/>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30" name="Google Shape;730;g338b5650f85_0_30"/>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1" name="Google Shape;731;g338b5650f85_0_30"/>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32" name="Google Shape;732;g338b5650f85_0_30"/>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3" name="Google Shape;733;g338b5650f85_0_30"/>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34" name="Google Shape;734;g338b5650f85_0_30"/>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35" name="Google Shape;735;g338b5650f85_0_30"/>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36" name="Google Shape;736;g338b5650f85_0_30"/>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37" name="Google Shape;737;g338b5650f85_0_30"/>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38b5650f85_0_6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4" name="Google Shape;744;g338b5650f85_0_65"/>
          <p:cNvGrpSpPr/>
          <p:nvPr/>
        </p:nvGrpSpPr>
        <p:grpSpPr>
          <a:xfrm>
            <a:off x="930400" y="2053250"/>
            <a:ext cx="7283201" cy="2971674"/>
            <a:chOff x="930400" y="2053250"/>
            <a:chExt cx="7283201" cy="2971674"/>
          </a:xfrm>
        </p:grpSpPr>
        <p:pic>
          <p:nvPicPr>
            <p:cNvPr id="745" name="Google Shape;745;g338b5650f85_0_65"/>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46" name="Google Shape;746;g338b5650f85_0_65"/>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47" name="Google Shape;747;g338b5650f85_0_65"/>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48" name="Google Shape;748;g338b5650f85_0_65"/>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49" name="Google Shape;749;g338b5650f85_0_65"/>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50" name="Google Shape;750;g338b5650f85_0_65"/>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51" name="Google Shape;751;g338b5650f85_0_65"/>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52" name="Google Shape;752;g338b5650f85_0_65"/>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53" name="Google Shape;753;g338b5650f85_0_65"/>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4" name="Google Shape;754;g338b5650f85_0_65"/>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5" name="Google Shape;755;g338b5650f85_0_65"/>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756" name="Google Shape;756;g338b5650f85_0_65"/>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57" name="Google Shape;757;g338b5650f85_0_65"/>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58" name="Google Shape;758;g338b5650f85_0_65"/>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59" name="Google Shape;759;g338b5650f85_0_65"/>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0" name="Google Shape;760;g338b5650f85_0_65"/>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1" name="Google Shape;761;g338b5650f85_0_65"/>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762" name="Google Shape;762;g338b5650f85_0_65"/>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3" name="Google Shape;763;g338b5650f85_0_65"/>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4" name="Google Shape;764;g338b5650f85_0_65"/>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765" name="Google Shape;765;g338b5650f85_0_65"/>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766" name="Google Shape;766;g338b5650f85_0_65"/>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7" name="Google Shape;767;g338b5650f85_0_65"/>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768" name="Google Shape;768;g338b5650f85_0_65"/>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69" name="Google Shape;769;g338b5650f85_0_65"/>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770" name="Google Shape;770;g338b5650f85_0_65"/>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71" name="Google Shape;771;g338b5650f85_0_65"/>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2" name="Google Shape;772;g338b5650f85_0_65"/>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773" name="Google Shape;773;g338b5650f85_0_65"/>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774" name="Google Shape;774;g338b5650f85_0_65"/>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75" name="Google Shape;775;g338b5650f85_0_65"/>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76" name="Google Shape;776;g338b5650f85_0_65"/>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777" name="Google Shape;777;g338b5650f85_0_65"/>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78" name="Google Shape;778;g338b5650f85_0_65"/>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779" name="Google Shape;779;g338b5650f85_0_65"/>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780" name="Google Shape;780;g338b5650f85_0_65"/>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1" name="Google Shape;781;g338b5650f85_0_65"/>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2" name="Google Shape;782;g338b5650f85_0_65"/>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783" name="Google Shape;783;g338b5650f85_0_65"/>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4" name="Google Shape;784;g338b5650f85_0_65"/>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785" name="Google Shape;785;g338b5650f85_0_65"/>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g338b5650f85_0_11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2" name="Google Shape;792;g338b5650f85_0_112"/>
          <p:cNvGrpSpPr/>
          <p:nvPr/>
        </p:nvGrpSpPr>
        <p:grpSpPr>
          <a:xfrm>
            <a:off x="855905" y="2053250"/>
            <a:ext cx="7272577" cy="3316697"/>
            <a:chOff x="855905" y="2053250"/>
            <a:chExt cx="7272577" cy="3316697"/>
          </a:xfrm>
        </p:grpSpPr>
        <p:pic>
          <p:nvPicPr>
            <p:cNvPr id="793" name="Google Shape;793;g338b5650f85_0_112"/>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794" name="Google Shape;794;g338b5650f85_0_112"/>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795" name="Google Shape;795;g338b5650f85_0_112"/>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796" name="Google Shape;796;g338b5650f85_0_112"/>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797" name="Google Shape;797;g338b5650f85_0_112"/>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798" name="Google Shape;798;g338b5650f85_0_112"/>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799" name="Google Shape;799;g338b5650f85_0_112"/>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00" name="Google Shape;800;g338b5650f85_0_112"/>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01" name="Google Shape;801;g338b5650f85_0_112"/>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02" name="Google Shape;802;g338b5650f85_0_112"/>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03" name="Google Shape;803;g338b5650f85_0_112"/>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04" name="Google Shape;804;g338b5650f85_0_112"/>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05" name="Google Shape;805;g338b5650f85_0_112"/>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06" name="Google Shape;806;g338b5650f85_0_112"/>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07" name="Google Shape;807;g338b5650f85_0_112"/>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08" name="Google Shape;808;g338b5650f85_0_112"/>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09" name="Google Shape;809;g338b5650f85_0_112"/>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10" name="Google Shape;810;g338b5650f85_0_112"/>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11" name="Google Shape;811;g338b5650f85_0_112"/>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12" name="Google Shape;812;g338b5650f85_0_112"/>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13" name="Google Shape;813;g338b5650f85_0_112"/>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14" name="Google Shape;814;g338b5650f85_0_112"/>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15" name="Google Shape;815;g338b5650f85_0_112"/>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16" name="Google Shape;816;g338b5650f85_0_112"/>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17" name="Google Shape;817;g338b5650f85_0_112"/>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18" name="Google Shape;818;g338b5650f85_0_112"/>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19" name="Google Shape;819;g338b5650f85_0_112"/>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20" name="Google Shape;820;g338b5650f85_0_112"/>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21" name="Google Shape;821;g338b5650f85_0_112"/>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22" name="Google Shape;822;g338b5650f85_0_112"/>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23" name="Google Shape;823;g338b5650f85_0_112"/>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24" name="Google Shape;824;g338b5650f85_0_112"/>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25" name="Google Shape;825;g338b5650f85_0_112"/>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26" name="Google Shape;826;g338b5650f85_0_112"/>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27" name="Google Shape;827;g338b5650f85_0_112"/>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28" name="Google Shape;828;g338b5650f85_0_112"/>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29" name="Google Shape;829;g338b5650f85_0_112"/>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30" name="Google Shape;830;g338b5650f85_0_112"/>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31" name="Google Shape;831;g338b5650f85_0_112"/>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pic>
          <p:nvPicPr>
            <p:cNvPr id="832" name="Google Shape;832;g338b5650f85_0_112"/>
            <p:cNvPicPr preferRelativeResize="0"/>
            <p:nvPr/>
          </p:nvPicPr>
          <p:blipFill rotWithShape="1">
            <a:blip r:embed="rId42">
              <a:alphaModFix/>
            </a:blip>
            <a:srcRect b="0" l="79" r="79" t="0"/>
            <a:stretch/>
          </p:blipFill>
          <p:spPr>
            <a:xfrm>
              <a:off x="2690529" y="4598412"/>
              <a:ext cx="545045" cy="771487"/>
            </a:xfrm>
            <a:prstGeom prst="rect">
              <a:avLst/>
            </a:prstGeom>
            <a:noFill/>
            <a:ln>
              <a:noFill/>
            </a:ln>
            <a:effectLst>
              <a:outerShdw blurRad="71438" rotWithShape="0" algn="bl" dir="5400000" dist="28575">
                <a:srgbClr val="000000">
                  <a:alpha val="14900"/>
                </a:srgbClr>
              </a:outerShdw>
            </a:effectLst>
          </p:spPr>
        </p:pic>
        <p:pic>
          <p:nvPicPr>
            <p:cNvPr id="833" name="Google Shape;833;g338b5650f85_0_112"/>
            <p:cNvPicPr preferRelativeResize="0"/>
            <p:nvPr/>
          </p:nvPicPr>
          <p:blipFill rotWithShape="1">
            <a:blip r:embed="rId43">
              <a:alphaModFix/>
            </a:blip>
            <a:srcRect b="0" l="79" r="79" t="0"/>
            <a:stretch/>
          </p:blipFill>
          <p:spPr>
            <a:xfrm>
              <a:off x="3302141" y="4598412"/>
              <a:ext cx="545045" cy="771487"/>
            </a:xfrm>
            <a:prstGeom prst="rect">
              <a:avLst/>
            </a:prstGeom>
            <a:noFill/>
            <a:ln>
              <a:noFill/>
            </a:ln>
            <a:effectLst>
              <a:outerShdw blurRad="71438" rotWithShape="0" algn="bl" dir="5400000" dist="28575">
                <a:srgbClr val="000000">
                  <a:alpha val="14900"/>
                </a:srgbClr>
              </a:outerShdw>
            </a:effectLst>
          </p:spPr>
        </p:pic>
        <p:pic>
          <p:nvPicPr>
            <p:cNvPr id="834" name="Google Shape;834;g338b5650f85_0_112"/>
            <p:cNvPicPr preferRelativeResize="0"/>
            <p:nvPr/>
          </p:nvPicPr>
          <p:blipFill rotWithShape="1">
            <a:blip r:embed="rId44">
              <a:alphaModFix/>
            </a:blip>
            <a:srcRect b="0" l="19" r="29" t="0"/>
            <a:stretch/>
          </p:blipFill>
          <p:spPr>
            <a:xfrm>
              <a:off x="3913752" y="4598412"/>
              <a:ext cx="545045" cy="771487"/>
            </a:xfrm>
            <a:prstGeom prst="rect">
              <a:avLst/>
            </a:prstGeom>
            <a:noFill/>
            <a:ln>
              <a:noFill/>
            </a:ln>
            <a:effectLst>
              <a:outerShdw blurRad="71438" rotWithShape="0" algn="bl" dir="5400000" dist="28575">
                <a:srgbClr val="000000">
                  <a:alpha val="14900"/>
                </a:srgbClr>
              </a:outerShdw>
            </a:effectLst>
          </p:spPr>
        </p:pic>
        <p:pic>
          <p:nvPicPr>
            <p:cNvPr id="835" name="Google Shape;835;g338b5650f85_0_112"/>
            <p:cNvPicPr preferRelativeResize="0"/>
            <p:nvPr/>
          </p:nvPicPr>
          <p:blipFill rotWithShape="1">
            <a:blip r:embed="rId45">
              <a:alphaModFix/>
            </a:blip>
            <a:srcRect b="0" l="79" r="79" t="0"/>
            <a:stretch/>
          </p:blipFill>
          <p:spPr>
            <a:xfrm>
              <a:off x="4525363" y="4598412"/>
              <a:ext cx="545045" cy="771487"/>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g338b5650f85_0_16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42" name="Google Shape;842;g338b5650f85_0_163"/>
          <p:cNvGrpSpPr/>
          <p:nvPr/>
        </p:nvGrpSpPr>
        <p:grpSpPr>
          <a:xfrm>
            <a:off x="865957" y="2135925"/>
            <a:ext cx="7282807" cy="2686611"/>
            <a:chOff x="867357" y="2129450"/>
            <a:chExt cx="7282807" cy="2686611"/>
          </a:xfrm>
        </p:grpSpPr>
        <p:pic>
          <p:nvPicPr>
            <p:cNvPr id="843" name="Google Shape;843;g338b5650f85_0_163"/>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44" name="Google Shape;844;g338b5650f85_0_163"/>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45" name="Google Shape;845;g338b5650f85_0_163"/>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46" name="Google Shape;846;g338b5650f85_0_163"/>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47" name="Google Shape;847;g338b5650f85_0_163"/>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48" name="Google Shape;848;g338b5650f85_0_163"/>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49" name="Google Shape;849;g338b5650f85_0_163"/>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50" name="Google Shape;850;g338b5650f85_0_163"/>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51" name="Google Shape;851;g338b5650f85_0_163"/>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52" name="Google Shape;852;g338b5650f85_0_163"/>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53" name="Google Shape;853;g338b5650f85_0_163"/>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854" name="Google Shape;854;g338b5650f85_0_163"/>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855" name="Google Shape;855;g338b5650f85_0_163"/>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856" name="Google Shape;856;g338b5650f85_0_163"/>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38b5650f85_0_18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63" name="Google Shape;863;g338b5650f85_0_183"/>
          <p:cNvGrpSpPr/>
          <p:nvPr/>
        </p:nvGrpSpPr>
        <p:grpSpPr>
          <a:xfrm>
            <a:off x="866900" y="2143734"/>
            <a:ext cx="7281864" cy="2684601"/>
            <a:chOff x="868300" y="2129450"/>
            <a:chExt cx="7281864" cy="2684601"/>
          </a:xfrm>
        </p:grpSpPr>
        <p:pic>
          <p:nvPicPr>
            <p:cNvPr id="864" name="Google Shape;864;g338b5650f85_0_183"/>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865" name="Google Shape;865;g338b5650f85_0_183"/>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866" name="Google Shape;866;g338b5650f85_0_183"/>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867" name="Google Shape;867;g338b5650f85_0_183"/>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868" name="Google Shape;868;g338b5650f85_0_183"/>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869" name="Google Shape;869;g338b5650f85_0_183"/>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70" name="Google Shape;870;g338b5650f85_0_183"/>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71" name="Google Shape;871;g338b5650f85_0_183"/>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72" name="Google Shape;872;g338b5650f85_0_183"/>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73" name="Google Shape;873;g338b5650f85_0_183"/>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74" name="Google Shape;874;g338b5650f85_0_183"/>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75" name="Google Shape;875;g338b5650f85_0_183"/>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76" name="Google Shape;876;g338b5650f85_0_183"/>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77" name="Google Shape;877;g338b5650f85_0_183"/>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78" name="Google Shape;878;g338b5650f85_0_183"/>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79" name="Google Shape;879;g338b5650f85_0_183"/>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80" name="Google Shape;880;g338b5650f85_0_183"/>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81" name="Google Shape;881;g338b5650f85_0_183"/>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82" name="Google Shape;882;g338b5650f85_0_183"/>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83" name="Google Shape;883;g338b5650f85_0_183"/>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84" name="Google Shape;884;g338b5650f85_0_183"/>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85" name="Google Shape;885;g338b5650f85_0_183"/>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86" name="Google Shape;886;g338b5650f85_0_183"/>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87" name="Google Shape;887;g338b5650f85_0_183"/>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88" name="Google Shape;888;g338b5650f85_0_183"/>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89" name="Google Shape;889;g338b5650f85_0_183"/>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90" name="Google Shape;890;g338b5650f85_0_183"/>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91" name="Google Shape;891;g338b5650f85_0_183"/>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38b5650f85_0_217"/>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98" name="Google Shape;898;g338b5650f85_0_217"/>
          <p:cNvGrpSpPr/>
          <p:nvPr/>
        </p:nvGrpSpPr>
        <p:grpSpPr>
          <a:xfrm>
            <a:off x="868300" y="2129450"/>
            <a:ext cx="7281864" cy="2684601"/>
            <a:chOff x="868300" y="2053250"/>
            <a:chExt cx="7281864" cy="2684601"/>
          </a:xfrm>
        </p:grpSpPr>
        <p:pic>
          <p:nvPicPr>
            <p:cNvPr id="899" name="Google Shape;899;g338b5650f85_0_217"/>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900" name="Google Shape;900;g338b5650f85_0_217"/>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01" name="Google Shape;901;g338b5650f85_0_217"/>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02" name="Google Shape;902;g338b5650f85_0_217"/>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03" name="Google Shape;903;g338b5650f85_0_217"/>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04" name="Google Shape;904;g338b5650f85_0_217"/>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05" name="Google Shape;905;g338b5650f85_0_217"/>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06" name="Google Shape;906;g338b5650f85_0_217"/>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07" name="Google Shape;907;g338b5650f85_0_217"/>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08" name="Google Shape;908;g338b5650f85_0_217"/>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09" name="Google Shape;909;g338b5650f85_0_217"/>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10" name="Google Shape;910;g338b5650f85_0_217"/>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11" name="Google Shape;911;g338b5650f85_0_217"/>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38b5650f85_0_23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18" name="Google Shape;918;g338b5650f85_0_236"/>
          <p:cNvGrpSpPr/>
          <p:nvPr/>
        </p:nvGrpSpPr>
        <p:grpSpPr>
          <a:xfrm>
            <a:off x="868300" y="2129450"/>
            <a:ext cx="7281864" cy="2688001"/>
            <a:chOff x="868300" y="2129450"/>
            <a:chExt cx="7281864" cy="2688001"/>
          </a:xfrm>
        </p:grpSpPr>
        <p:pic>
          <p:nvPicPr>
            <p:cNvPr id="919" name="Google Shape;919;g338b5650f85_0_236"/>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20" name="Google Shape;920;g338b5650f85_0_236"/>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21" name="Google Shape;921;g338b5650f85_0_236"/>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22" name="Google Shape;922;g338b5650f85_0_236"/>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23" name="Google Shape;923;g338b5650f85_0_236"/>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24" name="Google Shape;924;g338b5650f85_0_236"/>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25" name="Google Shape;925;g338b5650f85_0_236"/>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26" name="Google Shape;926;g338b5650f85_0_236"/>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27" name="Google Shape;927;g338b5650f85_0_236"/>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28" name="Google Shape;928;g338b5650f85_0_236"/>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29" name="Google Shape;929;g338b5650f85_0_236"/>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30" name="Google Shape;930;g338b5650f85_0_236"/>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31" name="Google Shape;931;g338b5650f85_0_236"/>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32" name="Google Shape;932;g338b5650f85_0_236"/>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g338b5650f85_0_256"/>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39" name="Google Shape;939;g338b5650f85_0_256"/>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40" name="Google Shape;940;g338b5650f85_0_256"/>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41" name="Google Shape;941;g338b5650f85_0_256"/>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42" name="Google Shape;942;g338b5650f85_0_256"/>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43" name="Google Shape;943;g338b5650f85_0_256"/>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44" name="Google Shape;944;g338b5650f85_0_256"/>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45" name="Google Shape;945;g338b5650f85_0_256"/>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46" name="Google Shape;946;g338b5650f85_0_256"/>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47" name="Google Shape;947;g338b5650f85_0_256"/>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48" name="Google Shape;948;g338b5650f85_0_256"/>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49" name="Google Shape;949;g338b5650f85_0_256"/>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0" name="Google Shape;950;g338b5650f85_0_256"/>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51" name="Google Shape;951;g338b5650f85_0_256"/>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52" name="Google Shape;952;g338b5650f85_0_256"/>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53" name="Google Shape;953;g338b5650f85_0_256"/>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54" name="Google Shape;954;g338b5650f85_0_256"/>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955" name="Google Shape;955;g338b5650f85_0_256"/>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956" name="Google Shape;956;g338b5650f85_0_256"/>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957" name="Google Shape;957;g338b5650f85_0_256"/>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958" name="Google Shape;958;g338b5650f85_0_256"/>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959" name="Google Shape;959;g338b5650f85_0_256"/>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960" name="Google Shape;960;g338b5650f85_0_256"/>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961" name="Google Shape;961;g338b5650f85_0_256"/>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962" name="Google Shape;962;g338b5650f85_0_256"/>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g338b5650f85_0_28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 work worked</a:t>
            </a:r>
            <a:r>
              <a:rPr lang="en-US" sz="2000"/>
              <a:t>.</a:t>
            </a:r>
            <a:endParaRPr sz="2000"/>
          </a:p>
        </p:txBody>
      </p:sp>
      <p:pic>
        <p:nvPicPr>
          <p:cNvPr id="969" name="Google Shape;969;g338b5650f85_0_285"/>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970" name="Google Shape;970;g338b5650f85_0_285"/>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971" name="Google Shape;971;g338b5650f85_0_285"/>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972" name="Google Shape;972;g338b5650f85_0_285"/>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973" name="Google Shape;973;g338b5650f85_0_285"/>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974" name="Google Shape;974;g338b5650f85_0_285"/>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975" name="Google Shape;975;g338b5650f85_0_285"/>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976" name="Google Shape;976;g338b5650f85_0_285"/>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977" name="Google Shape;977;g338b5650f85_0_285"/>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978" name="Google Shape;978;g338b5650f85_0_285"/>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979" name="Google Shape;979;g338b5650f85_0_285"/>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980" name="Google Shape;980;g338b5650f85_0_285"/>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981" name="Google Shape;981;g338b5650f85_0_285"/>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982" name="Google Shape;982;g338b5650f85_0_285"/>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983" name="Google Shape;983;g338b5650f85_0_285"/>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984" name="Google Shape;984;g338b5650f85_0_285"/>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985" name="Google Shape;985;g338b5650f85_0_285"/>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986" name="Google Shape;986;g338b5650f85_0_285"/>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987" name="Google Shape;987;g338b5650f85_0_285"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988" name="Google Shape;988;g338b5650f85_0_285"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989" name="Google Shape;989;g338b5650f85_0_285"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990" name="Google Shape;990;g338b5650f85_0_285"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pic>
        <p:nvPicPr>
          <p:cNvPr id="991" name="Google Shape;991;g338b5650f85_0_285" title="JNL687-106F.png"/>
          <p:cNvPicPr preferRelativeResize="0"/>
          <p:nvPr/>
        </p:nvPicPr>
        <p:blipFill rotWithShape="1">
          <a:blip r:embed="rId25">
            <a:alphaModFix/>
          </a:blip>
          <a:srcRect b="0" l="79" r="89" t="0"/>
          <a:stretch/>
        </p:blipFill>
        <p:spPr>
          <a:xfrm>
            <a:off x="5774724" y="4930148"/>
            <a:ext cx="1146871" cy="819967"/>
          </a:xfrm>
          <a:prstGeom prst="rect">
            <a:avLst/>
          </a:prstGeom>
          <a:noFill/>
          <a:ln>
            <a:noFill/>
          </a:ln>
          <a:effectLst>
            <a:outerShdw blurRad="71438" rotWithShape="0" algn="bl" dir="5400000" dist="19050">
              <a:srgbClr val="000000">
                <a:alpha val="17650"/>
              </a:srgbClr>
            </a:outerShdw>
          </a:effectLst>
        </p:spPr>
      </p:pic>
      <p:pic>
        <p:nvPicPr>
          <p:cNvPr id="992" name="Google Shape;992;g338b5650f85_0_285" title="JNL687-107F.png"/>
          <p:cNvPicPr preferRelativeResize="0"/>
          <p:nvPr/>
        </p:nvPicPr>
        <p:blipFill rotWithShape="1">
          <a:blip r:embed="rId26">
            <a:alphaModFix/>
          </a:blip>
          <a:srcRect b="79" l="0" r="0" t="89"/>
          <a:stretch/>
        </p:blipFill>
        <p:spPr>
          <a:xfrm>
            <a:off x="7001902"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2c186218c5a_0_2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JNL686</a:t>
            </a:r>
            <a:endParaRPr/>
          </a:p>
        </p:txBody>
      </p:sp>
      <p:sp>
        <p:nvSpPr>
          <p:cNvPr id="999" name="Google Shape;999;g2c186218c5a_0_2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sp>
        <p:nvSpPr>
          <p:cNvPr id="1000" name="Google Shape;1000;g2c186218c5a_0_2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001" name="Google Shape;1001;g2c186218c5a_0_25" title="JNL686-74F.png"/>
          <p:cNvPicPr preferRelativeResize="0"/>
          <p:nvPr/>
        </p:nvPicPr>
        <p:blipFill rotWithShape="1">
          <a:blip r:embed="rId3">
            <a:alphaModFix/>
          </a:blip>
          <a:srcRect b="0" l="19" r="29" t="0"/>
          <a:stretch/>
        </p:blipFill>
        <p:spPr>
          <a:xfrm>
            <a:off x="1441162" y="1197025"/>
            <a:ext cx="2826422" cy="4000649"/>
          </a:xfrm>
          <a:prstGeom prst="rect">
            <a:avLst/>
          </a:prstGeom>
          <a:noFill/>
          <a:ln>
            <a:noFill/>
          </a:ln>
          <a:effectLst>
            <a:outerShdw blurRad="71438" rotWithShape="0" algn="bl" dir="5400000" dist="19050">
              <a:srgbClr val="000000">
                <a:alpha val="18039"/>
              </a:srgbClr>
            </a:outerShdw>
          </a:effectLst>
        </p:spPr>
      </p:pic>
      <p:cxnSp>
        <p:nvCxnSpPr>
          <p:cNvPr id="1002" name="Google Shape;1002;g2c186218c5a_0_25"/>
          <p:cNvCxnSpPr/>
          <p:nvPr/>
        </p:nvCxnSpPr>
        <p:spPr>
          <a:xfrm>
            <a:off x="4572000" y="997375"/>
            <a:ext cx="0" cy="4407900"/>
          </a:xfrm>
          <a:prstGeom prst="straightConnector1">
            <a:avLst/>
          </a:prstGeom>
          <a:noFill/>
          <a:ln cap="flat" cmpd="sng" w="9525">
            <a:solidFill>
              <a:srgbClr val="BFBFBF"/>
            </a:solidFill>
            <a:prstDash val="solid"/>
            <a:miter lim="800000"/>
            <a:headEnd len="sm" w="sm" type="none"/>
            <a:tailEnd len="sm" w="sm" type="none"/>
          </a:ln>
        </p:spPr>
      </p:cxnSp>
      <p:pic>
        <p:nvPicPr>
          <p:cNvPr id="1003" name="Google Shape;1003;g2c186218c5a_0_25" title="JNL686-143F.png"/>
          <p:cNvPicPr preferRelativeResize="0"/>
          <p:nvPr/>
        </p:nvPicPr>
        <p:blipFill rotWithShape="1">
          <a:blip r:embed="rId4">
            <a:alphaModFix/>
          </a:blip>
          <a:srcRect b="0" l="19" r="29" t="0"/>
          <a:stretch/>
        </p:blipFill>
        <p:spPr>
          <a:xfrm>
            <a:off x="4876415" y="1197025"/>
            <a:ext cx="2826422" cy="4000649"/>
          </a:xfrm>
          <a:prstGeom prst="rect">
            <a:avLst/>
          </a:prstGeom>
          <a:noFill/>
          <a:ln>
            <a:noFill/>
          </a:ln>
          <a:effectLst>
            <a:outerShdw blurRad="71438" rotWithShape="0" algn="bl" dir="5400000" dist="19050">
              <a:srgbClr val="000000">
                <a:alpha val="18039"/>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g2e5653a5c66_0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JNL686</a:t>
            </a:r>
            <a:endParaRPr/>
          </a:p>
        </p:txBody>
      </p:sp>
      <p:sp>
        <p:nvSpPr>
          <p:cNvPr id="1010" name="Google Shape;1010;g2e5653a5c66_0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sp>
        <p:nvSpPr>
          <p:cNvPr id="1011" name="Google Shape;1011;g2e5653a5c66_0_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012" name="Google Shape;1012;g2e5653a5c66_0_0" title="JNL686-74B.png"/>
          <p:cNvPicPr preferRelativeResize="0"/>
          <p:nvPr/>
        </p:nvPicPr>
        <p:blipFill rotWithShape="1">
          <a:blip r:embed="rId3">
            <a:alphaModFix/>
          </a:blip>
          <a:srcRect b="0" l="19" r="29" t="0"/>
          <a:stretch/>
        </p:blipFill>
        <p:spPr>
          <a:xfrm>
            <a:off x="1441162" y="1197025"/>
            <a:ext cx="2826422" cy="4000649"/>
          </a:xfrm>
          <a:prstGeom prst="rect">
            <a:avLst/>
          </a:prstGeom>
          <a:noFill/>
          <a:ln>
            <a:noFill/>
          </a:ln>
          <a:effectLst>
            <a:outerShdw blurRad="71438" rotWithShape="0" algn="bl" dir="5400000" dist="19050">
              <a:srgbClr val="000000">
                <a:alpha val="18039"/>
              </a:srgbClr>
            </a:outerShdw>
          </a:effectLst>
        </p:spPr>
      </p:pic>
      <p:cxnSp>
        <p:nvCxnSpPr>
          <p:cNvPr id="1013" name="Google Shape;1013;g2e5653a5c66_0_0"/>
          <p:cNvCxnSpPr/>
          <p:nvPr/>
        </p:nvCxnSpPr>
        <p:spPr>
          <a:xfrm>
            <a:off x="4572000" y="997375"/>
            <a:ext cx="0" cy="4407900"/>
          </a:xfrm>
          <a:prstGeom prst="straightConnector1">
            <a:avLst/>
          </a:prstGeom>
          <a:noFill/>
          <a:ln cap="flat" cmpd="sng" w="9525">
            <a:solidFill>
              <a:srgbClr val="BFBFBF"/>
            </a:solidFill>
            <a:prstDash val="solid"/>
            <a:miter lim="800000"/>
            <a:headEnd len="sm" w="sm" type="none"/>
            <a:tailEnd len="sm" w="sm" type="none"/>
          </a:ln>
        </p:spPr>
      </p:cxnSp>
      <p:pic>
        <p:nvPicPr>
          <p:cNvPr id="1014" name="Google Shape;1014;g2e5653a5c66_0_0" title="JNL686-143B.png"/>
          <p:cNvPicPr preferRelativeResize="0"/>
          <p:nvPr/>
        </p:nvPicPr>
        <p:blipFill rotWithShape="1">
          <a:blip r:embed="rId4">
            <a:alphaModFix/>
          </a:blip>
          <a:srcRect b="0" l="19" r="29" t="0"/>
          <a:stretch/>
        </p:blipFill>
        <p:spPr>
          <a:xfrm>
            <a:off x="4876415" y="1197025"/>
            <a:ext cx="2826422" cy="4000649"/>
          </a:xfrm>
          <a:prstGeom prst="rect">
            <a:avLst/>
          </a:prstGeom>
          <a:noFill/>
          <a:ln>
            <a:noFill/>
          </a:ln>
          <a:effectLst>
            <a:outerShdw blurRad="71438" rotWithShape="0" algn="bl" dir="5400000" dist="19050">
              <a:srgbClr val="000000">
                <a:alpha val="18039"/>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g2c186218c5a_0_4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Decoding</a:t>
            </a:r>
            <a:endParaRPr/>
          </a:p>
        </p:txBody>
      </p:sp>
      <p:pic>
        <p:nvPicPr>
          <p:cNvPr id="1021" name="Google Shape;1021;g2c186218c5a_0_40"/>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2c4fb7f6616_1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28" name="Google Shape;1028;g2c4fb7f6616_1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29" name="Google Shape;1029;g2c4fb7f6616_1_0"/>
          <p:cNvSpPr/>
          <p:nvPr/>
        </p:nvSpPr>
        <p:spPr>
          <a:xfrm>
            <a:off x="3093063"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30" name="Google Shape;1030;g2c4fb7f6616_1_0"/>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31" name="Google Shape;1031;g2c4fb7f6616_1_0"/>
          <p:cNvSpPr txBox="1"/>
          <p:nvPr>
            <p:ph idx="4294967295" type="subTitle"/>
          </p:nvPr>
        </p:nvSpPr>
        <p:spPr>
          <a:xfrm>
            <a:off x="2523363"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f</a:t>
            </a:r>
            <a:endParaRPr b="0" i="0" sz="15000" u="none" cap="none" strike="noStrike">
              <a:solidFill>
                <a:srgbClr val="2356AF"/>
              </a:solidFill>
              <a:latin typeface="Jost"/>
              <a:ea typeface="Jost"/>
              <a:cs typeface="Jost"/>
              <a:sym typeface="Jost"/>
            </a:endParaRPr>
          </a:p>
        </p:txBody>
      </p:sp>
      <p:sp>
        <p:nvSpPr>
          <p:cNvPr id="1032" name="Google Shape;1032;g2c4fb7f6616_1_0"/>
          <p:cNvSpPr txBox="1"/>
          <p:nvPr>
            <p:ph idx="4294967295" type="subTitle"/>
          </p:nvPr>
        </p:nvSpPr>
        <p:spPr>
          <a:xfrm>
            <a:off x="3353938" y="1308025"/>
            <a:ext cx="32667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993FA2"/>
                </a:solidFill>
                <a:latin typeface="Jost"/>
                <a:ea typeface="Jost"/>
                <a:cs typeface="Jost"/>
                <a:sym typeface="Jost"/>
              </a:rPr>
              <a:t>e</a:t>
            </a:r>
            <a:r>
              <a:rPr b="0" i="0" lang="en-US" sz="12800" u="none" cap="none" strike="noStrike">
                <a:solidFill>
                  <a:srgbClr val="993FA2"/>
                </a:solidFill>
                <a:latin typeface="Poppins"/>
                <a:ea typeface="Poppins"/>
                <a:cs typeface="Poppins"/>
                <a:sym typeface="Poppins"/>
              </a:rPr>
              <a:t>a</a:t>
            </a:r>
            <a:r>
              <a:rPr b="0" i="0" lang="en-US" sz="15000" u="none" cap="none" strike="noStrike">
                <a:solidFill>
                  <a:srgbClr val="993FA2"/>
                </a:solidFill>
                <a:latin typeface="Jost"/>
                <a:ea typeface="Jost"/>
                <a:cs typeface="Jost"/>
                <a:sym typeface="Jost"/>
              </a:rPr>
              <a:t>r</a:t>
            </a:r>
            <a:endParaRPr b="0" i="0" sz="15000" u="none" cap="none" strike="noStrike">
              <a:solidFill>
                <a:srgbClr val="993FA2"/>
              </a:solidFill>
              <a:latin typeface="Jost"/>
              <a:ea typeface="Jost"/>
              <a:cs typeface="Jost"/>
              <a:sym typeface="Jost"/>
            </a:endParaRPr>
          </a:p>
        </p:txBody>
      </p:sp>
      <p:sp>
        <p:nvSpPr>
          <p:cNvPr id="1033" name="Google Shape;1033;g2c4fb7f6616_1_0"/>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4" name="Google Shape;1034;g2c4fb7f6616_1_0"/>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5" name="Google Shape;1035;g2c4fb7f6616_1_0"/>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6" name="Google Shape;1036;g2c4fb7f6616_1_0"/>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7" name="Google Shape;1037;g2c4fb7f6616_1_0"/>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8" name="Google Shape;1038;g2c4fb7f6616_1_0"/>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39" name="Google Shape;1039;g2c4fb7f6616_1_0"/>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0" name="Google Shape;1040;g2c4fb7f6616_1_0"/>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41" name="Google Shape;1041;g2c4fb7f6616_1_0"/>
          <p:cNvGrpSpPr/>
          <p:nvPr/>
        </p:nvGrpSpPr>
        <p:grpSpPr>
          <a:xfrm>
            <a:off x="-550" y="6984600"/>
            <a:ext cx="8596479" cy="808600"/>
            <a:chOff x="-550" y="6984600"/>
            <a:chExt cx="8596479" cy="808600"/>
          </a:xfrm>
        </p:grpSpPr>
        <p:sp>
          <p:nvSpPr>
            <p:cNvPr id="1042" name="Google Shape;1042;g2c4fb7f6616_1_0"/>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43" name="Google Shape;1043;g2c4fb7f6616_1_0"/>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44" name="Google Shape;1044;g2c4fb7f6616_1_0"/>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45" name="Google Shape;1045;g2c4fb7f6616_1_0"/>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46" name="Google Shape;1046;g2c4fb7f6616_1_0"/>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47" name="Google Shape;1047;g2c4fb7f6616_1_0"/>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48" name="Google Shape;1048;g2c4fb7f6616_1_0"/>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49" name="Google Shape;1049;g2c4fb7f6616_1_0"/>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50" name="Google Shape;1050;g2c4fb7f6616_1_0"/>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51" name="Google Shape;1051;g2c4fb7f6616_1_0"/>
          <p:cNvSpPr/>
          <p:nvPr/>
        </p:nvSpPr>
        <p:spPr>
          <a:xfrm>
            <a:off x="3769413" y="4011900"/>
            <a:ext cx="24198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2749eebbbc6_0_16"/>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58" name="Google Shape;1058;g2749eebbbc6_0_16"/>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59" name="Google Shape;1059;g2749eebbbc6_0_16"/>
          <p:cNvSpPr/>
          <p:nvPr/>
        </p:nvSpPr>
        <p:spPr>
          <a:xfrm>
            <a:off x="2978763"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60" name="Google Shape;1060;g2749eebbbc6_0_16"/>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61" name="Google Shape;1061;g2749eebbbc6_0_16"/>
          <p:cNvSpPr txBox="1"/>
          <p:nvPr>
            <p:ph idx="4294967295" type="subTitle"/>
          </p:nvPr>
        </p:nvSpPr>
        <p:spPr>
          <a:xfrm>
            <a:off x="2409063"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b</a:t>
            </a:r>
            <a:endParaRPr b="0" i="0" sz="15000" u="none" cap="none" strike="noStrike">
              <a:solidFill>
                <a:srgbClr val="2356AF"/>
              </a:solidFill>
              <a:latin typeface="Jost"/>
              <a:ea typeface="Jost"/>
              <a:cs typeface="Jost"/>
              <a:sym typeface="Jost"/>
            </a:endParaRPr>
          </a:p>
        </p:txBody>
      </p:sp>
      <p:sp>
        <p:nvSpPr>
          <p:cNvPr id="1062" name="Google Shape;1062;g2749eebbbc6_0_16"/>
          <p:cNvSpPr txBox="1"/>
          <p:nvPr>
            <p:ph idx="4294967295" type="subTitle"/>
          </p:nvPr>
        </p:nvSpPr>
        <p:spPr>
          <a:xfrm>
            <a:off x="3468238" y="1308025"/>
            <a:ext cx="32667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815137"/>
                </a:solidFill>
                <a:latin typeface="Jost"/>
                <a:ea typeface="Jost"/>
                <a:cs typeface="Jost"/>
                <a:sym typeface="Jost"/>
              </a:rPr>
              <a:t>e</a:t>
            </a:r>
            <a:r>
              <a:rPr b="0" i="0" lang="en-US" sz="12800" u="none" cap="none" strike="noStrike">
                <a:solidFill>
                  <a:srgbClr val="815137"/>
                </a:solidFill>
                <a:latin typeface="Poppins"/>
                <a:ea typeface="Poppins"/>
                <a:cs typeface="Poppins"/>
                <a:sym typeface="Poppins"/>
              </a:rPr>
              <a:t>a</a:t>
            </a:r>
            <a:r>
              <a:rPr b="0" i="0" lang="en-US" sz="15000" u="none" cap="none" strike="noStrike">
                <a:solidFill>
                  <a:srgbClr val="815137"/>
                </a:solidFill>
                <a:latin typeface="Jost"/>
                <a:ea typeface="Jost"/>
                <a:cs typeface="Jost"/>
                <a:sym typeface="Jost"/>
              </a:rPr>
              <a:t>r</a:t>
            </a:r>
            <a:endParaRPr b="0" i="0" sz="15000" u="none" cap="none" strike="noStrike">
              <a:solidFill>
                <a:srgbClr val="815137"/>
              </a:solidFill>
              <a:latin typeface="Jost"/>
              <a:ea typeface="Jost"/>
              <a:cs typeface="Jost"/>
              <a:sym typeface="Jost"/>
            </a:endParaRPr>
          </a:p>
        </p:txBody>
      </p:sp>
      <p:sp>
        <p:nvSpPr>
          <p:cNvPr id="1063" name="Google Shape;1063;g2749eebbbc6_0_16"/>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4" name="Google Shape;1064;g2749eebbbc6_0_16"/>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5" name="Google Shape;1065;g2749eebbbc6_0_16"/>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6" name="Google Shape;1066;g2749eebbbc6_0_16"/>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7" name="Google Shape;1067;g2749eebbbc6_0_16"/>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8" name="Google Shape;1068;g2749eebbbc6_0_16"/>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69" name="Google Shape;1069;g2749eebbbc6_0_16"/>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0" name="Google Shape;1070;g2749eebbbc6_0_16"/>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71" name="Google Shape;1071;g2749eebbbc6_0_16"/>
          <p:cNvGrpSpPr/>
          <p:nvPr/>
        </p:nvGrpSpPr>
        <p:grpSpPr>
          <a:xfrm>
            <a:off x="-550" y="6984600"/>
            <a:ext cx="8596479" cy="808600"/>
            <a:chOff x="-550" y="6984600"/>
            <a:chExt cx="8596479" cy="808600"/>
          </a:xfrm>
        </p:grpSpPr>
        <p:sp>
          <p:nvSpPr>
            <p:cNvPr id="1072" name="Google Shape;1072;g2749eebbbc6_0_16"/>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73" name="Google Shape;1073;g2749eebbbc6_0_16"/>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74" name="Google Shape;1074;g2749eebbbc6_0_16"/>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75" name="Google Shape;1075;g2749eebbbc6_0_16"/>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76" name="Google Shape;1076;g2749eebbbc6_0_16"/>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77" name="Google Shape;1077;g2749eebbbc6_0_16"/>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78" name="Google Shape;1078;g2749eebbbc6_0_16"/>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79" name="Google Shape;1079;g2749eebbbc6_0_16"/>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80" name="Google Shape;1080;g2749eebbbc6_0_16"/>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81" name="Google Shape;1081;g2749eebbbc6_0_16"/>
          <p:cNvSpPr/>
          <p:nvPr/>
        </p:nvSpPr>
        <p:spPr>
          <a:xfrm>
            <a:off x="3883713" y="4011900"/>
            <a:ext cx="24198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g2c186218c5a_0_4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Encoding</a:t>
            </a:r>
            <a:endParaRPr/>
          </a:p>
        </p:txBody>
      </p:sp>
      <p:pic>
        <p:nvPicPr>
          <p:cNvPr id="1088" name="Google Shape;1088;g2c186218c5a_0_44"/>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JNL689</a:t>
            </a:r>
            <a:endParaRPr/>
          </a:p>
        </p:txBody>
      </p:sp>
      <p:sp>
        <p:nvSpPr>
          <p:cNvPr id="1095" name="Google Shape;1095;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sp>
        <p:nvSpPr>
          <p:cNvPr id="1096" name="Google Shape;1096;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cxnSp>
        <p:nvCxnSpPr>
          <p:cNvPr id="1097" name="Google Shape;1097;g26b641b03cd_0_204"/>
          <p:cNvCxnSpPr/>
          <p:nvPr/>
        </p:nvCxnSpPr>
        <p:spPr>
          <a:xfrm>
            <a:off x="4572000" y="997375"/>
            <a:ext cx="0" cy="4407900"/>
          </a:xfrm>
          <a:prstGeom prst="straightConnector1">
            <a:avLst/>
          </a:prstGeom>
          <a:noFill/>
          <a:ln cap="flat" cmpd="sng" w="9525">
            <a:solidFill>
              <a:srgbClr val="BFBFBF"/>
            </a:solidFill>
            <a:prstDash val="solid"/>
            <a:miter lim="800000"/>
            <a:headEnd len="sm" w="sm" type="none"/>
            <a:tailEnd len="sm" w="sm" type="none"/>
          </a:ln>
        </p:spPr>
      </p:cxnSp>
      <p:pic>
        <p:nvPicPr>
          <p:cNvPr id="1098" name="Google Shape;1098;g26b641b03cd_0_204" title="JNL689-46B.png"/>
          <p:cNvPicPr preferRelativeResize="0"/>
          <p:nvPr/>
        </p:nvPicPr>
        <p:blipFill rotWithShape="1">
          <a:blip r:embed="rId3">
            <a:alphaModFix/>
          </a:blip>
          <a:srcRect b="0" l="79" r="89" t="0"/>
          <a:stretch/>
        </p:blipFill>
        <p:spPr>
          <a:xfrm>
            <a:off x="1441150" y="1460326"/>
            <a:ext cx="2826426" cy="3395497"/>
          </a:xfrm>
          <a:prstGeom prst="rect">
            <a:avLst/>
          </a:prstGeom>
          <a:noFill/>
          <a:ln>
            <a:noFill/>
          </a:ln>
          <a:effectLst>
            <a:outerShdw blurRad="114300" rotWithShape="0" algn="bl" dir="5400000" dist="19050">
              <a:srgbClr val="000000">
                <a:alpha val="20000"/>
              </a:srgbClr>
            </a:outerShdw>
          </a:effectLst>
        </p:spPr>
      </p:pic>
      <p:pic>
        <p:nvPicPr>
          <p:cNvPr id="1099" name="Google Shape;1099;g26b641b03cd_0_204" title="JNL689-158B.png"/>
          <p:cNvPicPr preferRelativeResize="0"/>
          <p:nvPr/>
        </p:nvPicPr>
        <p:blipFill rotWithShape="1">
          <a:blip r:embed="rId4">
            <a:alphaModFix/>
          </a:blip>
          <a:srcRect b="0" l="79" r="89" t="0"/>
          <a:stretch/>
        </p:blipFill>
        <p:spPr>
          <a:xfrm>
            <a:off x="4876425" y="1460326"/>
            <a:ext cx="2826426" cy="3395497"/>
          </a:xfrm>
          <a:prstGeom prst="rect">
            <a:avLst/>
          </a:prstGeom>
          <a:noFill/>
          <a:ln>
            <a:noFill/>
          </a:ln>
          <a:effectLst>
            <a:outerShdw blurRad="114300" rotWithShape="0" algn="bl" dir="5400000" dist="1905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JNL689</a:t>
            </a:r>
            <a:endParaRPr/>
          </a:p>
        </p:txBody>
      </p:sp>
      <p:sp>
        <p:nvSpPr>
          <p:cNvPr id="1106" name="Google Shape;1106;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sp>
        <p:nvSpPr>
          <p:cNvPr id="1107" name="Google Shape;1107;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cxnSp>
        <p:nvCxnSpPr>
          <p:cNvPr id="1108" name="Google Shape;1108;g2c186218c5a_0_48"/>
          <p:cNvCxnSpPr/>
          <p:nvPr/>
        </p:nvCxnSpPr>
        <p:spPr>
          <a:xfrm>
            <a:off x="4572000" y="997375"/>
            <a:ext cx="0" cy="4407900"/>
          </a:xfrm>
          <a:prstGeom prst="straightConnector1">
            <a:avLst/>
          </a:prstGeom>
          <a:noFill/>
          <a:ln cap="flat" cmpd="sng" w="9525">
            <a:solidFill>
              <a:srgbClr val="BFBFBF"/>
            </a:solidFill>
            <a:prstDash val="solid"/>
            <a:miter lim="800000"/>
            <a:headEnd len="sm" w="sm" type="none"/>
            <a:tailEnd len="sm" w="sm" type="none"/>
          </a:ln>
        </p:spPr>
      </p:cxnSp>
      <p:pic>
        <p:nvPicPr>
          <p:cNvPr id="1109" name="Google Shape;1109;g2c186218c5a_0_48" title="JNL689-46F.png"/>
          <p:cNvPicPr preferRelativeResize="0"/>
          <p:nvPr/>
        </p:nvPicPr>
        <p:blipFill rotWithShape="1">
          <a:blip r:embed="rId3">
            <a:alphaModFix/>
          </a:blip>
          <a:srcRect b="0" l="79" r="89" t="0"/>
          <a:stretch/>
        </p:blipFill>
        <p:spPr>
          <a:xfrm>
            <a:off x="1441150" y="1460326"/>
            <a:ext cx="2826426" cy="3395497"/>
          </a:xfrm>
          <a:prstGeom prst="rect">
            <a:avLst/>
          </a:prstGeom>
          <a:noFill/>
          <a:ln>
            <a:noFill/>
          </a:ln>
          <a:effectLst>
            <a:outerShdw blurRad="114300" rotWithShape="0" algn="bl" dir="5400000" dist="19050">
              <a:srgbClr val="000000">
                <a:alpha val="20000"/>
              </a:srgbClr>
            </a:outerShdw>
          </a:effectLst>
        </p:spPr>
      </p:pic>
      <p:pic>
        <p:nvPicPr>
          <p:cNvPr id="1110" name="Google Shape;1110;g2c186218c5a_0_48" title="JNL689-158F.png"/>
          <p:cNvPicPr preferRelativeResize="0"/>
          <p:nvPr/>
        </p:nvPicPr>
        <p:blipFill rotWithShape="1">
          <a:blip r:embed="rId4">
            <a:alphaModFix/>
          </a:blip>
          <a:srcRect b="0" l="0" r="0" t="0"/>
          <a:stretch/>
        </p:blipFill>
        <p:spPr>
          <a:xfrm>
            <a:off x="4876425" y="1460326"/>
            <a:ext cx="2826425" cy="3395497"/>
          </a:xfrm>
          <a:prstGeom prst="rect">
            <a:avLst/>
          </a:prstGeom>
          <a:noFill/>
          <a:ln>
            <a:noFill/>
          </a:ln>
          <a:effectLst>
            <a:outerShdw blurRad="114300" rotWithShape="0" algn="bl" dir="5400000" dist="1905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g1f3daf8a844_0_6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7" name="Google Shape;1117;g1f3daf8a844_0_6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Building Words</a:t>
            </a:r>
            <a:endParaRPr/>
          </a:p>
        </p:txBody>
      </p:sp>
      <p:grpSp>
        <p:nvGrpSpPr>
          <p:cNvPr id="1118" name="Google Shape;1118;g1f3daf8a844_0_64"/>
          <p:cNvGrpSpPr/>
          <p:nvPr/>
        </p:nvGrpSpPr>
        <p:grpSpPr>
          <a:xfrm>
            <a:off x="3024000" y="209875"/>
            <a:ext cx="3096000" cy="454800"/>
            <a:chOff x="3024000" y="209875"/>
            <a:chExt cx="3096000" cy="454800"/>
          </a:xfrm>
        </p:grpSpPr>
        <p:sp>
          <p:nvSpPr>
            <p:cNvPr id="1119" name="Google Shape;1119;g1f3daf8a844_0_64"/>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20" name="Google Shape;1120;g1f3daf8a844_0_64"/>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1121" name="Google Shape;1121;g1f3daf8a844_0_64"/>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sp>
        <p:nvSpPr>
          <p:cNvPr id="1122" name="Google Shape;1122;g1f3daf8a844_0_6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cxnSp>
        <p:nvCxnSpPr>
          <p:cNvPr id="1123" name="Google Shape;1123;g1f3daf8a844_0_64"/>
          <p:cNvCxnSpPr/>
          <p:nvPr/>
        </p:nvCxnSpPr>
        <p:spPr>
          <a:xfrm>
            <a:off x="1181100" y="42446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24" name="Google Shape;1124;g1f3daf8a844_0_64"/>
          <p:cNvCxnSpPr/>
          <p:nvPr/>
        </p:nvCxnSpPr>
        <p:spPr>
          <a:xfrm>
            <a:off x="1181100" y="394078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25" name="Google Shape;1125;g1f3daf8a844_0_64"/>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26" name="Google Shape;1126;g1f3daf8a844_0_64"/>
          <p:cNvCxnSpPr/>
          <p:nvPr/>
        </p:nvCxnSpPr>
        <p:spPr>
          <a:xfrm>
            <a:off x="1181100" y="5111514"/>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27" name="Google Shape;1127;g1f3daf8a844_0_64"/>
          <p:cNvSpPr txBox="1"/>
          <p:nvPr/>
        </p:nvSpPr>
        <p:spPr>
          <a:xfrm>
            <a:off x="1193375" y="1341050"/>
            <a:ext cx="1748400" cy="906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993FA2"/>
                </a:solidFill>
                <a:latin typeface="Jost"/>
                <a:ea typeface="Jost"/>
                <a:cs typeface="Jost"/>
                <a:sym typeface="Jost"/>
              </a:rPr>
              <a:t>e</a:t>
            </a:r>
            <a:r>
              <a:rPr b="0" i="0" lang="en-US" sz="6800" u="none" cap="none" strike="noStrike">
                <a:solidFill>
                  <a:srgbClr val="993FA2"/>
                </a:solidFill>
                <a:latin typeface="Poppins"/>
                <a:ea typeface="Poppins"/>
                <a:cs typeface="Poppins"/>
                <a:sym typeface="Poppins"/>
              </a:rPr>
              <a:t>a</a:t>
            </a:r>
            <a:r>
              <a:rPr b="0" i="0" lang="en-US" sz="8000" u="none" cap="none" strike="noStrike">
                <a:solidFill>
                  <a:srgbClr val="993FA2"/>
                </a:solidFill>
                <a:latin typeface="Jost"/>
                <a:ea typeface="Jost"/>
                <a:cs typeface="Jost"/>
                <a:sym typeface="Jost"/>
              </a:rPr>
              <a:t>r</a:t>
            </a:r>
            <a:endParaRPr b="0" i="0" sz="8000" u="none" cap="none" strike="noStrike">
              <a:solidFill>
                <a:srgbClr val="993FA2"/>
              </a:solidFill>
              <a:latin typeface="Jost"/>
              <a:ea typeface="Jost"/>
              <a:cs typeface="Jost"/>
              <a:sym typeface="Jost"/>
            </a:endParaRPr>
          </a:p>
        </p:txBody>
      </p:sp>
      <p:sp>
        <p:nvSpPr>
          <p:cNvPr id="1128" name="Google Shape;1128;g1f3daf8a844_0_64"/>
          <p:cNvSpPr txBox="1"/>
          <p:nvPr/>
        </p:nvSpPr>
        <p:spPr>
          <a:xfrm>
            <a:off x="4226538" y="1341050"/>
            <a:ext cx="1225800" cy="906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2356AF"/>
                </a:solidFill>
                <a:latin typeface="Jost"/>
                <a:ea typeface="Jost"/>
                <a:cs typeface="Jost"/>
                <a:sym typeface="Jost"/>
              </a:rPr>
              <a:t>n</a:t>
            </a:r>
            <a:endParaRPr b="0" i="0" sz="8000" u="none" cap="none" strike="noStrike">
              <a:solidFill>
                <a:srgbClr val="2356AF"/>
              </a:solidFill>
              <a:latin typeface="Jost"/>
              <a:ea typeface="Jost"/>
              <a:cs typeface="Jost"/>
              <a:sym typeface="Jost"/>
            </a:endParaRPr>
          </a:p>
        </p:txBody>
      </p:sp>
      <p:sp>
        <p:nvSpPr>
          <p:cNvPr id="1129" name="Google Shape;1129;g1f3daf8a844_0_64"/>
          <p:cNvSpPr txBox="1"/>
          <p:nvPr/>
        </p:nvSpPr>
        <p:spPr>
          <a:xfrm>
            <a:off x="6737100" y="1341050"/>
            <a:ext cx="1225800" cy="906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2356AF"/>
                </a:solidFill>
                <a:latin typeface="Jost"/>
                <a:ea typeface="Jost"/>
                <a:cs typeface="Jost"/>
                <a:sym typeface="Jost"/>
              </a:rPr>
              <a:t>p</a:t>
            </a:r>
            <a:endParaRPr b="0" i="0" sz="8000" u="none" cap="none" strike="noStrike">
              <a:solidFill>
                <a:srgbClr val="2356AF"/>
              </a:solidFill>
              <a:latin typeface="Jost"/>
              <a:ea typeface="Jost"/>
              <a:cs typeface="Jost"/>
              <a:sym typeface="Jost"/>
            </a:endParaRPr>
          </a:p>
        </p:txBody>
      </p:sp>
      <p:sp>
        <p:nvSpPr>
          <p:cNvPr id="1130" name="Google Shape;1130;g1f3daf8a844_0_64"/>
          <p:cNvSpPr txBox="1"/>
          <p:nvPr/>
        </p:nvSpPr>
        <p:spPr>
          <a:xfrm>
            <a:off x="2971256" y="1341050"/>
            <a:ext cx="1225800" cy="906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2356AF"/>
                </a:solidFill>
                <a:latin typeface="Jost"/>
                <a:ea typeface="Jost"/>
                <a:cs typeface="Jost"/>
                <a:sym typeface="Jost"/>
              </a:rPr>
              <a:t>t</a:t>
            </a:r>
            <a:endParaRPr b="0" i="0" sz="8000" u="none" cap="none" strike="noStrike">
              <a:solidFill>
                <a:srgbClr val="2356AF"/>
              </a:solidFill>
              <a:latin typeface="Jost"/>
              <a:ea typeface="Jost"/>
              <a:cs typeface="Jost"/>
              <a:sym typeface="Jost"/>
            </a:endParaRPr>
          </a:p>
        </p:txBody>
      </p:sp>
      <p:sp>
        <p:nvSpPr>
          <p:cNvPr id="1131" name="Google Shape;1131;g1f3daf8a844_0_64"/>
          <p:cNvSpPr txBox="1"/>
          <p:nvPr/>
        </p:nvSpPr>
        <p:spPr>
          <a:xfrm>
            <a:off x="5481819" y="1341050"/>
            <a:ext cx="1225800" cy="906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2356AF"/>
                </a:solidFill>
                <a:latin typeface="Jost"/>
                <a:ea typeface="Jost"/>
                <a:cs typeface="Jost"/>
                <a:sym typeface="Jost"/>
              </a:rPr>
              <a:t>b</a:t>
            </a:r>
            <a:endParaRPr b="0" i="0" sz="8000" u="none" cap="none" strike="noStrike">
              <a:solidFill>
                <a:srgbClr val="2356AF"/>
              </a:solidFill>
              <a:latin typeface="Jost"/>
              <a:ea typeface="Jost"/>
              <a:cs typeface="Jost"/>
              <a:sym typeface="Jost"/>
            </a:endParaRPr>
          </a:p>
        </p:txBody>
      </p:sp>
      <p:cxnSp>
        <p:nvCxnSpPr>
          <p:cNvPr id="1132" name="Google Shape;1132;g1f3daf8a844_0_64"/>
          <p:cNvCxnSpPr/>
          <p:nvPr/>
        </p:nvCxnSpPr>
        <p:spPr>
          <a:xfrm>
            <a:off x="1181100" y="3191325"/>
            <a:ext cx="6781800" cy="0"/>
          </a:xfrm>
          <a:prstGeom prst="straightConnector1">
            <a:avLst/>
          </a:prstGeom>
          <a:noFill/>
          <a:ln cap="flat" cmpd="sng" w="19050">
            <a:solidFill>
              <a:srgbClr val="CFD9EF"/>
            </a:solidFill>
            <a:prstDash val="solid"/>
            <a:miter lim="800000"/>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2749eebbbc6_0_67"/>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9" name="Google Shape;1139;g2749eebbbc6_0_67"/>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Building Words</a:t>
            </a:r>
            <a:endParaRPr/>
          </a:p>
        </p:txBody>
      </p:sp>
      <p:grpSp>
        <p:nvGrpSpPr>
          <p:cNvPr id="1140" name="Google Shape;1140;g2749eebbbc6_0_67"/>
          <p:cNvGrpSpPr/>
          <p:nvPr/>
        </p:nvGrpSpPr>
        <p:grpSpPr>
          <a:xfrm>
            <a:off x="3024000" y="209875"/>
            <a:ext cx="3096000" cy="454800"/>
            <a:chOff x="3024000" y="209875"/>
            <a:chExt cx="3096000" cy="454800"/>
          </a:xfrm>
        </p:grpSpPr>
        <p:sp>
          <p:nvSpPr>
            <p:cNvPr id="1141" name="Google Shape;1141;g2749eebbbc6_0_67"/>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42" name="Google Shape;1142;g2749eebbbc6_0_67"/>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1143" name="Google Shape;1143;g2749eebbbc6_0_67"/>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sp>
        <p:nvSpPr>
          <p:cNvPr id="1144" name="Google Shape;1144;g2749eebbbc6_0_67"/>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cxnSp>
        <p:nvCxnSpPr>
          <p:cNvPr id="1145" name="Google Shape;1145;g2749eebbbc6_0_67"/>
          <p:cNvCxnSpPr/>
          <p:nvPr/>
        </p:nvCxnSpPr>
        <p:spPr>
          <a:xfrm>
            <a:off x="1181100" y="3461850"/>
            <a:ext cx="6781800" cy="0"/>
          </a:xfrm>
          <a:prstGeom prst="straightConnector1">
            <a:avLst/>
          </a:prstGeom>
          <a:noFill/>
          <a:ln cap="flat" cmpd="sng" w="19050">
            <a:solidFill>
              <a:srgbClr val="CFD9EF"/>
            </a:solidFill>
            <a:prstDash val="solid"/>
            <a:miter lim="800000"/>
            <a:headEnd len="sm" w="sm" type="none"/>
            <a:tailEnd len="sm" w="sm" type="none"/>
          </a:ln>
        </p:spPr>
      </p:cxnSp>
      <p:cxnSp>
        <p:nvCxnSpPr>
          <p:cNvPr id="1146" name="Google Shape;1146;g2749eebbbc6_0_67"/>
          <p:cNvCxnSpPr/>
          <p:nvPr/>
        </p:nvCxnSpPr>
        <p:spPr>
          <a:xfrm>
            <a:off x="1181100" y="42446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47" name="Google Shape;1147;g2749eebbbc6_0_67"/>
          <p:cNvCxnSpPr/>
          <p:nvPr/>
        </p:nvCxnSpPr>
        <p:spPr>
          <a:xfrm>
            <a:off x="1181100" y="394078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48" name="Google Shape;1148;g2749eebbbc6_0_67"/>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49" name="Google Shape;1149;g2749eebbbc6_0_67"/>
          <p:cNvCxnSpPr/>
          <p:nvPr/>
        </p:nvCxnSpPr>
        <p:spPr>
          <a:xfrm>
            <a:off x="1181100" y="5111514"/>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50" name="Google Shape;1150;g2749eebbbc6_0_67"/>
          <p:cNvSpPr txBox="1"/>
          <p:nvPr/>
        </p:nvSpPr>
        <p:spPr>
          <a:xfrm>
            <a:off x="1193375" y="3044775"/>
            <a:ext cx="6781800" cy="2931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rgbClr val="000000"/>
              </a:buClr>
              <a:buSzPts val="1800"/>
              <a:buFont typeface="Arial"/>
              <a:buNone/>
            </a:pPr>
            <a:r>
              <a:rPr b="0" i="0" lang="en-US" sz="1800" u="none" cap="none" strike="noStrike">
                <a:solidFill>
                  <a:srgbClr val="B7B7B7"/>
                </a:solidFill>
                <a:latin typeface="Jost"/>
                <a:ea typeface="Jost"/>
                <a:cs typeface="Jost"/>
                <a:sym typeface="Jost"/>
              </a:rPr>
              <a:t>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te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ne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be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 pe</a:t>
            </a:r>
            <a:r>
              <a:rPr b="0" i="0" lang="en-US" sz="15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r</a:t>
            </a:r>
            <a:endParaRPr b="0" i="0" sz="1800" u="none" cap="none" strike="noStrike">
              <a:solidFill>
                <a:srgbClr val="B7B7B7"/>
              </a:solidFill>
              <a:latin typeface="Jost"/>
              <a:ea typeface="Jost"/>
              <a:cs typeface="Jost"/>
              <a:sym typeface="Jost"/>
            </a:endParaRPr>
          </a:p>
        </p:txBody>
      </p:sp>
      <p:sp>
        <p:nvSpPr>
          <p:cNvPr id="1151" name="Google Shape;1151;g2749eebbbc6_0_67"/>
          <p:cNvSpPr txBox="1"/>
          <p:nvPr/>
        </p:nvSpPr>
        <p:spPr>
          <a:xfrm>
            <a:off x="1193375" y="1341050"/>
            <a:ext cx="1748400" cy="906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993FA2"/>
                </a:solidFill>
                <a:latin typeface="Jost"/>
                <a:ea typeface="Jost"/>
                <a:cs typeface="Jost"/>
                <a:sym typeface="Jost"/>
              </a:rPr>
              <a:t>e</a:t>
            </a:r>
            <a:r>
              <a:rPr b="0" i="0" lang="en-US" sz="6800" u="none" cap="none" strike="noStrike">
                <a:solidFill>
                  <a:srgbClr val="993FA2"/>
                </a:solidFill>
                <a:latin typeface="Poppins"/>
                <a:ea typeface="Poppins"/>
                <a:cs typeface="Poppins"/>
                <a:sym typeface="Poppins"/>
              </a:rPr>
              <a:t>a</a:t>
            </a:r>
            <a:r>
              <a:rPr b="0" i="0" lang="en-US" sz="8000" u="none" cap="none" strike="noStrike">
                <a:solidFill>
                  <a:srgbClr val="993FA2"/>
                </a:solidFill>
                <a:latin typeface="Jost"/>
                <a:ea typeface="Jost"/>
                <a:cs typeface="Jost"/>
                <a:sym typeface="Jost"/>
              </a:rPr>
              <a:t>r</a:t>
            </a:r>
            <a:endParaRPr b="0" i="0" sz="8000" u="none" cap="none" strike="noStrike">
              <a:solidFill>
                <a:srgbClr val="993FA2"/>
              </a:solidFill>
              <a:latin typeface="Jost"/>
              <a:ea typeface="Jost"/>
              <a:cs typeface="Jost"/>
              <a:sym typeface="Jost"/>
            </a:endParaRPr>
          </a:p>
        </p:txBody>
      </p:sp>
      <p:sp>
        <p:nvSpPr>
          <p:cNvPr id="1152" name="Google Shape;1152;g2749eebbbc6_0_67"/>
          <p:cNvSpPr txBox="1"/>
          <p:nvPr/>
        </p:nvSpPr>
        <p:spPr>
          <a:xfrm>
            <a:off x="4226538" y="1341050"/>
            <a:ext cx="1225800" cy="906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2356AF"/>
                </a:solidFill>
                <a:latin typeface="Jost"/>
                <a:ea typeface="Jost"/>
                <a:cs typeface="Jost"/>
                <a:sym typeface="Jost"/>
              </a:rPr>
              <a:t>n</a:t>
            </a:r>
            <a:endParaRPr b="0" i="0" sz="8000" u="none" cap="none" strike="noStrike">
              <a:solidFill>
                <a:srgbClr val="2356AF"/>
              </a:solidFill>
              <a:latin typeface="Jost"/>
              <a:ea typeface="Jost"/>
              <a:cs typeface="Jost"/>
              <a:sym typeface="Jost"/>
            </a:endParaRPr>
          </a:p>
        </p:txBody>
      </p:sp>
      <p:sp>
        <p:nvSpPr>
          <p:cNvPr id="1153" name="Google Shape;1153;g2749eebbbc6_0_67"/>
          <p:cNvSpPr txBox="1"/>
          <p:nvPr/>
        </p:nvSpPr>
        <p:spPr>
          <a:xfrm>
            <a:off x="6737100" y="1341050"/>
            <a:ext cx="1225800" cy="906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2356AF"/>
                </a:solidFill>
                <a:latin typeface="Jost"/>
                <a:ea typeface="Jost"/>
                <a:cs typeface="Jost"/>
                <a:sym typeface="Jost"/>
              </a:rPr>
              <a:t>p</a:t>
            </a:r>
            <a:endParaRPr b="0" i="0" sz="8000" u="none" cap="none" strike="noStrike">
              <a:solidFill>
                <a:srgbClr val="2356AF"/>
              </a:solidFill>
              <a:latin typeface="Jost"/>
              <a:ea typeface="Jost"/>
              <a:cs typeface="Jost"/>
              <a:sym typeface="Jost"/>
            </a:endParaRPr>
          </a:p>
        </p:txBody>
      </p:sp>
      <p:cxnSp>
        <p:nvCxnSpPr>
          <p:cNvPr id="1154" name="Google Shape;1154;g2749eebbbc6_0_67"/>
          <p:cNvCxnSpPr/>
          <p:nvPr/>
        </p:nvCxnSpPr>
        <p:spPr>
          <a:xfrm>
            <a:off x="1181100" y="2920800"/>
            <a:ext cx="6781800" cy="0"/>
          </a:xfrm>
          <a:prstGeom prst="straightConnector1">
            <a:avLst/>
          </a:prstGeom>
          <a:noFill/>
          <a:ln cap="flat" cmpd="sng" w="19050">
            <a:solidFill>
              <a:srgbClr val="CFD9EF"/>
            </a:solidFill>
            <a:prstDash val="solid"/>
            <a:miter lim="800000"/>
            <a:headEnd len="sm" w="sm" type="none"/>
            <a:tailEnd len="sm" w="sm" type="none"/>
          </a:ln>
        </p:spPr>
      </p:cxnSp>
      <p:sp>
        <p:nvSpPr>
          <p:cNvPr id="1155" name="Google Shape;1155;g2749eebbbc6_0_67"/>
          <p:cNvSpPr txBox="1"/>
          <p:nvPr/>
        </p:nvSpPr>
        <p:spPr>
          <a:xfrm>
            <a:off x="2971256" y="1341050"/>
            <a:ext cx="1225800" cy="906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2356AF"/>
                </a:solidFill>
                <a:latin typeface="Jost"/>
                <a:ea typeface="Jost"/>
                <a:cs typeface="Jost"/>
                <a:sym typeface="Jost"/>
              </a:rPr>
              <a:t>t</a:t>
            </a:r>
            <a:endParaRPr b="0" i="0" sz="8000" u="none" cap="none" strike="noStrike">
              <a:solidFill>
                <a:srgbClr val="2356AF"/>
              </a:solidFill>
              <a:latin typeface="Jost"/>
              <a:ea typeface="Jost"/>
              <a:cs typeface="Jost"/>
              <a:sym typeface="Jost"/>
            </a:endParaRPr>
          </a:p>
        </p:txBody>
      </p:sp>
      <p:sp>
        <p:nvSpPr>
          <p:cNvPr id="1156" name="Google Shape;1156;g2749eebbbc6_0_67"/>
          <p:cNvSpPr txBox="1"/>
          <p:nvPr/>
        </p:nvSpPr>
        <p:spPr>
          <a:xfrm>
            <a:off x="5481819" y="1341050"/>
            <a:ext cx="1225800" cy="906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2356AF"/>
                </a:solidFill>
                <a:latin typeface="Jost"/>
                <a:ea typeface="Jost"/>
                <a:cs typeface="Jost"/>
                <a:sym typeface="Jost"/>
              </a:rPr>
              <a:t>b</a:t>
            </a:r>
            <a:endParaRPr b="0" i="0" sz="8000" u="none" cap="none" strike="noStrike">
              <a:solidFill>
                <a:srgbClr val="2356AF"/>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Review Sound Family /air/ - Lesson 85</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7" name="Shape 116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