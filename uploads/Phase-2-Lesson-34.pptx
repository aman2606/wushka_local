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9144000" cy="6858000" type="screen4x3"/>
  <p:notesSz cx="6858000" cy="9144000"/>
  <p:embeddedFontLst>
    <p:embeddedFont>
      <p:font typeface="Jost" panose="020B0604020202020204" charset="0"/>
      <p:regular r:id="rId28"/>
      <p:bold r:id="rId29"/>
      <p:italic r:id="rId30"/>
      <p:boldItalic r:id="rId31"/>
    </p:embeddedFont>
    <p:embeddedFont>
      <p:font typeface="Mulish" panose="020B0604020202020204" charset="0"/>
      <p:regular r:id="rId32"/>
      <p:bold r:id="rId33"/>
      <p:italic r:id="rId34"/>
      <p:boldItalic r:id="rId35"/>
    </p:embeddedFont>
    <p:embeddedFont>
      <p:font typeface="Nunito Black" pitchFamily="2" charset="0"/>
      <p:bold r:id="rId36"/>
      <p:boldItalic r:id="rId37"/>
    </p:embeddedFont>
    <p:embeddedFont>
      <p:font typeface="Poppins" panose="00000500000000000000" pitchFamily="2" charset="0"/>
      <p:regular r:id="rId38"/>
      <p:bold r:id="rId39"/>
      <p:italic r:id="rId40"/>
      <p:boldItalic r:id="rId41"/>
    </p:embeddedFont>
    <p:embeddedFont>
      <p:font typeface="Poppins Medium" panose="00000600000000000000" pitchFamily="2" charset="0"/>
      <p:regular r:id="rId42"/>
      <p:bold r:id="rId43"/>
      <p:italic r:id="rId44"/>
      <p:boldItalic r:id="rId45"/>
    </p:embeddedFont>
    <p:embeddedFont>
      <p:font typeface="Poppins SemiBold" panose="00000700000000000000" pitchFamily="2" charset="0"/>
      <p:regular r:id="rId46"/>
      <p:bold r:id="rId47"/>
      <p:italic r:id="rId48"/>
      <p:boldItalic r:id="rId4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6" roundtripDataSignature="AMtx7mid38BbB1dfKHQcVt2lxuo8bUQGl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0550B51-6863-49F7-B9C1-81D117A67B7C}">
  <a:tblStyle styleId="{30550B51-6863-49F7-B9C1-81D117A67B7C}"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2.fntdata"/><Relationship Id="rId21" Type="http://schemas.openxmlformats.org/officeDocument/2006/relationships/slide" Target="slides/slide20.xml"/><Relationship Id="rId34" Type="http://schemas.openxmlformats.org/officeDocument/2006/relationships/font" Target="fonts/font7.fntdata"/><Relationship Id="rId42" Type="http://schemas.openxmlformats.org/officeDocument/2006/relationships/font" Target="fonts/font15.fntdata"/><Relationship Id="rId47" Type="http://schemas.openxmlformats.org/officeDocument/2006/relationships/font" Target="fonts/font20.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2.fntdata"/><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font" Target="fonts/font10.fntdata"/><Relationship Id="rId40" Type="http://schemas.openxmlformats.org/officeDocument/2006/relationships/font" Target="fonts/font13.fntdata"/><Relationship Id="rId45" Type="http://schemas.openxmlformats.org/officeDocument/2006/relationships/font" Target="fonts/font18.fntdata"/><Relationship Id="rId58"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4" Type="http://schemas.openxmlformats.org/officeDocument/2006/relationships/font" Target="fonts/font17.fntdata"/><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 Id="rId43" Type="http://schemas.openxmlformats.org/officeDocument/2006/relationships/font" Target="fonts/font16.fntdata"/><Relationship Id="rId48" Type="http://schemas.openxmlformats.org/officeDocument/2006/relationships/font" Target="fonts/font21.fntdata"/><Relationship Id="rId56" Type="http://customschemas.google.com/relationships/presentationmetadata" Target="meta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38" Type="http://schemas.openxmlformats.org/officeDocument/2006/relationships/font" Target="fonts/font11.fntdata"/><Relationship Id="rId46" Type="http://schemas.openxmlformats.org/officeDocument/2006/relationships/font" Target="fonts/font19.fntdata"/><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font" Target="fonts/font14.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font" Target="fonts/font9.fntdata"/><Relationship Id="rId49" Type="http://schemas.openxmlformats.org/officeDocument/2006/relationships/font" Target="fonts/font22.fntdata"/><Relationship Id="rId57"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7"/>
        <p:cNvGrpSpPr/>
        <p:nvPr/>
      </p:nvGrpSpPr>
      <p:grpSpPr>
        <a:xfrm>
          <a:off x="0" y="0"/>
          <a:ext cx="0" cy="0"/>
          <a:chOff x="0" y="0"/>
          <a:chExt cx="0" cy="0"/>
        </a:xfrm>
      </p:grpSpPr>
      <p:sp>
        <p:nvSpPr>
          <p:cNvPr id="768" name="Google Shape;768;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69" name="Google Shape;769;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0"/>
        <p:cNvGrpSpPr/>
        <p:nvPr/>
      </p:nvGrpSpPr>
      <p:grpSpPr>
        <a:xfrm>
          <a:off x="0" y="0"/>
          <a:ext cx="0" cy="0"/>
          <a:chOff x="0" y="0"/>
          <a:chExt cx="0" cy="0"/>
        </a:xfrm>
      </p:grpSpPr>
      <p:sp>
        <p:nvSpPr>
          <p:cNvPr id="781" name="Google Shape;781;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2" name="Google Shape;782;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3" name="Google Shape;783;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2"/>
        <p:cNvGrpSpPr/>
        <p:nvPr/>
      </p:nvGrpSpPr>
      <p:grpSpPr>
        <a:xfrm>
          <a:off x="0" y="0"/>
          <a:ext cx="0" cy="0"/>
          <a:chOff x="0" y="0"/>
          <a:chExt cx="0" cy="0"/>
        </a:xfrm>
      </p:grpSpPr>
      <p:sp>
        <p:nvSpPr>
          <p:cNvPr id="813" name="Google Shape;813;g2d05e3b023c_0_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4" name="Google Shape;814;g2d05e3b023c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5" name="Google Shape;815;g2d05e3b023c_0_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3"/>
        <p:cNvGrpSpPr/>
        <p:nvPr/>
      </p:nvGrpSpPr>
      <p:grpSpPr>
        <a:xfrm>
          <a:off x="0" y="0"/>
          <a:ext cx="0" cy="0"/>
          <a:chOff x="0" y="0"/>
          <a:chExt cx="0" cy="0"/>
        </a:xfrm>
      </p:grpSpPr>
      <p:sp>
        <p:nvSpPr>
          <p:cNvPr id="844" name="Google Shape;844;g31ab54169cd_0_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5" name="Google Shape;845;g31ab54169c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46" name="Google Shape;846;g31ab54169cd_0_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5"/>
        <p:cNvGrpSpPr/>
        <p:nvPr/>
      </p:nvGrpSpPr>
      <p:grpSpPr>
        <a:xfrm>
          <a:off x="0" y="0"/>
          <a:ext cx="0" cy="0"/>
          <a:chOff x="0" y="0"/>
          <a:chExt cx="0" cy="0"/>
        </a:xfrm>
      </p:grpSpPr>
      <p:sp>
        <p:nvSpPr>
          <p:cNvPr id="866" name="Google Shape;866;g2d05e3b023c_0_5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7" name="Google Shape;867;g2d05e3b023c_0_5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8" name="Google Shape;868;g2d05e3b023c_0_5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4"/>
        <p:cNvGrpSpPr/>
        <p:nvPr/>
      </p:nvGrpSpPr>
      <p:grpSpPr>
        <a:xfrm>
          <a:off x="0" y="0"/>
          <a:ext cx="0" cy="0"/>
          <a:chOff x="0" y="0"/>
          <a:chExt cx="0" cy="0"/>
        </a:xfrm>
      </p:grpSpPr>
      <p:sp>
        <p:nvSpPr>
          <p:cNvPr id="875" name="Google Shape;875;g2d9d4a93085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6" name="Google Shape;876;g2d9d4a93085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7" name="Google Shape;877;g2d9d4a93085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3"/>
        <p:cNvGrpSpPr/>
        <p:nvPr/>
      </p:nvGrpSpPr>
      <p:grpSpPr>
        <a:xfrm>
          <a:off x="0" y="0"/>
          <a:ext cx="0" cy="0"/>
          <a:chOff x="0" y="0"/>
          <a:chExt cx="0" cy="0"/>
        </a:xfrm>
      </p:grpSpPr>
      <p:sp>
        <p:nvSpPr>
          <p:cNvPr id="884" name="Google Shape;884;g2c186218c5a_0_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5" name="Google Shape;885;g2c186218c5a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6" name="Google Shape;886;g2c186218c5a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2"/>
        <p:cNvGrpSpPr/>
        <p:nvPr/>
      </p:nvGrpSpPr>
      <p:grpSpPr>
        <a:xfrm>
          <a:off x="0" y="0"/>
          <a:ext cx="0" cy="0"/>
          <a:chOff x="0" y="0"/>
          <a:chExt cx="0" cy="0"/>
        </a:xfrm>
      </p:grpSpPr>
      <p:sp>
        <p:nvSpPr>
          <p:cNvPr id="893" name="Google Shape;893;g26b641b03cd_0_18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4" name="Google Shape;894;g26b641b03cd_0_1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5" name="Google Shape;895;g26b641b03cd_0_1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1"/>
        <p:cNvGrpSpPr/>
        <p:nvPr/>
      </p:nvGrpSpPr>
      <p:grpSpPr>
        <a:xfrm>
          <a:off x="0" y="0"/>
          <a:ext cx="0" cy="0"/>
          <a:chOff x="0" y="0"/>
          <a:chExt cx="0" cy="0"/>
        </a:xfrm>
      </p:grpSpPr>
      <p:sp>
        <p:nvSpPr>
          <p:cNvPr id="902" name="Google Shape;902;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3" name="Google Shape;903;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4" name="Google Shape;904;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0"/>
        <p:cNvGrpSpPr/>
        <p:nvPr/>
      </p:nvGrpSpPr>
      <p:grpSpPr>
        <a:xfrm>
          <a:off x="0" y="0"/>
          <a:ext cx="0" cy="0"/>
          <a:chOff x="0" y="0"/>
          <a:chExt cx="0" cy="0"/>
        </a:xfrm>
      </p:grpSpPr>
      <p:sp>
        <p:nvSpPr>
          <p:cNvPr id="911" name="Google Shape;911;g26b641b03cd_0_19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2" name="Google Shape;912;g26b641b03cd_0_1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3" name="Google Shape;913;g26b641b03cd_0_19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9"/>
        <p:cNvGrpSpPr/>
        <p:nvPr/>
      </p:nvGrpSpPr>
      <p:grpSpPr>
        <a:xfrm>
          <a:off x="0" y="0"/>
          <a:ext cx="0" cy="0"/>
          <a:chOff x="0" y="0"/>
          <a:chExt cx="0" cy="0"/>
        </a:xfrm>
      </p:grpSpPr>
      <p:sp>
        <p:nvSpPr>
          <p:cNvPr id="920" name="Google Shape;920;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1" name="Google Shape;921;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2" name="Google Shape;922;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7"/>
        <p:cNvGrpSpPr/>
        <p:nvPr/>
      </p:nvGrpSpPr>
      <p:grpSpPr>
        <a:xfrm>
          <a:off x="0" y="0"/>
          <a:ext cx="0" cy="0"/>
          <a:chOff x="0" y="0"/>
          <a:chExt cx="0" cy="0"/>
        </a:xfrm>
      </p:grpSpPr>
      <p:sp>
        <p:nvSpPr>
          <p:cNvPr id="928" name="Google Shape;928;g2c2ffdd0de5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9" name="Google Shape;929;g2c2ffdd0de5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0" name="Google Shape;930;g2c2ffdd0de5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7"/>
        <p:cNvGrpSpPr/>
        <p:nvPr/>
      </p:nvGrpSpPr>
      <p:grpSpPr>
        <a:xfrm>
          <a:off x="0" y="0"/>
          <a:ext cx="0" cy="0"/>
          <a:chOff x="0" y="0"/>
          <a:chExt cx="0" cy="0"/>
        </a:xfrm>
      </p:grpSpPr>
      <p:sp>
        <p:nvSpPr>
          <p:cNvPr id="958" name="Google Shape;958;g2d05e3b023c_0_86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9" name="Google Shape;959;g2d05e3b023c_0_86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0" name="Google Shape;960;g2d05e3b023c_0_86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7"/>
        <p:cNvGrpSpPr/>
        <p:nvPr/>
      </p:nvGrpSpPr>
      <p:grpSpPr>
        <a:xfrm>
          <a:off x="0" y="0"/>
          <a:ext cx="0" cy="0"/>
          <a:chOff x="0" y="0"/>
          <a:chExt cx="0" cy="0"/>
        </a:xfrm>
      </p:grpSpPr>
      <p:sp>
        <p:nvSpPr>
          <p:cNvPr id="988" name="Google Shape;988;g2d05e3b023c_0_89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9" name="Google Shape;989;g2d05e3b023c_0_89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0" name="Google Shape;990;g2d05e3b023c_0_89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7"/>
        <p:cNvGrpSpPr/>
        <p:nvPr/>
      </p:nvGrpSpPr>
      <p:grpSpPr>
        <a:xfrm>
          <a:off x="0" y="0"/>
          <a:ext cx="0" cy="0"/>
          <a:chOff x="0" y="0"/>
          <a:chExt cx="0" cy="0"/>
        </a:xfrm>
      </p:grpSpPr>
      <p:sp>
        <p:nvSpPr>
          <p:cNvPr id="1018" name="Google Shape;1018;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9" name="Google Shape;1019;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0" name="Google Shape;1020;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5"/>
        <p:cNvGrpSpPr/>
        <p:nvPr/>
      </p:nvGrpSpPr>
      <p:grpSpPr>
        <a:xfrm>
          <a:off x="0" y="0"/>
          <a:ext cx="0" cy="0"/>
          <a:chOff x="0" y="0"/>
          <a:chExt cx="0" cy="0"/>
        </a:xfrm>
      </p:grpSpPr>
      <p:sp>
        <p:nvSpPr>
          <p:cNvPr id="1026" name="Google Shape;1026;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7" name="Google Shape;1027;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8" name="Google Shape;1028;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4"/>
        <p:cNvGrpSpPr/>
        <p:nvPr/>
      </p:nvGrpSpPr>
      <p:grpSpPr>
        <a:xfrm>
          <a:off x="0" y="0"/>
          <a:ext cx="0" cy="0"/>
          <a:chOff x="0" y="0"/>
          <a:chExt cx="0" cy="0"/>
        </a:xfrm>
      </p:grpSpPr>
      <p:sp>
        <p:nvSpPr>
          <p:cNvPr id="1035" name="Google Shape;1035;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6" name="Google Shape;1036;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7" name="Google Shape;1037;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3"/>
        <p:cNvGrpSpPr/>
        <p:nvPr/>
      </p:nvGrpSpPr>
      <p:grpSpPr>
        <a:xfrm>
          <a:off x="0" y="0"/>
          <a:ext cx="0" cy="0"/>
          <a:chOff x="0" y="0"/>
          <a:chExt cx="0" cy="0"/>
        </a:xfrm>
      </p:grpSpPr>
      <p:sp>
        <p:nvSpPr>
          <p:cNvPr id="1044" name="Google Shape;1044;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5" name="Google Shape;1045;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6" name="Google Shape;1046;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2"/>
        <p:cNvGrpSpPr/>
        <p:nvPr/>
      </p:nvGrpSpPr>
      <p:grpSpPr>
        <a:xfrm>
          <a:off x="0" y="0"/>
          <a:ext cx="0" cy="0"/>
          <a:chOff x="0" y="0"/>
          <a:chExt cx="0" cy="0"/>
        </a:xfrm>
      </p:grpSpPr>
      <p:sp>
        <p:nvSpPr>
          <p:cNvPr id="1053" name="Google Shape;1053;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4" name="Google Shape;1054;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55" name="Google Shape;1055;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1"/>
        <p:cNvGrpSpPr/>
        <p:nvPr/>
      </p:nvGrpSpPr>
      <p:grpSpPr>
        <a:xfrm>
          <a:off x="0" y="0"/>
          <a:ext cx="0" cy="0"/>
          <a:chOff x="0" y="0"/>
          <a:chExt cx="0" cy="0"/>
        </a:xfrm>
      </p:grpSpPr>
      <p:sp>
        <p:nvSpPr>
          <p:cNvPr id="1062" name="Google Shape;1062;g26b641b03cd_0_30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3" name="Google Shape;1063;g26b641b03cd_0_3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4" name="Google Shape;1064;g26b641b03cd_0_3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0"/>
        <p:cNvGrpSpPr/>
        <p:nvPr/>
      </p:nvGrpSpPr>
      <p:grpSpPr>
        <a:xfrm>
          <a:off x="0" y="0"/>
          <a:ext cx="0" cy="0"/>
          <a:chOff x="0" y="0"/>
          <a:chExt cx="0" cy="0"/>
        </a:xfrm>
      </p:grpSpPr>
      <p:sp>
        <p:nvSpPr>
          <p:cNvPr id="1071" name="Google Shape;1071;g26b641b03cd_0_30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2" name="Google Shape;1072;g26b641b03cd_0_3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3" name="Google Shape;1073;g26b641b03cd_0_3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9"/>
        <p:cNvGrpSpPr/>
        <p:nvPr/>
      </p:nvGrpSpPr>
      <p:grpSpPr>
        <a:xfrm>
          <a:off x="0" y="0"/>
          <a:ext cx="0" cy="0"/>
          <a:chOff x="0" y="0"/>
          <a:chExt cx="0" cy="0"/>
        </a:xfrm>
      </p:grpSpPr>
      <p:sp>
        <p:nvSpPr>
          <p:cNvPr id="1080" name="Google Shape;1080;g26b641b03cd_0_31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1" name="Google Shape;1081;g26b641b03cd_0_3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2" name="Google Shape;1082;g26b641b03cd_0_31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0"/>
        <p:cNvGrpSpPr/>
        <p:nvPr/>
      </p:nvGrpSpPr>
      <p:grpSpPr>
        <a:xfrm>
          <a:off x="0" y="0"/>
          <a:ext cx="0" cy="0"/>
          <a:chOff x="0" y="0"/>
          <a:chExt cx="0" cy="0"/>
        </a:xfrm>
      </p:grpSpPr>
      <p:sp>
        <p:nvSpPr>
          <p:cNvPr id="1091" name="Google Shape;1091;g26b641b03cd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92" name="Google Shape;1092;g26b641b03cd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3" name="Google Shape;1093;g26b641b03cd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1"/>
        <p:cNvGrpSpPr/>
        <p:nvPr/>
      </p:nvGrpSpPr>
      <p:grpSpPr>
        <a:xfrm>
          <a:off x="0" y="0"/>
          <a:ext cx="0" cy="0"/>
          <a:chOff x="0" y="0"/>
          <a:chExt cx="0" cy="0"/>
        </a:xfrm>
      </p:grpSpPr>
      <p:sp>
        <p:nvSpPr>
          <p:cNvPr id="1102" name="Google Shape;1102;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03" name="Google Shape;1103;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04" name="Google Shape;1104;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7"/>
        <p:cNvGrpSpPr/>
        <p:nvPr/>
      </p:nvGrpSpPr>
      <p:grpSpPr>
        <a:xfrm>
          <a:off x="0" y="0"/>
          <a:ext cx="0" cy="0"/>
          <a:chOff x="0" y="0"/>
          <a:chExt cx="0" cy="0"/>
        </a:xfrm>
      </p:grpSpPr>
      <p:sp>
        <p:nvSpPr>
          <p:cNvPr id="1128" name="Google Shape;1128;g2d05e3b023c_0_94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29" name="Google Shape;1129;g2d05e3b023c_0_94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30" name="Google Shape;1130;g2d05e3b023c_0_94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25</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000"/>
              <a:buNone/>
              <a:defRPr sz="30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3000"/>
              <a:buNone/>
              <a:defRPr sz="3000"/>
            </a:lvl2pPr>
            <a:lvl3pPr lvl="2" algn="ctr">
              <a:lnSpc>
                <a:spcPct val="90000"/>
              </a:lnSpc>
              <a:spcBef>
                <a:spcPts val="500"/>
              </a:spcBef>
              <a:spcAft>
                <a:spcPts val="0"/>
              </a:spcAft>
              <a:buClr>
                <a:schemeClr val="dk1"/>
              </a:buClr>
              <a:buSzPts val="3000"/>
              <a:buNone/>
              <a:defRPr sz="3000"/>
            </a:lvl3pPr>
            <a:lvl4pPr lvl="3" algn="ctr">
              <a:lnSpc>
                <a:spcPct val="90000"/>
              </a:lnSpc>
              <a:spcBef>
                <a:spcPts val="500"/>
              </a:spcBef>
              <a:spcAft>
                <a:spcPts val="0"/>
              </a:spcAft>
              <a:buClr>
                <a:schemeClr val="dk1"/>
              </a:buClr>
              <a:buSzPts val="3000"/>
              <a:buNone/>
              <a:defRPr sz="3000"/>
            </a:lvl4pPr>
            <a:lvl5pPr lvl="4" algn="ctr">
              <a:lnSpc>
                <a:spcPct val="90000"/>
              </a:lnSpc>
              <a:spcBef>
                <a:spcPts val="500"/>
              </a:spcBef>
              <a:spcAft>
                <a:spcPts val="0"/>
              </a:spcAft>
              <a:buClr>
                <a:schemeClr val="dk1"/>
              </a:buClr>
              <a:buSzPts val="3000"/>
              <a:buNone/>
              <a:defRPr sz="3000"/>
            </a:lvl5pPr>
            <a:lvl6pPr lvl="5" algn="ctr">
              <a:lnSpc>
                <a:spcPct val="90000"/>
              </a:lnSpc>
              <a:spcBef>
                <a:spcPts val="500"/>
              </a:spcBef>
              <a:spcAft>
                <a:spcPts val="0"/>
              </a:spcAft>
              <a:buClr>
                <a:schemeClr val="dk1"/>
              </a:buClr>
              <a:buSzPts val="3000"/>
              <a:buNone/>
              <a:defRPr sz="3000"/>
            </a:lvl6pPr>
            <a:lvl7pPr lvl="6" algn="ctr">
              <a:lnSpc>
                <a:spcPct val="90000"/>
              </a:lnSpc>
              <a:spcBef>
                <a:spcPts val="500"/>
              </a:spcBef>
              <a:spcAft>
                <a:spcPts val="0"/>
              </a:spcAft>
              <a:buClr>
                <a:schemeClr val="dk1"/>
              </a:buClr>
              <a:buSzPts val="3000"/>
              <a:buNone/>
              <a:defRPr sz="3000"/>
            </a:lvl7pPr>
            <a:lvl8pPr lvl="7" algn="ctr">
              <a:lnSpc>
                <a:spcPct val="90000"/>
              </a:lnSpc>
              <a:spcBef>
                <a:spcPts val="500"/>
              </a:spcBef>
              <a:spcAft>
                <a:spcPts val="0"/>
              </a:spcAft>
              <a:buClr>
                <a:schemeClr val="dk1"/>
              </a:buClr>
              <a:buSzPts val="3000"/>
              <a:buNone/>
              <a:defRPr sz="3000"/>
            </a:lvl8pPr>
            <a:lvl9pPr lvl="8" algn="ctr">
              <a:lnSpc>
                <a:spcPct val="90000"/>
              </a:lnSpc>
              <a:spcBef>
                <a:spcPts val="500"/>
              </a:spcBef>
              <a:spcAft>
                <a:spcPts val="0"/>
              </a:spcAft>
              <a:buClr>
                <a:schemeClr val="dk1"/>
              </a:buClr>
              <a:buSzPts val="3000"/>
              <a:buNone/>
              <a:defRPr sz="30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F7941D"/>
                </a:solidFill>
                <a:latin typeface="Poppins SemiBold"/>
                <a:ea typeface="Poppins SemiBold"/>
                <a:cs typeface="Poppins SemiBold"/>
                <a:sym typeface="Poppins SemiBold"/>
              </a:rPr>
              <a:t>Phase 2</a:t>
            </a:r>
            <a:endParaRPr sz="6000" b="0" i="0" u="none" strike="noStrike" cap="none">
              <a:solidFill>
                <a:schemeClr val="dk1"/>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0" name="Google Shape;20;p14"/>
          <p:cNvGrpSpPr/>
          <p:nvPr/>
        </p:nvGrpSpPr>
        <p:grpSpPr>
          <a:xfrm>
            <a:off x="8199150" y="5983875"/>
            <a:ext cx="586800" cy="571500"/>
            <a:chOff x="7894350" y="6212475"/>
            <a:chExt cx="586800" cy="571500"/>
          </a:xfrm>
        </p:grpSpPr>
        <p:sp>
          <p:nvSpPr>
            <p:cNvPr id="21" name="Google Shape;21;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 name="Google Shape;22;p14">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750"/>
            <a:chOff x="-36800" y="-52000"/>
            <a:chExt cx="9236100" cy="54375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565600" y="88250"/>
              <a:ext cx="1337400" cy="403500"/>
              <a:chOff x="565600" y="88250"/>
              <a:chExt cx="1337400" cy="403500"/>
            </a:xfrm>
          </p:grpSpPr>
          <p:grpSp>
            <p:nvGrpSpPr>
              <p:cNvPr id="28" name="Google Shape;28;p14"/>
              <p:cNvGrpSpPr/>
              <p:nvPr/>
            </p:nvGrpSpPr>
            <p:grpSpPr>
              <a:xfrm>
                <a:off x="565600" y="88250"/>
                <a:ext cx="1337400" cy="403500"/>
                <a:chOff x="565600" y="88250"/>
                <a:chExt cx="1337400" cy="403500"/>
              </a:xfrm>
            </p:grpSpPr>
            <p:sp>
              <p:nvSpPr>
                <p:cNvPr id="29" name="Google Shape;29;p14"/>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 name="Google Shape;30;p14"/>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1" name="Google Shape;31;p14"/>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32" name="Google Shape;32;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3" name="Google Shape;33;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 name="Google Shape;34;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35" name="Google Shape;35;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 name="Google Shape;36;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37" name="Google Shape;37;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 name="Google Shape;38;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9" name="Google Shape;39;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41" name="Google Shape;41;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2"/>
        <p:cNvGrpSpPr/>
        <p:nvPr/>
      </p:nvGrpSpPr>
      <p:grpSpPr>
        <a:xfrm>
          <a:off x="0" y="0"/>
          <a:ext cx="0" cy="0"/>
          <a:chOff x="0" y="0"/>
          <a:chExt cx="0" cy="0"/>
        </a:xfrm>
      </p:grpSpPr>
      <p:sp>
        <p:nvSpPr>
          <p:cNvPr id="43" name="Google Shape;43;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a:spLocks noGrp="1"/>
          </p:cNvSpPr>
          <p:nvPr>
            <p:ph type="body" idx="2"/>
          </p:nvPr>
        </p:nvSpPr>
        <p:spPr>
          <a:xfrm>
            <a:off x="3298550" y="1895358"/>
            <a:ext cx="4850100" cy="10731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5" name="Google Shape;45;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6" name="Google Shape;46;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7" name="Google Shape;47;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8" name="Google Shape;48;p15"/>
          <p:cNvGrpSpPr/>
          <p:nvPr/>
        </p:nvGrpSpPr>
        <p:grpSpPr>
          <a:xfrm>
            <a:off x="357775" y="5983875"/>
            <a:ext cx="586800" cy="571500"/>
            <a:chOff x="662575" y="6212475"/>
            <a:chExt cx="586800" cy="571500"/>
          </a:xfrm>
        </p:grpSpPr>
        <p:sp>
          <p:nvSpPr>
            <p:cNvPr id="49" name="Google Shape;49;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 name="Google Shape;50;p15">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 name="Google Shape;51;p15">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2" name="Google Shape;52;p15"/>
          <p:cNvGrpSpPr/>
          <p:nvPr/>
        </p:nvGrpSpPr>
        <p:grpSpPr>
          <a:xfrm>
            <a:off x="8199150" y="5983875"/>
            <a:ext cx="586800" cy="571500"/>
            <a:chOff x="7894350" y="6212475"/>
            <a:chExt cx="586800" cy="571500"/>
          </a:xfrm>
        </p:grpSpPr>
        <p:sp>
          <p:nvSpPr>
            <p:cNvPr id="53" name="Google Shape;53;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 name="Google Shape;54;p15">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 name="Google Shape;55;p15">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6" name="Google Shape;5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F7941D"/>
                </a:solidFill>
                <a:latin typeface="Poppins Medium"/>
                <a:ea typeface="Poppins Medium"/>
                <a:cs typeface="Poppins Medium"/>
                <a:sym typeface="Poppins Medium"/>
              </a:rPr>
              <a:t>Objective</a:t>
            </a:r>
            <a:endParaRPr sz="3200" b="0" i="0" u="none" strike="noStrike" cap="none">
              <a:solidFill>
                <a:srgbClr val="F7941D"/>
              </a:solidFill>
              <a:latin typeface="Poppins Medium"/>
              <a:ea typeface="Poppins Medium"/>
              <a:cs typeface="Poppins Medium"/>
              <a:sym typeface="Poppins Medium"/>
            </a:endParaRPr>
          </a:p>
        </p:txBody>
      </p:sp>
      <p:cxnSp>
        <p:nvCxnSpPr>
          <p:cNvPr id="57" name="Google Shape;57;p15"/>
          <p:cNvCxnSpPr/>
          <p:nvPr/>
        </p:nvCxnSpPr>
        <p:spPr>
          <a:xfrm>
            <a:off x="865586" y="3154560"/>
            <a:ext cx="7283100" cy="0"/>
          </a:xfrm>
          <a:prstGeom prst="straightConnector1">
            <a:avLst/>
          </a:prstGeom>
          <a:noFill/>
          <a:ln w="9525" cap="flat" cmpd="sng">
            <a:solidFill>
              <a:srgbClr val="BFBFBF"/>
            </a:solidFill>
            <a:prstDash val="solid"/>
            <a:miter lim="800000"/>
            <a:headEnd type="none" w="sm" len="sm"/>
            <a:tailEnd type="none" w="sm" len="sm"/>
          </a:ln>
        </p:spPr>
      </p:cxnSp>
      <p:cxnSp>
        <p:nvCxnSpPr>
          <p:cNvPr id="58" name="Google Shape;58;p15"/>
          <p:cNvCxnSpPr/>
          <p:nvPr/>
        </p:nvCxnSpPr>
        <p:spPr>
          <a:xfrm>
            <a:off x="865586" y="1709260"/>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59" name="Google Shape;59;p15"/>
          <p:cNvSpPr txBox="1"/>
          <p:nvPr/>
        </p:nvSpPr>
        <p:spPr>
          <a:xfrm>
            <a:off x="856314" y="20863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F7941D"/>
                </a:solidFill>
                <a:latin typeface="Poppins Medium"/>
                <a:ea typeface="Poppins Medium"/>
                <a:cs typeface="Poppins Medium"/>
                <a:sym typeface="Poppins Medium"/>
              </a:rPr>
              <a:t>Review</a:t>
            </a:r>
            <a:endParaRPr sz="3200" b="0" i="0" u="none" strike="noStrike" cap="none">
              <a:solidFill>
                <a:srgbClr val="F7941D"/>
              </a:solidFill>
              <a:latin typeface="Poppins Medium"/>
              <a:ea typeface="Poppins Medium"/>
              <a:cs typeface="Poppins Medium"/>
              <a:sym typeface="Poppins Medium"/>
            </a:endParaRPr>
          </a:p>
        </p:txBody>
      </p:sp>
      <p:grpSp>
        <p:nvGrpSpPr>
          <p:cNvPr id="60" name="Google Shape;60;p15"/>
          <p:cNvGrpSpPr/>
          <p:nvPr/>
        </p:nvGrpSpPr>
        <p:grpSpPr>
          <a:xfrm>
            <a:off x="-36800" y="-52000"/>
            <a:ext cx="9236100" cy="543750"/>
            <a:chOff x="-36800" y="-52000"/>
            <a:chExt cx="9236100" cy="543750"/>
          </a:xfrm>
        </p:grpSpPr>
        <p:sp>
          <p:nvSpPr>
            <p:cNvPr id="61" name="Google Shape;61;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2" name="Google Shape;62;p15"/>
            <p:cNvGrpSpPr/>
            <p:nvPr/>
          </p:nvGrpSpPr>
          <p:grpSpPr>
            <a:xfrm>
              <a:off x="565600" y="88250"/>
              <a:ext cx="1337400" cy="403500"/>
              <a:chOff x="565600" y="88250"/>
              <a:chExt cx="1337400" cy="403500"/>
            </a:xfrm>
          </p:grpSpPr>
          <p:grpSp>
            <p:nvGrpSpPr>
              <p:cNvPr id="63" name="Google Shape;63;p15"/>
              <p:cNvGrpSpPr/>
              <p:nvPr/>
            </p:nvGrpSpPr>
            <p:grpSpPr>
              <a:xfrm>
                <a:off x="565600" y="88250"/>
                <a:ext cx="1337400" cy="403500"/>
                <a:chOff x="565600" y="88250"/>
                <a:chExt cx="1337400" cy="403500"/>
              </a:xfrm>
            </p:grpSpPr>
            <p:sp>
              <p:nvSpPr>
                <p:cNvPr id="64" name="Google Shape;64;p15"/>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 name="Google Shape;65;p15"/>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6" name="Google Shape;66;p15"/>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67" name="Google Shape;67;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68" name="Google Shape;68;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 name="Google Shape;73;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74" name="Google Shape;74;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5" name="Google Shape;75;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6" name="Google Shape;76;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1">
  <p:cSld name="Alien Word of the Day_2_1_1_2">
    <p:spTree>
      <p:nvGrpSpPr>
        <p:cNvPr id="1" name="Shape 77"/>
        <p:cNvGrpSpPr/>
        <p:nvPr/>
      </p:nvGrpSpPr>
      <p:grpSpPr>
        <a:xfrm>
          <a:off x="0" y="0"/>
          <a:ext cx="0" cy="0"/>
          <a:chOff x="0" y="0"/>
          <a:chExt cx="0" cy="0"/>
        </a:xfrm>
      </p:grpSpPr>
      <p:sp>
        <p:nvSpPr>
          <p:cNvPr id="78" name="Google Shape;78;g2d05e3b023c_0_817"/>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79" name="Google Shape;79;g2d05e3b023c_0_817"/>
          <p:cNvGrpSpPr/>
          <p:nvPr/>
        </p:nvGrpSpPr>
        <p:grpSpPr>
          <a:xfrm>
            <a:off x="357775" y="5983875"/>
            <a:ext cx="586800" cy="571500"/>
            <a:chOff x="662575" y="6212475"/>
            <a:chExt cx="586800" cy="571500"/>
          </a:xfrm>
        </p:grpSpPr>
        <p:sp>
          <p:nvSpPr>
            <p:cNvPr id="80" name="Google Shape;80;g2d05e3b023c_0_81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d05e3b023c_0_817">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d05e3b023c_0_817">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d05e3b023c_0_817"/>
          <p:cNvGrpSpPr/>
          <p:nvPr/>
        </p:nvGrpSpPr>
        <p:grpSpPr>
          <a:xfrm>
            <a:off x="8199150" y="5983875"/>
            <a:ext cx="586800" cy="571500"/>
            <a:chOff x="7894350" y="6212475"/>
            <a:chExt cx="586800" cy="571500"/>
          </a:xfrm>
        </p:grpSpPr>
        <p:sp>
          <p:nvSpPr>
            <p:cNvPr id="84" name="Google Shape;84;g2d05e3b023c_0_81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d05e3b023c_0_817">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d05e3b023c_0_817">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87" name="Google Shape;87;g2d05e3b023c_0_817"/>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ctr">
              <a:lnSpc>
                <a:spcPct val="100000"/>
              </a:lnSpc>
              <a:spcBef>
                <a:spcPts val="0"/>
              </a:spcBef>
              <a:spcAft>
                <a:spcPts val="0"/>
              </a:spcAft>
              <a:buClr>
                <a:srgbClr val="FFFFFF"/>
              </a:buClr>
              <a:buSzPts val="3600"/>
              <a:buNone/>
              <a:defRPr sz="3600">
                <a:solidFill>
                  <a:srgbClr val="FFFFFF"/>
                </a:solidFill>
              </a:defRPr>
            </a:lvl2pPr>
            <a:lvl3pPr lvl="2" algn="ctr">
              <a:lnSpc>
                <a:spcPct val="100000"/>
              </a:lnSpc>
              <a:spcBef>
                <a:spcPts val="0"/>
              </a:spcBef>
              <a:spcAft>
                <a:spcPts val="0"/>
              </a:spcAft>
              <a:buClr>
                <a:srgbClr val="FFFFFF"/>
              </a:buClr>
              <a:buSzPts val="3600"/>
              <a:buNone/>
              <a:defRPr sz="3600">
                <a:solidFill>
                  <a:srgbClr val="FFFFFF"/>
                </a:solidFill>
              </a:defRPr>
            </a:lvl3pPr>
            <a:lvl4pPr lvl="3" algn="ctr">
              <a:lnSpc>
                <a:spcPct val="100000"/>
              </a:lnSpc>
              <a:spcBef>
                <a:spcPts val="0"/>
              </a:spcBef>
              <a:spcAft>
                <a:spcPts val="0"/>
              </a:spcAft>
              <a:buClr>
                <a:srgbClr val="FFFFFF"/>
              </a:buClr>
              <a:buSzPts val="3600"/>
              <a:buNone/>
              <a:defRPr sz="3600">
                <a:solidFill>
                  <a:srgbClr val="FFFFFF"/>
                </a:solidFill>
              </a:defRPr>
            </a:lvl4pPr>
            <a:lvl5pPr lvl="4" algn="ctr">
              <a:lnSpc>
                <a:spcPct val="100000"/>
              </a:lnSpc>
              <a:spcBef>
                <a:spcPts val="0"/>
              </a:spcBef>
              <a:spcAft>
                <a:spcPts val="0"/>
              </a:spcAft>
              <a:buClr>
                <a:srgbClr val="FFFFFF"/>
              </a:buClr>
              <a:buSzPts val="3600"/>
              <a:buNone/>
              <a:defRPr sz="3600">
                <a:solidFill>
                  <a:srgbClr val="FFFFFF"/>
                </a:solidFill>
              </a:defRPr>
            </a:lvl5pPr>
            <a:lvl6pPr lvl="5" algn="ctr">
              <a:lnSpc>
                <a:spcPct val="100000"/>
              </a:lnSpc>
              <a:spcBef>
                <a:spcPts val="0"/>
              </a:spcBef>
              <a:spcAft>
                <a:spcPts val="0"/>
              </a:spcAft>
              <a:buClr>
                <a:srgbClr val="FFFFFF"/>
              </a:buClr>
              <a:buSzPts val="3600"/>
              <a:buNone/>
              <a:defRPr sz="3600">
                <a:solidFill>
                  <a:srgbClr val="FFFFFF"/>
                </a:solidFill>
              </a:defRPr>
            </a:lvl6pPr>
            <a:lvl7pPr lvl="6" algn="ctr">
              <a:lnSpc>
                <a:spcPct val="100000"/>
              </a:lnSpc>
              <a:spcBef>
                <a:spcPts val="0"/>
              </a:spcBef>
              <a:spcAft>
                <a:spcPts val="0"/>
              </a:spcAft>
              <a:buClr>
                <a:srgbClr val="FFFFFF"/>
              </a:buClr>
              <a:buSzPts val="3600"/>
              <a:buNone/>
              <a:defRPr sz="3600">
                <a:solidFill>
                  <a:srgbClr val="FFFFFF"/>
                </a:solidFill>
              </a:defRPr>
            </a:lvl7pPr>
            <a:lvl8pPr lvl="7" algn="ctr">
              <a:lnSpc>
                <a:spcPct val="100000"/>
              </a:lnSpc>
              <a:spcBef>
                <a:spcPts val="0"/>
              </a:spcBef>
              <a:spcAft>
                <a:spcPts val="0"/>
              </a:spcAft>
              <a:buClr>
                <a:srgbClr val="FFFFFF"/>
              </a:buClr>
              <a:buSzPts val="3600"/>
              <a:buNone/>
              <a:defRPr sz="3600">
                <a:solidFill>
                  <a:srgbClr val="FFFFFF"/>
                </a:solidFill>
              </a:defRPr>
            </a:lvl8pPr>
            <a:lvl9pPr lvl="8" algn="ctr">
              <a:lnSpc>
                <a:spcPct val="100000"/>
              </a:lnSpc>
              <a:spcBef>
                <a:spcPts val="0"/>
              </a:spcBef>
              <a:spcAft>
                <a:spcPts val="0"/>
              </a:spcAft>
              <a:buClr>
                <a:srgbClr val="FFFFFF"/>
              </a:buClr>
              <a:buSzPts val="3600"/>
              <a:buNone/>
              <a:defRPr sz="3600">
                <a:solidFill>
                  <a:srgbClr val="FFFFFF"/>
                </a:solidFill>
              </a:defRPr>
            </a:lvl9pPr>
          </a:lstStyle>
          <a:p>
            <a:endParaRPr/>
          </a:p>
        </p:txBody>
      </p:sp>
      <p:grpSp>
        <p:nvGrpSpPr>
          <p:cNvPr id="88" name="Google Shape;88;g2d05e3b023c_0_817"/>
          <p:cNvGrpSpPr/>
          <p:nvPr/>
        </p:nvGrpSpPr>
        <p:grpSpPr>
          <a:xfrm>
            <a:off x="-36800" y="-52000"/>
            <a:ext cx="9236100" cy="543750"/>
            <a:chOff x="-36800" y="-52000"/>
            <a:chExt cx="9236100" cy="543750"/>
          </a:xfrm>
        </p:grpSpPr>
        <p:sp>
          <p:nvSpPr>
            <p:cNvPr id="89" name="Google Shape;89;g2d05e3b023c_0_817"/>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90" name="Google Shape;90;g2d05e3b023c_0_817"/>
            <p:cNvGrpSpPr/>
            <p:nvPr/>
          </p:nvGrpSpPr>
          <p:grpSpPr>
            <a:xfrm>
              <a:off x="565600" y="88250"/>
              <a:ext cx="1337400" cy="403500"/>
              <a:chOff x="565600" y="88250"/>
              <a:chExt cx="1337400" cy="403500"/>
            </a:xfrm>
          </p:grpSpPr>
          <p:grpSp>
            <p:nvGrpSpPr>
              <p:cNvPr id="91" name="Google Shape;91;g2d05e3b023c_0_817"/>
              <p:cNvGrpSpPr/>
              <p:nvPr/>
            </p:nvGrpSpPr>
            <p:grpSpPr>
              <a:xfrm>
                <a:off x="565600" y="88250"/>
                <a:ext cx="1337400" cy="403500"/>
                <a:chOff x="565600" y="88250"/>
                <a:chExt cx="1337400" cy="403500"/>
              </a:xfrm>
            </p:grpSpPr>
            <p:sp>
              <p:nvSpPr>
                <p:cNvPr id="92" name="Google Shape;92;g2d05e3b023c_0_817"/>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3" name="Google Shape;93;g2d05e3b023c_0_817"/>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94" name="Google Shape;94;g2d05e3b023c_0_817"/>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95" name="Google Shape;95;g2d05e3b023c_0_817"/>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96" name="Google Shape;96;g2d05e3b023c_0_817"/>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d05e3b023c_0_817"/>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d05e3b023c_0_817"/>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d05e3b023c_0_817"/>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00" name="Google Shape;100;g2d05e3b023c_0_817"/>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 name="Google Shape;101;g2d05e3b023c_0_817"/>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02" name="Google Shape;102;g2d05e3b023c_0_817"/>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3" name="Google Shape;103;g2d05e3b023c_0_817"/>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04" name="Google Shape;104;g2d05e3b023c_0_817"/>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Review Content 2">
  <p:cSld name="Alien Word of the Day_2_1_1_3">
    <p:spTree>
      <p:nvGrpSpPr>
        <p:cNvPr id="1" name="Shape 105"/>
        <p:cNvGrpSpPr/>
        <p:nvPr/>
      </p:nvGrpSpPr>
      <p:grpSpPr>
        <a:xfrm>
          <a:off x="0" y="0"/>
          <a:ext cx="0" cy="0"/>
          <a:chOff x="0" y="0"/>
          <a:chExt cx="0" cy="0"/>
        </a:xfrm>
      </p:grpSpPr>
      <p:sp>
        <p:nvSpPr>
          <p:cNvPr id="106" name="Google Shape;106;g2d9d4a93085_0_768"/>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07" name="Google Shape;107;g2d9d4a93085_0_768"/>
          <p:cNvGrpSpPr/>
          <p:nvPr/>
        </p:nvGrpSpPr>
        <p:grpSpPr>
          <a:xfrm>
            <a:off x="357775" y="5983875"/>
            <a:ext cx="586800" cy="571500"/>
            <a:chOff x="662575" y="6212475"/>
            <a:chExt cx="586800" cy="571500"/>
          </a:xfrm>
        </p:grpSpPr>
        <p:sp>
          <p:nvSpPr>
            <p:cNvPr id="108" name="Google Shape;108;g2d9d4a93085_0_76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d9d4a93085_0_768">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0" name="Google Shape;110;g2d9d4a93085_0_768">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11" name="Google Shape;111;g2d9d4a93085_0_768"/>
          <p:cNvGrpSpPr/>
          <p:nvPr/>
        </p:nvGrpSpPr>
        <p:grpSpPr>
          <a:xfrm>
            <a:off x="8199150" y="5983875"/>
            <a:ext cx="586800" cy="571500"/>
            <a:chOff x="7894350" y="6212475"/>
            <a:chExt cx="586800" cy="571500"/>
          </a:xfrm>
        </p:grpSpPr>
        <p:sp>
          <p:nvSpPr>
            <p:cNvPr id="112" name="Google Shape;112;g2d9d4a93085_0_76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3" name="Google Shape;113;g2d9d4a93085_0_768">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4" name="Google Shape;114;g2d9d4a93085_0_768">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15" name="Google Shape;115;g2d9d4a93085_0_768"/>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ctr">
              <a:lnSpc>
                <a:spcPct val="100000"/>
              </a:lnSpc>
              <a:spcBef>
                <a:spcPts val="0"/>
              </a:spcBef>
              <a:spcAft>
                <a:spcPts val="0"/>
              </a:spcAft>
              <a:buClr>
                <a:srgbClr val="FFFFFF"/>
              </a:buClr>
              <a:buSzPts val="3600"/>
              <a:buNone/>
              <a:defRPr sz="3600">
                <a:solidFill>
                  <a:srgbClr val="FFFFFF"/>
                </a:solidFill>
              </a:defRPr>
            </a:lvl2pPr>
            <a:lvl3pPr lvl="2" algn="ctr">
              <a:lnSpc>
                <a:spcPct val="100000"/>
              </a:lnSpc>
              <a:spcBef>
                <a:spcPts val="0"/>
              </a:spcBef>
              <a:spcAft>
                <a:spcPts val="0"/>
              </a:spcAft>
              <a:buClr>
                <a:srgbClr val="FFFFFF"/>
              </a:buClr>
              <a:buSzPts val="3600"/>
              <a:buNone/>
              <a:defRPr sz="3600">
                <a:solidFill>
                  <a:srgbClr val="FFFFFF"/>
                </a:solidFill>
              </a:defRPr>
            </a:lvl3pPr>
            <a:lvl4pPr lvl="3" algn="ctr">
              <a:lnSpc>
                <a:spcPct val="100000"/>
              </a:lnSpc>
              <a:spcBef>
                <a:spcPts val="0"/>
              </a:spcBef>
              <a:spcAft>
                <a:spcPts val="0"/>
              </a:spcAft>
              <a:buClr>
                <a:srgbClr val="FFFFFF"/>
              </a:buClr>
              <a:buSzPts val="3600"/>
              <a:buNone/>
              <a:defRPr sz="3600">
                <a:solidFill>
                  <a:srgbClr val="FFFFFF"/>
                </a:solidFill>
              </a:defRPr>
            </a:lvl4pPr>
            <a:lvl5pPr lvl="4" algn="ctr">
              <a:lnSpc>
                <a:spcPct val="100000"/>
              </a:lnSpc>
              <a:spcBef>
                <a:spcPts val="0"/>
              </a:spcBef>
              <a:spcAft>
                <a:spcPts val="0"/>
              </a:spcAft>
              <a:buClr>
                <a:srgbClr val="FFFFFF"/>
              </a:buClr>
              <a:buSzPts val="3600"/>
              <a:buNone/>
              <a:defRPr sz="3600">
                <a:solidFill>
                  <a:srgbClr val="FFFFFF"/>
                </a:solidFill>
              </a:defRPr>
            </a:lvl5pPr>
            <a:lvl6pPr lvl="5" algn="ctr">
              <a:lnSpc>
                <a:spcPct val="100000"/>
              </a:lnSpc>
              <a:spcBef>
                <a:spcPts val="0"/>
              </a:spcBef>
              <a:spcAft>
                <a:spcPts val="0"/>
              </a:spcAft>
              <a:buClr>
                <a:srgbClr val="FFFFFF"/>
              </a:buClr>
              <a:buSzPts val="3600"/>
              <a:buNone/>
              <a:defRPr sz="3600">
                <a:solidFill>
                  <a:srgbClr val="FFFFFF"/>
                </a:solidFill>
              </a:defRPr>
            </a:lvl6pPr>
            <a:lvl7pPr lvl="6" algn="ctr">
              <a:lnSpc>
                <a:spcPct val="100000"/>
              </a:lnSpc>
              <a:spcBef>
                <a:spcPts val="0"/>
              </a:spcBef>
              <a:spcAft>
                <a:spcPts val="0"/>
              </a:spcAft>
              <a:buClr>
                <a:srgbClr val="FFFFFF"/>
              </a:buClr>
              <a:buSzPts val="3600"/>
              <a:buNone/>
              <a:defRPr sz="3600">
                <a:solidFill>
                  <a:srgbClr val="FFFFFF"/>
                </a:solidFill>
              </a:defRPr>
            </a:lvl7pPr>
            <a:lvl8pPr lvl="7" algn="ctr">
              <a:lnSpc>
                <a:spcPct val="100000"/>
              </a:lnSpc>
              <a:spcBef>
                <a:spcPts val="0"/>
              </a:spcBef>
              <a:spcAft>
                <a:spcPts val="0"/>
              </a:spcAft>
              <a:buClr>
                <a:srgbClr val="FFFFFF"/>
              </a:buClr>
              <a:buSzPts val="3600"/>
              <a:buNone/>
              <a:defRPr sz="3600">
                <a:solidFill>
                  <a:srgbClr val="FFFFFF"/>
                </a:solidFill>
              </a:defRPr>
            </a:lvl8pPr>
            <a:lvl9pPr lvl="8" algn="ctr">
              <a:lnSpc>
                <a:spcPct val="100000"/>
              </a:lnSpc>
              <a:spcBef>
                <a:spcPts val="0"/>
              </a:spcBef>
              <a:spcAft>
                <a:spcPts val="0"/>
              </a:spcAft>
              <a:buClr>
                <a:srgbClr val="FFFFFF"/>
              </a:buClr>
              <a:buSzPts val="3600"/>
              <a:buNone/>
              <a:defRPr sz="3600">
                <a:solidFill>
                  <a:srgbClr val="FFFFFF"/>
                </a:solidFill>
              </a:defRPr>
            </a:lvl9pPr>
          </a:lstStyle>
          <a:p>
            <a:endParaRPr/>
          </a:p>
        </p:txBody>
      </p:sp>
      <p:cxnSp>
        <p:nvCxnSpPr>
          <p:cNvPr id="116" name="Google Shape;116;g2d9d4a93085_0_768"/>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117" name="Google Shape;117;g2d9d4a93085_0_768"/>
          <p:cNvGrpSpPr/>
          <p:nvPr/>
        </p:nvGrpSpPr>
        <p:grpSpPr>
          <a:xfrm>
            <a:off x="-36800" y="-52000"/>
            <a:ext cx="9236100" cy="543750"/>
            <a:chOff x="-36800" y="-52000"/>
            <a:chExt cx="9236100" cy="543750"/>
          </a:xfrm>
        </p:grpSpPr>
        <p:sp>
          <p:nvSpPr>
            <p:cNvPr id="118" name="Google Shape;118;g2d9d4a93085_0_768"/>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19" name="Google Shape;119;g2d9d4a93085_0_768"/>
            <p:cNvGrpSpPr/>
            <p:nvPr/>
          </p:nvGrpSpPr>
          <p:grpSpPr>
            <a:xfrm>
              <a:off x="565600" y="88250"/>
              <a:ext cx="1337400" cy="403500"/>
              <a:chOff x="565600" y="88250"/>
              <a:chExt cx="1337400" cy="403500"/>
            </a:xfrm>
          </p:grpSpPr>
          <p:grpSp>
            <p:nvGrpSpPr>
              <p:cNvPr id="120" name="Google Shape;120;g2d9d4a93085_0_768"/>
              <p:cNvGrpSpPr/>
              <p:nvPr/>
            </p:nvGrpSpPr>
            <p:grpSpPr>
              <a:xfrm>
                <a:off x="565600" y="88250"/>
                <a:ext cx="1337400" cy="403500"/>
                <a:chOff x="565600" y="88250"/>
                <a:chExt cx="1337400" cy="403500"/>
              </a:xfrm>
            </p:grpSpPr>
            <p:sp>
              <p:nvSpPr>
                <p:cNvPr id="121" name="Google Shape;121;g2d9d4a93085_0_768"/>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2" name="Google Shape;122;g2d9d4a93085_0_768"/>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23" name="Google Shape;123;g2d9d4a93085_0_768"/>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124" name="Google Shape;124;g2d9d4a93085_0_768"/>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25" name="Google Shape;125;g2d9d4a93085_0_768"/>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6" name="Google Shape;126;g2d9d4a93085_0_768"/>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127" name="Google Shape;127;g2d9d4a93085_0_768"/>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8" name="Google Shape;128;g2d9d4a93085_0_768"/>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29" name="Google Shape;129;g2d9d4a93085_0_768"/>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0" name="Google Shape;130;g2d9d4a93085_0_768"/>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31" name="Google Shape;131;g2d9d4a93085_0_768"/>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2" name="Google Shape;132;g2d9d4a93085_0_768"/>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33" name="Google Shape;133;g2d9d4a93085_0_768"/>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34"/>
        <p:cNvGrpSpPr/>
        <p:nvPr/>
      </p:nvGrpSpPr>
      <p:grpSpPr>
        <a:xfrm>
          <a:off x="0" y="0"/>
          <a:ext cx="0" cy="0"/>
          <a:chOff x="0" y="0"/>
          <a:chExt cx="0" cy="0"/>
        </a:xfrm>
      </p:grpSpPr>
      <p:sp>
        <p:nvSpPr>
          <p:cNvPr id="135" name="Google Shape;135;g26b641b03cd_0_33"/>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6" name="Google Shape;136;g26b641b03cd_0_33"/>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7" name="Google Shape;137;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38" name="Google Shape;138;g26b641b03cd_0_33"/>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9" name="Google Shape;139;g26b641b03cd_0_33"/>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0" name="Google Shape;140;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41" name="Google Shape;141;g26b641b03cd_0_33"/>
          <p:cNvGrpSpPr/>
          <p:nvPr/>
        </p:nvGrpSpPr>
        <p:grpSpPr>
          <a:xfrm>
            <a:off x="662575" y="6212475"/>
            <a:ext cx="586800" cy="571500"/>
            <a:chOff x="662575" y="6212475"/>
            <a:chExt cx="586800" cy="571500"/>
          </a:xfrm>
        </p:grpSpPr>
        <p:sp>
          <p:nvSpPr>
            <p:cNvPr id="142" name="Google Shape;142;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3" name="Google Shape;143;g26b641b03cd_0_33">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4" name="Google Shape;144;g26b641b03cd_0_33">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45" name="Google Shape;145;g26b641b03cd_0_33"/>
          <p:cNvGrpSpPr/>
          <p:nvPr/>
        </p:nvGrpSpPr>
        <p:grpSpPr>
          <a:xfrm>
            <a:off x="7894350" y="6212475"/>
            <a:ext cx="586800" cy="571500"/>
            <a:chOff x="7894350" y="6212475"/>
            <a:chExt cx="586800" cy="571500"/>
          </a:xfrm>
        </p:grpSpPr>
        <p:sp>
          <p:nvSpPr>
            <p:cNvPr id="146" name="Google Shape;146;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7" name="Google Shape;147;g26b641b03cd_0_33">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8" name="Google Shape;148;g26b641b03cd_0_33">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49" name="Google Shape;149;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Review - 'o'</a:t>
            </a:r>
            <a:endParaRPr sz="1800" b="0" i="0" u="none" strike="noStrike" cap="none">
              <a:solidFill>
                <a:srgbClr val="FFFFFF"/>
              </a:solidFill>
              <a:latin typeface="Poppins SemiBold"/>
              <a:ea typeface="Poppins SemiBold"/>
              <a:cs typeface="Poppins SemiBold"/>
              <a:sym typeface="Poppins SemiBold"/>
            </a:endParaRPr>
          </a:p>
        </p:txBody>
      </p:sp>
      <p:sp>
        <p:nvSpPr>
          <p:cNvPr id="150" name="Google Shape;150;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7941D"/>
                </a:solidFill>
                <a:latin typeface="Poppins Medium"/>
                <a:ea typeface="Poppins Medium"/>
                <a:cs typeface="Poppins Medium"/>
                <a:sym typeface="Poppins Medium"/>
              </a:rPr>
              <a:t>Week 7 - Thursday</a:t>
            </a:r>
            <a:endParaRPr sz="1800" b="0" i="0" u="none" strike="noStrike" cap="none">
              <a:solidFill>
                <a:srgbClr val="F7941D"/>
              </a:solidFill>
              <a:latin typeface="Poppins Medium"/>
              <a:ea typeface="Poppins Medium"/>
              <a:cs typeface="Poppins Medium"/>
              <a:sym typeface="Poppins Medium"/>
            </a:endParaRPr>
          </a:p>
        </p:txBody>
      </p:sp>
      <p:sp>
        <p:nvSpPr>
          <p:cNvPr id="151" name="Google Shape;151;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7941D"/>
                </a:solidFill>
                <a:latin typeface="Poppins Medium"/>
                <a:ea typeface="Poppins Medium"/>
                <a:cs typeface="Poppins Medium"/>
                <a:sym typeface="Poppins Medium"/>
              </a:rPr>
              <a:t>Lesson 34</a:t>
            </a:r>
            <a:endParaRPr sz="1800" b="0" i="0" u="none" strike="noStrike" cap="none">
              <a:solidFill>
                <a:srgbClr val="F7941D"/>
              </a:solidFill>
              <a:latin typeface="Poppins Medium"/>
              <a:ea typeface="Poppins Medium"/>
              <a:cs typeface="Poppins Medium"/>
              <a:sym typeface="Poppins Medium"/>
            </a:endParaRPr>
          </a:p>
        </p:txBody>
      </p:sp>
      <p:sp>
        <p:nvSpPr>
          <p:cNvPr id="152" name="Google Shape;152;g26b641b03cd_0_33"/>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153" name="Google Shape;153;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54" name="Google Shape;154;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55" name="Google Shape;155;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F7941D"/>
              </a:buClr>
              <a:buSzPts val="3200"/>
              <a:buFont typeface="Poppins Medium"/>
              <a:buNone/>
              <a:defRPr sz="3200">
                <a:solidFill>
                  <a:srgbClr val="F7941D"/>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56" name="Google Shape;156;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191"/>
        <p:cNvGrpSpPr/>
        <p:nvPr/>
      </p:nvGrpSpPr>
      <p:grpSpPr>
        <a:xfrm>
          <a:off x="0" y="0"/>
          <a:ext cx="0" cy="0"/>
          <a:chOff x="0" y="0"/>
          <a:chExt cx="0" cy="0"/>
        </a:xfrm>
      </p:grpSpPr>
      <p:sp>
        <p:nvSpPr>
          <p:cNvPr id="192" name="Google Shape;192;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93" name="Google Shape;193;g26b641b03cd_1_92"/>
          <p:cNvGrpSpPr/>
          <p:nvPr/>
        </p:nvGrpSpPr>
        <p:grpSpPr>
          <a:xfrm>
            <a:off x="357775" y="5983875"/>
            <a:ext cx="586800" cy="571500"/>
            <a:chOff x="662575" y="6212475"/>
            <a:chExt cx="586800" cy="571500"/>
          </a:xfrm>
        </p:grpSpPr>
        <p:sp>
          <p:nvSpPr>
            <p:cNvPr id="194" name="Google Shape;194;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5" name="Google Shape;195;g26b641b03cd_1_92">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6" name="Google Shape;196;g26b641b03cd_1_92">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97" name="Google Shape;197;g26b641b03cd_1_92"/>
          <p:cNvGrpSpPr/>
          <p:nvPr/>
        </p:nvGrpSpPr>
        <p:grpSpPr>
          <a:xfrm>
            <a:off x="8199150" y="5983875"/>
            <a:ext cx="586800" cy="571500"/>
            <a:chOff x="7894350" y="6212475"/>
            <a:chExt cx="586800" cy="571500"/>
          </a:xfrm>
        </p:grpSpPr>
        <p:sp>
          <p:nvSpPr>
            <p:cNvPr id="198" name="Google Shape;198;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9" name="Google Shape;199;g26b641b03cd_1_92">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0" name="Google Shape;200;g26b641b03cd_1_92">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01" name="Google Shape;201;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ctr">
              <a:lnSpc>
                <a:spcPct val="100000"/>
              </a:lnSpc>
              <a:spcBef>
                <a:spcPts val="0"/>
              </a:spcBef>
              <a:spcAft>
                <a:spcPts val="0"/>
              </a:spcAft>
              <a:buClr>
                <a:srgbClr val="FFFFFF"/>
              </a:buClr>
              <a:buSzPts val="3600"/>
              <a:buNone/>
              <a:defRPr sz="3600">
                <a:solidFill>
                  <a:srgbClr val="FFFFFF"/>
                </a:solidFill>
              </a:defRPr>
            </a:lvl2pPr>
            <a:lvl3pPr lvl="2" algn="ctr">
              <a:lnSpc>
                <a:spcPct val="100000"/>
              </a:lnSpc>
              <a:spcBef>
                <a:spcPts val="0"/>
              </a:spcBef>
              <a:spcAft>
                <a:spcPts val="0"/>
              </a:spcAft>
              <a:buClr>
                <a:srgbClr val="FFFFFF"/>
              </a:buClr>
              <a:buSzPts val="3600"/>
              <a:buNone/>
              <a:defRPr sz="3600">
                <a:solidFill>
                  <a:srgbClr val="FFFFFF"/>
                </a:solidFill>
              </a:defRPr>
            </a:lvl3pPr>
            <a:lvl4pPr lvl="3" algn="ctr">
              <a:lnSpc>
                <a:spcPct val="100000"/>
              </a:lnSpc>
              <a:spcBef>
                <a:spcPts val="0"/>
              </a:spcBef>
              <a:spcAft>
                <a:spcPts val="0"/>
              </a:spcAft>
              <a:buClr>
                <a:srgbClr val="FFFFFF"/>
              </a:buClr>
              <a:buSzPts val="3600"/>
              <a:buNone/>
              <a:defRPr sz="3600">
                <a:solidFill>
                  <a:srgbClr val="FFFFFF"/>
                </a:solidFill>
              </a:defRPr>
            </a:lvl4pPr>
            <a:lvl5pPr lvl="4" algn="ctr">
              <a:lnSpc>
                <a:spcPct val="100000"/>
              </a:lnSpc>
              <a:spcBef>
                <a:spcPts val="0"/>
              </a:spcBef>
              <a:spcAft>
                <a:spcPts val="0"/>
              </a:spcAft>
              <a:buClr>
                <a:srgbClr val="FFFFFF"/>
              </a:buClr>
              <a:buSzPts val="3600"/>
              <a:buNone/>
              <a:defRPr sz="3600">
                <a:solidFill>
                  <a:srgbClr val="FFFFFF"/>
                </a:solidFill>
              </a:defRPr>
            </a:lvl5pPr>
            <a:lvl6pPr lvl="5" algn="ctr">
              <a:lnSpc>
                <a:spcPct val="100000"/>
              </a:lnSpc>
              <a:spcBef>
                <a:spcPts val="0"/>
              </a:spcBef>
              <a:spcAft>
                <a:spcPts val="0"/>
              </a:spcAft>
              <a:buClr>
                <a:srgbClr val="FFFFFF"/>
              </a:buClr>
              <a:buSzPts val="3600"/>
              <a:buNone/>
              <a:defRPr sz="3600">
                <a:solidFill>
                  <a:srgbClr val="FFFFFF"/>
                </a:solidFill>
              </a:defRPr>
            </a:lvl6pPr>
            <a:lvl7pPr lvl="6" algn="ctr">
              <a:lnSpc>
                <a:spcPct val="100000"/>
              </a:lnSpc>
              <a:spcBef>
                <a:spcPts val="0"/>
              </a:spcBef>
              <a:spcAft>
                <a:spcPts val="0"/>
              </a:spcAft>
              <a:buClr>
                <a:srgbClr val="FFFFFF"/>
              </a:buClr>
              <a:buSzPts val="3600"/>
              <a:buNone/>
              <a:defRPr sz="3600">
                <a:solidFill>
                  <a:srgbClr val="FFFFFF"/>
                </a:solidFill>
              </a:defRPr>
            </a:lvl7pPr>
            <a:lvl8pPr lvl="7" algn="ctr">
              <a:lnSpc>
                <a:spcPct val="100000"/>
              </a:lnSpc>
              <a:spcBef>
                <a:spcPts val="0"/>
              </a:spcBef>
              <a:spcAft>
                <a:spcPts val="0"/>
              </a:spcAft>
              <a:buClr>
                <a:srgbClr val="FFFFFF"/>
              </a:buClr>
              <a:buSzPts val="3600"/>
              <a:buNone/>
              <a:defRPr sz="3600">
                <a:solidFill>
                  <a:srgbClr val="FFFFFF"/>
                </a:solidFill>
              </a:defRPr>
            </a:lvl8pPr>
            <a:lvl9pPr lvl="8" algn="ctr">
              <a:lnSpc>
                <a:spcPct val="100000"/>
              </a:lnSpc>
              <a:spcBef>
                <a:spcPts val="0"/>
              </a:spcBef>
              <a:spcAft>
                <a:spcPts val="0"/>
              </a:spcAft>
              <a:buClr>
                <a:srgbClr val="FFFFFF"/>
              </a:buClr>
              <a:buSzPts val="3600"/>
              <a:buNone/>
              <a:defRPr sz="3600">
                <a:solidFill>
                  <a:srgbClr val="FFFFFF"/>
                </a:solidFill>
              </a:defRPr>
            </a:lvl9pPr>
          </a:lstStyle>
          <a:p>
            <a:endParaRPr/>
          </a:p>
        </p:txBody>
      </p:sp>
      <p:cxnSp>
        <p:nvCxnSpPr>
          <p:cNvPr id="202" name="Google Shape;202;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203" name="Google Shape;203;g26b641b03cd_1_92"/>
          <p:cNvGrpSpPr/>
          <p:nvPr/>
        </p:nvGrpSpPr>
        <p:grpSpPr>
          <a:xfrm>
            <a:off x="-36800" y="-52000"/>
            <a:ext cx="9236100" cy="543750"/>
            <a:chOff x="-36800" y="-52000"/>
            <a:chExt cx="9236100" cy="543750"/>
          </a:xfrm>
        </p:grpSpPr>
        <p:sp>
          <p:nvSpPr>
            <p:cNvPr id="204" name="Google Shape;204;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05" name="Google Shape;205;g26b641b03cd_1_92"/>
            <p:cNvGrpSpPr/>
            <p:nvPr/>
          </p:nvGrpSpPr>
          <p:grpSpPr>
            <a:xfrm>
              <a:off x="565600" y="88250"/>
              <a:ext cx="1337400" cy="403500"/>
              <a:chOff x="565600" y="88250"/>
              <a:chExt cx="1337400" cy="403500"/>
            </a:xfrm>
          </p:grpSpPr>
          <p:grpSp>
            <p:nvGrpSpPr>
              <p:cNvPr id="206" name="Google Shape;206;g26b641b03cd_1_92"/>
              <p:cNvGrpSpPr/>
              <p:nvPr/>
            </p:nvGrpSpPr>
            <p:grpSpPr>
              <a:xfrm>
                <a:off x="565600" y="88250"/>
                <a:ext cx="1337400" cy="403500"/>
                <a:chOff x="565600" y="88250"/>
                <a:chExt cx="1337400" cy="403500"/>
              </a:xfrm>
            </p:grpSpPr>
            <p:sp>
              <p:nvSpPr>
                <p:cNvPr id="207" name="Google Shape;207;g26b641b03cd_1_92"/>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8" name="Google Shape;208;g26b641b03cd_1_92"/>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09" name="Google Shape;209;g26b641b03cd_1_92"/>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210" name="Google Shape;210;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211" name="Google Shape;211;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2" name="Google Shape;212;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213" name="Google Shape;213;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4" name="Google Shape;214;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215" name="Google Shape;215;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6" name="Google Shape;216;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217" name="Google Shape;217;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8" name="Google Shape;218;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219" name="Google Shape;219;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220"/>
        <p:cNvGrpSpPr/>
        <p:nvPr/>
      </p:nvGrpSpPr>
      <p:grpSpPr>
        <a:xfrm>
          <a:off x="0" y="0"/>
          <a:ext cx="0" cy="0"/>
          <a:chOff x="0" y="0"/>
          <a:chExt cx="0" cy="0"/>
        </a:xfrm>
      </p:grpSpPr>
      <p:sp>
        <p:nvSpPr>
          <p:cNvPr id="221" name="Google Shape;221;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222" name="Google Shape;222;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F7941D"/>
                </a:solidFill>
                <a:latin typeface="Poppins Medium"/>
                <a:ea typeface="Poppins Medium"/>
                <a:cs typeface="Poppins Medium"/>
                <a:sym typeface="Poppins Medium"/>
              </a:rPr>
              <a:t>End of Session</a:t>
            </a:r>
            <a:endParaRPr sz="3200" b="0" i="0" u="none" strike="noStrike" cap="none">
              <a:solidFill>
                <a:srgbClr val="F7941D"/>
              </a:solidFill>
              <a:latin typeface="Poppins Medium"/>
              <a:ea typeface="Poppins Medium"/>
              <a:cs typeface="Poppins Medium"/>
              <a:sym typeface="Poppins Medium"/>
            </a:endParaRPr>
          </a:p>
        </p:txBody>
      </p:sp>
      <p:cxnSp>
        <p:nvCxnSpPr>
          <p:cNvPr id="223" name="Google Shape;223;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224" name="Google Shape;224;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26" name="Google Shape;226;g26b641b03cd_0_260"/>
          <p:cNvGrpSpPr/>
          <p:nvPr/>
        </p:nvGrpSpPr>
        <p:grpSpPr>
          <a:xfrm>
            <a:off x="8199150" y="5983875"/>
            <a:ext cx="586800" cy="571500"/>
            <a:chOff x="7894350" y="6212475"/>
            <a:chExt cx="586800" cy="571500"/>
          </a:xfrm>
        </p:grpSpPr>
        <p:sp>
          <p:nvSpPr>
            <p:cNvPr id="227" name="Google Shape;227;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8" name="Google Shape;228;g26b641b03cd_0_260">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9" name="Google Shape;229;g26b641b03cd_0_260">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30" name="Google Shape;230;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231" name="Google Shape;231;g26b641b03cd_0_260"/>
          <p:cNvGrpSpPr/>
          <p:nvPr/>
        </p:nvGrpSpPr>
        <p:grpSpPr>
          <a:xfrm>
            <a:off x="-36800" y="-52000"/>
            <a:ext cx="9236100" cy="543750"/>
            <a:chOff x="-36800" y="-52000"/>
            <a:chExt cx="9236100" cy="543750"/>
          </a:xfrm>
        </p:grpSpPr>
        <p:sp>
          <p:nvSpPr>
            <p:cNvPr id="232" name="Google Shape;232;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33" name="Google Shape;233;g26b641b03cd_0_260"/>
            <p:cNvGrpSpPr/>
            <p:nvPr/>
          </p:nvGrpSpPr>
          <p:grpSpPr>
            <a:xfrm>
              <a:off x="565600" y="88250"/>
              <a:ext cx="1337400" cy="403500"/>
              <a:chOff x="565600" y="88250"/>
              <a:chExt cx="1337400" cy="403500"/>
            </a:xfrm>
          </p:grpSpPr>
          <p:grpSp>
            <p:nvGrpSpPr>
              <p:cNvPr id="234" name="Google Shape;234;g26b641b03cd_0_260"/>
              <p:cNvGrpSpPr/>
              <p:nvPr/>
            </p:nvGrpSpPr>
            <p:grpSpPr>
              <a:xfrm>
                <a:off x="565600" y="88250"/>
                <a:ext cx="1337400" cy="403500"/>
                <a:chOff x="565600" y="88250"/>
                <a:chExt cx="1337400" cy="403500"/>
              </a:xfrm>
            </p:grpSpPr>
            <p:sp>
              <p:nvSpPr>
                <p:cNvPr id="235" name="Google Shape;235;g26b641b03cd_0_260"/>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6" name="Google Shape;236;g26b641b03cd_0_260"/>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37" name="Google Shape;237;g26b641b03cd_0_260"/>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238" name="Google Shape;238;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239" name="Google Shape;239;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0" name="Google Shape;240;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241" name="Google Shape;241;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2" name="Google Shape;242;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243" name="Google Shape;243;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4" name="Google Shape;244;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245" name="Google Shape;245;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6" name="Google Shape;246;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247" name="Google Shape;247;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248"/>
        <p:cNvGrpSpPr/>
        <p:nvPr/>
      </p:nvGrpSpPr>
      <p:grpSpPr>
        <a:xfrm>
          <a:off x="0" y="0"/>
          <a:ext cx="0" cy="0"/>
          <a:chOff x="0" y="0"/>
          <a:chExt cx="0" cy="0"/>
        </a:xfrm>
      </p:grpSpPr>
      <p:sp>
        <p:nvSpPr>
          <p:cNvPr id="249" name="Google Shape;249;g2c235dd0dad_1_87"/>
          <p:cNvSpPr txBox="1">
            <a:spLocks noGrp="1"/>
          </p:cNvSpPr>
          <p:nvPr>
            <p:ph type="subTitle" idx="1"/>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50" name="Google Shape;250;g2c235dd0dad_1_87"/>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1" name="Google Shape;251;g2c235dd0dad_1_87"/>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2" name="Google Shape;252;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3" name="Google Shape;253;g2c235dd0dad_1_87"/>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4" name="Google Shape;254;g2c235dd0dad_1_87"/>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5" name="Google Shape;255;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256" name="Google Shape;256;g2c235dd0dad_1_87"/>
          <p:cNvGrpSpPr/>
          <p:nvPr/>
        </p:nvGrpSpPr>
        <p:grpSpPr>
          <a:xfrm>
            <a:off x="662575" y="6212475"/>
            <a:ext cx="586800" cy="571500"/>
            <a:chOff x="662575" y="6212475"/>
            <a:chExt cx="586800" cy="571500"/>
          </a:xfrm>
        </p:grpSpPr>
        <p:sp>
          <p:nvSpPr>
            <p:cNvPr id="257" name="Google Shape;257;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8" name="Google Shape;258;g2c235dd0dad_1_87">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9" name="Google Shape;259;g2c235dd0dad_1_87">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60" name="Google Shape;260;g2c235dd0dad_1_87"/>
          <p:cNvGrpSpPr/>
          <p:nvPr/>
        </p:nvGrpSpPr>
        <p:grpSpPr>
          <a:xfrm>
            <a:off x="7894350" y="6212475"/>
            <a:ext cx="586800" cy="571500"/>
            <a:chOff x="7894350" y="6212475"/>
            <a:chExt cx="586800" cy="571500"/>
          </a:xfrm>
        </p:grpSpPr>
        <p:sp>
          <p:nvSpPr>
            <p:cNvPr id="261" name="Google Shape;261;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2" name="Google Shape;262;g2c235dd0dad_1_87">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3" name="Google Shape;263;g2c235dd0dad_1_87">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64" name="Google Shape;264;g2c235dd0dad_1_87"/>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265" name="Google Shape;265;g2c235dd0dad_1_87"/>
          <p:cNvSpPr txBox="1">
            <a:spLocks noGrp="1"/>
          </p:cNvSpPr>
          <p:nvPr>
            <p:ph type="subTitle" idx="2"/>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66" name="Google Shape;266;g2c235dd0dad_1_8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67" name="Google Shape;267;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8" name="Google Shape;268;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9" name="Google Shape;269;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70" name="Google Shape;270;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F7941D"/>
                </a:solidFill>
                <a:latin typeface="Poppins Medium"/>
                <a:ea typeface="Poppins Medium"/>
                <a:cs typeface="Poppins Medium"/>
                <a:sym typeface="Poppins Medium"/>
              </a:rPr>
              <a:t>Practise</a:t>
            </a:r>
            <a:r>
              <a:rPr lang="en-US" sz="3000" b="0" i="0" u="none" strike="noStrike" cap="none">
                <a:solidFill>
                  <a:srgbClr val="F7941D"/>
                </a:solidFill>
                <a:latin typeface="Poppins Medium"/>
                <a:ea typeface="Poppins Medium"/>
                <a:cs typeface="Poppins Medium"/>
                <a:sym typeface="Poppins Medium"/>
              </a:rPr>
              <a:t> Building Words</a:t>
            </a:r>
            <a:endParaRPr sz="3000" b="0" i="0" u="none" strike="noStrike" cap="none">
              <a:solidFill>
                <a:srgbClr val="F7941D"/>
              </a:solidFill>
              <a:latin typeface="Poppins Medium"/>
              <a:ea typeface="Poppins Medium"/>
              <a:cs typeface="Poppins Medium"/>
              <a:sym typeface="Poppins Medium"/>
            </a:endParaRPr>
          </a:p>
        </p:txBody>
      </p:sp>
      <p:sp>
        <p:nvSpPr>
          <p:cNvPr id="271" name="Google Shape;271;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72" name="Google Shape;272;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73" name="Google Shape;273;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74" name="Google Shape;274;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75" name="Google Shape;275;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76" name="Google Shape;276;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77" name="Google Shape;277;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78" name="Google Shape;278;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79" name="Google Shape;279;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80"/>
        <p:cNvGrpSpPr/>
        <p:nvPr/>
      </p:nvGrpSpPr>
      <p:grpSpPr>
        <a:xfrm>
          <a:off x="0" y="0"/>
          <a:ext cx="0" cy="0"/>
          <a:chOff x="0" y="0"/>
          <a:chExt cx="0" cy="0"/>
        </a:xfrm>
      </p:grpSpPr>
      <p:sp>
        <p:nvSpPr>
          <p:cNvPr id="281" name="Google Shape;281;g1f3daf8a844_0_32"/>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2" name="Google Shape;282;g1f3daf8a844_0_32"/>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3" name="Google Shape;283;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4" name="Google Shape;284;g1f3daf8a844_0_32"/>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5" name="Google Shape;285;g1f3daf8a844_0_32"/>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6" name="Google Shape;286;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287" name="Google Shape;287;g1f3daf8a844_0_32"/>
          <p:cNvGrpSpPr/>
          <p:nvPr/>
        </p:nvGrpSpPr>
        <p:grpSpPr>
          <a:xfrm>
            <a:off x="662575" y="6212475"/>
            <a:ext cx="586800" cy="571500"/>
            <a:chOff x="662575" y="6212475"/>
            <a:chExt cx="586800" cy="571500"/>
          </a:xfrm>
        </p:grpSpPr>
        <p:sp>
          <p:nvSpPr>
            <p:cNvPr id="288" name="Google Shape;288;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9" name="Google Shape;289;g1f3daf8a844_0_32">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0" name="Google Shape;290;g1f3daf8a844_0_32">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91" name="Google Shape;291;g1f3daf8a844_0_32"/>
          <p:cNvGrpSpPr/>
          <p:nvPr/>
        </p:nvGrpSpPr>
        <p:grpSpPr>
          <a:xfrm>
            <a:off x="7894350" y="6212475"/>
            <a:ext cx="586800" cy="571500"/>
            <a:chOff x="7894350" y="6212475"/>
            <a:chExt cx="586800" cy="571500"/>
          </a:xfrm>
        </p:grpSpPr>
        <p:sp>
          <p:nvSpPr>
            <p:cNvPr id="292" name="Google Shape;292;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3" name="Google Shape;293;g1f3daf8a844_0_32">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4" name="Google Shape;294;g1f3daf8a844_0_32">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95" name="Google Shape;295;g1f3daf8a844_0_32"/>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296" name="Google Shape;296;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97" name="Google Shape;297;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98" name="Google Shape;298;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99" name="Google Shape;299;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0" name="Google Shape;300;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301" name="Google Shape;301;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F7941D"/>
                </a:solidFill>
                <a:latin typeface="Poppins Medium"/>
                <a:ea typeface="Poppins Medium"/>
                <a:cs typeface="Poppins Medium"/>
                <a:sym typeface="Poppins Medium"/>
              </a:rPr>
              <a:t>Practise</a:t>
            </a:r>
            <a:r>
              <a:rPr lang="en-US" sz="3000" b="0" i="0" u="none" strike="noStrike" cap="none">
                <a:solidFill>
                  <a:srgbClr val="F7941D"/>
                </a:solidFill>
                <a:latin typeface="Poppins Medium"/>
                <a:ea typeface="Poppins Medium"/>
                <a:cs typeface="Poppins Medium"/>
                <a:sym typeface="Poppins Medium"/>
              </a:rPr>
              <a:t> Building Words</a:t>
            </a:r>
            <a:endParaRPr sz="3000" b="0" i="0" u="none" strike="noStrike" cap="none">
              <a:solidFill>
                <a:srgbClr val="F7941D"/>
              </a:solidFill>
              <a:latin typeface="Poppins Medium"/>
              <a:ea typeface="Poppins Medium"/>
              <a:cs typeface="Poppins Medium"/>
              <a:sym typeface="Poppins Medium"/>
            </a:endParaRPr>
          </a:p>
        </p:txBody>
      </p:sp>
      <p:cxnSp>
        <p:nvCxnSpPr>
          <p:cNvPr id="302" name="Google Shape;302;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303" name="Google Shape;303;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304" name="Google Shape;304;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305" name="Google Shape;305;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306" name="Google Shape;306;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307" name="Google Shape;307;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308" name="Google Shape;308;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309" name="Google Shape;309;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310"/>
        <p:cNvGrpSpPr/>
        <p:nvPr/>
      </p:nvGrpSpPr>
      <p:grpSpPr>
        <a:xfrm>
          <a:off x="0" y="0"/>
          <a:ext cx="0" cy="0"/>
          <a:chOff x="0" y="0"/>
          <a:chExt cx="0" cy="0"/>
        </a:xfrm>
      </p:grpSpPr>
      <p:sp>
        <p:nvSpPr>
          <p:cNvPr id="311" name="Google Shape;311;g2c157a2fb06_0_53"/>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2" name="Google Shape;312;g2c157a2fb06_0_53"/>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3" name="Google Shape;313;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14" name="Google Shape;314;g2c157a2fb06_0_53"/>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5" name="Google Shape;315;g2c157a2fb06_0_53"/>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6" name="Google Shape;316;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317" name="Google Shape;317;g2c157a2fb06_0_53"/>
          <p:cNvGrpSpPr/>
          <p:nvPr/>
        </p:nvGrpSpPr>
        <p:grpSpPr>
          <a:xfrm>
            <a:off x="662575" y="6212475"/>
            <a:ext cx="586800" cy="571500"/>
            <a:chOff x="662575" y="6212475"/>
            <a:chExt cx="586800" cy="571500"/>
          </a:xfrm>
        </p:grpSpPr>
        <p:sp>
          <p:nvSpPr>
            <p:cNvPr id="318" name="Google Shape;318;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9" name="Google Shape;319;g2c157a2fb06_0_53">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0" name="Google Shape;320;g2c157a2fb06_0_53">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21" name="Google Shape;321;g2c157a2fb06_0_53"/>
          <p:cNvGrpSpPr/>
          <p:nvPr/>
        </p:nvGrpSpPr>
        <p:grpSpPr>
          <a:xfrm>
            <a:off x="7894350" y="6212475"/>
            <a:ext cx="586800" cy="571500"/>
            <a:chOff x="7894350" y="6212475"/>
            <a:chExt cx="586800" cy="571500"/>
          </a:xfrm>
        </p:grpSpPr>
        <p:sp>
          <p:nvSpPr>
            <p:cNvPr id="322" name="Google Shape;322;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3" name="Google Shape;323;g2c157a2fb06_0_53">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4" name="Google Shape;324;g2c157a2fb06_0_53">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25" name="Google Shape;325;g2c157a2fb06_0_53"/>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326" name="Google Shape;326;g2c157a2fb06_0_5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27" name="Google Shape;327;g2c157a2fb06_0_53"/>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328" name="Google Shape;328;g2c157a2fb06_0_5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29" name="Google Shape;329;g2c157a2fb06_0_5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0" name="Google Shape;330;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31" name="Google Shape;331;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Quickwrite</a:t>
            </a:r>
            <a:endParaRPr sz="3000" b="0" i="0" u="none" strike="noStrike" cap="none">
              <a:solidFill>
                <a:srgbClr val="F7941D"/>
              </a:solidFill>
              <a:latin typeface="Poppins Medium"/>
              <a:ea typeface="Poppins Medium"/>
              <a:cs typeface="Poppins Medium"/>
              <a:sym typeface="Poppins Medium"/>
            </a:endParaRPr>
          </a:p>
        </p:txBody>
      </p:sp>
      <p:sp>
        <p:nvSpPr>
          <p:cNvPr id="332" name="Google Shape;332;g2c157a2fb06_0_53"/>
          <p:cNvSpPr txBox="1">
            <a:spLocks noGrp="1"/>
          </p:cNvSpPr>
          <p:nvPr>
            <p:ph type="subTitle" idx="4"/>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33" name="Google Shape;333;g2c157a2fb06_0_53"/>
          <p:cNvSpPr txBox="1">
            <a:spLocks noGrp="1"/>
          </p:cNvSpPr>
          <p:nvPr>
            <p:ph type="subTitle" idx="5"/>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34" name="Google Shape;334;g2c157a2fb06_0_53"/>
          <p:cNvSpPr txBox="1">
            <a:spLocks noGrp="1"/>
          </p:cNvSpPr>
          <p:nvPr>
            <p:ph type="subTitle" idx="6"/>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35" name="Google Shape;335;g2c157a2fb06_0_53"/>
          <p:cNvSpPr txBox="1">
            <a:spLocks noGrp="1"/>
          </p:cNvSpPr>
          <p:nvPr>
            <p:ph type="subTitle" idx="7"/>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36" name="Google Shape;336;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37" name="Google Shape;337;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38" name="Google Shape;338;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39" name="Google Shape;339;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40" name="Google Shape;340;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341" name="Google Shape;341;g2c157a2fb06_0_53"/>
          <p:cNvGrpSpPr/>
          <p:nvPr/>
        </p:nvGrpSpPr>
        <p:grpSpPr>
          <a:xfrm>
            <a:off x="1403031" y="6958923"/>
            <a:ext cx="6774848" cy="1291477"/>
            <a:chOff x="717231" y="7263723"/>
            <a:chExt cx="6774848" cy="1291477"/>
          </a:xfrm>
        </p:grpSpPr>
        <p:sp>
          <p:nvSpPr>
            <p:cNvPr id="342" name="Google Shape;342;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343" name="Google Shape;343;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344" name="Google Shape;344;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345" name="Google Shape;345;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346" name="Google Shape;346;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347" name="Google Shape;347;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348" name="Google Shape;348;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349" name="Google Shape;349;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350" name="Google Shape;350;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1" name="Google Shape;351;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2" name="Google Shape;352;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53" name="Google Shape;353;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354" name="Google Shape;354;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355"/>
        <p:cNvGrpSpPr/>
        <p:nvPr/>
      </p:nvGrpSpPr>
      <p:grpSpPr>
        <a:xfrm>
          <a:off x="0" y="0"/>
          <a:ext cx="0" cy="0"/>
          <a:chOff x="0" y="0"/>
          <a:chExt cx="0" cy="0"/>
        </a:xfrm>
      </p:grpSpPr>
      <p:pic>
        <p:nvPicPr>
          <p:cNvPr id="356" name="Google Shape;356;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57" name="Google Shape;357;g2c157a2fb06_0_158"/>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8" name="Google Shape;358;g2c157a2fb06_0_158"/>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9" name="Google Shape;359;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0" name="Google Shape;360;g2c157a2fb06_0_158"/>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1" name="Google Shape;361;g2c157a2fb06_0_158"/>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2" name="Google Shape;362;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363" name="Google Shape;363;g2c157a2fb06_0_158"/>
          <p:cNvGrpSpPr/>
          <p:nvPr/>
        </p:nvGrpSpPr>
        <p:grpSpPr>
          <a:xfrm>
            <a:off x="662575" y="6212475"/>
            <a:ext cx="586800" cy="571500"/>
            <a:chOff x="662575" y="6212475"/>
            <a:chExt cx="586800" cy="571500"/>
          </a:xfrm>
        </p:grpSpPr>
        <p:sp>
          <p:nvSpPr>
            <p:cNvPr id="364" name="Google Shape;364;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5" name="Google Shape;365;g2c157a2fb06_0_158">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6" name="Google Shape;366;g2c157a2fb06_0_158">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67" name="Google Shape;367;g2c157a2fb06_0_158"/>
          <p:cNvGrpSpPr/>
          <p:nvPr/>
        </p:nvGrpSpPr>
        <p:grpSpPr>
          <a:xfrm>
            <a:off x="7894350" y="6212475"/>
            <a:ext cx="586800" cy="571500"/>
            <a:chOff x="7894350" y="6212475"/>
            <a:chExt cx="586800" cy="571500"/>
          </a:xfrm>
        </p:grpSpPr>
        <p:sp>
          <p:nvSpPr>
            <p:cNvPr id="368" name="Google Shape;368;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9" name="Google Shape;369;g2c157a2fb06_0_158">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0" name="Google Shape;370;g2c157a2fb06_0_158">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71" name="Google Shape;371;g2c157a2fb06_0_158"/>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372" name="Google Shape;372;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73" name="Google Shape;373;g2c157a2fb06_0_158"/>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374" name="Google Shape;374;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75" name="Google Shape;375;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76" name="Google Shape;376;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77" name="Google Shape;377;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Full Circle</a:t>
            </a:r>
            <a:endParaRPr sz="3000" b="0" i="0" u="none" strike="noStrike" cap="none">
              <a:solidFill>
                <a:srgbClr val="F7941D"/>
              </a:solidFill>
              <a:latin typeface="Poppins Medium"/>
              <a:ea typeface="Poppins Medium"/>
              <a:cs typeface="Poppins Medium"/>
              <a:sym typeface="Poppins Medium"/>
            </a:endParaRPr>
          </a:p>
        </p:txBody>
      </p:sp>
      <p:sp>
        <p:nvSpPr>
          <p:cNvPr id="378" name="Google Shape;378;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79" name="Google Shape;379;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80" name="Google Shape;380;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81" name="Google Shape;381;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82" name="Google Shape;382;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83" name="Google Shape;383;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84"/>
        <p:cNvGrpSpPr/>
        <p:nvPr/>
      </p:nvGrpSpPr>
      <p:grpSpPr>
        <a:xfrm>
          <a:off x="0" y="0"/>
          <a:ext cx="0" cy="0"/>
          <a:chOff x="0" y="0"/>
          <a:chExt cx="0" cy="0"/>
        </a:xfrm>
      </p:grpSpPr>
      <p:sp>
        <p:nvSpPr>
          <p:cNvPr id="385" name="Google Shape;385;g2c157a2fb06_0_263"/>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6" name="Google Shape;386;g2c157a2fb06_0_263"/>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7" name="Google Shape;387;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8" name="Google Shape;388;g2c157a2fb06_0_263"/>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9" name="Google Shape;389;g2c157a2fb06_0_263"/>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0" name="Google Shape;390;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391" name="Google Shape;391;g2c157a2fb06_0_263"/>
          <p:cNvGrpSpPr/>
          <p:nvPr/>
        </p:nvGrpSpPr>
        <p:grpSpPr>
          <a:xfrm>
            <a:off x="662575" y="6212475"/>
            <a:ext cx="586800" cy="571500"/>
            <a:chOff x="662575" y="6212475"/>
            <a:chExt cx="586800" cy="571500"/>
          </a:xfrm>
        </p:grpSpPr>
        <p:sp>
          <p:nvSpPr>
            <p:cNvPr id="392" name="Google Shape;392;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3" name="Google Shape;393;g2c157a2fb06_0_263">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4" name="Google Shape;394;g2c157a2fb06_0_263">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95" name="Google Shape;395;g2c157a2fb06_0_263"/>
          <p:cNvGrpSpPr/>
          <p:nvPr/>
        </p:nvGrpSpPr>
        <p:grpSpPr>
          <a:xfrm>
            <a:off x="7894350" y="6212475"/>
            <a:ext cx="586800" cy="571500"/>
            <a:chOff x="7894350" y="6212475"/>
            <a:chExt cx="586800" cy="571500"/>
          </a:xfrm>
        </p:grpSpPr>
        <p:sp>
          <p:nvSpPr>
            <p:cNvPr id="396" name="Google Shape;396;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7" name="Google Shape;397;g2c157a2fb06_0_263">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8" name="Google Shape;398;g2c157a2fb06_0_263">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99" name="Google Shape;399;g2c157a2fb06_0_263"/>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400" name="Google Shape;400;g2c157a2fb06_0_26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01" name="Google Shape;401;g2c157a2fb06_0_263"/>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402" name="Google Shape;402;g2c157a2fb06_0_26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03" name="Google Shape;403;g2c157a2fb06_0_26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04" name="Google Shape;404;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405" name="Google Shape;405;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Picture Match</a:t>
            </a:r>
            <a:endParaRPr sz="3000" b="0" i="0" u="none" strike="noStrike" cap="none">
              <a:solidFill>
                <a:srgbClr val="F7941D"/>
              </a:solidFill>
              <a:latin typeface="Poppins Medium"/>
              <a:ea typeface="Poppins Medium"/>
              <a:cs typeface="Poppins Medium"/>
              <a:sym typeface="Poppins Medium"/>
            </a:endParaRPr>
          </a:p>
        </p:txBody>
      </p:sp>
      <p:sp>
        <p:nvSpPr>
          <p:cNvPr id="406" name="Google Shape;406;g2c157a2fb06_0_263"/>
          <p:cNvSpPr txBox="1">
            <a:spLocks noGrp="1"/>
          </p:cNvSpPr>
          <p:nvPr>
            <p:ph type="subTitle" idx="4"/>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407" name="Google Shape;407;g2c157a2fb06_0_263"/>
          <p:cNvSpPr txBox="1">
            <a:spLocks noGrp="1"/>
          </p:cNvSpPr>
          <p:nvPr>
            <p:ph type="subTitle" idx="5"/>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408" name="Google Shape;408;g2c157a2fb06_0_263"/>
          <p:cNvSpPr txBox="1">
            <a:spLocks noGrp="1"/>
          </p:cNvSpPr>
          <p:nvPr>
            <p:ph type="subTitle" idx="6"/>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409" name="Google Shape;409;g2c157a2fb06_0_263"/>
          <p:cNvSpPr txBox="1">
            <a:spLocks noGrp="1"/>
          </p:cNvSpPr>
          <p:nvPr>
            <p:ph type="subTitle" idx="7"/>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410" name="Google Shape;410;g2c157a2fb06_0_263"/>
          <p:cNvSpPr>
            <a:spLocks noGrp="1"/>
          </p:cNvSpPr>
          <p:nvPr>
            <p:ph type="pic" idx="8"/>
          </p:nvPr>
        </p:nvSpPr>
        <p:spPr>
          <a:xfrm>
            <a:off x="5086375" y="4412425"/>
            <a:ext cx="2668800" cy="1291500"/>
          </a:xfrm>
          <a:prstGeom prst="rect">
            <a:avLst/>
          </a:prstGeom>
          <a:noFill/>
          <a:ln>
            <a:noFill/>
          </a:ln>
        </p:spPr>
      </p:sp>
      <p:sp>
        <p:nvSpPr>
          <p:cNvPr id="411" name="Google Shape;411;g2c157a2fb06_0_263"/>
          <p:cNvSpPr>
            <a:spLocks noGrp="1"/>
          </p:cNvSpPr>
          <p:nvPr>
            <p:ph type="pic" idx="9"/>
          </p:nvPr>
        </p:nvSpPr>
        <p:spPr>
          <a:xfrm>
            <a:off x="5086375" y="797675"/>
            <a:ext cx="2668800" cy="1291500"/>
          </a:xfrm>
          <a:prstGeom prst="rect">
            <a:avLst/>
          </a:prstGeom>
          <a:noFill/>
          <a:ln>
            <a:noFill/>
          </a:ln>
        </p:spPr>
      </p:sp>
      <p:sp>
        <p:nvSpPr>
          <p:cNvPr id="412" name="Google Shape;412;g2c157a2fb06_0_263"/>
          <p:cNvSpPr>
            <a:spLocks noGrp="1"/>
          </p:cNvSpPr>
          <p:nvPr>
            <p:ph type="pic" idx="13"/>
          </p:nvPr>
        </p:nvSpPr>
        <p:spPr>
          <a:xfrm>
            <a:off x="5086375" y="2002592"/>
            <a:ext cx="2668800" cy="1291500"/>
          </a:xfrm>
          <a:prstGeom prst="rect">
            <a:avLst/>
          </a:prstGeom>
          <a:noFill/>
          <a:ln>
            <a:noFill/>
          </a:ln>
        </p:spPr>
      </p:sp>
      <p:sp>
        <p:nvSpPr>
          <p:cNvPr id="413" name="Google Shape;413;g2c157a2fb06_0_263"/>
          <p:cNvSpPr>
            <a:spLocks noGrp="1"/>
          </p:cNvSpPr>
          <p:nvPr>
            <p:ph type="pic" idx="14"/>
          </p:nvPr>
        </p:nvSpPr>
        <p:spPr>
          <a:xfrm>
            <a:off x="5086375" y="3207508"/>
            <a:ext cx="2668800" cy="1291500"/>
          </a:xfrm>
          <a:prstGeom prst="rect">
            <a:avLst/>
          </a:prstGeom>
          <a:noFill/>
          <a:ln>
            <a:noFill/>
          </a:ln>
        </p:spPr>
      </p:sp>
      <p:sp>
        <p:nvSpPr>
          <p:cNvPr id="414" name="Google Shape;414;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15" name="Google Shape;415;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416"/>
        <p:cNvGrpSpPr/>
        <p:nvPr/>
      </p:nvGrpSpPr>
      <p:grpSpPr>
        <a:xfrm>
          <a:off x="0" y="0"/>
          <a:ext cx="0" cy="0"/>
          <a:chOff x="0" y="0"/>
          <a:chExt cx="0" cy="0"/>
        </a:xfrm>
      </p:grpSpPr>
      <p:cxnSp>
        <p:nvCxnSpPr>
          <p:cNvPr id="417" name="Google Shape;417;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8" name="Google Shape;418;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9" name="Google Shape;419;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420" name="Google Shape;420;g2c157a2fb06_0_467"/>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1" name="Google Shape;421;g2c157a2fb06_0_467"/>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2" name="Google Shape;422;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3" name="Google Shape;423;g2c157a2fb06_0_467"/>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4" name="Google Shape;424;g2c157a2fb06_0_467"/>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5" name="Google Shape;425;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426" name="Google Shape;426;g2c157a2fb06_0_467"/>
          <p:cNvGrpSpPr/>
          <p:nvPr/>
        </p:nvGrpSpPr>
        <p:grpSpPr>
          <a:xfrm>
            <a:off x="662575" y="6212475"/>
            <a:ext cx="586800" cy="571500"/>
            <a:chOff x="662575" y="6212475"/>
            <a:chExt cx="586800" cy="571500"/>
          </a:xfrm>
        </p:grpSpPr>
        <p:sp>
          <p:nvSpPr>
            <p:cNvPr id="427" name="Google Shape;427;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8" name="Google Shape;428;g2c157a2fb06_0_467">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9" name="Google Shape;429;g2c157a2fb06_0_467">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0" name="Google Shape;430;g2c157a2fb06_0_467"/>
          <p:cNvGrpSpPr/>
          <p:nvPr/>
        </p:nvGrpSpPr>
        <p:grpSpPr>
          <a:xfrm>
            <a:off x="7894350" y="6212475"/>
            <a:ext cx="586800" cy="571500"/>
            <a:chOff x="7894350" y="6212475"/>
            <a:chExt cx="586800" cy="571500"/>
          </a:xfrm>
        </p:grpSpPr>
        <p:sp>
          <p:nvSpPr>
            <p:cNvPr id="431" name="Google Shape;431;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2" name="Google Shape;432;g2c157a2fb06_0_467">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3" name="Google Shape;433;g2c157a2fb06_0_467">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34" name="Google Shape;434;g2c157a2fb06_0_467"/>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435" name="Google Shape;435;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36" name="Google Shape;436;g2c157a2fb06_0_46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437" name="Google Shape;437;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38" name="Google Shape;438;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39" name="Google Shape;439;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40" name="Google Shape;440;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Write a Caption</a:t>
            </a:r>
            <a:endParaRPr sz="3000" b="0" i="0" u="none" strike="noStrike" cap="none">
              <a:solidFill>
                <a:srgbClr val="F7941D"/>
              </a:solidFill>
              <a:latin typeface="Poppins Medium"/>
              <a:ea typeface="Poppins Medium"/>
              <a:cs typeface="Poppins Medium"/>
              <a:sym typeface="Poppins Medium"/>
            </a:endParaRPr>
          </a:p>
        </p:txBody>
      </p:sp>
      <p:sp>
        <p:nvSpPr>
          <p:cNvPr id="441" name="Google Shape;441;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42" name="Google Shape;442;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443"/>
        <p:cNvGrpSpPr/>
        <p:nvPr/>
      </p:nvGrpSpPr>
      <p:grpSpPr>
        <a:xfrm>
          <a:off x="0" y="0"/>
          <a:ext cx="0" cy="0"/>
          <a:chOff x="0" y="0"/>
          <a:chExt cx="0" cy="0"/>
        </a:xfrm>
      </p:grpSpPr>
      <p:cxnSp>
        <p:nvCxnSpPr>
          <p:cNvPr id="444" name="Google Shape;444;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45" name="Google Shape;445;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446" name="Google Shape;446;g2c157a2fb06_0_629"/>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7" name="Google Shape;447;g2c157a2fb06_0_629"/>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8" name="Google Shape;448;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9" name="Google Shape;449;g2c157a2fb06_0_629"/>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629"/>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1" name="Google Shape;451;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452" name="Google Shape;452;g2c157a2fb06_0_629"/>
          <p:cNvGrpSpPr/>
          <p:nvPr/>
        </p:nvGrpSpPr>
        <p:grpSpPr>
          <a:xfrm>
            <a:off x="662575" y="6212475"/>
            <a:ext cx="586800" cy="571500"/>
            <a:chOff x="662575" y="6212475"/>
            <a:chExt cx="586800" cy="571500"/>
          </a:xfrm>
        </p:grpSpPr>
        <p:sp>
          <p:nvSpPr>
            <p:cNvPr id="453" name="Google Shape;453;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629">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5" name="Google Shape;455;g2c157a2fb06_0_629">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56" name="Google Shape;456;g2c157a2fb06_0_629"/>
          <p:cNvGrpSpPr/>
          <p:nvPr/>
        </p:nvGrpSpPr>
        <p:grpSpPr>
          <a:xfrm>
            <a:off x="7894350" y="6212475"/>
            <a:ext cx="586800" cy="571500"/>
            <a:chOff x="7894350" y="6212475"/>
            <a:chExt cx="586800" cy="571500"/>
          </a:xfrm>
        </p:grpSpPr>
        <p:sp>
          <p:nvSpPr>
            <p:cNvPr id="457" name="Google Shape;457;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8" name="Google Shape;458;g2c157a2fb06_0_629">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9" name="Google Shape;459;g2c157a2fb06_0_629">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60" name="Google Shape;460;g2c157a2fb06_0_629"/>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461" name="Google Shape;461;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62" name="Google Shape;462;g2c157a2fb06_0_629"/>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463" name="Google Shape;463;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64" name="Google Shape;464;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65" name="Google Shape;465;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66" name="Google Shape;466;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Read a Caption</a:t>
            </a:r>
            <a:endParaRPr sz="3000" b="0" i="0" u="none" strike="noStrike" cap="none">
              <a:solidFill>
                <a:srgbClr val="F7941D"/>
              </a:solidFill>
              <a:latin typeface="Poppins Medium"/>
              <a:ea typeface="Poppins Medium"/>
              <a:cs typeface="Poppins Medium"/>
              <a:sym typeface="Poppins Medium"/>
            </a:endParaRPr>
          </a:p>
        </p:txBody>
      </p:sp>
      <p:sp>
        <p:nvSpPr>
          <p:cNvPr id="467" name="Google Shape;467;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68" name="Google Shape;468;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69" name="Google Shape;469;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70"/>
        <p:cNvGrpSpPr/>
        <p:nvPr/>
      </p:nvGrpSpPr>
      <p:grpSpPr>
        <a:xfrm>
          <a:off x="0" y="0"/>
          <a:ext cx="0" cy="0"/>
          <a:chOff x="0" y="0"/>
          <a:chExt cx="0" cy="0"/>
        </a:xfrm>
      </p:grpSpPr>
      <p:cxnSp>
        <p:nvCxnSpPr>
          <p:cNvPr id="471" name="Google Shape;471;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72" name="Google Shape;472;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73" name="Google Shape;473;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74" name="Google Shape;474;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75" name="Google Shape;475;g2c157a2fb06_0_798"/>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6" name="Google Shape;476;g2c157a2fb06_0_798"/>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8" name="Google Shape;478;g2c157a2fb06_0_798"/>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9" name="Google Shape;479;g2c157a2fb06_0_798"/>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0" name="Google Shape;480;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481" name="Google Shape;481;g2c157a2fb06_0_798"/>
          <p:cNvGrpSpPr/>
          <p:nvPr/>
        </p:nvGrpSpPr>
        <p:grpSpPr>
          <a:xfrm>
            <a:off x="662575" y="6212475"/>
            <a:ext cx="586800" cy="571500"/>
            <a:chOff x="662575" y="6212475"/>
            <a:chExt cx="586800" cy="571500"/>
          </a:xfrm>
        </p:grpSpPr>
        <p:sp>
          <p:nvSpPr>
            <p:cNvPr id="482" name="Google Shape;482;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3" name="Google Shape;483;g2c157a2fb06_0_798">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4" name="Google Shape;484;g2c157a2fb06_0_798">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85" name="Google Shape;485;g2c157a2fb06_0_798"/>
          <p:cNvGrpSpPr/>
          <p:nvPr/>
        </p:nvGrpSpPr>
        <p:grpSpPr>
          <a:xfrm>
            <a:off x="7894350" y="6212475"/>
            <a:ext cx="586800" cy="571500"/>
            <a:chOff x="7894350" y="6212475"/>
            <a:chExt cx="586800" cy="571500"/>
          </a:xfrm>
        </p:grpSpPr>
        <p:sp>
          <p:nvSpPr>
            <p:cNvPr id="486" name="Google Shape;486;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7" name="Google Shape;487;g2c157a2fb06_0_798">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8" name="Google Shape;488;g2c157a2fb06_0_798">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89" name="Google Shape;489;g2c157a2fb06_0_798"/>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490" name="Google Shape;490;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91" name="Google Shape;491;g2c157a2fb06_0_798"/>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492" name="Google Shape;492;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93" name="Google Shape;493;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94" name="Google Shape;494;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95" name="Google Shape;495;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Write a Sentence</a:t>
            </a:r>
            <a:endParaRPr sz="3000" b="0" i="0" u="none" strike="noStrike" cap="none">
              <a:solidFill>
                <a:srgbClr val="F7941D"/>
              </a:solidFill>
              <a:latin typeface="Poppins Medium"/>
              <a:ea typeface="Poppins Medium"/>
              <a:cs typeface="Poppins Medium"/>
              <a:sym typeface="Poppins Medium"/>
            </a:endParaRPr>
          </a:p>
        </p:txBody>
      </p:sp>
      <p:sp>
        <p:nvSpPr>
          <p:cNvPr id="496" name="Google Shape;496;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97" name="Google Shape;497;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98"/>
        <p:cNvGrpSpPr/>
        <p:nvPr/>
      </p:nvGrpSpPr>
      <p:grpSpPr>
        <a:xfrm>
          <a:off x="0" y="0"/>
          <a:ext cx="0" cy="0"/>
          <a:chOff x="0" y="0"/>
          <a:chExt cx="0" cy="0"/>
        </a:xfrm>
      </p:grpSpPr>
      <p:cxnSp>
        <p:nvCxnSpPr>
          <p:cNvPr id="499" name="Google Shape;499;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00" name="Google Shape;500;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501" name="Google Shape;501;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02" name="Google Shape;502;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503" name="Google Shape;503;g2c157a2fb06_0_825"/>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4" name="Google Shape;504;g2c157a2fb06_0_825"/>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6" name="Google Shape;506;g2c157a2fb06_0_825"/>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7" name="Google Shape;507;g2c157a2fb06_0_825"/>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8" name="Google Shape;508;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509" name="Google Shape;509;g2c157a2fb06_0_825"/>
          <p:cNvGrpSpPr/>
          <p:nvPr/>
        </p:nvGrpSpPr>
        <p:grpSpPr>
          <a:xfrm>
            <a:off x="662575" y="6212475"/>
            <a:ext cx="586800" cy="571500"/>
            <a:chOff x="662575" y="6212475"/>
            <a:chExt cx="586800" cy="571500"/>
          </a:xfrm>
        </p:grpSpPr>
        <p:sp>
          <p:nvSpPr>
            <p:cNvPr id="510" name="Google Shape;510;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1" name="Google Shape;511;g2c157a2fb06_0_825">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2" name="Google Shape;512;g2c157a2fb06_0_825">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13" name="Google Shape;513;g2c157a2fb06_0_825"/>
          <p:cNvGrpSpPr/>
          <p:nvPr/>
        </p:nvGrpSpPr>
        <p:grpSpPr>
          <a:xfrm>
            <a:off x="7894350" y="6212475"/>
            <a:ext cx="586800" cy="571500"/>
            <a:chOff x="7894350" y="6212475"/>
            <a:chExt cx="586800" cy="571500"/>
          </a:xfrm>
        </p:grpSpPr>
        <p:sp>
          <p:nvSpPr>
            <p:cNvPr id="514" name="Google Shape;514;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5" name="Google Shape;515;g2c157a2fb06_0_825">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6" name="Google Shape;516;g2c157a2fb06_0_825">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17" name="Google Shape;517;g2c157a2fb06_0_825"/>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518" name="Google Shape;518;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19" name="Google Shape;519;g2c157a2fb06_0_825"/>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520" name="Google Shape;520;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21" name="Google Shape;521;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22" name="Google Shape;522;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23" name="Google Shape;523;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Read a Sentence</a:t>
            </a:r>
            <a:endParaRPr sz="3000" b="0" i="0" u="none" strike="noStrike" cap="none">
              <a:solidFill>
                <a:srgbClr val="F7941D"/>
              </a:solidFill>
              <a:latin typeface="Poppins Medium"/>
              <a:ea typeface="Poppins Medium"/>
              <a:cs typeface="Poppins Medium"/>
              <a:sym typeface="Poppins Medium"/>
            </a:endParaRPr>
          </a:p>
        </p:txBody>
      </p:sp>
      <p:sp>
        <p:nvSpPr>
          <p:cNvPr id="524" name="Google Shape;524;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25" name="Google Shape;525;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526"/>
        <p:cNvGrpSpPr/>
        <p:nvPr/>
      </p:nvGrpSpPr>
      <p:grpSpPr>
        <a:xfrm>
          <a:off x="0" y="0"/>
          <a:ext cx="0" cy="0"/>
          <a:chOff x="0" y="0"/>
          <a:chExt cx="0" cy="0"/>
        </a:xfrm>
      </p:grpSpPr>
      <p:sp>
        <p:nvSpPr>
          <p:cNvPr id="527" name="Google Shape;527;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8" name="Google Shape;528;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9" name="Google Shape;529;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0" name="Google Shape;530;g2c157a2fb06_0_700"/>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1" name="Google Shape;531;g2c157a2fb06_0_700"/>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2" name="Google Shape;532;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3" name="Google Shape;533;g2c157a2fb06_0_700"/>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4" name="Google Shape;534;g2c157a2fb06_0_700"/>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5" name="Google Shape;535;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536" name="Google Shape;536;g2c157a2fb06_0_700"/>
          <p:cNvGrpSpPr/>
          <p:nvPr/>
        </p:nvGrpSpPr>
        <p:grpSpPr>
          <a:xfrm>
            <a:off x="662575" y="6212475"/>
            <a:ext cx="586800" cy="571500"/>
            <a:chOff x="662575" y="6212475"/>
            <a:chExt cx="586800" cy="571500"/>
          </a:xfrm>
        </p:grpSpPr>
        <p:sp>
          <p:nvSpPr>
            <p:cNvPr id="537" name="Google Shape;537;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8" name="Google Shape;538;g2c157a2fb06_0_700">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9" name="Google Shape;539;g2c157a2fb06_0_700">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0" name="Google Shape;540;g2c157a2fb06_0_700"/>
          <p:cNvGrpSpPr/>
          <p:nvPr/>
        </p:nvGrpSpPr>
        <p:grpSpPr>
          <a:xfrm>
            <a:off x="7894350" y="6212475"/>
            <a:ext cx="586800" cy="571500"/>
            <a:chOff x="7894350" y="6212475"/>
            <a:chExt cx="586800" cy="571500"/>
          </a:xfrm>
        </p:grpSpPr>
        <p:sp>
          <p:nvSpPr>
            <p:cNvPr id="541" name="Google Shape;541;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2" name="Google Shape;542;g2c157a2fb06_0_700">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3" name="Google Shape;543;g2c157a2fb06_0_700">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44" name="Google Shape;544;g2c157a2fb06_0_700"/>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545" name="Google Shape;545;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6" name="Google Shape;546;g2c157a2fb06_0_700"/>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547" name="Google Shape;547;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48" name="Google Shape;548;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49" name="Google Shape;549;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Hands Up, Pair Up</a:t>
            </a:r>
            <a:endParaRPr sz="3000" b="0" i="0" u="none" strike="noStrike" cap="none">
              <a:solidFill>
                <a:srgbClr val="F7941D"/>
              </a:solidFill>
              <a:latin typeface="Poppins Medium"/>
              <a:ea typeface="Poppins Medium"/>
              <a:cs typeface="Poppins Medium"/>
              <a:sym typeface="Poppins Medium"/>
            </a:endParaRPr>
          </a:p>
        </p:txBody>
      </p:sp>
      <p:sp>
        <p:nvSpPr>
          <p:cNvPr id="550" name="Google Shape;550;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51" name="Google Shape;551;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52" name="Google Shape;552;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53" name="Google Shape;553;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54" name="Google Shape;554;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5" name="Google Shape;555;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56" name="Google Shape;556;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7" name="Google Shape;557;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58" name="Google Shape;558;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9" name="Google Shape;559;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60" name="Google Shape;560;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1" name="Google Shape;561;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62" name="Google Shape;562;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3" name="Google Shape;563;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64" name="Google Shape;564;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5" name="Google Shape;565;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566"/>
        <p:cNvGrpSpPr/>
        <p:nvPr/>
      </p:nvGrpSpPr>
      <p:grpSpPr>
        <a:xfrm>
          <a:off x="0" y="0"/>
          <a:ext cx="0" cy="0"/>
          <a:chOff x="0" y="0"/>
          <a:chExt cx="0" cy="0"/>
        </a:xfrm>
      </p:grpSpPr>
      <p:sp>
        <p:nvSpPr>
          <p:cNvPr id="567" name="Google Shape;567;g2c157a2fb06_0_932"/>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8" name="Google Shape;568;g2c157a2fb06_0_932"/>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0" name="Google Shape;570;g2c157a2fb06_0_932"/>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1" name="Google Shape;571;g2c157a2fb06_0_932"/>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2" name="Google Shape;572;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573" name="Google Shape;573;g2c157a2fb06_0_932"/>
          <p:cNvGrpSpPr/>
          <p:nvPr/>
        </p:nvGrpSpPr>
        <p:grpSpPr>
          <a:xfrm>
            <a:off x="662575" y="6212475"/>
            <a:ext cx="586800" cy="571500"/>
            <a:chOff x="662575" y="6212475"/>
            <a:chExt cx="586800" cy="571500"/>
          </a:xfrm>
        </p:grpSpPr>
        <p:sp>
          <p:nvSpPr>
            <p:cNvPr id="574" name="Google Shape;574;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5" name="Google Shape;575;g2c157a2fb06_0_932">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6" name="Google Shape;576;g2c157a2fb06_0_932">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7" name="Google Shape;577;g2c157a2fb06_0_932"/>
          <p:cNvGrpSpPr/>
          <p:nvPr/>
        </p:nvGrpSpPr>
        <p:grpSpPr>
          <a:xfrm>
            <a:off x="7894350" y="6212475"/>
            <a:ext cx="586800" cy="571500"/>
            <a:chOff x="7894350" y="6212475"/>
            <a:chExt cx="586800" cy="571500"/>
          </a:xfrm>
        </p:grpSpPr>
        <p:sp>
          <p:nvSpPr>
            <p:cNvPr id="578" name="Google Shape;578;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9" name="Google Shape;579;g2c157a2fb06_0_932">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0" name="Google Shape;580;g2c157a2fb06_0_932">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81" name="Google Shape;581;g2c157a2fb06_0_932"/>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582" name="Google Shape;582;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3" name="Google Shape;583;g2c157a2fb06_0_9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584" name="Google Shape;584;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5" name="Google Shape;585;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6" name="Google Shape;586;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Bingo</a:t>
            </a:r>
            <a:endParaRPr sz="3000" b="0" i="0" u="none" strike="noStrike" cap="none">
              <a:solidFill>
                <a:srgbClr val="F7941D"/>
              </a:solidFill>
              <a:latin typeface="Poppins Medium"/>
              <a:ea typeface="Poppins Medium"/>
              <a:cs typeface="Poppins Medium"/>
              <a:sym typeface="Poppins Medium"/>
            </a:endParaRPr>
          </a:p>
        </p:txBody>
      </p:sp>
      <p:cxnSp>
        <p:nvCxnSpPr>
          <p:cNvPr id="587" name="Google Shape;587;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88" name="Google Shape;588;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89" name="Google Shape;589;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90" name="Google Shape;590;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91" name="Google Shape;591;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92" name="Google Shape;592;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93" name="Google Shape;593;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94" name="Google Shape;594;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95" name="Google Shape;595;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96" name="Google Shape;596;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97" name="Google Shape;597;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98" name="Google Shape;598;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99" name="Google Shape;599;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600" name="Google Shape;600;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601" name="Google Shape;601;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602" name="Google Shape;602;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603" name="Google Shape;603;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604" name="Google Shape;604;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605" name="Google Shape;605;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606"/>
        <p:cNvGrpSpPr/>
        <p:nvPr/>
      </p:nvGrpSpPr>
      <p:grpSpPr>
        <a:xfrm>
          <a:off x="0" y="0"/>
          <a:ext cx="0" cy="0"/>
          <a:chOff x="0" y="0"/>
          <a:chExt cx="0" cy="0"/>
        </a:xfrm>
      </p:grpSpPr>
      <p:cxnSp>
        <p:nvCxnSpPr>
          <p:cNvPr id="607" name="Google Shape;607;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608" name="Google Shape;608;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609" name="Google Shape;609;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10" name="Google Shape;610;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11" name="Google Shape;611;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12" name="Google Shape;612;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13" name="Google Shape;613;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14" name="Google Shape;614;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15" name="Google Shape;615;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16" name="Google Shape;616;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17" name="Google Shape;617;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18" name="Google Shape;618;g2c157a2fb06_0_1045"/>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9" name="Google Shape;619;g2c157a2fb06_0_1045"/>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0" name="Google Shape;620;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21" name="Google Shape;621;g2c157a2fb06_0_1045"/>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2" name="Google Shape;622;g2c157a2fb06_0_1045"/>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3" name="Google Shape;623;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624" name="Google Shape;624;g2c157a2fb06_0_1045"/>
          <p:cNvGrpSpPr/>
          <p:nvPr/>
        </p:nvGrpSpPr>
        <p:grpSpPr>
          <a:xfrm>
            <a:off x="662575" y="6212475"/>
            <a:ext cx="586800" cy="571500"/>
            <a:chOff x="662575" y="6212475"/>
            <a:chExt cx="586800" cy="571500"/>
          </a:xfrm>
        </p:grpSpPr>
        <p:sp>
          <p:nvSpPr>
            <p:cNvPr id="625" name="Google Shape;625;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6" name="Google Shape;626;g2c157a2fb06_0_1045">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7" name="Google Shape;627;g2c157a2fb06_0_1045">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28" name="Google Shape;628;g2c157a2fb06_0_1045"/>
          <p:cNvGrpSpPr/>
          <p:nvPr/>
        </p:nvGrpSpPr>
        <p:grpSpPr>
          <a:xfrm>
            <a:off x="7894350" y="6212475"/>
            <a:ext cx="586800" cy="571500"/>
            <a:chOff x="7894350" y="6212475"/>
            <a:chExt cx="586800" cy="571500"/>
          </a:xfrm>
        </p:grpSpPr>
        <p:sp>
          <p:nvSpPr>
            <p:cNvPr id="629" name="Google Shape;629;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0" name="Google Shape;630;g2c157a2fb06_0_1045">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1" name="Google Shape;631;g2c157a2fb06_0_1045">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32" name="Google Shape;632;g2c157a2fb06_0_1045"/>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633" name="Google Shape;633;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34" name="Google Shape;634;g2c157a2fb06_0_1045"/>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635" name="Google Shape;635;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36" name="Google Shape;636;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37" name="Google Shape;637;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638" name="Google Shape;638;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Lucky Dip</a:t>
            </a:r>
            <a:endParaRPr sz="3000" b="0" i="0" u="none" strike="noStrike" cap="none">
              <a:solidFill>
                <a:srgbClr val="F7941D"/>
              </a:solidFill>
              <a:latin typeface="Poppins Medium"/>
              <a:ea typeface="Poppins Medium"/>
              <a:cs typeface="Poppins Medium"/>
              <a:sym typeface="Poppins Medium"/>
            </a:endParaRPr>
          </a:p>
        </p:txBody>
      </p:sp>
      <p:sp>
        <p:nvSpPr>
          <p:cNvPr id="639" name="Google Shape;639;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40" name="Google Shape;640;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641" name="Google Shape;641;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42" name="Google Shape;642;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643"/>
        <p:cNvGrpSpPr/>
        <p:nvPr/>
      </p:nvGrpSpPr>
      <p:grpSpPr>
        <a:xfrm>
          <a:off x="0" y="0"/>
          <a:ext cx="0" cy="0"/>
          <a:chOff x="0" y="0"/>
          <a:chExt cx="0" cy="0"/>
        </a:xfrm>
      </p:grpSpPr>
      <p:sp>
        <p:nvSpPr>
          <p:cNvPr id="644" name="Google Shape;644;g2c157a2fb06_0_1110"/>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5" name="Google Shape;645;g2c157a2fb06_0_1110"/>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6" name="Google Shape;646;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47" name="Google Shape;647;g2c157a2fb06_0_1110"/>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8" name="Google Shape;648;g2c157a2fb06_0_1110"/>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9" name="Google Shape;649;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650" name="Google Shape;650;g2c157a2fb06_0_1110"/>
          <p:cNvGrpSpPr/>
          <p:nvPr/>
        </p:nvGrpSpPr>
        <p:grpSpPr>
          <a:xfrm>
            <a:off x="662575" y="6212475"/>
            <a:ext cx="586800" cy="571500"/>
            <a:chOff x="662575" y="6212475"/>
            <a:chExt cx="586800" cy="571500"/>
          </a:xfrm>
        </p:grpSpPr>
        <p:sp>
          <p:nvSpPr>
            <p:cNvPr id="651" name="Google Shape;651;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2" name="Google Shape;652;g2c157a2fb06_0_1110">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3" name="Google Shape;653;g2c157a2fb06_0_1110">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54" name="Google Shape;654;g2c157a2fb06_0_1110"/>
          <p:cNvGrpSpPr/>
          <p:nvPr/>
        </p:nvGrpSpPr>
        <p:grpSpPr>
          <a:xfrm>
            <a:off x="7894350" y="6212475"/>
            <a:ext cx="586800" cy="571500"/>
            <a:chOff x="7894350" y="6212475"/>
            <a:chExt cx="586800" cy="571500"/>
          </a:xfrm>
        </p:grpSpPr>
        <p:sp>
          <p:nvSpPr>
            <p:cNvPr id="655" name="Google Shape;655;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6" name="Google Shape;656;g2c157a2fb06_0_1110">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7" name="Google Shape;657;g2c157a2fb06_0_1110">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58" name="Google Shape;658;g2c157a2fb06_0_1110"/>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659" name="Google Shape;659;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60" name="Google Shape;660;g2c157a2fb06_0_1110"/>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661" name="Google Shape;661;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62" name="Google Shape;662;g2c157a2fb06_0_111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63" name="Google Shape;663;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664" name="Google Shape;664;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Countdown</a:t>
            </a:r>
            <a:endParaRPr sz="3000" b="0" i="0" u="none" strike="noStrike" cap="none">
              <a:solidFill>
                <a:srgbClr val="F7941D"/>
              </a:solidFill>
              <a:latin typeface="Poppins Medium"/>
              <a:ea typeface="Poppins Medium"/>
              <a:cs typeface="Poppins Medium"/>
              <a:sym typeface="Poppins Medium"/>
            </a:endParaRPr>
          </a:p>
        </p:txBody>
      </p:sp>
      <p:sp>
        <p:nvSpPr>
          <p:cNvPr id="665" name="Google Shape;665;g2c157a2fb06_0_1110"/>
          <p:cNvSpPr txBox="1">
            <a:spLocks noGrp="1"/>
          </p:cNvSpPr>
          <p:nvPr>
            <p:ph type="subTitle" idx="4"/>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66" name="Google Shape;666;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67" name="Google Shape;667;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68" name="Google Shape;668;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669" name="Google Shape;669;g2c157a2fb06_0_1110"/>
          <p:cNvGrpSpPr/>
          <p:nvPr/>
        </p:nvGrpSpPr>
        <p:grpSpPr>
          <a:xfrm>
            <a:off x="5806200" y="1807463"/>
            <a:ext cx="756300" cy="146700"/>
            <a:chOff x="5806200" y="1807463"/>
            <a:chExt cx="756300" cy="146700"/>
          </a:xfrm>
        </p:grpSpPr>
        <p:sp>
          <p:nvSpPr>
            <p:cNvPr id="670" name="Google Shape;670;g2c157a2fb06_0_1110"/>
            <p:cNvSpPr/>
            <p:nvPr/>
          </p:nvSpPr>
          <p:spPr>
            <a:xfrm>
              <a:off x="58062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1" name="Google Shape;671;g2c157a2fb06_0_1110"/>
            <p:cNvSpPr/>
            <p:nvPr/>
          </p:nvSpPr>
          <p:spPr>
            <a:xfrm>
              <a:off x="61110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2" name="Google Shape;672;g2c157a2fb06_0_1110"/>
            <p:cNvSpPr/>
            <p:nvPr/>
          </p:nvSpPr>
          <p:spPr>
            <a:xfrm>
              <a:off x="64158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73" name="Google Shape;673;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74" name="Google Shape;674;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75" name="Google Shape;675;g2c157a2fb06_0_1110"/>
          <p:cNvGrpSpPr/>
          <p:nvPr/>
        </p:nvGrpSpPr>
        <p:grpSpPr>
          <a:xfrm>
            <a:off x="5806200" y="2842438"/>
            <a:ext cx="756300" cy="146700"/>
            <a:chOff x="5806200" y="1807463"/>
            <a:chExt cx="756300" cy="146700"/>
          </a:xfrm>
        </p:grpSpPr>
        <p:sp>
          <p:nvSpPr>
            <p:cNvPr id="676" name="Google Shape;676;g2c157a2fb06_0_1110"/>
            <p:cNvSpPr/>
            <p:nvPr/>
          </p:nvSpPr>
          <p:spPr>
            <a:xfrm>
              <a:off x="58062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7" name="Google Shape;677;g2c157a2fb06_0_1110"/>
            <p:cNvSpPr/>
            <p:nvPr/>
          </p:nvSpPr>
          <p:spPr>
            <a:xfrm>
              <a:off x="61110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8" name="Google Shape;678;g2c157a2fb06_0_1110"/>
            <p:cNvSpPr/>
            <p:nvPr/>
          </p:nvSpPr>
          <p:spPr>
            <a:xfrm>
              <a:off x="64158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79" name="Google Shape;679;g2c157a2fb06_0_1110"/>
          <p:cNvGrpSpPr/>
          <p:nvPr/>
        </p:nvGrpSpPr>
        <p:grpSpPr>
          <a:xfrm>
            <a:off x="5806200" y="3877413"/>
            <a:ext cx="756300" cy="146700"/>
            <a:chOff x="5806200" y="1807463"/>
            <a:chExt cx="756300" cy="146700"/>
          </a:xfrm>
        </p:grpSpPr>
        <p:sp>
          <p:nvSpPr>
            <p:cNvPr id="680" name="Google Shape;680;g2c157a2fb06_0_1110"/>
            <p:cNvSpPr/>
            <p:nvPr/>
          </p:nvSpPr>
          <p:spPr>
            <a:xfrm>
              <a:off x="58062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81" name="Google Shape;681;g2c157a2fb06_0_1110"/>
            <p:cNvSpPr/>
            <p:nvPr/>
          </p:nvSpPr>
          <p:spPr>
            <a:xfrm>
              <a:off x="61110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82" name="Google Shape;682;g2c157a2fb06_0_1110"/>
            <p:cNvSpPr/>
            <p:nvPr/>
          </p:nvSpPr>
          <p:spPr>
            <a:xfrm>
              <a:off x="64158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83"/>
        <p:cNvGrpSpPr/>
        <p:nvPr/>
      </p:nvGrpSpPr>
      <p:grpSpPr>
        <a:xfrm>
          <a:off x="0" y="0"/>
          <a:ext cx="0" cy="0"/>
          <a:chOff x="0" y="0"/>
          <a:chExt cx="0" cy="0"/>
        </a:xfrm>
      </p:grpSpPr>
      <p:sp>
        <p:nvSpPr>
          <p:cNvPr id="684" name="Google Shape;684;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5" name="Google Shape;685;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6" name="Google Shape;686;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7" name="Google Shape;687;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88" name="Google Shape;688;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9" name="Google Shape;689;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90" name="Google Shape;690;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91" name="Google Shape;691;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92" name="Google Shape;692;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93" name="Google Shape;693;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94" name="Google Shape;694;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95" name="Google Shape;695;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96" name="Google Shape;696;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97" name="Google Shape;697;p30"/>
          <p:cNvGrpSpPr/>
          <p:nvPr/>
        </p:nvGrpSpPr>
        <p:grpSpPr>
          <a:xfrm>
            <a:off x="6022940" y="5341706"/>
            <a:ext cx="594501" cy="305904"/>
            <a:chOff x="5672081" y="1914352"/>
            <a:chExt cx="792668" cy="305904"/>
          </a:xfrm>
        </p:grpSpPr>
        <p:sp>
          <p:nvSpPr>
            <p:cNvPr id="698" name="Google Shape;698;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99" name="Google Shape;699;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700" name="Google Shape;700;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701" name="Google Shape;701;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02" name="Google Shape;702;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03" name="Google Shape;703;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04" name="Google Shape;704;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05" name="Google Shape;705;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06" name="Google Shape;706;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07" name="Google Shape;707;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08" name="Google Shape;708;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709" name="Google Shape;709;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710" name="Google Shape;710;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1" name="Google Shape;711;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2" name="Google Shape;712;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3" name="Google Shape;713;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4" name="Google Shape;714;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5" name="Google Shape;715;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6" name="Google Shape;716;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7" name="Google Shape;717;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718" name="Google Shape;718;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719" name="Google Shape;719;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720" name="Google Shape;720;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721" name="Google Shape;721;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722" name="Google Shape;722;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723" name="Google Shape;723;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724" name="Google Shape;724;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25" name="Google Shape;725;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26" name="Google Shape;726;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727" name="Google Shape;727;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728" name="Google Shape;728;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729"/>
        <p:cNvGrpSpPr/>
        <p:nvPr/>
      </p:nvGrpSpPr>
      <p:grpSpPr>
        <a:xfrm>
          <a:off x="0" y="0"/>
          <a:ext cx="0" cy="0"/>
          <a:chOff x="0" y="0"/>
          <a:chExt cx="0" cy="0"/>
        </a:xfrm>
      </p:grpSpPr>
      <p:sp>
        <p:nvSpPr>
          <p:cNvPr id="730" name="Google Shape;730;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731" name="Google Shape;731;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732" name="Google Shape;732;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733"/>
        <p:cNvGrpSpPr/>
        <p:nvPr/>
      </p:nvGrpSpPr>
      <p:grpSpPr>
        <a:xfrm>
          <a:off x="0" y="0"/>
          <a:ext cx="0" cy="0"/>
          <a:chOff x="0" y="0"/>
          <a:chExt cx="0" cy="0"/>
        </a:xfrm>
      </p:grpSpPr>
      <p:sp>
        <p:nvSpPr>
          <p:cNvPr id="734" name="Google Shape;734;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735" name="Google Shape;735;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736" name="Google Shape;736;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Review Content 1 1">
  <p:cSld name="Alien Word of the Day_2_1_1_2_1">
    <p:spTree>
      <p:nvGrpSpPr>
        <p:cNvPr id="1" name="Shape 737"/>
        <p:cNvGrpSpPr/>
        <p:nvPr/>
      </p:nvGrpSpPr>
      <p:grpSpPr>
        <a:xfrm>
          <a:off x="0" y="0"/>
          <a:ext cx="0" cy="0"/>
          <a:chOff x="0" y="0"/>
          <a:chExt cx="0" cy="0"/>
        </a:xfrm>
      </p:grpSpPr>
      <p:sp>
        <p:nvSpPr>
          <p:cNvPr id="738" name="Google Shape;738;g31ab54169cd_0_753"/>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739" name="Google Shape;739;g31ab54169cd_0_753"/>
          <p:cNvGrpSpPr/>
          <p:nvPr/>
        </p:nvGrpSpPr>
        <p:grpSpPr>
          <a:xfrm>
            <a:off x="357775" y="5983875"/>
            <a:ext cx="586800" cy="571500"/>
            <a:chOff x="662575" y="6212475"/>
            <a:chExt cx="586800" cy="571500"/>
          </a:xfrm>
        </p:grpSpPr>
        <p:sp>
          <p:nvSpPr>
            <p:cNvPr id="740" name="Google Shape;740;g31ab54169cd_0_7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1" name="Google Shape;741;g31ab54169cd_0_753">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2" name="Google Shape;742;g31ab54169cd_0_753">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743" name="Google Shape;743;g31ab54169cd_0_753"/>
          <p:cNvGrpSpPr/>
          <p:nvPr/>
        </p:nvGrpSpPr>
        <p:grpSpPr>
          <a:xfrm>
            <a:off x="8199150" y="5983875"/>
            <a:ext cx="586800" cy="571500"/>
            <a:chOff x="7894350" y="6212475"/>
            <a:chExt cx="586800" cy="571500"/>
          </a:xfrm>
        </p:grpSpPr>
        <p:sp>
          <p:nvSpPr>
            <p:cNvPr id="744" name="Google Shape;744;g31ab54169cd_0_7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5" name="Google Shape;745;g31ab54169cd_0_753">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6" name="Google Shape;746;g31ab54169cd_0_753">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747" name="Google Shape;747;g31ab54169cd_0_75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FFFFFF"/>
              </a:buClr>
              <a:buSzPts val="3600"/>
              <a:buFont typeface="Poppins Medium"/>
              <a:buNone/>
              <a:defRPr sz="3600">
                <a:solidFill>
                  <a:srgbClr val="FFFFFF"/>
                </a:solidFill>
                <a:latin typeface="Poppins Medium"/>
                <a:ea typeface="Poppins Medium"/>
                <a:cs typeface="Poppins Medium"/>
                <a:sym typeface="Poppins Medium"/>
              </a:defRPr>
            </a:lvl1pPr>
            <a:lvl2pPr lvl="1" algn="ctr">
              <a:lnSpc>
                <a:spcPct val="100000"/>
              </a:lnSpc>
              <a:spcBef>
                <a:spcPts val="0"/>
              </a:spcBef>
              <a:spcAft>
                <a:spcPts val="0"/>
              </a:spcAft>
              <a:buClr>
                <a:srgbClr val="FFFFFF"/>
              </a:buClr>
              <a:buSzPts val="3600"/>
              <a:buNone/>
              <a:defRPr sz="3600">
                <a:solidFill>
                  <a:srgbClr val="FFFFFF"/>
                </a:solidFill>
              </a:defRPr>
            </a:lvl2pPr>
            <a:lvl3pPr lvl="2" algn="ctr">
              <a:lnSpc>
                <a:spcPct val="100000"/>
              </a:lnSpc>
              <a:spcBef>
                <a:spcPts val="0"/>
              </a:spcBef>
              <a:spcAft>
                <a:spcPts val="0"/>
              </a:spcAft>
              <a:buClr>
                <a:srgbClr val="FFFFFF"/>
              </a:buClr>
              <a:buSzPts val="3600"/>
              <a:buNone/>
              <a:defRPr sz="3600">
                <a:solidFill>
                  <a:srgbClr val="FFFFFF"/>
                </a:solidFill>
              </a:defRPr>
            </a:lvl3pPr>
            <a:lvl4pPr lvl="3" algn="ctr">
              <a:lnSpc>
                <a:spcPct val="100000"/>
              </a:lnSpc>
              <a:spcBef>
                <a:spcPts val="0"/>
              </a:spcBef>
              <a:spcAft>
                <a:spcPts val="0"/>
              </a:spcAft>
              <a:buClr>
                <a:srgbClr val="FFFFFF"/>
              </a:buClr>
              <a:buSzPts val="3600"/>
              <a:buNone/>
              <a:defRPr sz="3600">
                <a:solidFill>
                  <a:srgbClr val="FFFFFF"/>
                </a:solidFill>
              </a:defRPr>
            </a:lvl4pPr>
            <a:lvl5pPr lvl="4" algn="ctr">
              <a:lnSpc>
                <a:spcPct val="100000"/>
              </a:lnSpc>
              <a:spcBef>
                <a:spcPts val="0"/>
              </a:spcBef>
              <a:spcAft>
                <a:spcPts val="0"/>
              </a:spcAft>
              <a:buClr>
                <a:srgbClr val="FFFFFF"/>
              </a:buClr>
              <a:buSzPts val="3600"/>
              <a:buNone/>
              <a:defRPr sz="3600">
                <a:solidFill>
                  <a:srgbClr val="FFFFFF"/>
                </a:solidFill>
              </a:defRPr>
            </a:lvl5pPr>
            <a:lvl6pPr lvl="5" algn="ctr">
              <a:lnSpc>
                <a:spcPct val="100000"/>
              </a:lnSpc>
              <a:spcBef>
                <a:spcPts val="0"/>
              </a:spcBef>
              <a:spcAft>
                <a:spcPts val="0"/>
              </a:spcAft>
              <a:buClr>
                <a:srgbClr val="FFFFFF"/>
              </a:buClr>
              <a:buSzPts val="3600"/>
              <a:buNone/>
              <a:defRPr sz="3600">
                <a:solidFill>
                  <a:srgbClr val="FFFFFF"/>
                </a:solidFill>
              </a:defRPr>
            </a:lvl6pPr>
            <a:lvl7pPr lvl="6" algn="ctr">
              <a:lnSpc>
                <a:spcPct val="100000"/>
              </a:lnSpc>
              <a:spcBef>
                <a:spcPts val="0"/>
              </a:spcBef>
              <a:spcAft>
                <a:spcPts val="0"/>
              </a:spcAft>
              <a:buClr>
                <a:srgbClr val="FFFFFF"/>
              </a:buClr>
              <a:buSzPts val="3600"/>
              <a:buNone/>
              <a:defRPr sz="3600">
                <a:solidFill>
                  <a:srgbClr val="FFFFFF"/>
                </a:solidFill>
              </a:defRPr>
            </a:lvl7pPr>
            <a:lvl8pPr lvl="7" algn="ctr">
              <a:lnSpc>
                <a:spcPct val="100000"/>
              </a:lnSpc>
              <a:spcBef>
                <a:spcPts val="0"/>
              </a:spcBef>
              <a:spcAft>
                <a:spcPts val="0"/>
              </a:spcAft>
              <a:buClr>
                <a:srgbClr val="FFFFFF"/>
              </a:buClr>
              <a:buSzPts val="3600"/>
              <a:buNone/>
              <a:defRPr sz="3600">
                <a:solidFill>
                  <a:srgbClr val="FFFFFF"/>
                </a:solidFill>
              </a:defRPr>
            </a:lvl8pPr>
            <a:lvl9pPr lvl="8" algn="ctr">
              <a:lnSpc>
                <a:spcPct val="100000"/>
              </a:lnSpc>
              <a:spcBef>
                <a:spcPts val="0"/>
              </a:spcBef>
              <a:spcAft>
                <a:spcPts val="0"/>
              </a:spcAft>
              <a:buClr>
                <a:srgbClr val="FFFFFF"/>
              </a:buClr>
              <a:buSzPts val="3600"/>
              <a:buNone/>
              <a:defRPr sz="3600">
                <a:solidFill>
                  <a:srgbClr val="FFFFFF"/>
                </a:solidFill>
              </a:defRPr>
            </a:lvl9pPr>
          </a:lstStyle>
          <a:p>
            <a:endParaRPr/>
          </a:p>
        </p:txBody>
      </p:sp>
      <p:sp>
        <p:nvSpPr>
          <p:cNvPr id="748" name="Google Shape;748;g31ab54169cd_0_753"/>
          <p:cNvSpPr txBox="1">
            <a:spLocks noGrp="1"/>
          </p:cNvSpPr>
          <p:nvPr>
            <p:ph type="title" idx="2"/>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ctr">
              <a:lnSpc>
                <a:spcPct val="100000"/>
              </a:lnSpc>
              <a:spcBef>
                <a:spcPts val="0"/>
              </a:spcBef>
              <a:spcAft>
                <a:spcPts val="0"/>
              </a:spcAft>
              <a:buClr>
                <a:srgbClr val="FFFFFF"/>
              </a:buClr>
              <a:buSzPts val="3600"/>
              <a:buNone/>
              <a:defRPr sz="3600">
                <a:solidFill>
                  <a:srgbClr val="FFFFFF"/>
                </a:solidFill>
              </a:defRPr>
            </a:lvl2pPr>
            <a:lvl3pPr lvl="2" algn="ctr">
              <a:lnSpc>
                <a:spcPct val="100000"/>
              </a:lnSpc>
              <a:spcBef>
                <a:spcPts val="0"/>
              </a:spcBef>
              <a:spcAft>
                <a:spcPts val="0"/>
              </a:spcAft>
              <a:buClr>
                <a:srgbClr val="FFFFFF"/>
              </a:buClr>
              <a:buSzPts val="3600"/>
              <a:buNone/>
              <a:defRPr sz="3600">
                <a:solidFill>
                  <a:srgbClr val="FFFFFF"/>
                </a:solidFill>
              </a:defRPr>
            </a:lvl3pPr>
            <a:lvl4pPr lvl="3" algn="ctr">
              <a:lnSpc>
                <a:spcPct val="100000"/>
              </a:lnSpc>
              <a:spcBef>
                <a:spcPts val="0"/>
              </a:spcBef>
              <a:spcAft>
                <a:spcPts val="0"/>
              </a:spcAft>
              <a:buClr>
                <a:srgbClr val="FFFFFF"/>
              </a:buClr>
              <a:buSzPts val="3600"/>
              <a:buNone/>
              <a:defRPr sz="3600">
                <a:solidFill>
                  <a:srgbClr val="FFFFFF"/>
                </a:solidFill>
              </a:defRPr>
            </a:lvl4pPr>
            <a:lvl5pPr lvl="4" algn="ctr">
              <a:lnSpc>
                <a:spcPct val="100000"/>
              </a:lnSpc>
              <a:spcBef>
                <a:spcPts val="0"/>
              </a:spcBef>
              <a:spcAft>
                <a:spcPts val="0"/>
              </a:spcAft>
              <a:buClr>
                <a:srgbClr val="FFFFFF"/>
              </a:buClr>
              <a:buSzPts val="3600"/>
              <a:buNone/>
              <a:defRPr sz="3600">
                <a:solidFill>
                  <a:srgbClr val="FFFFFF"/>
                </a:solidFill>
              </a:defRPr>
            </a:lvl5pPr>
            <a:lvl6pPr lvl="5" algn="ctr">
              <a:lnSpc>
                <a:spcPct val="100000"/>
              </a:lnSpc>
              <a:spcBef>
                <a:spcPts val="0"/>
              </a:spcBef>
              <a:spcAft>
                <a:spcPts val="0"/>
              </a:spcAft>
              <a:buClr>
                <a:srgbClr val="FFFFFF"/>
              </a:buClr>
              <a:buSzPts val="3600"/>
              <a:buNone/>
              <a:defRPr sz="3600">
                <a:solidFill>
                  <a:srgbClr val="FFFFFF"/>
                </a:solidFill>
              </a:defRPr>
            </a:lvl6pPr>
            <a:lvl7pPr lvl="6" algn="ctr">
              <a:lnSpc>
                <a:spcPct val="100000"/>
              </a:lnSpc>
              <a:spcBef>
                <a:spcPts val="0"/>
              </a:spcBef>
              <a:spcAft>
                <a:spcPts val="0"/>
              </a:spcAft>
              <a:buClr>
                <a:srgbClr val="FFFFFF"/>
              </a:buClr>
              <a:buSzPts val="3600"/>
              <a:buNone/>
              <a:defRPr sz="3600">
                <a:solidFill>
                  <a:srgbClr val="FFFFFF"/>
                </a:solidFill>
              </a:defRPr>
            </a:lvl7pPr>
            <a:lvl8pPr lvl="7" algn="ctr">
              <a:lnSpc>
                <a:spcPct val="100000"/>
              </a:lnSpc>
              <a:spcBef>
                <a:spcPts val="0"/>
              </a:spcBef>
              <a:spcAft>
                <a:spcPts val="0"/>
              </a:spcAft>
              <a:buClr>
                <a:srgbClr val="FFFFFF"/>
              </a:buClr>
              <a:buSzPts val="3600"/>
              <a:buNone/>
              <a:defRPr sz="3600">
                <a:solidFill>
                  <a:srgbClr val="FFFFFF"/>
                </a:solidFill>
              </a:defRPr>
            </a:lvl8pPr>
            <a:lvl9pPr lvl="8" algn="ctr">
              <a:lnSpc>
                <a:spcPct val="100000"/>
              </a:lnSpc>
              <a:spcBef>
                <a:spcPts val="0"/>
              </a:spcBef>
              <a:spcAft>
                <a:spcPts val="0"/>
              </a:spcAft>
              <a:buClr>
                <a:srgbClr val="FFFFFF"/>
              </a:buClr>
              <a:buSzPts val="3600"/>
              <a:buNone/>
              <a:defRPr sz="3600">
                <a:solidFill>
                  <a:srgbClr val="FFFFFF"/>
                </a:solidFill>
              </a:defRPr>
            </a:lvl9pPr>
          </a:lstStyle>
          <a:p>
            <a:endParaRPr/>
          </a:p>
        </p:txBody>
      </p:sp>
      <p:cxnSp>
        <p:nvCxnSpPr>
          <p:cNvPr id="749" name="Google Shape;749;g31ab54169cd_0_753"/>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50" name="Google Shape;750;g31ab54169cd_0_753"/>
          <p:cNvGrpSpPr/>
          <p:nvPr/>
        </p:nvGrpSpPr>
        <p:grpSpPr>
          <a:xfrm>
            <a:off x="-36800" y="-52000"/>
            <a:ext cx="9236100" cy="543750"/>
            <a:chOff x="-36800" y="-52000"/>
            <a:chExt cx="9236100" cy="543750"/>
          </a:xfrm>
        </p:grpSpPr>
        <p:sp>
          <p:nvSpPr>
            <p:cNvPr id="751" name="Google Shape;751;g31ab54169cd_0_753"/>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752" name="Google Shape;752;g31ab54169cd_0_753"/>
            <p:cNvGrpSpPr/>
            <p:nvPr/>
          </p:nvGrpSpPr>
          <p:grpSpPr>
            <a:xfrm>
              <a:off x="565600" y="88250"/>
              <a:ext cx="1337400" cy="403500"/>
              <a:chOff x="565600" y="88250"/>
              <a:chExt cx="1337400" cy="403500"/>
            </a:xfrm>
          </p:grpSpPr>
          <p:grpSp>
            <p:nvGrpSpPr>
              <p:cNvPr id="753" name="Google Shape;753;g31ab54169cd_0_753"/>
              <p:cNvGrpSpPr/>
              <p:nvPr/>
            </p:nvGrpSpPr>
            <p:grpSpPr>
              <a:xfrm>
                <a:off x="565600" y="88250"/>
                <a:ext cx="1337400" cy="403500"/>
                <a:chOff x="565600" y="88250"/>
                <a:chExt cx="1337400" cy="403500"/>
              </a:xfrm>
            </p:grpSpPr>
            <p:sp>
              <p:nvSpPr>
                <p:cNvPr id="754" name="Google Shape;754;g31ab54169cd_0_753"/>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55" name="Google Shape;755;g31ab54169cd_0_753"/>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756" name="Google Shape;756;g31ab54169cd_0_753"/>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757" name="Google Shape;757;g31ab54169cd_0_753"/>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58" name="Google Shape;758;g31ab54169cd_0_753"/>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59" name="Google Shape;759;g31ab54169cd_0_753"/>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760" name="Google Shape;760;g31ab54169cd_0_753"/>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61" name="Google Shape;761;g31ab54169cd_0_753"/>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762" name="Google Shape;762;g31ab54169cd_0_753"/>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63" name="Google Shape;763;g31ab54169cd_0_753"/>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764" name="Google Shape;764;g31ab54169cd_0_753"/>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65" name="Google Shape;765;g31ab54169cd_0_753"/>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66" name="Google Shape;766;g31ab54169cd_0_753"/>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 id="2147483673" r:id="rId23"/>
    <p:sldLayoutId id="2147483674" r:id="rId2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slide" Target="slide20.xml"/><Relationship Id="rId3" Type="http://schemas.openxmlformats.org/officeDocument/2006/relationships/image" Target="../media/image8.png"/><Relationship Id="rId7" Type="http://schemas.openxmlformats.org/officeDocument/2006/relationships/image" Target="../media/image10.png"/><Relationship Id="rId12" Type="http://schemas.openxmlformats.org/officeDocument/2006/relationships/slide" Target="slide19.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slide" Target="slide17.xml"/><Relationship Id="rId5" Type="http://schemas.openxmlformats.org/officeDocument/2006/relationships/image" Target="../media/image5.png"/><Relationship Id="rId10" Type="http://schemas.openxmlformats.org/officeDocument/2006/relationships/slide" Target="slide9.xml"/><Relationship Id="rId4" Type="http://schemas.openxmlformats.org/officeDocument/2006/relationships/image" Target="../media/image9.png"/><Relationship Id="rId9" Type="http://schemas.openxmlformats.org/officeDocument/2006/relationships/slide" Target="slide7.xml"/><Relationship Id="rId14" Type="http://schemas.openxmlformats.org/officeDocument/2006/relationships/slide" Target="slide22.xml"/></Relationships>
</file>

<file path=ppt/slides/_rels/slide3.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8.png"/><Relationship Id="rId18" Type="http://schemas.openxmlformats.org/officeDocument/2006/relationships/image" Target="../media/image25.png"/><Relationship Id="rId3" Type="http://schemas.openxmlformats.org/officeDocument/2006/relationships/image" Target="../media/image11.png"/><Relationship Id="rId21" Type="http://schemas.openxmlformats.org/officeDocument/2006/relationships/image" Target="../media/image28.png"/><Relationship Id="rId7" Type="http://schemas.openxmlformats.org/officeDocument/2006/relationships/image" Target="../media/image15.png"/><Relationship Id="rId12" Type="http://schemas.openxmlformats.org/officeDocument/2006/relationships/image" Target="../media/image20.png"/><Relationship Id="rId17" Type="http://schemas.openxmlformats.org/officeDocument/2006/relationships/image" Target="../media/image24.png"/><Relationship Id="rId25" Type="http://schemas.openxmlformats.org/officeDocument/2006/relationships/image" Target="../media/image32.png"/><Relationship Id="rId2" Type="http://schemas.openxmlformats.org/officeDocument/2006/relationships/notesSlide" Target="../notesSlides/notesSlide3.xml"/><Relationship Id="rId16" Type="http://schemas.openxmlformats.org/officeDocument/2006/relationships/image" Target="../media/image23.png"/><Relationship Id="rId20" Type="http://schemas.openxmlformats.org/officeDocument/2006/relationships/image" Target="../media/image27.png"/><Relationship Id="rId1" Type="http://schemas.openxmlformats.org/officeDocument/2006/relationships/slideLayout" Target="../slideLayouts/slideLayout3.xml"/><Relationship Id="rId6" Type="http://schemas.openxmlformats.org/officeDocument/2006/relationships/image" Target="../media/image14.png"/><Relationship Id="rId11" Type="http://schemas.openxmlformats.org/officeDocument/2006/relationships/image" Target="../media/image19.png"/><Relationship Id="rId24" Type="http://schemas.openxmlformats.org/officeDocument/2006/relationships/image" Target="../media/image31.png"/><Relationship Id="rId5" Type="http://schemas.openxmlformats.org/officeDocument/2006/relationships/image" Target="../media/image13.png"/><Relationship Id="rId15" Type="http://schemas.openxmlformats.org/officeDocument/2006/relationships/image" Target="../media/image22.png"/><Relationship Id="rId23" Type="http://schemas.openxmlformats.org/officeDocument/2006/relationships/image" Target="../media/image30.png"/><Relationship Id="rId10" Type="http://schemas.openxmlformats.org/officeDocument/2006/relationships/image" Target="../media/image18.png"/><Relationship Id="rId19" Type="http://schemas.openxmlformats.org/officeDocument/2006/relationships/image" Target="../media/image26.png"/><Relationship Id="rId4" Type="http://schemas.openxmlformats.org/officeDocument/2006/relationships/image" Target="../media/image12.png"/><Relationship Id="rId9" Type="http://schemas.openxmlformats.org/officeDocument/2006/relationships/image" Target="../media/image17.png"/><Relationship Id="rId14" Type="http://schemas.openxmlformats.org/officeDocument/2006/relationships/image" Target="../media/image21.png"/><Relationship Id="rId22" Type="http://schemas.openxmlformats.org/officeDocument/2006/relationships/image" Target="../media/image29.png"/></Relationships>
</file>

<file path=ppt/slides/_rels/slide4.xml.rels><?xml version="1.0" encoding="UTF-8" standalone="yes"?>
<Relationships xmlns="http://schemas.openxmlformats.org/package/2006/relationships"><Relationship Id="rId8" Type="http://schemas.openxmlformats.org/officeDocument/2006/relationships/image" Target="../media/image38.png"/><Relationship Id="rId13" Type="http://schemas.openxmlformats.org/officeDocument/2006/relationships/image" Target="../media/image6.png"/><Relationship Id="rId3" Type="http://schemas.openxmlformats.org/officeDocument/2006/relationships/image" Target="../media/image33.png"/><Relationship Id="rId7" Type="http://schemas.openxmlformats.org/officeDocument/2006/relationships/image" Target="../media/image37.png"/><Relationship Id="rId12" Type="http://schemas.openxmlformats.org/officeDocument/2006/relationships/image" Target="../media/image42.png"/><Relationship Id="rId2" Type="http://schemas.openxmlformats.org/officeDocument/2006/relationships/notesSlide" Target="../notesSlides/notesSlide4.xml"/><Relationship Id="rId16" Type="http://schemas.openxmlformats.org/officeDocument/2006/relationships/image" Target="../media/image45.png"/><Relationship Id="rId1" Type="http://schemas.openxmlformats.org/officeDocument/2006/relationships/slideLayout" Target="../slideLayouts/slideLayout24.xml"/><Relationship Id="rId6" Type="http://schemas.openxmlformats.org/officeDocument/2006/relationships/image" Target="../media/image36.png"/><Relationship Id="rId11" Type="http://schemas.openxmlformats.org/officeDocument/2006/relationships/image" Target="../media/image41.png"/><Relationship Id="rId5" Type="http://schemas.openxmlformats.org/officeDocument/2006/relationships/image" Target="../media/image35.png"/><Relationship Id="rId15" Type="http://schemas.openxmlformats.org/officeDocument/2006/relationships/image" Target="../media/image44.png"/><Relationship Id="rId10" Type="http://schemas.openxmlformats.org/officeDocument/2006/relationships/image" Target="../media/image40.png"/><Relationship Id="rId4" Type="http://schemas.openxmlformats.org/officeDocument/2006/relationships/image" Target="../media/image34.png"/><Relationship Id="rId9" Type="http://schemas.openxmlformats.org/officeDocument/2006/relationships/image" Target="../media/image39.png"/><Relationship Id="rId14" Type="http://schemas.openxmlformats.org/officeDocument/2006/relationships/image" Target="../media/image43.png"/></Relationships>
</file>

<file path=ppt/slides/_rels/slide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47.jp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22.xml"/><Relationship Id="rId1" Type="http://schemas.openxmlformats.org/officeDocument/2006/relationships/slideLayout" Target="../slideLayouts/slideLayout5.xml"/><Relationship Id="rId5" Type="http://schemas.openxmlformats.org/officeDocument/2006/relationships/image" Target="../media/image56.png"/><Relationship Id="rId4" Type="http://schemas.openxmlformats.org/officeDocument/2006/relationships/image" Target="../media/image10.png"/></Relationships>
</file>

<file path=ppt/slides/_rels/slide23.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23.xml"/><Relationship Id="rId1" Type="http://schemas.openxmlformats.org/officeDocument/2006/relationships/slideLayout" Target="../slideLayouts/slideLayout5.xml"/><Relationship Id="rId5" Type="http://schemas.openxmlformats.org/officeDocument/2006/relationships/image" Target="../media/image59.png"/><Relationship Id="rId4" Type="http://schemas.openxmlformats.org/officeDocument/2006/relationships/image" Target="../media/image58.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70"/>
        <p:cNvGrpSpPr/>
        <p:nvPr/>
      </p:nvGrpSpPr>
      <p:grpSpPr>
        <a:xfrm>
          <a:off x="0" y="0"/>
          <a:ext cx="0" cy="0"/>
          <a:chOff x="0" y="0"/>
          <a:chExt cx="0" cy="0"/>
        </a:xfrm>
      </p:grpSpPr>
      <p:sp>
        <p:nvSpPr>
          <p:cNvPr id="771" name="Google Shape;771;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0"/>
              </a:spcBef>
              <a:spcAft>
                <a:spcPts val="0"/>
              </a:spcAft>
              <a:buClr>
                <a:srgbClr val="262626"/>
              </a:buClr>
              <a:buSzPts val="3600"/>
              <a:buNone/>
            </a:pPr>
            <a:r>
              <a:rPr lang="en-US"/>
              <a:t>Review - 'o'</a:t>
            </a:r>
            <a:endParaRPr/>
          </a:p>
        </p:txBody>
      </p:sp>
      <p:sp>
        <p:nvSpPr>
          <p:cNvPr id="772" name="Google Shape;772;p1"/>
          <p:cNvSpPr/>
          <p:nvPr/>
        </p:nvSpPr>
        <p:spPr>
          <a:xfrm>
            <a:off x="5177314"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73" name="Google Shape;773;p1"/>
          <p:cNvSpPr/>
          <p:nvPr/>
        </p:nvSpPr>
        <p:spPr>
          <a:xfrm>
            <a:off x="5544307"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74" name="Google Shape;774;p1"/>
          <p:cNvSpPr txBox="1">
            <a:spLocks noGrp="1"/>
          </p:cNvSpPr>
          <p:nvPr>
            <p:ph type="subTitle" idx="2"/>
          </p:nvPr>
        </p:nvSpPr>
        <p:spPr>
          <a:xfrm>
            <a:off x="884092" y="32969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34</a:t>
            </a:r>
            <a:endParaRPr/>
          </a:p>
        </p:txBody>
      </p:sp>
      <p:pic>
        <p:nvPicPr>
          <p:cNvPr id="775" name="Google Shape;775;p1"/>
          <p:cNvPicPr preferRelativeResize="0"/>
          <p:nvPr/>
        </p:nvPicPr>
        <p:blipFill rotWithShape="1">
          <a:blip r:embed="rId3">
            <a:alphaModFix/>
          </a:blip>
          <a:srcRect/>
          <a:stretch/>
        </p:blipFill>
        <p:spPr>
          <a:xfrm rot="-149497">
            <a:off x="3185766" y="4326235"/>
            <a:ext cx="2493520" cy="997851"/>
          </a:xfrm>
          <a:prstGeom prst="rect">
            <a:avLst/>
          </a:prstGeom>
          <a:noFill/>
          <a:ln>
            <a:noFill/>
          </a:ln>
          <a:effectLst>
            <a:outerShdw blurRad="71438" dist="38100" dir="5220000" algn="bl" rotWithShape="0">
              <a:srgbClr val="000000">
                <a:alpha val="21176"/>
              </a:srgbClr>
            </a:outerShdw>
          </a:effectLst>
        </p:spPr>
      </p:pic>
      <p:pic>
        <p:nvPicPr>
          <p:cNvPr id="776" name="Google Shape;776;p1"/>
          <p:cNvPicPr preferRelativeResize="0"/>
          <p:nvPr/>
        </p:nvPicPr>
        <p:blipFill rotWithShape="1">
          <a:blip r:embed="rId4">
            <a:alphaModFix/>
          </a:blip>
          <a:srcRect l="59" r="59"/>
          <a:stretch/>
        </p:blipFill>
        <p:spPr>
          <a:xfrm rot="342607">
            <a:off x="4903837" y="4228652"/>
            <a:ext cx="1800026" cy="1288524"/>
          </a:xfrm>
          <a:prstGeom prst="rect">
            <a:avLst/>
          </a:prstGeom>
          <a:noFill/>
          <a:ln>
            <a:noFill/>
          </a:ln>
          <a:effectLst>
            <a:outerShdw blurRad="57150" dist="38100" dir="5400000" algn="bl" rotWithShape="0">
              <a:srgbClr val="000000">
                <a:alpha val="20000"/>
              </a:srgbClr>
            </a:outerShdw>
          </a:effectLst>
        </p:spPr>
      </p:pic>
      <p:pic>
        <p:nvPicPr>
          <p:cNvPr id="777" name="Google Shape;777;p1"/>
          <p:cNvPicPr preferRelativeResize="0"/>
          <p:nvPr/>
        </p:nvPicPr>
        <p:blipFill rotWithShape="1">
          <a:blip r:embed="rId5">
            <a:alphaModFix/>
          </a:blip>
          <a:srcRect t="228" b="219"/>
          <a:stretch/>
        </p:blipFill>
        <p:spPr>
          <a:xfrm rot="-172073">
            <a:off x="6300356" y="4168364"/>
            <a:ext cx="1078930" cy="1497455"/>
          </a:xfrm>
          <a:prstGeom prst="rect">
            <a:avLst/>
          </a:prstGeom>
          <a:noFill/>
          <a:ln>
            <a:noFill/>
          </a:ln>
          <a:effectLst>
            <a:outerShdw blurRad="71438" dist="19050" dir="5220000" algn="bl" rotWithShape="0">
              <a:srgbClr val="000000">
                <a:alpha val="18039"/>
              </a:srgbClr>
            </a:outerShdw>
          </a:effectLst>
        </p:spPr>
      </p:pic>
      <p:pic>
        <p:nvPicPr>
          <p:cNvPr id="778" name="Google Shape;778;p1"/>
          <p:cNvPicPr preferRelativeResize="0"/>
          <p:nvPr/>
        </p:nvPicPr>
        <p:blipFill rotWithShape="1">
          <a:blip r:embed="rId6">
            <a:alphaModFix/>
          </a:blip>
          <a:srcRect l="19" r="19"/>
          <a:stretch/>
        </p:blipFill>
        <p:spPr>
          <a:xfrm rot="540305">
            <a:off x="7336183" y="3887252"/>
            <a:ext cx="1208040" cy="1709828"/>
          </a:xfrm>
          <a:prstGeom prst="rect">
            <a:avLst/>
          </a:prstGeom>
          <a:noFill/>
          <a:ln>
            <a:noFill/>
          </a:ln>
          <a:effectLst>
            <a:outerShdw blurRad="71438" dist="38100" dir="5220000" algn="bl" rotWithShape="0">
              <a:srgbClr val="000000">
                <a:alpha val="20000"/>
              </a:srgbClr>
            </a:outerShdw>
          </a:effectLst>
        </p:spPr>
      </p:pic>
      <p:graphicFrame>
        <p:nvGraphicFramePr>
          <p:cNvPr id="779" name="Google Shape;779;p1"/>
          <p:cNvGraphicFramePr/>
          <p:nvPr/>
        </p:nvGraphicFramePr>
        <p:xfrm>
          <a:off x="4844200" y="1853397"/>
          <a:ext cx="3785000" cy="754625"/>
        </p:xfrm>
        <a:graphic>
          <a:graphicData uri="http://schemas.openxmlformats.org/drawingml/2006/table">
            <a:tbl>
              <a:tblPr firstRow="1" bandRow="1">
                <a:noFill/>
                <a:tableStyleId>{30550B51-6863-49F7-B9C1-81D117A67B7C}</a:tableStyleId>
              </a:tblPr>
              <a:tblGrid>
                <a:gridCol w="757000">
                  <a:extLst>
                    <a:ext uri="{9D8B030D-6E8A-4147-A177-3AD203B41FA5}">
                      <a16:colId xmlns:a16="http://schemas.microsoft.com/office/drawing/2014/main" val="20000"/>
                    </a:ext>
                  </a:extLst>
                </a:gridCol>
                <a:gridCol w="757000">
                  <a:extLst>
                    <a:ext uri="{9D8B030D-6E8A-4147-A177-3AD203B41FA5}">
                      <a16:colId xmlns:a16="http://schemas.microsoft.com/office/drawing/2014/main" val="20001"/>
                    </a:ext>
                  </a:extLst>
                </a:gridCol>
                <a:gridCol w="757000">
                  <a:extLst>
                    <a:ext uri="{9D8B030D-6E8A-4147-A177-3AD203B41FA5}">
                      <a16:colId xmlns:a16="http://schemas.microsoft.com/office/drawing/2014/main" val="20002"/>
                    </a:ext>
                  </a:extLst>
                </a:gridCol>
                <a:gridCol w="757000">
                  <a:extLst>
                    <a:ext uri="{9D8B030D-6E8A-4147-A177-3AD203B41FA5}">
                      <a16:colId xmlns:a16="http://schemas.microsoft.com/office/drawing/2014/main" val="20003"/>
                    </a:ext>
                  </a:extLst>
                </a:gridCol>
                <a:gridCol w="757000">
                  <a:extLst>
                    <a:ext uri="{9D8B030D-6E8A-4147-A177-3AD203B41FA5}">
                      <a16:colId xmlns:a16="http://schemas.microsoft.com/office/drawing/2014/main" val="20004"/>
                    </a:ext>
                  </a:extLst>
                </a:gridCol>
              </a:tblGrid>
              <a:tr h="754625">
                <a:tc>
                  <a:txBody>
                    <a:bodyPr/>
                    <a:lstStyle/>
                    <a:p>
                      <a:pPr marL="0" marR="0" lvl="0" indent="0" algn="ctr" rtl="0">
                        <a:lnSpc>
                          <a:spcPct val="100000"/>
                        </a:lnSpc>
                        <a:spcBef>
                          <a:spcPts val="0"/>
                        </a:spcBef>
                        <a:spcAft>
                          <a:spcPts val="0"/>
                        </a:spcAft>
                        <a:buClr>
                          <a:schemeClr val="dk1"/>
                        </a:buClr>
                        <a:buSzPts val="1800"/>
                        <a:buFont typeface="Arial"/>
                        <a:buNone/>
                      </a:pPr>
                      <a:r>
                        <a:rPr lang="en-US" sz="1600" u="none" strike="noStrike" cap="none">
                          <a:solidFill>
                            <a:schemeClr val="dk1"/>
                          </a:solidFill>
                          <a:latin typeface="Poppins"/>
                          <a:ea typeface="Poppins"/>
                          <a:cs typeface="Poppins"/>
                          <a:sym typeface="Poppins"/>
                        </a:rPr>
                        <a:t>a</a:t>
                      </a:r>
                      <a:endParaRPr sz="18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e</a:t>
                      </a:r>
                      <a:endParaRPr sz="1800" u="none" strike="noStrike" cap="none">
                        <a:latin typeface="Mulish"/>
                        <a:ea typeface="Mulish"/>
                        <a:cs typeface="Mulish"/>
                        <a:sym typeface="Mulish"/>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i</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o</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u</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84"/>
        <p:cNvGrpSpPr/>
        <p:nvPr/>
      </p:nvGrpSpPr>
      <p:grpSpPr>
        <a:xfrm>
          <a:off x="0" y="0"/>
          <a:ext cx="0" cy="0"/>
          <a:chOff x="0" y="0"/>
          <a:chExt cx="0" cy="0"/>
        </a:xfrm>
      </p:grpSpPr>
      <p:sp>
        <p:nvSpPr>
          <p:cNvPr id="785" name="Google Shape;785;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60000"/>
              </a:lnSpc>
              <a:spcBef>
                <a:spcPts val="1000"/>
              </a:spcBef>
              <a:spcAft>
                <a:spcPts val="0"/>
              </a:spcAft>
              <a:buSzPts val="1600"/>
              <a:buChar char="•"/>
            </a:pPr>
            <a:r>
              <a:rPr lang="en-US"/>
              <a:t>Review short vowel </a:t>
            </a:r>
            <a:r>
              <a:rPr lang="en-US">
                <a:solidFill>
                  <a:srgbClr val="8DC63F"/>
                </a:solidFill>
              </a:rPr>
              <a:t>o</a:t>
            </a:r>
            <a:r>
              <a:rPr lang="en-US"/>
              <a:t>.</a:t>
            </a:r>
            <a:endParaRPr/>
          </a:p>
        </p:txBody>
      </p:sp>
      <p:sp>
        <p:nvSpPr>
          <p:cNvPr id="786" name="Google Shape;786;g2bee4f4af4b_0_204"/>
          <p:cNvSpPr txBox="1">
            <a:spLocks noGrp="1"/>
          </p:cNvSpPr>
          <p:nvPr>
            <p:ph type="body" idx="2"/>
          </p:nvPr>
        </p:nvSpPr>
        <p:spPr>
          <a:xfrm>
            <a:off x="3298550" y="1895350"/>
            <a:ext cx="5048400" cy="10731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a:p>
            <a:pPr marL="457200" lvl="0" indent="-330200" algn="l" rtl="0">
              <a:lnSpc>
                <a:spcPct val="100000"/>
              </a:lnSpc>
              <a:spcBef>
                <a:spcPts val="0"/>
              </a:spcBef>
              <a:spcAft>
                <a:spcPts val="0"/>
              </a:spcAft>
              <a:buSzPts val="1600"/>
              <a:buChar char="•"/>
            </a:pPr>
            <a:r>
              <a:rPr lang="en-US"/>
              <a:t>Review Phase 2 Common Exception Words </a:t>
            </a:r>
            <a:r>
              <a:rPr lang="en-US">
                <a:solidFill>
                  <a:srgbClr val="2356AF"/>
                </a:solidFill>
              </a:rPr>
              <a:t>as I is no go to into the put his has of pull full.</a:t>
            </a:r>
            <a:endParaRPr/>
          </a:p>
          <a:p>
            <a:pPr marL="457200" lvl="0" indent="-330200" algn="l" rtl="0">
              <a:lnSpc>
                <a:spcPct val="100000"/>
              </a:lnSpc>
              <a:spcBef>
                <a:spcPts val="0"/>
              </a:spcBef>
              <a:spcAft>
                <a:spcPts val="0"/>
              </a:spcAft>
              <a:buSzPts val="1600"/>
              <a:buChar char="•"/>
            </a:pPr>
            <a:r>
              <a:rPr lang="en-US"/>
              <a:t>Review Vowel song.</a:t>
            </a:r>
            <a:endParaRPr/>
          </a:p>
        </p:txBody>
      </p:sp>
      <p:sp>
        <p:nvSpPr>
          <p:cNvPr id="787" name="Google Shape;787;g2bee4f4af4b_0_204"/>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p>
            <a:pPr marL="0" lvl="0" indent="0" algn="l" rtl="0">
              <a:lnSpc>
                <a:spcPct val="80000"/>
              </a:lnSpc>
              <a:spcBef>
                <a:spcPts val="1000"/>
              </a:spcBef>
              <a:spcAft>
                <a:spcPts val="0"/>
              </a:spcAft>
              <a:buSzPts val="1600"/>
              <a:buNone/>
            </a:pPr>
            <a:endParaRPr/>
          </a:p>
        </p:txBody>
      </p:sp>
      <p:sp>
        <p:nvSpPr>
          <p:cNvPr id="788" name="Google Shape;788;g2bee4f4af4b_0_204"/>
          <p:cNvSpPr txBox="1"/>
          <p:nvPr/>
        </p:nvSpPr>
        <p:spPr>
          <a:xfrm>
            <a:off x="2506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JNL686</a:t>
            </a:r>
            <a:endParaRPr sz="1000" b="0" i="0" u="none" strike="noStrike" cap="none" dirty="0">
              <a:solidFill>
                <a:srgbClr val="000000"/>
              </a:solidFill>
              <a:latin typeface="Poppins"/>
              <a:ea typeface="Poppins"/>
              <a:cs typeface="Poppins"/>
              <a:sym typeface="Poppins"/>
            </a:endParaRPr>
          </a:p>
        </p:txBody>
      </p:sp>
      <p:sp>
        <p:nvSpPr>
          <p:cNvPr id="789" name="Google Shape;789;g2bee4f4af4b_0_204"/>
          <p:cNvSpPr txBox="1"/>
          <p:nvPr/>
        </p:nvSpPr>
        <p:spPr>
          <a:xfrm>
            <a:off x="2298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790" name="Google Shape;790;g2bee4f4af4b_0_204"/>
          <p:cNvPicPr preferRelativeResize="0"/>
          <p:nvPr/>
        </p:nvPicPr>
        <p:blipFill rotWithShape="1">
          <a:blip r:embed="rId3">
            <a:alphaModFix/>
          </a:blip>
          <a:srcRect l="19" r="19"/>
          <a:stretch/>
        </p:blipFill>
        <p:spPr>
          <a:xfrm>
            <a:off x="2519626" y="4101860"/>
            <a:ext cx="786850" cy="1113688"/>
          </a:xfrm>
          <a:prstGeom prst="rect">
            <a:avLst/>
          </a:prstGeom>
          <a:noFill/>
          <a:ln>
            <a:noFill/>
          </a:ln>
          <a:effectLst>
            <a:outerShdw blurRad="71438" dist="19050" dir="5220000" algn="bl" rotWithShape="0">
              <a:srgbClr val="D8D8D8"/>
            </a:outerShdw>
          </a:effectLst>
        </p:spPr>
      </p:pic>
      <p:sp>
        <p:nvSpPr>
          <p:cNvPr id="791" name="Google Shape;791;g2bee4f4af4b_0_204"/>
          <p:cNvSpPr txBox="1"/>
          <p:nvPr/>
        </p:nvSpPr>
        <p:spPr>
          <a:xfrm>
            <a:off x="3786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JNL689</a:t>
            </a:r>
            <a:endParaRPr sz="1000" b="0" i="0" u="none" strike="noStrike" cap="none" dirty="0">
              <a:solidFill>
                <a:srgbClr val="000000"/>
              </a:solidFill>
              <a:latin typeface="Poppins"/>
              <a:ea typeface="Poppins"/>
              <a:cs typeface="Poppins"/>
              <a:sym typeface="Poppins"/>
            </a:endParaRPr>
          </a:p>
        </p:txBody>
      </p:sp>
      <p:sp>
        <p:nvSpPr>
          <p:cNvPr id="792" name="Google Shape;792;g2bee4f4af4b_0_204"/>
          <p:cNvSpPr txBox="1"/>
          <p:nvPr/>
        </p:nvSpPr>
        <p:spPr>
          <a:xfrm>
            <a:off x="3579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793" name="Google Shape;793;g2bee4f4af4b_0_204"/>
          <p:cNvPicPr preferRelativeResize="0"/>
          <p:nvPr/>
        </p:nvPicPr>
        <p:blipFill rotWithShape="1">
          <a:blip r:embed="rId4">
            <a:alphaModFix/>
          </a:blip>
          <a:srcRect l="69" r="69"/>
          <a:stretch/>
        </p:blipFill>
        <p:spPr>
          <a:xfrm>
            <a:off x="3786506" y="4169988"/>
            <a:ext cx="813600" cy="977433"/>
          </a:xfrm>
          <a:prstGeom prst="rect">
            <a:avLst/>
          </a:prstGeom>
          <a:noFill/>
          <a:ln>
            <a:noFill/>
          </a:ln>
          <a:effectLst>
            <a:outerShdw blurRad="71438" dist="19050" dir="5220000" algn="bl" rotWithShape="0">
              <a:srgbClr val="D8D8D8"/>
            </a:outerShdw>
          </a:effectLst>
        </p:spPr>
      </p:pic>
      <p:sp>
        <p:nvSpPr>
          <p:cNvPr id="794" name="Google Shape;794;g2bee4f4af4b_0_204"/>
          <p:cNvSpPr txBox="1"/>
          <p:nvPr/>
        </p:nvSpPr>
        <p:spPr>
          <a:xfrm>
            <a:off x="122607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JNL691</a:t>
            </a:r>
            <a:endParaRPr sz="1000" b="0" i="0" u="none" strike="noStrike" cap="none" dirty="0">
              <a:solidFill>
                <a:srgbClr val="000000"/>
              </a:solidFill>
              <a:latin typeface="Poppins"/>
              <a:ea typeface="Poppins"/>
              <a:cs typeface="Poppins"/>
              <a:sym typeface="Poppins"/>
            </a:endParaRPr>
          </a:p>
        </p:txBody>
      </p:sp>
      <p:sp>
        <p:nvSpPr>
          <p:cNvPr id="795" name="Google Shape;795;g2bee4f4af4b_0_204"/>
          <p:cNvSpPr txBox="1"/>
          <p:nvPr/>
        </p:nvSpPr>
        <p:spPr>
          <a:xfrm>
            <a:off x="894576" y="5256524"/>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Phonemic Awareness Cards</a:t>
            </a:r>
            <a:endParaRPr sz="1400" b="0" i="0" u="none" strike="noStrike" cap="none">
              <a:solidFill>
                <a:srgbClr val="000000"/>
              </a:solidFill>
              <a:latin typeface="Poppins Medium"/>
              <a:ea typeface="Poppins Medium"/>
              <a:cs typeface="Poppins Medium"/>
              <a:sym typeface="Poppins Medium"/>
            </a:endParaRPr>
          </a:p>
        </p:txBody>
      </p:sp>
      <p:pic>
        <p:nvPicPr>
          <p:cNvPr id="796" name="Google Shape;796;g2bee4f4af4b_0_204"/>
          <p:cNvPicPr preferRelativeResize="0"/>
          <p:nvPr/>
        </p:nvPicPr>
        <p:blipFill rotWithShape="1">
          <a:blip r:embed="rId5">
            <a:alphaModFix/>
          </a:blip>
          <a:srcRect/>
          <a:stretch/>
        </p:blipFill>
        <p:spPr>
          <a:xfrm>
            <a:off x="946800" y="4384154"/>
            <a:ext cx="1372151" cy="549100"/>
          </a:xfrm>
          <a:prstGeom prst="rect">
            <a:avLst/>
          </a:prstGeom>
          <a:noFill/>
          <a:ln>
            <a:noFill/>
          </a:ln>
          <a:effectLst>
            <a:outerShdw blurRad="71438" dist="19050" dir="5220000" algn="bl" rotWithShape="0">
              <a:srgbClr val="D8D8D8"/>
            </a:outerShdw>
          </a:effectLst>
        </p:spPr>
      </p:pic>
      <p:sp>
        <p:nvSpPr>
          <p:cNvPr id="797" name="Google Shape;797;g2bee4f4af4b_0_204"/>
          <p:cNvSpPr txBox="1"/>
          <p:nvPr/>
        </p:nvSpPr>
        <p:spPr>
          <a:xfrm>
            <a:off x="616161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JNL687</a:t>
            </a:r>
            <a:endParaRPr sz="1000" b="0" i="0" u="none" strike="noStrike" cap="none" dirty="0">
              <a:solidFill>
                <a:srgbClr val="000000"/>
              </a:solidFill>
              <a:latin typeface="Poppins"/>
              <a:ea typeface="Poppins"/>
              <a:cs typeface="Poppins"/>
              <a:sym typeface="Poppins"/>
            </a:endParaRPr>
          </a:p>
        </p:txBody>
      </p:sp>
      <p:sp>
        <p:nvSpPr>
          <p:cNvPr id="798" name="Google Shape;798;g2bee4f4af4b_0_204"/>
          <p:cNvSpPr txBox="1"/>
          <p:nvPr/>
        </p:nvSpPr>
        <p:spPr>
          <a:xfrm>
            <a:off x="5786327" y="5256525"/>
            <a:ext cx="1564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endParaRPr sz="1400" b="0" i="0" u="none" strike="noStrike" cap="none">
              <a:solidFill>
                <a:srgbClr val="000000"/>
              </a:solidFill>
              <a:latin typeface="Poppins Medium"/>
              <a:ea typeface="Poppins Medium"/>
              <a:cs typeface="Poppins Medium"/>
              <a:sym typeface="Poppins Medium"/>
            </a:endParaRPr>
          </a:p>
        </p:txBody>
      </p:sp>
      <p:pic>
        <p:nvPicPr>
          <p:cNvPr id="799" name="Google Shape;799;g2bee4f4af4b_0_204"/>
          <p:cNvPicPr preferRelativeResize="0"/>
          <p:nvPr/>
        </p:nvPicPr>
        <p:blipFill rotWithShape="1">
          <a:blip r:embed="rId6">
            <a:alphaModFix/>
          </a:blip>
          <a:srcRect t="89" b="79"/>
          <a:stretch/>
        </p:blipFill>
        <p:spPr>
          <a:xfrm>
            <a:off x="6102429" y="4326104"/>
            <a:ext cx="931974" cy="665199"/>
          </a:xfrm>
          <a:prstGeom prst="rect">
            <a:avLst/>
          </a:prstGeom>
          <a:noFill/>
          <a:ln>
            <a:noFill/>
          </a:ln>
          <a:effectLst>
            <a:outerShdw blurRad="71438" dist="19050" dir="5220000" algn="bl" rotWithShape="0">
              <a:srgbClr val="D8D8D8"/>
            </a:outerShdw>
          </a:effectLst>
        </p:spPr>
      </p:pic>
      <p:sp>
        <p:nvSpPr>
          <p:cNvPr id="800" name="Google Shape;800;g2bee4f4af4b_0_204"/>
          <p:cNvSpPr txBox="1"/>
          <p:nvPr/>
        </p:nvSpPr>
        <p:spPr>
          <a:xfrm>
            <a:off x="744187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JNL688</a:t>
            </a:r>
            <a:endParaRPr sz="1000" b="0" i="0" u="none" strike="noStrike" cap="none" dirty="0">
              <a:solidFill>
                <a:srgbClr val="000000"/>
              </a:solidFill>
              <a:latin typeface="Poppins"/>
              <a:ea typeface="Poppins"/>
              <a:cs typeface="Poppins"/>
              <a:sym typeface="Poppins"/>
            </a:endParaRPr>
          </a:p>
        </p:txBody>
      </p:sp>
      <p:sp>
        <p:nvSpPr>
          <p:cNvPr id="801" name="Google Shape;801;g2bee4f4af4b_0_204"/>
          <p:cNvSpPr txBox="1"/>
          <p:nvPr/>
        </p:nvSpPr>
        <p:spPr>
          <a:xfrm>
            <a:off x="723457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High Frequency Word Cards</a:t>
            </a:r>
            <a:endParaRPr sz="1400" b="0" i="0" u="none" strike="noStrike" cap="none">
              <a:solidFill>
                <a:srgbClr val="000000"/>
              </a:solidFill>
              <a:latin typeface="Poppins Medium"/>
              <a:ea typeface="Poppins Medium"/>
              <a:cs typeface="Poppins Medium"/>
              <a:sym typeface="Poppins Medium"/>
            </a:endParaRPr>
          </a:p>
        </p:txBody>
      </p:sp>
      <p:pic>
        <p:nvPicPr>
          <p:cNvPr id="802" name="Google Shape;802;g2bee4f4af4b_0_204"/>
          <p:cNvPicPr preferRelativeResize="0"/>
          <p:nvPr/>
        </p:nvPicPr>
        <p:blipFill rotWithShape="1">
          <a:blip r:embed="rId7">
            <a:alphaModFix/>
          </a:blip>
          <a:srcRect l="69" r="69"/>
          <a:stretch/>
        </p:blipFill>
        <p:spPr>
          <a:xfrm>
            <a:off x="7455246" y="4363493"/>
            <a:ext cx="786850" cy="590422"/>
          </a:xfrm>
          <a:prstGeom prst="rect">
            <a:avLst/>
          </a:prstGeom>
          <a:noFill/>
          <a:ln>
            <a:noFill/>
          </a:ln>
          <a:effectLst>
            <a:outerShdw blurRad="71438" dist="19050" dir="5220000" algn="bl" rotWithShape="0">
              <a:srgbClr val="D8D8D8"/>
            </a:outerShdw>
          </a:effectLst>
        </p:spPr>
      </p:pic>
      <p:sp>
        <p:nvSpPr>
          <p:cNvPr id="803" name="Google Shape;803;g2bee4f4af4b_0_204"/>
          <p:cNvSpPr txBox="1"/>
          <p:nvPr/>
        </p:nvSpPr>
        <p:spPr>
          <a:xfrm>
            <a:off x="4974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JNL692</a:t>
            </a:r>
            <a:endParaRPr sz="1000" b="0" i="0" u="none" strike="noStrike" cap="none" dirty="0">
              <a:solidFill>
                <a:srgbClr val="000000"/>
              </a:solidFill>
              <a:latin typeface="Poppins"/>
              <a:ea typeface="Poppins"/>
              <a:cs typeface="Poppins"/>
              <a:sym typeface="Poppins"/>
            </a:endParaRPr>
          </a:p>
        </p:txBody>
      </p:sp>
      <p:sp>
        <p:nvSpPr>
          <p:cNvPr id="804" name="Google Shape;804;g2bee4f4af4b_0_204"/>
          <p:cNvSpPr txBox="1"/>
          <p:nvPr/>
        </p:nvSpPr>
        <p:spPr>
          <a:xfrm>
            <a:off x="4859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805" name="Google Shape;805;g2bee4f4af4b_0_204"/>
          <p:cNvPicPr preferRelativeResize="0"/>
          <p:nvPr/>
        </p:nvPicPr>
        <p:blipFill rotWithShape="1">
          <a:blip r:embed="rId8">
            <a:alphaModFix/>
          </a:blip>
          <a:srcRect t="228" b="219"/>
          <a:stretch/>
        </p:blipFill>
        <p:spPr>
          <a:xfrm>
            <a:off x="5073599" y="4232253"/>
            <a:ext cx="614525" cy="852902"/>
          </a:xfrm>
          <a:prstGeom prst="rect">
            <a:avLst/>
          </a:prstGeom>
          <a:noFill/>
          <a:ln>
            <a:noFill/>
          </a:ln>
          <a:effectLst>
            <a:outerShdw blurRad="71438" dist="19050" dir="5220000" algn="bl" rotWithShape="0">
              <a:srgbClr val="D8D8D8"/>
            </a:outerShdw>
          </a:effectLst>
        </p:spPr>
      </p:pic>
      <p:sp>
        <p:nvSpPr>
          <p:cNvPr id="806" name="Google Shape;806;g2bee4f4af4b_0_204">
            <a:hlinkClick r:id="rId9" action="ppaction://hlinksldjump"/>
          </p:cNvPr>
          <p:cNvSpPr/>
          <p:nvPr/>
        </p:nvSpPr>
        <p:spPr>
          <a:xfrm>
            <a:off x="946800" y="3856935"/>
            <a:ext cx="1378500" cy="1670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07" name="Google Shape;807;g2bee4f4af4b_0_204">
            <a:hlinkClick r:id="rId10" action="ppaction://hlinksldjump"/>
          </p:cNvPr>
          <p:cNvSpPr/>
          <p:nvPr/>
        </p:nvSpPr>
        <p:spPr>
          <a:xfrm>
            <a:off x="2441254" y="3714150"/>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08" name="Google Shape;808;g2bee4f4af4b_0_204">
            <a:hlinkClick r:id="rId11" action="ppaction://hlinksldjump"/>
          </p:cNvPr>
          <p:cNvSpPr/>
          <p:nvPr/>
        </p:nvSpPr>
        <p:spPr>
          <a:xfrm>
            <a:off x="3597229" y="3722868"/>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09" name="Google Shape;809;g2bee4f4af4b_0_204">
            <a:hlinkClick r:id="rId12" action="ppaction://hlinksldjump"/>
          </p:cNvPr>
          <p:cNvSpPr/>
          <p:nvPr/>
        </p:nvSpPr>
        <p:spPr>
          <a:xfrm>
            <a:off x="4885465" y="3759890"/>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0" name="Google Shape;810;g2bee4f4af4b_0_204">
            <a:hlinkClick r:id="rId13" action="ppaction://hlinksldjump"/>
          </p:cNvPr>
          <p:cNvSpPr/>
          <p:nvPr/>
        </p:nvSpPr>
        <p:spPr>
          <a:xfrm>
            <a:off x="5974886" y="3754503"/>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1" name="Google Shape;811;g2bee4f4af4b_0_204">
            <a:hlinkClick r:id="rId14" action="ppaction://hlinksldjump"/>
          </p:cNvPr>
          <p:cNvSpPr/>
          <p:nvPr/>
        </p:nvSpPr>
        <p:spPr>
          <a:xfrm>
            <a:off x="7350527" y="3722868"/>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16"/>
        <p:cNvGrpSpPr/>
        <p:nvPr/>
      </p:nvGrpSpPr>
      <p:grpSpPr>
        <a:xfrm>
          <a:off x="0" y="0"/>
          <a:ext cx="0" cy="0"/>
          <a:chOff x="0" y="0"/>
          <a:chExt cx="0" cy="0"/>
        </a:xfrm>
      </p:grpSpPr>
      <p:sp>
        <p:nvSpPr>
          <p:cNvPr id="817" name="Google Shape;817;g2d05e3b023c_0_1"/>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cxnSp>
        <p:nvCxnSpPr>
          <p:cNvPr id="818" name="Google Shape;818;g2d05e3b023c_0_1"/>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819" name="Google Shape;819;g2d05e3b023c_0_1"/>
          <p:cNvGrpSpPr/>
          <p:nvPr/>
        </p:nvGrpSpPr>
        <p:grpSpPr>
          <a:xfrm>
            <a:off x="930400" y="2129444"/>
            <a:ext cx="7283200" cy="3724851"/>
            <a:chOff x="930400" y="2129444"/>
            <a:chExt cx="7283200" cy="3724851"/>
          </a:xfrm>
        </p:grpSpPr>
        <p:pic>
          <p:nvPicPr>
            <p:cNvPr id="820" name="Google Shape;820;g2d05e3b023c_0_1"/>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821" name="Google Shape;821;g2d05e3b023c_0_1"/>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822" name="Google Shape;822;g2d05e3b023c_0_1"/>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823" name="Google Shape;823;g2d05e3b023c_0_1"/>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824" name="Google Shape;824;g2d05e3b023c_0_1"/>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825" name="Google Shape;825;g2d05e3b023c_0_1"/>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826" name="Google Shape;826;g2d05e3b023c_0_1"/>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827" name="Google Shape;827;g2d05e3b023c_0_1"/>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828" name="Google Shape;828;g2d05e3b023c_0_1"/>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829" name="Google Shape;829;g2d05e3b023c_0_1"/>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830" name="Google Shape;830;g2d05e3b023c_0_1"/>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831" name="Google Shape;831;g2d05e3b023c_0_1"/>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832" name="Google Shape;832;g2d05e3b023c_0_1"/>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833" name="Google Shape;833;g2d05e3b023c_0_1"/>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834" name="Google Shape;834;g2d05e3b023c_0_1"/>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835" name="Google Shape;835;g2d05e3b023c_0_1"/>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836" name="Google Shape;836;g2d05e3b023c_0_1"/>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837" name="Google Shape;837;g2d05e3b023c_0_1"/>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838" name="Google Shape;838;g2d05e3b023c_0_1"/>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839" name="Google Shape;839;g2d05e3b023c_0_1"/>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840" name="Google Shape;840;g2d05e3b023c_0_1"/>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841" name="Google Shape;841;g2d05e3b023c_0_1"/>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842" name="Google Shape;842;g2d05e3b023c_0_1"/>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47"/>
        <p:cNvGrpSpPr/>
        <p:nvPr/>
      </p:nvGrpSpPr>
      <p:grpSpPr>
        <a:xfrm>
          <a:off x="0" y="0"/>
          <a:ext cx="0" cy="0"/>
          <a:chOff x="0" y="0"/>
          <a:chExt cx="0" cy="0"/>
        </a:xfrm>
      </p:grpSpPr>
      <p:sp>
        <p:nvSpPr>
          <p:cNvPr id="848" name="Google Shape;848;g31ab54169cd_0_1"/>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endParaRPr/>
          </a:p>
        </p:txBody>
      </p:sp>
      <p:sp>
        <p:nvSpPr>
          <p:cNvPr id="849" name="Google Shape;849;g31ab54169cd_0_1"/>
          <p:cNvSpPr txBox="1">
            <a:spLocks noGrp="1"/>
          </p:cNvSpPr>
          <p:nvPr>
            <p:ph type="title" idx="2"/>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Review Phase 2 Common Exception Words </a:t>
            </a:r>
            <a:br>
              <a:rPr lang="en-US">
                <a:solidFill>
                  <a:schemeClr val="dk1"/>
                </a:solidFill>
              </a:rPr>
            </a:br>
            <a:r>
              <a:rPr lang="en-US">
                <a:solidFill>
                  <a:srgbClr val="2356AF"/>
                </a:solidFill>
              </a:rPr>
              <a:t>as I is no go to into the put his has of pull full</a:t>
            </a:r>
            <a:r>
              <a:rPr lang="en-US">
                <a:solidFill>
                  <a:schemeClr val="dk1"/>
                </a:solidFill>
              </a:rPr>
              <a:t>.</a:t>
            </a:r>
            <a:endParaRPr/>
          </a:p>
        </p:txBody>
      </p:sp>
      <p:cxnSp>
        <p:nvCxnSpPr>
          <p:cNvPr id="850" name="Google Shape;850;g31ab54169cd_0_1"/>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pic>
        <p:nvPicPr>
          <p:cNvPr id="851" name="Google Shape;851;g31ab54169cd_0_1"/>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52" name="Google Shape;852;g31ab54169cd_0_1"/>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53" name="Google Shape;853;g31ab54169cd_0_1"/>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54" name="Google Shape;854;g31ab54169cd_0_1"/>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855" name="Google Shape;855;g31ab54169cd_0_1"/>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856" name="Google Shape;856;g31ab54169cd_0_1"/>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57" name="Google Shape;857;g31ab54169cd_0_1"/>
          <p:cNvPicPr preferRelativeResize="0"/>
          <p:nvPr/>
        </p:nvPicPr>
        <p:blipFill rotWithShape="1">
          <a:blip r:embed="rId9">
            <a:alphaModFix/>
          </a:blip>
          <a:srcRect l="99" r="99"/>
          <a:stretch/>
        </p:blipFill>
        <p:spPr>
          <a:xfrm>
            <a:off x="868744" y="3060270"/>
            <a:ext cx="1147320" cy="822955"/>
          </a:xfrm>
          <a:prstGeom prst="rect">
            <a:avLst/>
          </a:prstGeom>
          <a:noFill/>
          <a:ln>
            <a:noFill/>
          </a:ln>
          <a:effectLst>
            <a:outerShdw blurRad="71438" dist="19050" dir="5400000" algn="bl" rotWithShape="0">
              <a:srgbClr val="000000">
                <a:alpha val="18430"/>
              </a:srgbClr>
            </a:outerShdw>
          </a:effectLst>
        </p:spPr>
      </p:pic>
      <p:pic>
        <p:nvPicPr>
          <p:cNvPr id="858" name="Google Shape;858;g31ab54169cd_0_1"/>
          <p:cNvPicPr preferRelativeResize="0"/>
          <p:nvPr/>
        </p:nvPicPr>
        <p:blipFill rotWithShape="1">
          <a:blip r:embed="rId10">
            <a:alphaModFix/>
          </a:blip>
          <a:srcRect l="99" r="99"/>
          <a:stretch/>
        </p:blipFill>
        <p:spPr>
          <a:xfrm>
            <a:off x="3321246" y="3060270"/>
            <a:ext cx="1148707" cy="821565"/>
          </a:xfrm>
          <a:prstGeom prst="rect">
            <a:avLst/>
          </a:prstGeom>
          <a:noFill/>
          <a:ln>
            <a:noFill/>
          </a:ln>
          <a:effectLst>
            <a:outerShdw blurRad="71438" dist="19050" dir="5400000" algn="bl" rotWithShape="0">
              <a:srgbClr val="000000">
                <a:alpha val="18430"/>
              </a:srgbClr>
            </a:outerShdw>
          </a:effectLst>
        </p:spPr>
      </p:pic>
      <p:pic>
        <p:nvPicPr>
          <p:cNvPr id="859" name="Google Shape;859;g31ab54169cd_0_1"/>
          <p:cNvPicPr preferRelativeResize="0"/>
          <p:nvPr/>
        </p:nvPicPr>
        <p:blipFill rotWithShape="1">
          <a:blip r:embed="rId11">
            <a:alphaModFix/>
          </a:blip>
          <a:srcRect l="99" r="99"/>
          <a:stretch/>
        </p:blipFill>
        <p:spPr>
          <a:xfrm>
            <a:off x="4548155" y="3060270"/>
            <a:ext cx="1148707" cy="822955"/>
          </a:xfrm>
          <a:prstGeom prst="rect">
            <a:avLst/>
          </a:prstGeom>
          <a:noFill/>
          <a:ln>
            <a:noFill/>
          </a:ln>
          <a:effectLst>
            <a:outerShdw blurRad="71438" dist="19050" dir="5400000" algn="bl" rotWithShape="0">
              <a:srgbClr val="000000">
                <a:alpha val="18430"/>
              </a:srgbClr>
            </a:outerShdw>
          </a:effectLst>
        </p:spPr>
      </p:pic>
      <p:pic>
        <p:nvPicPr>
          <p:cNvPr id="860" name="Google Shape;860;g31ab54169cd_0_1"/>
          <p:cNvPicPr preferRelativeResize="0"/>
          <p:nvPr/>
        </p:nvPicPr>
        <p:blipFill rotWithShape="1">
          <a:blip r:embed="rId12">
            <a:alphaModFix/>
          </a:blip>
          <a:srcRect l="189" r="179"/>
          <a:stretch/>
        </p:blipFill>
        <p:spPr>
          <a:xfrm>
            <a:off x="5775064" y="3060270"/>
            <a:ext cx="1148707" cy="822956"/>
          </a:xfrm>
          <a:prstGeom prst="rect">
            <a:avLst/>
          </a:prstGeom>
          <a:noFill/>
          <a:ln>
            <a:noFill/>
          </a:ln>
          <a:effectLst>
            <a:outerShdw blurRad="71438" dist="19050" dir="5400000" algn="bl" rotWithShape="0">
              <a:srgbClr val="000000">
                <a:alpha val="18430"/>
              </a:srgbClr>
            </a:outerShdw>
          </a:effectLst>
        </p:spPr>
      </p:pic>
      <p:pic>
        <p:nvPicPr>
          <p:cNvPr id="861" name="Google Shape;861;g31ab54169cd_0_1"/>
          <p:cNvPicPr preferRelativeResize="0"/>
          <p:nvPr/>
        </p:nvPicPr>
        <p:blipFill rotWithShape="1">
          <a:blip r:embed="rId13">
            <a:alphaModFix/>
          </a:blip>
          <a:srcRect l="99" r="99"/>
          <a:stretch/>
        </p:blipFill>
        <p:spPr>
          <a:xfrm>
            <a:off x="7001973" y="3060270"/>
            <a:ext cx="1148707" cy="822955"/>
          </a:xfrm>
          <a:prstGeom prst="rect">
            <a:avLst/>
          </a:prstGeom>
          <a:noFill/>
          <a:ln>
            <a:noFill/>
          </a:ln>
          <a:effectLst>
            <a:outerShdw blurRad="71438" dist="19050" dir="5400000" algn="bl" rotWithShape="0">
              <a:srgbClr val="000000">
                <a:alpha val="18430"/>
              </a:srgbClr>
            </a:outerShdw>
          </a:effectLst>
        </p:spPr>
      </p:pic>
      <p:pic>
        <p:nvPicPr>
          <p:cNvPr id="862" name="Google Shape;862;g31ab54169cd_0_1"/>
          <p:cNvPicPr preferRelativeResize="0"/>
          <p:nvPr/>
        </p:nvPicPr>
        <p:blipFill rotWithShape="1">
          <a:blip r:embed="rId14">
            <a:alphaModFix/>
          </a:blip>
          <a:srcRect l="19" r="9"/>
          <a:stretch/>
        </p:blipFill>
        <p:spPr>
          <a:xfrm>
            <a:off x="867357" y="3994495"/>
            <a:ext cx="1148707" cy="821564"/>
          </a:xfrm>
          <a:prstGeom prst="rect">
            <a:avLst/>
          </a:prstGeom>
          <a:noFill/>
          <a:ln>
            <a:noFill/>
          </a:ln>
          <a:effectLst>
            <a:outerShdw blurRad="71438" dist="19050" dir="5400000" algn="bl" rotWithShape="0">
              <a:srgbClr val="000000">
                <a:alpha val="18430"/>
              </a:srgbClr>
            </a:outerShdw>
          </a:effectLst>
        </p:spPr>
      </p:pic>
      <p:pic>
        <p:nvPicPr>
          <p:cNvPr id="863" name="Google Shape;863;g31ab54169cd_0_1"/>
          <p:cNvPicPr preferRelativeResize="0"/>
          <p:nvPr/>
        </p:nvPicPr>
        <p:blipFill rotWithShape="1">
          <a:blip r:embed="rId15">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pic>
        <p:nvPicPr>
          <p:cNvPr id="864" name="Google Shape;864;g31ab54169cd_0_1"/>
          <p:cNvPicPr preferRelativeResize="0"/>
          <p:nvPr/>
        </p:nvPicPr>
        <p:blipFill rotWithShape="1">
          <a:blip r:embed="rId16">
            <a:alphaModFix/>
          </a:blip>
          <a:srcRect l="248" r="238"/>
          <a:stretch/>
        </p:blipFill>
        <p:spPr>
          <a:xfrm>
            <a:off x="2094526" y="3060270"/>
            <a:ext cx="1147320" cy="822956"/>
          </a:xfrm>
          <a:prstGeom prst="rect">
            <a:avLst/>
          </a:prstGeom>
          <a:noFill/>
          <a:ln>
            <a:noFill/>
          </a:ln>
          <a:effectLst>
            <a:outerShdw blurRad="71438" dist="19050" dir="5400000" algn="bl" rotWithShape="0">
              <a:srgbClr val="000000">
                <a:alpha val="1843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69"/>
        <p:cNvGrpSpPr/>
        <p:nvPr/>
      </p:nvGrpSpPr>
      <p:grpSpPr>
        <a:xfrm>
          <a:off x="0" y="0"/>
          <a:ext cx="0" cy="0"/>
          <a:chOff x="0" y="0"/>
          <a:chExt cx="0" cy="0"/>
        </a:xfrm>
      </p:grpSpPr>
      <p:sp>
        <p:nvSpPr>
          <p:cNvPr id="870" name="Google Shape;870;g2d05e3b023c_0_51"/>
          <p:cNvSpPr txBox="1"/>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Poppins"/>
                <a:ea typeface="Poppins"/>
                <a:cs typeface="Poppins"/>
                <a:sym typeface="Poppins"/>
              </a:rPr>
              <a:t>Review the Vowel Hand Song</a:t>
            </a:r>
            <a:endParaRPr sz="2400" b="0" i="0" u="none" strike="noStrike" cap="none">
              <a:solidFill>
                <a:srgbClr val="000000"/>
              </a:solidFill>
              <a:latin typeface="Poppins"/>
              <a:ea typeface="Poppins"/>
              <a:cs typeface="Poppins"/>
              <a:sym typeface="Poppins"/>
            </a:endParaRPr>
          </a:p>
        </p:txBody>
      </p:sp>
      <p:sp>
        <p:nvSpPr>
          <p:cNvPr id="871" name="Google Shape;871;g2d05e3b023c_0_51"/>
          <p:cNvSpPr txBox="1"/>
          <p:nvPr/>
        </p:nvSpPr>
        <p:spPr>
          <a:xfrm>
            <a:off x="876925" y="2094075"/>
            <a:ext cx="4263900" cy="3587400"/>
          </a:xfrm>
          <a:prstGeom prst="rect">
            <a:avLst/>
          </a:prstGeom>
          <a:noFill/>
          <a:ln>
            <a:noFill/>
          </a:ln>
        </p:spPr>
        <p:txBody>
          <a:bodyPr spcFirstLastPara="1" wrap="square" lIns="91425" tIns="91425" rIns="91425" bIns="91425" anchor="t" anchorCtr="0">
            <a:noAutofit/>
          </a:bodyPr>
          <a:lstStyle/>
          <a:p>
            <a:pPr marL="0" marR="0" lvl="0" indent="0" algn="l" rtl="0">
              <a:lnSpc>
                <a:spcPct val="150000"/>
              </a:lnSpc>
              <a:spcBef>
                <a:spcPts val="0"/>
              </a:spcBef>
              <a:spcAft>
                <a:spcPts val="0"/>
              </a:spcAft>
              <a:buClr>
                <a:srgbClr val="000000"/>
              </a:buClr>
              <a:buSzPts val="2000"/>
              <a:buFont typeface="Arial"/>
              <a:buNone/>
            </a:pPr>
            <a:r>
              <a:rPr lang="en-US" sz="2000" b="0" i="0" u="none" strike="noStrike" cap="none">
                <a:solidFill>
                  <a:srgbClr val="000000"/>
                </a:solidFill>
                <a:latin typeface="Poppins"/>
                <a:ea typeface="Poppins"/>
                <a:cs typeface="Poppins"/>
                <a:sym typeface="Poppins"/>
              </a:rPr>
              <a:t>a, e, i, o, u   a, e, i, o, u   a, e, i, o, u </a:t>
            </a:r>
            <a:r>
              <a:rPr lang="en-US" sz="2000" b="0" i="0" u="none" strike="noStrike" cap="none">
                <a:solidFill>
                  <a:srgbClr val="D9D9D9"/>
                </a:solidFill>
                <a:latin typeface="Poppins"/>
                <a:ea typeface="Poppins"/>
                <a:cs typeface="Poppins"/>
                <a:sym typeface="Poppins"/>
              </a:rPr>
              <a:t>(short sounds only)</a:t>
            </a:r>
            <a:endParaRPr sz="2000" b="0" i="0" u="none" strike="noStrike" cap="none">
              <a:solidFill>
                <a:srgbClr val="D9D9D9"/>
              </a:solidFill>
              <a:latin typeface="Poppins"/>
              <a:ea typeface="Poppins"/>
              <a:cs typeface="Poppins"/>
              <a:sym typeface="Poppins"/>
            </a:endParaRPr>
          </a:p>
          <a:p>
            <a:pPr marL="0" marR="0" lvl="0" indent="0" algn="l" rtl="0">
              <a:lnSpc>
                <a:spcPct val="150000"/>
              </a:lnSpc>
              <a:spcBef>
                <a:spcPts val="0"/>
              </a:spcBef>
              <a:spcAft>
                <a:spcPts val="0"/>
              </a:spcAft>
              <a:buClr>
                <a:srgbClr val="000000"/>
              </a:buClr>
              <a:buSzPts val="2000"/>
              <a:buFont typeface="Arial"/>
              <a:buNone/>
            </a:pPr>
            <a:r>
              <a:rPr lang="en-US" sz="2000" b="0" i="0" u="none" strike="noStrike" cap="none">
                <a:solidFill>
                  <a:srgbClr val="000000"/>
                </a:solidFill>
                <a:latin typeface="Poppins"/>
                <a:ea typeface="Poppins"/>
                <a:cs typeface="Poppins"/>
                <a:sym typeface="Poppins"/>
              </a:rPr>
              <a:t>are short vowels that we use</a:t>
            </a:r>
            <a:endParaRPr sz="2000" b="0" i="0" u="none" strike="noStrike" cap="none">
              <a:solidFill>
                <a:srgbClr val="000000"/>
              </a:solidFill>
              <a:latin typeface="Poppins"/>
              <a:ea typeface="Poppins"/>
              <a:cs typeface="Poppins"/>
              <a:sym typeface="Poppins"/>
            </a:endParaRPr>
          </a:p>
          <a:p>
            <a:pPr marL="0" marR="0" lvl="0" indent="0" algn="l" rtl="0">
              <a:lnSpc>
                <a:spcPct val="150000"/>
              </a:lnSpc>
              <a:spcBef>
                <a:spcPts val="0"/>
              </a:spcBef>
              <a:spcAft>
                <a:spcPts val="0"/>
              </a:spcAft>
              <a:buClr>
                <a:srgbClr val="000000"/>
              </a:buClr>
              <a:buSzPts val="2000"/>
              <a:buFont typeface="Arial"/>
              <a:buNone/>
            </a:pPr>
            <a:r>
              <a:rPr lang="en-US" sz="2000" b="0" i="0" u="none" strike="noStrike" cap="none">
                <a:solidFill>
                  <a:srgbClr val="000000"/>
                </a:solidFill>
                <a:latin typeface="Poppins"/>
                <a:ea typeface="Poppins"/>
                <a:cs typeface="Poppins"/>
                <a:sym typeface="Poppins"/>
              </a:rPr>
              <a:t>a vowel is in every word, </a:t>
            </a:r>
            <a:br>
              <a:rPr lang="en-US" sz="2000" b="0" i="0" u="none" strike="noStrike" cap="none">
                <a:solidFill>
                  <a:srgbClr val="000000"/>
                </a:solidFill>
                <a:latin typeface="Poppins"/>
                <a:ea typeface="Poppins"/>
                <a:cs typeface="Poppins"/>
                <a:sym typeface="Poppins"/>
              </a:rPr>
            </a:br>
            <a:r>
              <a:rPr lang="en-US" sz="2000" b="0" i="0" u="none" strike="noStrike" cap="none">
                <a:solidFill>
                  <a:srgbClr val="000000"/>
                </a:solidFill>
                <a:latin typeface="Poppins"/>
                <a:ea typeface="Poppins"/>
                <a:cs typeface="Poppins"/>
                <a:sym typeface="Poppins"/>
              </a:rPr>
              <a:t>a vowel is in every word,</a:t>
            </a:r>
            <a:endParaRPr sz="2000" b="0" i="0" u="none" strike="noStrike" cap="none">
              <a:solidFill>
                <a:srgbClr val="000000"/>
              </a:solidFill>
              <a:latin typeface="Poppins"/>
              <a:ea typeface="Poppins"/>
              <a:cs typeface="Poppins"/>
              <a:sym typeface="Poppins"/>
            </a:endParaRPr>
          </a:p>
          <a:p>
            <a:pPr marL="0" marR="0" lvl="0" indent="0" algn="l" rtl="0">
              <a:lnSpc>
                <a:spcPct val="150000"/>
              </a:lnSpc>
              <a:spcBef>
                <a:spcPts val="0"/>
              </a:spcBef>
              <a:spcAft>
                <a:spcPts val="0"/>
              </a:spcAft>
              <a:buClr>
                <a:srgbClr val="000000"/>
              </a:buClr>
              <a:buSzPts val="2000"/>
              <a:buFont typeface="Arial"/>
              <a:buNone/>
            </a:pPr>
            <a:r>
              <a:rPr lang="en-US" sz="2000" b="0" i="0" u="none" strike="noStrike" cap="none">
                <a:solidFill>
                  <a:srgbClr val="000000"/>
                </a:solidFill>
                <a:latin typeface="Poppins"/>
                <a:ea typeface="Poppins"/>
                <a:cs typeface="Poppins"/>
                <a:sym typeface="Poppins"/>
              </a:rPr>
              <a:t>a vowel is in every word </a:t>
            </a:r>
            <a:br>
              <a:rPr lang="en-US" sz="2000" b="0" i="0" u="none" strike="noStrike" cap="none">
                <a:solidFill>
                  <a:srgbClr val="000000"/>
                </a:solidFill>
                <a:latin typeface="Poppins"/>
                <a:ea typeface="Poppins"/>
                <a:cs typeface="Poppins"/>
                <a:sym typeface="Poppins"/>
              </a:rPr>
            </a:br>
            <a:r>
              <a:rPr lang="en-US" sz="2000" b="0" i="0" u="none" strike="noStrike" cap="none">
                <a:solidFill>
                  <a:srgbClr val="000000"/>
                </a:solidFill>
                <a:latin typeface="Poppins"/>
                <a:ea typeface="Poppins"/>
                <a:cs typeface="Poppins"/>
                <a:sym typeface="Poppins"/>
              </a:rPr>
              <a:t>that we read or write.</a:t>
            </a:r>
            <a:endParaRPr sz="2000" b="0" i="0" u="none" strike="noStrike" cap="none">
              <a:solidFill>
                <a:srgbClr val="000000"/>
              </a:solidFill>
              <a:latin typeface="Poppins"/>
              <a:ea typeface="Poppins"/>
              <a:cs typeface="Poppins"/>
              <a:sym typeface="Poppins"/>
            </a:endParaRPr>
          </a:p>
        </p:txBody>
      </p:sp>
      <p:pic>
        <p:nvPicPr>
          <p:cNvPr id="872" name="Google Shape;872;g2d05e3b023c_0_51"/>
          <p:cNvPicPr preferRelativeResize="0"/>
          <p:nvPr/>
        </p:nvPicPr>
        <p:blipFill rotWithShape="1">
          <a:blip r:embed="rId3">
            <a:alphaModFix/>
          </a:blip>
          <a:srcRect t="7523" r="7062" b="17832"/>
          <a:stretch/>
        </p:blipFill>
        <p:spPr>
          <a:xfrm>
            <a:off x="4509700" y="2118750"/>
            <a:ext cx="3638549" cy="4133023"/>
          </a:xfrm>
          <a:prstGeom prst="rect">
            <a:avLst/>
          </a:prstGeom>
          <a:noFill/>
          <a:ln>
            <a:noFill/>
          </a:ln>
        </p:spPr>
      </p:pic>
      <p:cxnSp>
        <p:nvCxnSpPr>
          <p:cNvPr id="873" name="Google Shape;873;g2d05e3b023c_0_51"/>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78"/>
        <p:cNvGrpSpPr/>
        <p:nvPr/>
      </p:nvGrpSpPr>
      <p:grpSpPr>
        <a:xfrm>
          <a:off x="0" y="0"/>
          <a:ext cx="0" cy="0"/>
          <a:chOff x="0" y="0"/>
          <a:chExt cx="0" cy="0"/>
        </a:xfrm>
      </p:grpSpPr>
      <p:sp>
        <p:nvSpPr>
          <p:cNvPr id="879" name="Google Shape;879;g2d9d4a93085_0_0"/>
          <p:cNvSpPr txBox="1"/>
          <p:nvPr/>
        </p:nvSpPr>
        <p:spPr>
          <a:xfrm>
            <a:off x="876925" y="1865475"/>
            <a:ext cx="7272000" cy="3587400"/>
          </a:xfrm>
          <a:prstGeom prst="rect">
            <a:avLst/>
          </a:prstGeom>
          <a:noFill/>
          <a:ln>
            <a:noFill/>
          </a:ln>
        </p:spPr>
        <p:txBody>
          <a:bodyPr spcFirstLastPara="1" wrap="square" lIns="91425" tIns="91425" rIns="91425" bIns="91425" anchor="t" anchorCtr="0">
            <a:noAutofit/>
          </a:bodyPr>
          <a:lstStyle/>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a, b, c, d, e, f, g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h, i, j, k, l, m, n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o, p, q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r, s, t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u v w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x y z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Now I know my abc's, </a:t>
            </a:r>
            <a:br>
              <a:rPr lang="en-US" sz="2500" b="0" i="0" u="none" strike="noStrike" cap="none">
                <a:solidFill>
                  <a:srgbClr val="000000"/>
                </a:solidFill>
                <a:latin typeface="Poppins"/>
                <a:ea typeface="Poppins"/>
                <a:cs typeface="Poppins"/>
                <a:sym typeface="Poppins"/>
              </a:rPr>
            </a:br>
            <a:r>
              <a:rPr lang="en-US" sz="2500" b="0" i="0" u="none" strike="noStrike" cap="none">
                <a:solidFill>
                  <a:srgbClr val="000000"/>
                </a:solidFill>
                <a:latin typeface="Poppins"/>
                <a:ea typeface="Poppins"/>
                <a:cs typeface="Poppins"/>
                <a:sym typeface="Poppins"/>
              </a:rPr>
              <a:t>Next time won't you sing with me.</a:t>
            </a:r>
            <a:endParaRPr sz="2500" b="0" i="0" u="none" strike="noStrike" cap="none">
              <a:solidFill>
                <a:srgbClr val="000000"/>
              </a:solidFill>
              <a:latin typeface="Poppins"/>
              <a:ea typeface="Poppins"/>
              <a:cs typeface="Poppins"/>
              <a:sym typeface="Poppins"/>
            </a:endParaRPr>
          </a:p>
        </p:txBody>
      </p:sp>
      <p:pic>
        <p:nvPicPr>
          <p:cNvPr id="880" name="Google Shape;880;g2d9d4a93085_0_0"/>
          <p:cNvPicPr preferRelativeResize="0"/>
          <p:nvPr/>
        </p:nvPicPr>
        <p:blipFill rotWithShape="1">
          <a:blip r:embed="rId3">
            <a:alphaModFix/>
          </a:blip>
          <a:srcRect/>
          <a:stretch/>
        </p:blipFill>
        <p:spPr>
          <a:xfrm>
            <a:off x="2506700" y="4770088"/>
            <a:ext cx="4130601" cy="1243200"/>
          </a:xfrm>
          <a:prstGeom prst="rect">
            <a:avLst/>
          </a:prstGeom>
          <a:noFill/>
          <a:ln>
            <a:noFill/>
          </a:ln>
        </p:spPr>
      </p:pic>
      <p:sp>
        <p:nvSpPr>
          <p:cNvPr id="881" name="Google Shape;881;g2d9d4a93085_0_0"/>
          <p:cNvSpPr txBox="1"/>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Poppins"/>
                <a:ea typeface="Poppins"/>
                <a:cs typeface="Poppins"/>
                <a:sym typeface="Poppins"/>
              </a:rPr>
              <a:t>Review the Alphabet Song</a:t>
            </a:r>
            <a:endParaRPr sz="2400" b="0" i="0" u="none" strike="noStrike" cap="none">
              <a:solidFill>
                <a:srgbClr val="000000"/>
              </a:solidFill>
              <a:latin typeface="Poppins"/>
              <a:ea typeface="Poppins"/>
              <a:cs typeface="Poppins"/>
              <a:sym typeface="Poppins"/>
            </a:endParaRPr>
          </a:p>
        </p:txBody>
      </p:sp>
      <p:cxnSp>
        <p:nvCxnSpPr>
          <p:cNvPr id="882" name="Google Shape;882;g2d9d4a93085_0_0"/>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87"/>
        <p:cNvGrpSpPr/>
        <p:nvPr/>
      </p:nvGrpSpPr>
      <p:grpSpPr>
        <a:xfrm>
          <a:off x="0" y="0"/>
          <a:ext cx="0" cy="0"/>
          <a:chOff x="0" y="0"/>
          <a:chExt cx="0" cy="0"/>
        </a:xfrm>
      </p:grpSpPr>
      <p:sp>
        <p:nvSpPr>
          <p:cNvPr id="888" name="Google Shape;888;g2c186218c5a_0_1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889" name="Google Shape;889;g2c186218c5a_0_1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890" name="Google Shape;890;g2c186218c5a_0_17"/>
          <p:cNvPicPr preferRelativeResize="0"/>
          <p:nvPr/>
        </p:nvPicPr>
        <p:blipFill rotWithShape="1">
          <a:blip r:embed="rId3">
            <a:alphaModFix/>
          </a:blip>
          <a:srcRect t="39" b="3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891" name="Google Shape;891;g2c186218c5a_0_1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96"/>
        <p:cNvGrpSpPr/>
        <p:nvPr/>
      </p:nvGrpSpPr>
      <p:grpSpPr>
        <a:xfrm>
          <a:off x="0" y="0"/>
          <a:ext cx="0" cy="0"/>
          <a:chOff x="0" y="0"/>
          <a:chExt cx="0" cy="0"/>
        </a:xfrm>
      </p:grpSpPr>
      <p:sp>
        <p:nvSpPr>
          <p:cNvPr id="897" name="Google Shape;897;g26b641b03cd_0_18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898" name="Google Shape;898;g26b641b03cd_0_18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899" name="Google Shape;899;g26b641b03cd_0_185"/>
          <p:cNvPicPr preferRelativeResize="0"/>
          <p:nvPr/>
        </p:nvPicPr>
        <p:blipFill rotWithShape="1">
          <a:blip r:embed="rId3">
            <a:alphaModFix/>
          </a:blip>
          <a:srcRect t="39" b="3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900" name="Google Shape;900;g26b641b03cd_0_18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05"/>
        <p:cNvGrpSpPr/>
        <p:nvPr/>
      </p:nvGrpSpPr>
      <p:grpSpPr>
        <a:xfrm>
          <a:off x="0" y="0"/>
          <a:ext cx="0" cy="0"/>
          <a:chOff x="0" y="0"/>
          <a:chExt cx="0" cy="0"/>
        </a:xfrm>
      </p:grpSpPr>
      <p:sp>
        <p:nvSpPr>
          <p:cNvPr id="906" name="Google Shape;906;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907" name="Google Shape;907;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a:t>
            </a:r>
            <a:endParaRPr/>
          </a:p>
        </p:txBody>
      </p:sp>
      <p:pic>
        <p:nvPicPr>
          <p:cNvPr id="908" name="Google Shape;908;g2c186218c5a_0_25"/>
          <p:cNvPicPr preferRelativeResize="0"/>
          <p:nvPr/>
        </p:nvPicPr>
        <p:blipFill rotWithShape="1">
          <a:blip r:embed="rId3">
            <a:alphaModFix/>
          </a:blip>
          <a:srcRect l="19" r="29"/>
          <a:stretch/>
        </p:blipFill>
        <p:spPr>
          <a:xfrm>
            <a:off x="3041337" y="996300"/>
            <a:ext cx="3061325" cy="4333175"/>
          </a:xfrm>
          <a:prstGeom prst="rect">
            <a:avLst/>
          </a:prstGeom>
          <a:noFill/>
          <a:ln>
            <a:noFill/>
          </a:ln>
          <a:effectLst>
            <a:outerShdw blurRad="142875" dist="19050" dir="5400000" algn="bl" rotWithShape="0">
              <a:srgbClr val="000000">
                <a:alpha val="28627"/>
              </a:srgbClr>
            </a:outerShdw>
          </a:effectLst>
        </p:spPr>
      </p:pic>
      <p:sp>
        <p:nvSpPr>
          <p:cNvPr id="909" name="Google Shape;909;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14"/>
        <p:cNvGrpSpPr/>
        <p:nvPr/>
      </p:nvGrpSpPr>
      <p:grpSpPr>
        <a:xfrm>
          <a:off x="0" y="0"/>
          <a:ext cx="0" cy="0"/>
          <a:chOff x="0" y="0"/>
          <a:chExt cx="0" cy="0"/>
        </a:xfrm>
      </p:grpSpPr>
      <p:sp>
        <p:nvSpPr>
          <p:cNvPr id="915" name="Google Shape;915;g26b641b03cd_0_19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916" name="Google Shape;916;g26b641b03cd_0_1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Lowercase Formation</a:t>
            </a:r>
            <a:endParaRPr/>
          </a:p>
        </p:txBody>
      </p:sp>
      <p:pic>
        <p:nvPicPr>
          <p:cNvPr id="917" name="Google Shape;917;g26b641b03cd_0_192"/>
          <p:cNvPicPr preferRelativeResize="0"/>
          <p:nvPr/>
        </p:nvPicPr>
        <p:blipFill rotWithShape="1">
          <a:blip r:embed="rId3">
            <a:alphaModFix/>
          </a:blip>
          <a:srcRect l="19" r="29"/>
          <a:stretch/>
        </p:blipFill>
        <p:spPr>
          <a:xfrm>
            <a:off x="3041337" y="996300"/>
            <a:ext cx="3061325" cy="4333175"/>
          </a:xfrm>
          <a:prstGeom prst="rect">
            <a:avLst/>
          </a:prstGeom>
          <a:noFill/>
          <a:ln>
            <a:noFill/>
          </a:ln>
          <a:effectLst>
            <a:outerShdw blurRad="142875" dist="19050" dir="5400000" algn="bl" rotWithShape="0">
              <a:srgbClr val="000000">
                <a:alpha val="28627"/>
              </a:srgbClr>
            </a:outerShdw>
          </a:effectLst>
        </p:spPr>
      </p:pic>
      <p:sp>
        <p:nvSpPr>
          <p:cNvPr id="918" name="Google Shape;918;g26b641b03cd_0_19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23"/>
        <p:cNvGrpSpPr/>
        <p:nvPr/>
      </p:nvGrpSpPr>
      <p:grpSpPr>
        <a:xfrm>
          <a:off x="0" y="0"/>
          <a:ext cx="0" cy="0"/>
          <a:chOff x="0" y="0"/>
          <a:chExt cx="0" cy="0"/>
        </a:xfrm>
      </p:grpSpPr>
      <p:sp>
        <p:nvSpPr>
          <p:cNvPr id="924" name="Google Shape;924;g2c186218c5a_0_4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endParaRPr/>
          </a:p>
        </p:txBody>
      </p:sp>
      <p:sp>
        <p:nvSpPr>
          <p:cNvPr id="925" name="Google Shape;925;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926" name="Google Shape;926;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31"/>
        <p:cNvGrpSpPr/>
        <p:nvPr/>
      </p:nvGrpSpPr>
      <p:grpSpPr>
        <a:xfrm>
          <a:off x="0" y="0"/>
          <a:ext cx="0" cy="0"/>
          <a:chOff x="0" y="0"/>
          <a:chExt cx="0" cy="0"/>
        </a:xfrm>
      </p:grpSpPr>
      <p:sp>
        <p:nvSpPr>
          <p:cNvPr id="932" name="Google Shape;932;g2c2ffdd0de5_0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33" name="Google Shape;933;g2c2ffdd0de5_0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34" name="Google Shape;934;g2c2ffdd0de5_0_0"/>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5" name="Google Shape;935;g2c2ffdd0de5_0_0"/>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6" name="Google Shape;936;g2c2ffdd0de5_0_0"/>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7" name="Google Shape;937;g2c2ffdd0de5_0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8" name="Google Shape;938;g2c2ffdd0de5_0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39" name="Google Shape;939;g2c2ffdd0de5_0_0"/>
          <p:cNvGrpSpPr/>
          <p:nvPr/>
        </p:nvGrpSpPr>
        <p:grpSpPr>
          <a:xfrm>
            <a:off x="304250" y="6984600"/>
            <a:ext cx="8330829" cy="808600"/>
            <a:chOff x="-152950" y="7365600"/>
            <a:chExt cx="8330829" cy="808600"/>
          </a:xfrm>
        </p:grpSpPr>
        <p:sp>
          <p:nvSpPr>
            <p:cNvPr id="940" name="Google Shape;940;g2c2ffdd0de5_0_0"/>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41" name="Google Shape;941;g2c2ffdd0de5_0_0"/>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42" name="Google Shape;942;g2c2ffdd0de5_0_0"/>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43" name="Google Shape;943;g2c2ffdd0de5_0_0"/>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44" name="Google Shape;944;g2c2ffdd0de5_0_0"/>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45" name="Google Shape;945;g2c2ffdd0de5_0_0"/>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46" name="Google Shape;946;g2c2ffdd0de5_0_0"/>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47" name="Google Shape;947;g2c2ffdd0de5_0_0"/>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948" name="Google Shape;948;g2c2ffdd0de5_0_0"/>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49" name="Google Shape;949;g2c2ffdd0de5_0_0"/>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0" name="Google Shape;950;g2c2ffdd0de5_0_0"/>
          <p:cNvSpPr/>
          <p:nvPr/>
        </p:nvSpPr>
        <p:spPr>
          <a:xfrm>
            <a:off x="313500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1" name="Google Shape;951;g2c2ffdd0de5_0_0"/>
          <p:cNvSpPr/>
          <p:nvPr/>
        </p:nvSpPr>
        <p:spPr>
          <a:xfrm>
            <a:off x="4377000"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2" name="Google Shape;952;g2c2ffdd0de5_0_0"/>
          <p:cNvSpPr/>
          <p:nvPr/>
        </p:nvSpPr>
        <p:spPr>
          <a:xfrm>
            <a:off x="554280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53" name="Google Shape;953;g2c2ffdd0de5_0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54" name="Google Shape;954;g2c2ffdd0de5_0_0"/>
          <p:cNvSpPr txBox="1">
            <a:spLocks noGrp="1"/>
          </p:cNvSpPr>
          <p:nvPr>
            <p:ph type="subTitle" idx="4294967295"/>
          </p:nvPr>
        </p:nvSpPr>
        <p:spPr>
          <a:xfrm>
            <a:off x="497315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t</a:t>
            </a:r>
            <a:endParaRPr sz="15000" b="0" i="0" u="none" strike="noStrike" cap="none">
              <a:solidFill>
                <a:srgbClr val="2356AF"/>
              </a:solidFill>
              <a:latin typeface="Jost"/>
              <a:ea typeface="Jost"/>
              <a:cs typeface="Jost"/>
              <a:sym typeface="Jost"/>
            </a:endParaRPr>
          </a:p>
        </p:txBody>
      </p:sp>
      <p:sp>
        <p:nvSpPr>
          <p:cNvPr id="955" name="Google Shape;955;g2c2ffdd0de5_0_0"/>
          <p:cNvSpPr txBox="1">
            <a:spLocks noGrp="1"/>
          </p:cNvSpPr>
          <p:nvPr>
            <p:ph type="subTitle" idx="4294967295"/>
          </p:nvPr>
        </p:nvSpPr>
        <p:spPr>
          <a:xfrm>
            <a:off x="256530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p</a:t>
            </a:r>
            <a:endParaRPr sz="15000" b="0" i="0" u="none" strike="noStrike" cap="none">
              <a:solidFill>
                <a:srgbClr val="2356AF"/>
              </a:solidFill>
              <a:latin typeface="Jost"/>
              <a:ea typeface="Jost"/>
              <a:cs typeface="Jost"/>
              <a:sym typeface="Jost"/>
            </a:endParaRPr>
          </a:p>
        </p:txBody>
      </p:sp>
      <p:sp>
        <p:nvSpPr>
          <p:cNvPr id="956" name="Google Shape;956;g2c2ffdd0de5_0_0"/>
          <p:cNvSpPr txBox="1">
            <a:spLocks noGrp="1"/>
          </p:cNvSpPr>
          <p:nvPr>
            <p:ph type="subTitle" idx="4294967295"/>
          </p:nvPr>
        </p:nvSpPr>
        <p:spPr>
          <a:xfrm>
            <a:off x="38073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o</a:t>
            </a:r>
            <a:endParaRPr sz="15000" b="0" i="0" u="none" strike="noStrike" cap="none">
              <a:solidFill>
                <a:srgbClr val="ED1C24"/>
              </a:solidFill>
              <a:latin typeface="Jost"/>
              <a:ea typeface="Jost"/>
              <a:cs typeface="Jost"/>
              <a:sym typeface="Jos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61"/>
        <p:cNvGrpSpPr/>
        <p:nvPr/>
      </p:nvGrpSpPr>
      <p:grpSpPr>
        <a:xfrm>
          <a:off x="0" y="0"/>
          <a:ext cx="0" cy="0"/>
          <a:chOff x="0" y="0"/>
          <a:chExt cx="0" cy="0"/>
        </a:xfrm>
      </p:grpSpPr>
      <p:sp>
        <p:nvSpPr>
          <p:cNvPr id="962" name="Google Shape;962;g2d05e3b023c_0_86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63" name="Google Shape;963;g2d05e3b023c_0_86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64" name="Google Shape;964;g2d05e3b023c_0_862"/>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5" name="Google Shape;965;g2d05e3b023c_0_862"/>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6" name="Google Shape;966;g2d05e3b023c_0_862"/>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7" name="Google Shape;967;g2d05e3b023c_0_862"/>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8" name="Google Shape;968;g2d05e3b023c_0_862"/>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69" name="Google Shape;969;g2d05e3b023c_0_862"/>
          <p:cNvGrpSpPr/>
          <p:nvPr/>
        </p:nvGrpSpPr>
        <p:grpSpPr>
          <a:xfrm>
            <a:off x="304250" y="6984600"/>
            <a:ext cx="8330829" cy="808600"/>
            <a:chOff x="-152950" y="7365600"/>
            <a:chExt cx="8330829" cy="808600"/>
          </a:xfrm>
        </p:grpSpPr>
        <p:sp>
          <p:nvSpPr>
            <p:cNvPr id="970" name="Google Shape;970;g2d05e3b023c_0_862"/>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71" name="Google Shape;971;g2d05e3b023c_0_862"/>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72" name="Google Shape;972;g2d05e3b023c_0_862"/>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73" name="Google Shape;973;g2d05e3b023c_0_862"/>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74" name="Google Shape;974;g2d05e3b023c_0_862"/>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75" name="Google Shape;975;g2d05e3b023c_0_862"/>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76" name="Google Shape;976;g2d05e3b023c_0_862"/>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77" name="Google Shape;977;g2d05e3b023c_0_862"/>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978" name="Google Shape;978;g2d05e3b023c_0_862"/>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9" name="Google Shape;979;g2d05e3b023c_0_862"/>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0" name="Google Shape;980;g2d05e3b023c_0_862"/>
          <p:cNvSpPr/>
          <p:nvPr/>
        </p:nvSpPr>
        <p:spPr>
          <a:xfrm>
            <a:off x="32111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1" name="Google Shape;981;g2d05e3b023c_0_862"/>
          <p:cNvSpPr/>
          <p:nvPr/>
        </p:nvSpPr>
        <p:spPr>
          <a:xfrm>
            <a:off x="4300775"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2" name="Google Shape;982;g2d05e3b023c_0_862"/>
          <p:cNvSpPr/>
          <p:nvPr/>
        </p:nvSpPr>
        <p:spPr>
          <a:xfrm>
            <a:off x="55427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83" name="Google Shape;983;g2d05e3b023c_0_862"/>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84" name="Google Shape;984;g2d05e3b023c_0_862"/>
          <p:cNvSpPr txBox="1">
            <a:spLocks noGrp="1"/>
          </p:cNvSpPr>
          <p:nvPr>
            <p:ph type="subTitle" idx="4294967295"/>
          </p:nvPr>
        </p:nvSpPr>
        <p:spPr>
          <a:xfrm>
            <a:off x="49731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g</a:t>
            </a:r>
            <a:endParaRPr sz="15000" b="0" i="0" u="none" strike="noStrike" cap="none">
              <a:solidFill>
                <a:srgbClr val="2356AF"/>
              </a:solidFill>
              <a:latin typeface="Jost"/>
              <a:ea typeface="Jost"/>
              <a:cs typeface="Jost"/>
              <a:sym typeface="Jost"/>
            </a:endParaRPr>
          </a:p>
        </p:txBody>
      </p:sp>
      <p:sp>
        <p:nvSpPr>
          <p:cNvPr id="985" name="Google Shape;985;g2d05e3b023c_0_862"/>
          <p:cNvSpPr txBox="1">
            <a:spLocks noGrp="1"/>
          </p:cNvSpPr>
          <p:nvPr>
            <p:ph type="subTitle" idx="4294967295"/>
          </p:nvPr>
        </p:nvSpPr>
        <p:spPr>
          <a:xfrm>
            <a:off x="26414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f</a:t>
            </a:r>
            <a:endParaRPr sz="15000" b="0" i="0" u="none" strike="noStrike" cap="none">
              <a:solidFill>
                <a:srgbClr val="2356AF"/>
              </a:solidFill>
              <a:latin typeface="Jost"/>
              <a:ea typeface="Jost"/>
              <a:cs typeface="Jost"/>
              <a:sym typeface="Jost"/>
            </a:endParaRPr>
          </a:p>
        </p:txBody>
      </p:sp>
      <p:sp>
        <p:nvSpPr>
          <p:cNvPr id="986" name="Google Shape;986;g2d05e3b023c_0_862"/>
          <p:cNvSpPr txBox="1">
            <a:spLocks noGrp="1"/>
          </p:cNvSpPr>
          <p:nvPr>
            <p:ph type="subTitle" idx="4294967295"/>
          </p:nvPr>
        </p:nvSpPr>
        <p:spPr>
          <a:xfrm>
            <a:off x="373110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o</a:t>
            </a:r>
            <a:endParaRPr sz="15000" b="0" i="0" u="none" strike="noStrike" cap="none">
              <a:solidFill>
                <a:srgbClr val="ED1C24"/>
              </a:solidFill>
              <a:latin typeface="Jost"/>
              <a:ea typeface="Jost"/>
              <a:cs typeface="Jost"/>
              <a:sym typeface="Jos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91"/>
        <p:cNvGrpSpPr/>
        <p:nvPr/>
      </p:nvGrpSpPr>
      <p:grpSpPr>
        <a:xfrm>
          <a:off x="0" y="0"/>
          <a:ext cx="0" cy="0"/>
          <a:chOff x="0" y="0"/>
          <a:chExt cx="0" cy="0"/>
        </a:xfrm>
      </p:grpSpPr>
      <p:sp>
        <p:nvSpPr>
          <p:cNvPr id="992" name="Google Shape;992;g2d05e3b023c_0_89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93" name="Google Shape;993;g2d05e3b023c_0_891"/>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94" name="Google Shape;994;g2d05e3b023c_0_891"/>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5" name="Google Shape;995;g2d05e3b023c_0_891"/>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6" name="Google Shape;996;g2d05e3b023c_0_891"/>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7" name="Google Shape;997;g2d05e3b023c_0_891"/>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8" name="Google Shape;998;g2d05e3b023c_0_891"/>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99" name="Google Shape;999;g2d05e3b023c_0_891"/>
          <p:cNvGrpSpPr/>
          <p:nvPr/>
        </p:nvGrpSpPr>
        <p:grpSpPr>
          <a:xfrm>
            <a:off x="304250" y="6984600"/>
            <a:ext cx="8330829" cy="808600"/>
            <a:chOff x="-152950" y="7365600"/>
            <a:chExt cx="8330829" cy="808600"/>
          </a:xfrm>
        </p:grpSpPr>
        <p:sp>
          <p:nvSpPr>
            <p:cNvPr id="1000" name="Google Shape;1000;g2d05e3b023c_0_891"/>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001" name="Google Shape;1001;g2d05e3b023c_0_891"/>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002" name="Google Shape;1002;g2d05e3b023c_0_891"/>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003" name="Google Shape;1003;g2d05e3b023c_0_891"/>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004" name="Google Shape;1004;g2d05e3b023c_0_891"/>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005" name="Google Shape;1005;g2d05e3b023c_0_891"/>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006" name="Google Shape;1006;g2d05e3b023c_0_891"/>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007" name="Google Shape;1007;g2d05e3b023c_0_891"/>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1008" name="Google Shape;1008;g2d05e3b023c_0_891"/>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9" name="Google Shape;1009;g2d05e3b023c_0_891"/>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0" name="Google Shape;1010;g2d05e3b023c_0_891"/>
          <p:cNvSpPr/>
          <p:nvPr/>
        </p:nvSpPr>
        <p:spPr>
          <a:xfrm>
            <a:off x="32492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1" name="Google Shape;1011;g2d05e3b023c_0_891"/>
          <p:cNvSpPr/>
          <p:nvPr/>
        </p:nvSpPr>
        <p:spPr>
          <a:xfrm>
            <a:off x="4338875"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2" name="Google Shape;1012;g2d05e3b023c_0_891"/>
          <p:cNvSpPr/>
          <p:nvPr/>
        </p:nvSpPr>
        <p:spPr>
          <a:xfrm>
            <a:off x="55808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1013" name="Google Shape;1013;g2d05e3b023c_0_891"/>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1014" name="Google Shape;1014;g2d05e3b023c_0_891"/>
          <p:cNvSpPr txBox="1">
            <a:spLocks noGrp="1"/>
          </p:cNvSpPr>
          <p:nvPr>
            <p:ph type="subTitle" idx="4294967295"/>
          </p:nvPr>
        </p:nvSpPr>
        <p:spPr>
          <a:xfrm>
            <a:off x="50112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p</a:t>
            </a:r>
            <a:endParaRPr sz="15000" b="0" i="0" u="none" strike="noStrike" cap="none">
              <a:solidFill>
                <a:srgbClr val="2356AF"/>
              </a:solidFill>
              <a:latin typeface="Jost"/>
              <a:ea typeface="Jost"/>
              <a:cs typeface="Jost"/>
              <a:sym typeface="Jost"/>
            </a:endParaRPr>
          </a:p>
        </p:txBody>
      </p:sp>
      <p:sp>
        <p:nvSpPr>
          <p:cNvPr id="1015" name="Google Shape;1015;g2d05e3b023c_0_891"/>
          <p:cNvSpPr txBox="1">
            <a:spLocks noGrp="1"/>
          </p:cNvSpPr>
          <p:nvPr>
            <p:ph type="subTitle" idx="4294967295"/>
          </p:nvPr>
        </p:nvSpPr>
        <p:spPr>
          <a:xfrm>
            <a:off x="26795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t</a:t>
            </a:r>
            <a:endParaRPr sz="15000" b="0" i="0" u="none" strike="noStrike" cap="none">
              <a:solidFill>
                <a:srgbClr val="2356AF"/>
              </a:solidFill>
              <a:latin typeface="Jost"/>
              <a:ea typeface="Jost"/>
              <a:cs typeface="Jost"/>
              <a:sym typeface="Jost"/>
            </a:endParaRPr>
          </a:p>
        </p:txBody>
      </p:sp>
      <p:sp>
        <p:nvSpPr>
          <p:cNvPr id="1016" name="Google Shape;1016;g2d05e3b023c_0_891"/>
          <p:cNvSpPr txBox="1">
            <a:spLocks noGrp="1"/>
          </p:cNvSpPr>
          <p:nvPr>
            <p:ph type="subTitle" idx="4294967295"/>
          </p:nvPr>
        </p:nvSpPr>
        <p:spPr>
          <a:xfrm>
            <a:off x="376920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o</a:t>
            </a:r>
            <a:endParaRPr sz="15000" b="0" i="0" u="none" strike="noStrike" cap="none">
              <a:solidFill>
                <a:srgbClr val="ED1C24"/>
              </a:solidFill>
              <a:latin typeface="Jost"/>
              <a:ea typeface="Jost"/>
              <a:cs typeface="Jost"/>
              <a:sym typeface="Jos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21"/>
        <p:cNvGrpSpPr/>
        <p:nvPr/>
      </p:nvGrpSpPr>
      <p:grpSpPr>
        <a:xfrm>
          <a:off x="0" y="0"/>
          <a:ext cx="0" cy="0"/>
          <a:chOff x="0" y="0"/>
          <a:chExt cx="0" cy="0"/>
        </a:xfrm>
      </p:grpSpPr>
      <p:sp>
        <p:nvSpPr>
          <p:cNvPr id="1022" name="Google Shape;1022;g2c186218c5a_0_4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endParaRPr/>
          </a:p>
        </p:txBody>
      </p:sp>
      <p:sp>
        <p:nvSpPr>
          <p:cNvPr id="1023" name="Google Shape;1023;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1024" name="Google Shape;1024;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29"/>
        <p:cNvGrpSpPr/>
        <p:nvPr/>
      </p:nvGrpSpPr>
      <p:grpSpPr>
        <a:xfrm>
          <a:off x="0" y="0"/>
          <a:ext cx="0" cy="0"/>
          <a:chOff x="0" y="0"/>
          <a:chExt cx="0" cy="0"/>
        </a:xfrm>
      </p:grpSpPr>
      <p:sp>
        <p:nvSpPr>
          <p:cNvPr id="1030" name="Google Shape;1030;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1031" name="Google Shape;1031;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32" name="Google Shape;1032;g26b641b03cd_0_204"/>
          <p:cNvPicPr preferRelativeResize="0"/>
          <p:nvPr/>
        </p:nvPicPr>
        <p:blipFill rotWithShape="1">
          <a:blip r:embed="rId3">
            <a:alphaModFix/>
          </a:blip>
          <a:srcRect l="69" r="69"/>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1033" name="Google Shape;1033;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38"/>
        <p:cNvGrpSpPr/>
        <p:nvPr/>
      </p:nvGrpSpPr>
      <p:grpSpPr>
        <a:xfrm>
          <a:off x="0" y="0"/>
          <a:ext cx="0" cy="0"/>
          <a:chOff x="0" y="0"/>
          <a:chExt cx="0" cy="0"/>
        </a:xfrm>
      </p:grpSpPr>
      <p:sp>
        <p:nvSpPr>
          <p:cNvPr id="1039" name="Google Shape;1039;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1040" name="Google Shape;1040;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41" name="Google Shape;1041;g2c186218c5a_0_48"/>
          <p:cNvPicPr preferRelativeResize="0"/>
          <p:nvPr/>
        </p:nvPicPr>
        <p:blipFill rotWithShape="1">
          <a:blip r:embed="rId3">
            <a:alphaModFix/>
          </a:blip>
          <a:srcRect l="69" r="69"/>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1042" name="Google Shape;1042;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47"/>
        <p:cNvGrpSpPr/>
        <p:nvPr/>
      </p:nvGrpSpPr>
      <p:grpSpPr>
        <a:xfrm>
          <a:off x="0" y="0"/>
          <a:ext cx="0" cy="0"/>
          <a:chOff x="0" y="0"/>
          <a:chExt cx="0" cy="0"/>
        </a:xfrm>
      </p:grpSpPr>
      <p:sp>
        <p:nvSpPr>
          <p:cNvPr id="1048" name="Google Shape;1048;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1049" name="Google Shape;1049;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50" name="Google Shape;1050;g26b641b03cd_0_213"/>
          <p:cNvPicPr preferRelativeResize="0"/>
          <p:nvPr/>
        </p:nvPicPr>
        <p:blipFill rotWithShape="1">
          <a:blip r:embed="rId3">
            <a:alphaModFix/>
          </a:blip>
          <a:srcRect l="129" r="139"/>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051" name="Google Shape;1051;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56"/>
        <p:cNvGrpSpPr/>
        <p:nvPr/>
      </p:nvGrpSpPr>
      <p:grpSpPr>
        <a:xfrm>
          <a:off x="0" y="0"/>
          <a:ext cx="0" cy="0"/>
          <a:chOff x="0" y="0"/>
          <a:chExt cx="0" cy="0"/>
        </a:xfrm>
      </p:grpSpPr>
      <p:sp>
        <p:nvSpPr>
          <p:cNvPr id="1057" name="Google Shape;1057;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1058" name="Google Shape;1058;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59" name="Google Shape;1059;g2c186218c5a_0_149"/>
          <p:cNvPicPr preferRelativeResize="0"/>
          <p:nvPr/>
        </p:nvPicPr>
        <p:blipFill rotWithShape="1">
          <a:blip r:embed="rId3">
            <a:alphaModFix/>
          </a:blip>
          <a:srcRect/>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060" name="Google Shape;1060;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65"/>
        <p:cNvGrpSpPr/>
        <p:nvPr/>
      </p:nvGrpSpPr>
      <p:grpSpPr>
        <a:xfrm>
          <a:off x="0" y="0"/>
          <a:ext cx="0" cy="0"/>
          <a:chOff x="0" y="0"/>
          <a:chExt cx="0" cy="0"/>
        </a:xfrm>
      </p:grpSpPr>
      <p:sp>
        <p:nvSpPr>
          <p:cNvPr id="1066" name="Google Shape;1066;g26b641b03cd_0_301"/>
          <p:cNvSpPr txBox="1">
            <a:spLocks noGrp="1"/>
          </p:cNvSpPr>
          <p:nvPr>
            <p:ph type="title"/>
          </p:nvPr>
        </p:nvSpPr>
        <p:spPr>
          <a:xfrm>
            <a:off x="797800" y="5568500"/>
            <a:ext cx="75483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sp>
        <p:nvSpPr>
          <p:cNvPr id="1067" name="Google Shape;1067;g26b641b03cd_0_30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JNL687</a:t>
            </a:r>
            <a:endParaRPr dirty="0"/>
          </a:p>
        </p:txBody>
      </p:sp>
      <p:pic>
        <p:nvPicPr>
          <p:cNvPr id="1068" name="Google Shape;1068;g26b641b03cd_0_301"/>
          <p:cNvPicPr preferRelativeResize="0"/>
          <p:nvPr/>
        </p:nvPicPr>
        <p:blipFill rotWithShape="1">
          <a:blip r:embed="rId3">
            <a:alphaModFix/>
          </a:blip>
          <a:srcRect t="19" b="2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1069" name="Google Shape;1069;g26b641b03cd_0_30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74"/>
        <p:cNvGrpSpPr/>
        <p:nvPr/>
      </p:nvGrpSpPr>
      <p:grpSpPr>
        <a:xfrm>
          <a:off x="0" y="0"/>
          <a:ext cx="0" cy="0"/>
          <a:chOff x="0" y="0"/>
          <a:chExt cx="0" cy="0"/>
        </a:xfrm>
      </p:grpSpPr>
      <p:sp>
        <p:nvSpPr>
          <p:cNvPr id="1075" name="Google Shape;1075;g26b641b03cd_0_308"/>
          <p:cNvSpPr txBox="1">
            <a:spLocks noGrp="1"/>
          </p:cNvSpPr>
          <p:nvPr>
            <p:ph type="title"/>
          </p:nvPr>
        </p:nvSpPr>
        <p:spPr>
          <a:xfrm>
            <a:off x="789900" y="5568500"/>
            <a:ext cx="75642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sp>
        <p:nvSpPr>
          <p:cNvPr id="1076" name="Google Shape;1076;g26b641b03cd_0_30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JNL687</a:t>
            </a:r>
            <a:endParaRPr dirty="0"/>
          </a:p>
        </p:txBody>
      </p:sp>
      <p:pic>
        <p:nvPicPr>
          <p:cNvPr id="1077" name="Google Shape;1077;g26b641b03cd_0_308"/>
          <p:cNvPicPr preferRelativeResize="0"/>
          <p:nvPr/>
        </p:nvPicPr>
        <p:blipFill rotWithShape="1">
          <a:blip r:embed="rId3">
            <a:alphaModFix/>
          </a:blip>
          <a:srcRect t="79" b="8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1078" name="Google Shape;1078;g26b641b03cd_0_30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83"/>
        <p:cNvGrpSpPr/>
        <p:nvPr/>
      </p:nvGrpSpPr>
      <p:grpSpPr>
        <a:xfrm>
          <a:off x="0" y="0"/>
          <a:ext cx="0" cy="0"/>
          <a:chOff x="0" y="0"/>
          <a:chExt cx="0" cy="0"/>
        </a:xfrm>
      </p:grpSpPr>
      <p:sp>
        <p:nvSpPr>
          <p:cNvPr id="1084" name="Google Shape;1084;g26b641b03cd_0_315"/>
          <p:cNvSpPr txBox="1">
            <a:spLocks noGrp="1"/>
          </p:cNvSpPr>
          <p:nvPr>
            <p:ph type="title"/>
          </p:nvPr>
        </p:nvSpPr>
        <p:spPr>
          <a:xfrm>
            <a:off x="939850" y="5568500"/>
            <a:ext cx="72642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High Frequency Words</a:t>
            </a:r>
            <a:endParaRPr/>
          </a:p>
        </p:txBody>
      </p:sp>
      <p:sp>
        <p:nvSpPr>
          <p:cNvPr id="1085" name="Google Shape;1085;g26b641b03cd_0_31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JNL688</a:t>
            </a:r>
            <a:endParaRPr dirty="0"/>
          </a:p>
        </p:txBody>
      </p:sp>
      <p:sp>
        <p:nvSpPr>
          <p:cNvPr id="1086" name="Google Shape;1086;g26b641b03cd_0_31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1087" name="Google Shape;1087;g26b641b03cd_0_315"/>
          <p:cNvPicPr preferRelativeResize="0"/>
          <p:nvPr/>
        </p:nvPicPr>
        <p:blipFill rotWithShape="1">
          <a:blip r:embed="rId3">
            <a:alphaModFix/>
          </a:blip>
          <a:srcRect/>
          <a:stretch/>
        </p:blipFill>
        <p:spPr>
          <a:xfrm>
            <a:off x="4637283" y="1058467"/>
            <a:ext cx="2561792" cy="1922280"/>
          </a:xfrm>
          <a:prstGeom prst="rect">
            <a:avLst/>
          </a:prstGeom>
          <a:noFill/>
          <a:ln>
            <a:noFill/>
          </a:ln>
          <a:effectLst>
            <a:outerShdw blurRad="57150" dist="19050" dir="5400000" algn="bl" rotWithShape="0">
              <a:srgbClr val="000000">
                <a:alpha val="20000"/>
              </a:srgbClr>
            </a:outerShdw>
          </a:effectLst>
        </p:spPr>
      </p:pic>
      <p:pic>
        <p:nvPicPr>
          <p:cNvPr id="1088" name="Google Shape;1088;g26b641b03cd_0_315"/>
          <p:cNvPicPr preferRelativeResize="0"/>
          <p:nvPr/>
        </p:nvPicPr>
        <p:blipFill rotWithShape="1">
          <a:blip r:embed="rId4">
            <a:alphaModFix/>
          </a:blip>
          <a:srcRect l="69" r="69"/>
          <a:stretch/>
        </p:blipFill>
        <p:spPr>
          <a:xfrm>
            <a:off x="1944925" y="1058467"/>
            <a:ext cx="2561792" cy="1922280"/>
          </a:xfrm>
          <a:prstGeom prst="rect">
            <a:avLst/>
          </a:prstGeom>
          <a:noFill/>
          <a:ln>
            <a:noFill/>
          </a:ln>
          <a:effectLst>
            <a:outerShdw blurRad="57150" dist="19050" dir="5400000" algn="bl" rotWithShape="0">
              <a:srgbClr val="000000">
                <a:alpha val="20000"/>
              </a:srgbClr>
            </a:outerShdw>
          </a:effectLst>
        </p:spPr>
      </p:pic>
      <p:pic>
        <p:nvPicPr>
          <p:cNvPr id="1089" name="Google Shape;1089;g26b641b03cd_0_315"/>
          <p:cNvPicPr preferRelativeResize="0"/>
          <p:nvPr/>
        </p:nvPicPr>
        <p:blipFill rotWithShape="1">
          <a:blip r:embed="rId5">
            <a:alphaModFix/>
          </a:blip>
          <a:srcRect t="89" b="99"/>
          <a:stretch/>
        </p:blipFill>
        <p:spPr>
          <a:xfrm>
            <a:off x="3291102" y="3183112"/>
            <a:ext cx="2561792" cy="1922279"/>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94"/>
        <p:cNvGrpSpPr/>
        <p:nvPr/>
      </p:nvGrpSpPr>
      <p:grpSpPr>
        <a:xfrm>
          <a:off x="0" y="0"/>
          <a:ext cx="0" cy="0"/>
          <a:chOff x="0" y="0"/>
          <a:chExt cx="0" cy="0"/>
        </a:xfrm>
      </p:grpSpPr>
      <p:sp>
        <p:nvSpPr>
          <p:cNvPr id="1095" name="Google Shape;1095;g26b641b03cd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JNL688</a:t>
            </a:r>
            <a:endParaRPr dirty="0"/>
          </a:p>
        </p:txBody>
      </p:sp>
      <p:sp>
        <p:nvSpPr>
          <p:cNvPr id="1096" name="Google Shape;1096;g26b641b03cd_1_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1097" name="Google Shape;1097;g26b641b03cd_1_0"/>
          <p:cNvPicPr preferRelativeResize="0"/>
          <p:nvPr/>
        </p:nvPicPr>
        <p:blipFill rotWithShape="1">
          <a:blip r:embed="rId3">
            <a:alphaModFix/>
          </a:blip>
          <a:srcRect l="69" r="69"/>
          <a:stretch/>
        </p:blipFill>
        <p:spPr>
          <a:xfrm>
            <a:off x="4637283" y="1058467"/>
            <a:ext cx="2561792" cy="1922280"/>
          </a:xfrm>
          <a:prstGeom prst="rect">
            <a:avLst/>
          </a:prstGeom>
          <a:noFill/>
          <a:ln>
            <a:noFill/>
          </a:ln>
          <a:effectLst>
            <a:outerShdw blurRad="57150" dist="19050" dir="5400000" algn="bl" rotWithShape="0">
              <a:srgbClr val="000000">
                <a:alpha val="20000"/>
              </a:srgbClr>
            </a:outerShdw>
          </a:effectLst>
        </p:spPr>
      </p:pic>
      <p:pic>
        <p:nvPicPr>
          <p:cNvPr id="1098" name="Google Shape;1098;g26b641b03cd_1_0"/>
          <p:cNvPicPr preferRelativeResize="0"/>
          <p:nvPr/>
        </p:nvPicPr>
        <p:blipFill rotWithShape="1">
          <a:blip r:embed="rId4">
            <a:alphaModFix/>
          </a:blip>
          <a:srcRect/>
          <a:stretch/>
        </p:blipFill>
        <p:spPr>
          <a:xfrm>
            <a:off x="1944925" y="1058467"/>
            <a:ext cx="2561792" cy="1922280"/>
          </a:xfrm>
          <a:prstGeom prst="rect">
            <a:avLst/>
          </a:prstGeom>
          <a:noFill/>
          <a:ln>
            <a:noFill/>
          </a:ln>
          <a:effectLst>
            <a:outerShdw blurRad="57150" dist="19050" dir="5400000" algn="bl" rotWithShape="0">
              <a:srgbClr val="000000">
                <a:alpha val="20000"/>
              </a:srgbClr>
            </a:outerShdw>
          </a:effectLst>
        </p:spPr>
      </p:pic>
      <p:pic>
        <p:nvPicPr>
          <p:cNvPr id="1099" name="Google Shape;1099;g26b641b03cd_1_0"/>
          <p:cNvPicPr preferRelativeResize="0"/>
          <p:nvPr/>
        </p:nvPicPr>
        <p:blipFill rotWithShape="1">
          <a:blip r:embed="rId5">
            <a:alphaModFix/>
          </a:blip>
          <a:srcRect t="19" b="29"/>
          <a:stretch/>
        </p:blipFill>
        <p:spPr>
          <a:xfrm>
            <a:off x="3291102" y="3183112"/>
            <a:ext cx="2561792" cy="1922279"/>
          </a:xfrm>
          <a:prstGeom prst="rect">
            <a:avLst/>
          </a:prstGeom>
          <a:noFill/>
          <a:ln>
            <a:noFill/>
          </a:ln>
          <a:effectLst>
            <a:outerShdw blurRad="57150" dist="19050" dir="5400000" algn="bl" rotWithShape="0">
              <a:srgbClr val="000000">
                <a:alpha val="20000"/>
              </a:srgbClr>
            </a:outerShdw>
          </a:effectLst>
        </p:spPr>
      </p:pic>
      <p:sp>
        <p:nvSpPr>
          <p:cNvPr id="1100" name="Google Shape;1100;g26b641b03cd_1_0"/>
          <p:cNvSpPr txBox="1">
            <a:spLocks noGrp="1"/>
          </p:cNvSpPr>
          <p:nvPr>
            <p:ph type="title"/>
          </p:nvPr>
        </p:nvSpPr>
        <p:spPr>
          <a:xfrm>
            <a:off x="939850" y="5568500"/>
            <a:ext cx="72642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High Frequency Words</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05"/>
        <p:cNvGrpSpPr/>
        <p:nvPr/>
      </p:nvGrpSpPr>
      <p:grpSpPr>
        <a:xfrm>
          <a:off x="0" y="0"/>
          <a:ext cx="0" cy="0"/>
          <a:chOff x="0" y="0"/>
          <a:chExt cx="0" cy="0"/>
        </a:xfrm>
      </p:grpSpPr>
      <p:sp>
        <p:nvSpPr>
          <p:cNvPr id="1106" name="Google Shape;1106;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07" name="Google Shape;1107;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Practise Building Words</a:t>
            </a:r>
            <a:endParaRPr/>
          </a:p>
        </p:txBody>
      </p:sp>
      <p:grpSp>
        <p:nvGrpSpPr>
          <p:cNvPr id="1108" name="Google Shape;1108;g1f3daf8a844_0_64"/>
          <p:cNvGrpSpPr/>
          <p:nvPr/>
        </p:nvGrpSpPr>
        <p:grpSpPr>
          <a:xfrm>
            <a:off x="3024000" y="209875"/>
            <a:ext cx="3096000" cy="454800"/>
            <a:chOff x="3024000" y="209875"/>
            <a:chExt cx="3096000" cy="454800"/>
          </a:xfrm>
        </p:grpSpPr>
        <p:sp>
          <p:nvSpPr>
            <p:cNvPr id="1109" name="Google Shape;1109;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10" name="Google Shape;1110;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111" name="Google Shape;1111;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112" name="Google Shape;1112;g1f3daf8a844_0_64"/>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13" name="Google Shape;1113;g1f3daf8a844_0_64"/>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14" name="Google Shape;1114;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15" name="Google Shape;1115;g1f3daf8a844_0_64"/>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16" name="Google Shape;1116;g1f3daf8a844_0_64"/>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117" name="Google Shape;1117;g1f3daf8a844_0_64"/>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118" name="Google Shape;1118;g1f3daf8a844_0_64"/>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119" name="Google Shape;1119;g1f3daf8a844_0_64"/>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120" name="Google Shape;1120;g1f3daf8a844_0_64"/>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121" name="Google Shape;1121;g1f3daf8a844_0_64"/>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g</a:t>
            </a:r>
            <a:endParaRPr sz="5500" b="0" i="0" u="none" strike="noStrike" cap="none">
              <a:solidFill>
                <a:srgbClr val="2356AF"/>
              </a:solidFill>
              <a:latin typeface="Jost"/>
              <a:ea typeface="Jost"/>
              <a:cs typeface="Jost"/>
              <a:sym typeface="Jost"/>
            </a:endParaRPr>
          </a:p>
        </p:txBody>
      </p:sp>
      <p:sp>
        <p:nvSpPr>
          <p:cNvPr id="1122" name="Google Shape;1122;g1f3daf8a844_0_64"/>
          <p:cNvSpPr txBox="1"/>
          <p:nvPr/>
        </p:nvSpPr>
        <p:spPr>
          <a:xfrm>
            <a:off x="3486774"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123" name="Google Shape;1123;g1f3daf8a844_0_64"/>
          <p:cNvSpPr txBox="1"/>
          <p:nvPr/>
        </p:nvSpPr>
        <p:spPr>
          <a:xfrm>
            <a:off x="2333923"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1124" name="Google Shape;1124;g1f3daf8a844_0_64"/>
          <p:cNvSpPr txBox="1"/>
          <p:nvPr/>
        </p:nvSpPr>
        <p:spPr>
          <a:xfrm>
            <a:off x="4639626"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f</a:t>
            </a:r>
            <a:endParaRPr sz="5500" b="0" i="0" u="none" strike="noStrike" cap="none">
              <a:solidFill>
                <a:srgbClr val="2356AF"/>
              </a:solidFill>
              <a:latin typeface="Jost"/>
              <a:ea typeface="Jost"/>
              <a:cs typeface="Jost"/>
              <a:sym typeface="Jost"/>
            </a:endParaRPr>
          </a:p>
        </p:txBody>
      </p:sp>
      <p:sp>
        <p:nvSpPr>
          <p:cNvPr id="1125" name="Google Shape;1125;g1f3daf8a844_0_64"/>
          <p:cNvSpPr txBox="1"/>
          <p:nvPr/>
        </p:nvSpPr>
        <p:spPr>
          <a:xfrm>
            <a:off x="5792477"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11E26"/>
                </a:solidFill>
                <a:latin typeface="Jost"/>
                <a:ea typeface="Jost"/>
                <a:cs typeface="Jost"/>
                <a:sym typeface="Jost"/>
              </a:rPr>
              <a:t>o</a:t>
            </a:r>
            <a:endParaRPr sz="5500" b="0" i="0" u="none" strike="noStrike" cap="none">
              <a:solidFill>
                <a:srgbClr val="E11E26"/>
              </a:solidFill>
              <a:latin typeface="Jost"/>
              <a:ea typeface="Jost"/>
              <a:cs typeface="Jost"/>
              <a:sym typeface="Jost"/>
            </a:endParaRPr>
          </a:p>
        </p:txBody>
      </p:sp>
      <p:cxnSp>
        <p:nvCxnSpPr>
          <p:cNvPr id="1126" name="Google Shape;1126;g1f3daf8a844_0_64"/>
          <p:cNvCxnSpPr/>
          <p:nvPr/>
        </p:nvCxnSpPr>
        <p:spPr>
          <a:xfrm>
            <a:off x="1181100" y="36485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131"/>
        <p:cNvGrpSpPr/>
        <p:nvPr/>
      </p:nvGrpSpPr>
      <p:grpSpPr>
        <a:xfrm>
          <a:off x="0" y="0"/>
          <a:ext cx="0" cy="0"/>
          <a:chOff x="0" y="0"/>
          <a:chExt cx="0" cy="0"/>
        </a:xfrm>
      </p:grpSpPr>
      <p:sp>
        <p:nvSpPr>
          <p:cNvPr id="1132" name="Google Shape;1132;g2d05e3b023c_0_94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33" name="Google Shape;1133;g2d05e3b023c_0_94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Practise Building Words</a:t>
            </a:r>
            <a:endParaRPr/>
          </a:p>
        </p:txBody>
      </p:sp>
      <p:grpSp>
        <p:nvGrpSpPr>
          <p:cNvPr id="1134" name="Google Shape;1134;g2d05e3b023c_0_947"/>
          <p:cNvGrpSpPr/>
          <p:nvPr/>
        </p:nvGrpSpPr>
        <p:grpSpPr>
          <a:xfrm>
            <a:off x="3024000" y="209875"/>
            <a:ext cx="3096000" cy="454800"/>
            <a:chOff x="3024000" y="209875"/>
            <a:chExt cx="3096000" cy="454800"/>
          </a:xfrm>
        </p:grpSpPr>
        <p:sp>
          <p:nvSpPr>
            <p:cNvPr id="1135" name="Google Shape;1135;g2d05e3b023c_0_947"/>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36" name="Google Shape;1136;g2d05e3b023c_0_947"/>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137" name="Google Shape;1137;g2d05e3b023c_0_947"/>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138" name="Google Shape;1138;g2d05e3b023c_0_947"/>
          <p:cNvCxnSpPr/>
          <p:nvPr/>
        </p:nvCxnSpPr>
        <p:spPr>
          <a:xfrm>
            <a:off x="1181100" y="39190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139" name="Google Shape;1139;g2d05e3b023c_0_947"/>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40" name="Google Shape;1140;g2d05e3b023c_0_947"/>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41" name="Google Shape;1141;g2d05e3b023c_0_947"/>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42" name="Google Shape;1142;g2d05e3b023c_0_947"/>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43" name="Google Shape;1143;g2d05e3b023c_0_947"/>
          <p:cNvSpPr txBox="1"/>
          <p:nvPr/>
        </p:nvSpPr>
        <p:spPr>
          <a:xfrm>
            <a:off x="1193375" y="35019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800"/>
              <a:buFont typeface="Arial"/>
              <a:buNone/>
            </a:pPr>
            <a:r>
              <a:rPr lang="en-US" sz="1800" b="0" i="0" u="none" strike="noStrike" cap="none">
                <a:solidFill>
                  <a:srgbClr val="B7B7B7"/>
                </a:solidFill>
                <a:latin typeface="Jost"/>
                <a:ea typeface="Jost"/>
                <a:cs typeface="Jost"/>
                <a:sym typeface="Jost"/>
              </a:rPr>
              <a:t>pot nod dog cog top pop fog got on not</a:t>
            </a:r>
            <a:endParaRPr sz="1800" b="0" i="0" u="none" strike="noStrike" cap="none">
              <a:solidFill>
                <a:srgbClr val="B7B7B7"/>
              </a:solidFill>
              <a:latin typeface="Jost"/>
              <a:ea typeface="Jost"/>
              <a:cs typeface="Jost"/>
              <a:sym typeface="Jost"/>
            </a:endParaRPr>
          </a:p>
        </p:txBody>
      </p:sp>
      <p:sp>
        <p:nvSpPr>
          <p:cNvPr id="1144" name="Google Shape;1144;g2d05e3b023c_0_947"/>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145" name="Google Shape;1145;g2d05e3b023c_0_947"/>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146" name="Google Shape;1146;g2d05e3b023c_0_947"/>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147" name="Google Shape;1147;g2d05e3b023c_0_947"/>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148" name="Google Shape;1148;g2d05e3b023c_0_947"/>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cxnSp>
        <p:nvCxnSpPr>
          <p:cNvPr id="1149" name="Google Shape;1149;g2d05e3b023c_0_947"/>
          <p:cNvCxnSpPr/>
          <p:nvPr/>
        </p:nvCxnSpPr>
        <p:spPr>
          <a:xfrm>
            <a:off x="1181100" y="33780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150" name="Google Shape;1150;g2d05e3b023c_0_947"/>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g</a:t>
            </a:r>
            <a:endParaRPr sz="5500" b="0" i="0" u="none" strike="noStrike" cap="none">
              <a:solidFill>
                <a:srgbClr val="2356AF"/>
              </a:solidFill>
              <a:latin typeface="Jost"/>
              <a:ea typeface="Jost"/>
              <a:cs typeface="Jost"/>
              <a:sym typeface="Jost"/>
            </a:endParaRPr>
          </a:p>
        </p:txBody>
      </p:sp>
      <p:sp>
        <p:nvSpPr>
          <p:cNvPr id="1151" name="Google Shape;1151;g2d05e3b023c_0_947"/>
          <p:cNvSpPr txBox="1"/>
          <p:nvPr/>
        </p:nvSpPr>
        <p:spPr>
          <a:xfrm>
            <a:off x="3486774"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152" name="Google Shape;1152;g2d05e3b023c_0_947"/>
          <p:cNvSpPr txBox="1"/>
          <p:nvPr/>
        </p:nvSpPr>
        <p:spPr>
          <a:xfrm>
            <a:off x="2333923"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1153" name="Google Shape;1153;g2d05e3b023c_0_947"/>
          <p:cNvSpPr txBox="1"/>
          <p:nvPr/>
        </p:nvSpPr>
        <p:spPr>
          <a:xfrm>
            <a:off x="4639626"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f</a:t>
            </a:r>
            <a:endParaRPr sz="5500" b="0" i="0" u="none" strike="noStrike" cap="none">
              <a:solidFill>
                <a:srgbClr val="2356AF"/>
              </a:solidFill>
              <a:latin typeface="Jost"/>
              <a:ea typeface="Jost"/>
              <a:cs typeface="Jost"/>
              <a:sym typeface="Jost"/>
            </a:endParaRPr>
          </a:p>
        </p:txBody>
      </p:sp>
      <p:sp>
        <p:nvSpPr>
          <p:cNvPr id="1154" name="Google Shape;1154;g2d05e3b023c_0_947"/>
          <p:cNvSpPr txBox="1"/>
          <p:nvPr/>
        </p:nvSpPr>
        <p:spPr>
          <a:xfrm>
            <a:off x="5792477"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11E26"/>
                </a:solidFill>
                <a:latin typeface="Jost"/>
                <a:ea typeface="Jost"/>
                <a:cs typeface="Jost"/>
                <a:sym typeface="Jost"/>
              </a:rPr>
              <a:t>o</a:t>
            </a:r>
            <a:endParaRPr sz="5500" b="0" i="0" u="none" strike="noStrike" cap="none">
              <a:solidFill>
                <a:srgbClr val="E11E26"/>
              </a:solidFill>
              <a:latin typeface="Jost"/>
              <a:ea typeface="Jost"/>
              <a:cs typeface="Jost"/>
              <a:sym typeface="Jos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496</Words>
  <Application>Microsoft Office PowerPoint</Application>
  <PresentationFormat>On-screen Show (4:3)</PresentationFormat>
  <Paragraphs>164</Paragraphs>
  <Slides>25</Slides>
  <Notes>25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25</vt:i4>
      </vt:variant>
    </vt:vector>
  </HeadingPairs>
  <TitlesOfParts>
    <vt:vector size="34" baseType="lpstr">
      <vt:lpstr>Jost</vt:lpstr>
      <vt:lpstr>Poppins Medium</vt:lpstr>
      <vt:lpstr>Calibri</vt:lpstr>
      <vt:lpstr>Poppins</vt:lpstr>
      <vt:lpstr>Poppins SemiBold</vt:lpstr>
      <vt:lpstr>Arial</vt:lpstr>
      <vt:lpstr>Mulish</vt:lpstr>
      <vt:lpstr>Nunito Black</vt:lpstr>
      <vt:lpstr>Office Theme</vt:lpstr>
      <vt:lpstr>PowerPoint Presentation</vt:lpstr>
      <vt:lpstr>PowerPoint Presentation</vt:lpstr>
      <vt:lpstr>Recall all GPCs learned so far using flashcards.</vt:lpstr>
      <vt:lpstr>PowerPoint Presentation</vt:lpstr>
      <vt:lpstr>PowerPoint Presentation</vt:lpstr>
      <vt:lpstr>PowerPoint Presentation</vt:lpstr>
      <vt:lpstr>Hear Phonemes</vt:lpstr>
      <vt:lpstr>Hear Phonemes</vt:lpstr>
      <vt:lpstr>Review Grapheme Caption</vt:lpstr>
      <vt:lpstr>Review Lowercase Formation</vt:lpstr>
      <vt:lpstr>Explain Decoding</vt:lpstr>
      <vt:lpstr>Model Blending Phonemes</vt:lpstr>
      <vt:lpstr>Model Blending Phonemes</vt:lpstr>
      <vt:lpstr>Model Blending Phonemes</vt:lpstr>
      <vt:lpstr>Explain Encoding</vt:lpstr>
      <vt:lpstr>Build a Decodable Word</vt:lpstr>
      <vt:lpstr>Build a Decodable Word</vt:lpstr>
      <vt:lpstr>Practise with Alien Words</vt:lpstr>
      <vt:lpstr>Practise with Alien Words</vt:lpstr>
      <vt:lpstr>Practise Common Exception Words</vt:lpstr>
      <vt:lpstr>Practise Common Exception Words</vt:lpstr>
      <vt:lpstr>Practise High Frequency Words</vt:lpstr>
      <vt:lpstr>Practise High Frequency Words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2026-04-28T02:59:23Z</dcterms:modified>
</cp:coreProperties>
</file>