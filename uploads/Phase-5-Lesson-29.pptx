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j11GXP2FzGkZRuBBKP5JxStcS3v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5FB5AC4-FE9A-43F1-A8ED-A4C1B81957CB}">
  <a:tblStyle styleId="{F5FB5AC4-FE9A-43F1-A8ED-A4C1B81957C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8" name="Google Shape;69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9" name="Google Shape;69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8" name="Google Shape;72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4" name="Google Shape;764;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3" name="Google Shape;933;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4" name="Google Shape;934;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3" name="Google Shape;94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2cfd64f8b0b_0_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 name="Google Shape;985;g2cfd64f8b0b_0_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6" name="Google Shape;986;g2cfd64f8b0b_0_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cfd64f8b0b_0_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cfd64f8b0b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cfd64f8b0b_0_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2" name="Google Shape;1062;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9" name="Google Shape;106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7" name="Google Shape;107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8" name="Google Shape;107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6" name="Google Shape;108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7" name="Google Shape;108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5" name="Google Shape;109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6" name="Google Shape;109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2cfd64f8b0b_0_9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4" name="Google Shape;1104;g2cfd64f8b0b_0_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5" name="Google Shape;1105;g2cfd64f8b0b_0_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9" name="Google Shape;1129;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0" name="Google Shape;1130;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soft c</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6 - Thursday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29</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7.png"/><Relationship Id="rId7" Type="http://schemas.openxmlformats.org/officeDocument/2006/relationships/slide" Target="slide1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22.xml"/><Relationship Id="rId4" Type="http://schemas.openxmlformats.org/officeDocument/2006/relationships/image" Target="../media/image8.png"/><Relationship Id="rId9"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3" Type="http://schemas.openxmlformats.org/officeDocument/2006/relationships/image" Target="../media/image101.png"/><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6.xml"/><Relationship Id="rId16" Type="http://schemas.openxmlformats.org/officeDocument/2006/relationships/image" Target="../media/image114.png"/><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5" Type="http://schemas.openxmlformats.org/officeDocument/2006/relationships/image" Target="../media/image11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s>
</file>

<file path=ppt/slides/_rels/slide7.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png"/><Relationship Id="rId18" Type="http://schemas.openxmlformats.org/officeDocument/2006/relationships/image" Target="../media/image130.png"/><Relationship Id="rId26" Type="http://schemas.openxmlformats.org/officeDocument/2006/relationships/image" Target="../media/image138.png"/><Relationship Id="rId3" Type="http://schemas.openxmlformats.org/officeDocument/2006/relationships/image" Target="../media/image115.png"/><Relationship Id="rId21" Type="http://schemas.openxmlformats.org/officeDocument/2006/relationships/image" Target="../media/image133.png"/><Relationship Id="rId7" Type="http://schemas.openxmlformats.org/officeDocument/2006/relationships/image" Target="../media/image119.png"/><Relationship Id="rId12" Type="http://schemas.openxmlformats.org/officeDocument/2006/relationships/image" Target="../media/image124.png"/><Relationship Id="rId17" Type="http://schemas.openxmlformats.org/officeDocument/2006/relationships/image" Target="../media/image129.png"/><Relationship Id="rId25" Type="http://schemas.openxmlformats.org/officeDocument/2006/relationships/image" Target="../media/image137.png"/><Relationship Id="rId2" Type="http://schemas.openxmlformats.org/officeDocument/2006/relationships/notesSlide" Target="../notesSlides/notesSlide7.xml"/><Relationship Id="rId16" Type="http://schemas.openxmlformats.org/officeDocument/2006/relationships/image" Target="../media/image128.png"/><Relationship Id="rId20" Type="http://schemas.openxmlformats.org/officeDocument/2006/relationships/image" Target="../media/image132.png"/><Relationship Id="rId29" Type="http://schemas.openxmlformats.org/officeDocument/2006/relationships/image" Target="../media/image141.png"/><Relationship Id="rId1" Type="http://schemas.openxmlformats.org/officeDocument/2006/relationships/slideLayout" Target="../slideLayouts/slideLayout3.xml"/><Relationship Id="rId6" Type="http://schemas.openxmlformats.org/officeDocument/2006/relationships/image" Target="../media/image118.png"/><Relationship Id="rId11" Type="http://schemas.openxmlformats.org/officeDocument/2006/relationships/image" Target="../media/image123.png"/><Relationship Id="rId24" Type="http://schemas.openxmlformats.org/officeDocument/2006/relationships/image" Target="../media/image136.png"/><Relationship Id="rId5" Type="http://schemas.openxmlformats.org/officeDocument/2006/relationships/image" Target="../media/image117.png"/><Relationship Id="rId15" Type="http://schemas.openxmlformats.org/officeDocument/2006/relationships/image" Target="../media/image127.png"/><Relationship Id="rId23" Type="http://schemas.openxmlformats.org/officeDocument/2006/relationships/image" Target="../media/image135.png"/><Relationship Id="rId28" Type="http://schemas.openxmlformats.org/officeDocument/2006/relationships/image" Target="../media/image140.png"/><Relationship Id="rId10" Type="http://schemas.openxmlformats.org/officeDocument/2006/relationships/image" Target="../media/image122.png"/><Relationship Id="rId19" Type="http://schemas.openxmlformats.org/officeDocument/2006/relationships/image" Target="../media/image131.png"/><Relationship Id="rId4" Type="http://schemas.openxmlformats.org/officeDocument/2006/relationships/image" Target="../media/image116.png"/><Relationship Id="rId9" Type="http://schemas.openxmlformats.org/officeDocument/2006/relationships/image" Target="../media/image121.png"/><Relationship Id="rId14" Type="http://schemas.openxmlformats.org/officeDocument/2006/relationships/image" Target="../media/image126.png"/><Relationship Id="rId22" Type="http://schemas.openxmlformats.org/officeDocument/2006/relationships/image" Target="../media/image134.png"/><Relationship Id="rId27" Type="http://schemas.openxmlformats.org/officeDocument/2006/relationships/image" Target="../media/image139.png"/><Relationship Id="rId30" Type="http://schemas.openxmlformats.org/officeDocument/2006/relationships/image" Target="../media/image142.png"/></Relationships>
</file>

<file path=ppt/slides/_rels/slide8.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9.xml.rels><?xml version="1.0" encoding="UTF-8" standalone="yes"?>
<Relationships xmlns="http://schemas.openxmlformats.org/package/2006/relationships"><Relationship Id="rId8" Type="http://schemas.openxmlformats.org/officeDocument/2006/relationships/image" Target="../media/image161.png"/><Relationship Id="rId13" Type="http://schemas.openxmlformats.org/officeDocument/2006/relationships/image" Target="../media/image166.png"/><Relationship Id="rId3" Type="http://schemas.openxmlformats.org/officeDocument/2006/relationships/image" Target="../media/image156.png"/><Relationship Id="rId7" Type="http://schemas.openxmlformats.org/officeDocument/2006/relationships/image" Target="../media/image160.png"/><Relationship Id="rId12" Type="http://schemas.openxmlformats.org/officeDocument/2006/relationships/image" Target="../media/image165.png"/><Relationship Id="rId2" Type="http://schemas.openxmlformats.org/officeDocument/2006/relationships/notesSlide" Target="../notesSlides/notesSlide9.xml"/><Relationship Id="rId16" Type="http://schemas.openxmlformats.org/officeDocument/2006/relationships/image" Target="../media/image169.png"/><Relationship Id="rId1" Type="http://schemas.openxmlformats.org/officeDocument/2006/relationships/slideLayout" Target="../slideLayouts/slideLayout3.xml"/><Relationship Id="rId6" Type="http://schemas.openxmlformats.org/officeDocument/2006/relationships/image" Target="../media/image159.png"/><Relationship Id="rId11" Type="http://schemas.openxmlformats.org/officeDocument/2006/relationships/image" Target="../media/image164.png"/><Relationship Id="rId5" Type="http://schemas.openxmlformats.org/officeDocument/2006/relationships/image" Target="../media/image158.png"/><Relationship Id="rId15" Type="http://schemas.openxmlformats.org/officeDocument/2006/relationships/image" Target="../media/image168.png"/><Relationship Id="rId10" Type="http://schemas.openxmlformats.org/officeDocument/2006/relationships/image" Target="../media/image163.png"/><Relationship Id="rId4" Type="http://schemas.openxmlformats.org/officeDocument/2006/relationships/image" Target="../media/image157.png"/><Relationship Id="rId9" Type="http://schemas.openxmlformats.org/officeDocument/2006/relationships/image" Target="../media/image162.png"/><Relationship Id="rId14" Type="http://schemas.openxmlformats.org/officeDocument/2006/relationships/image" Target="../media/image167.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Letter Sound soft c</a:t>
            </a:r>
            <a:endParaRPr sz="3000"/>
          </a:p>
        </p:txBody>
      </p:sp>
      <p:sp>
        <p:nvSpPr>
          <p:cNvPr id="668" name="Google Shape;66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29</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{F5FB5AC4-FE9A-43F1-A8ED-A4C1B81957CB}</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ph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a:stretch/>
        </p:blipFill>
        <p:spPr>
          <a:xfrm rot="186068">
            <a:off x="4009466" y="4465909"/>
            <a:ext cx="2493520" cy="997851"/>
          </a:xfrm>
          <a:prstGeom prst="rect">
            <a:avLst/>
          </a:prstGeom>
          <a:noFill/>
          <a:ln>
            <a:noFill/>
          </a:ln>
          <a:effectLst>
            <a:outerShdw blurRad="71438" dist="38100" dir="5220000" algn="bl" rotWithShape="0">
              <a:srgbClr val="000000">
                <a:alpha val="20784"/>
              </a:srgbClr>
            </a:outerShdw>
          </a:effectLst>
        </p:spPr>
      </p:pic>
      <p:pic>
        <p:nvPicPr>
          <p:cNvPr id="671" name="Google Shape;671;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2" name="Google Shape;672;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2bee4f4af4b_0_204"/>
          <p:cNvSpPr txBox="1">
            <a:spLocks noGrp="1"/>
          </p:cNvSpPr>
          <p:nvPr>
            <p:ph type="body" idx="1"/>
          </p:nvPr>
        </p:nvSpPr>
        <p:spPr>
          <a:xfrm>
            <a:off x="3298550" y="1032250"/>
            <a:ext cx="5204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soft </a:t>
            </a:r>
            <a:r>
              <a:rPr lang="en-US">
                <a:solidFill>
                  <a:srgbClr val="8DC63F"/>
                </a:solidFill>
              </a:rPr>
              <a:t>c</a:t>
            </a:r>
            <a:r>
              <a:rPr lang="en-US"/>
              <a:t> within a split digraph.</a:t>
            </a:r>
            <a:endParaRPr/>
          </a:p>
        </p:txBody>
      </p:sp>
      <p:sp>
        <p:nvSpPr>
          <p:cNvPr id="679" name="Google Shape;679;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4 Common Exception Words </a:t>
            </a:r>
            <a:r>
              <a:rPr lang="en-US">
                <a:solidFill>
                  <a:srgbClr val="2356AF"/>
                </a:solidFill>
              </a:rPr>
              <a:t>said like out have some come was what so old do little one.</a:t>
            </a:r>
            <a:endParaRPr>
              <a:solidFill>
                <a:srgbClr val="2356AF"/>
              </a:solidFill>
            </a:endParaRPr>
          </a:p>
        </p:txBody>
      </p:sp>
      <p:sp>
        <p:nvSpPr>
          <p:cNvPr id="680" name="Google Shape;68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1" name="Google Shape;68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2" name="Google Shape;68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683" name="Google Shape;68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4" name="Google Shape;68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5" name="Google Shape;685;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86" name="Google Shape;68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7" name="Google Shape;68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8" name="Google Shape;688;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689" name="Google Shape;68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0" name="Google Shape;69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1" name="Google Shape;691;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2" name="Google Shape;692;g2bee4f4af4b_0_204">
            <a:hlinkClick r:id="rId7" action="ppaction://hlinksldjump"/>
          </p:cNvPr>
          <p:cNvSpPr/>
          <p:nvPr/>
        </p:nvSpPr>
        <p:spPr>
          <a:xfrm>
            <a:off x="996651" y="385693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g2bee4f4af4b_0_204">
            <a:hlinkClick r:id="rId8" action="ppaction://hlinksldjump"/>
          </p:cNvPr>
          <p:cNvSpPr/>
          <p:nvPr/>
        </p:nvSpPr>
        <p:spPr>
          <a:xfrm>
            <a:off x="2433549" y="381742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g2bee4f4af4b_0_204">
            <a:hlinkClick r:id="rId9" action="ppaction://hlinksldjump"/>
          </p:cNvPr>
          <p:cNvSpPr/>
          <p:nvPr/>
        </p:nvSpPr>
        <p:spPr>
          <a:xfrm>
            <a:off x="3631260" y="378794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g2bee4f4af4b_0_204">
            <a:hlinkClick r:id="rId10" action="ppaction://hlinksldjump"/>
          </p:cNvPr>
          <p:cNvSpPr/>
          <p:nvPr/>
        </p:nvSpPr>
        <p:spPr>
          <a:xfrm>
            <a:off x="4896944" y="3702911"/>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2" name="Google Shape;702;g26b641b03cd_0_165"/>
          <p:cNvGrpSpPr/>
          <p:nvPr/>
        </p:nvGrpSpPr>
        <p:grpSpPr>
          <a:xfrm>
            <a:off x="930400" y="2053244"/>
            <a:ext cx="7283200" cy="3724851"/>
            <a:chOff x="930400" y="2129444"/>
            <a:chExt cx="7283200" cy="3724851"/>
          </a:xfrm>
        </p:grpSpPr>
        <p:pic>
          <p:nvPicPr>
            <p:cNvPr id="703" name="Google Shape;70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2" name="Google Shape;732;g26b7edf6e71_0_26"/>
          <p:cNvGrpSpPr/>
          <p:nvPr/>
        </p:nvGrpSpPr>
        <p:grpSpPr>
          <a:xfrm>
            <a:off x="930400" y="2053250"/>
            <a:ext cx="7283201" cy="2971674"/>
            <a:chOff x="930400" y="2129450"/>
            <a:chExt cx="7283201" cy="2971674"/>
          </a:xfrm>
        </p:grpSpPr>
        <p:pic>
          <p:nvPicPr>
            <p:cNvPr id="733" name="Google Shape;733;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5" name="Google Shape;735;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3" name="Google Shape;743;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0" name="Google Shape;750;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8" name="Google Shape;768;g2c298da1f27_0_417"/>
          <p:cNvPicPr preferRelativeResize="0"/>
          <p:nvPr/>
        </p:nvPicPr>
        <p:blipFill rotWithShape="1">
          <a:blip r:embed="rId3">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4"/>
              </a:srgbClr>
            </a:outerShdw>
          </a:effectLst>
        </p:spPr>
      </p:pic>
      <p:pic>
        <p:nvPicPr>
          <p:cNvPr id="769" name="Google Shape;769;g2c298da1f27_0_417"/>
          <p:cNvPicPr preferRelativeResize="0"/>
          <p:nvPr/>
        </p:nvPicPr>
        <p:blipFill rotWithShape="1">
          <a:blip r:embed="rId4">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5">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6">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7">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8">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9">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10">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76" name="Google Shape;776;g2c298da1f27_0_417"/>
          <p:cNvPicPr preferRelativeResize="0"/>
          <p:nvPr/>
        </p:nvPicPr>
        <p:blipFill rotWithShape="1">
          <a:blip r:embed="rId11">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77" name="Google Shape;777;g2c298da1f27_0_417"/>
          <p:cNvPicPr preferRelativeResize="0"/>
          <p:nvPr/>
        </p:nvPicPr>
        <p:blipFill rotWithShape="1">
          <a:blip r:embed="rId12">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13">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14">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80" name="Google Shape;780;g2c298da1f27_0_417"/>
          <p:cNvPicPr preferRelativeResize="0"/>
          <p:nvPr/>
        </p:nvPicPr>
        <p:blipFill rotWithShape="1">
          <a:blip r:embed="rId15">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1" name="Google Shape;781;g2c298da1f27_0_417"/>
          <p:cNvPicPr preferRelativeResize="0"/>
          <p:nvPr/>
        </p:nvPicPr>
        <p:blipFill rotWithShape="1">
          <a:blip r:embed="rId16">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17">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18">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84" name="Google Shape;784;g2c298da1f27_0_417"/>
          <p:cNvPicPr preferRelativeResize="0"/>
          <p:nvPr/>
        </p:nvPicPr>
        <p:blipFill rotWithShape="1">
          <a:blip r:embed="rId1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5" name="Google Shape;785;g2c298da1f27_0_417"/>
          <p:cNvPicPr preferRelativeResize="0"/>
          <p:nvPr/>
        </p:nvPicPr>
        <p:blipFill rotWithShape="1">
          <a:blip r:embed="rId20">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86" name="Google Shape;786;g2c298da1f27_0_417"/>
          <p:cNvPicPr preferRelativeResize="0"/>
          <p:nvPr/>
        </p:nvPicPr>
        <p:blipFill rotWithShape="1">
          <a:blip r:embed="rId21">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87" name="Google Shape;787;g2c298da1f27_0_417"/>
          <p:cNvPicPr preferRelativeResize="0"/>
          <p:nvPr/>
        </p:nvPicPr>
        <p:blipFill rotWithShape="1">
          <a:blip r:embed="rId2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88" name="Google Shape;788;g2c298da1f27_0_417"/>
          <p:cNvPicPr preferRelativeResize="0"/>
          <p:nvPr/>
        </p:nvPicPr>
        <p:blipFill rotWithShape="1">
          <a:blip r:embed="rId23">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9" name="Google Shape;789;g2c298da1f27_0_417"/>
          <p:cNvPicPr preferRelativeResize="0"/>
          <p:nvPr/>
        </p:nvPicPr>
        <p:blipFill rotWithShape="1">
          <a:blip r:embed="rId24">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90" name="Google Shape;790;g2c298da1f27_0_417"/>
          <p:cNvPicPr preferRelativeResize="0"/>
          <p:nvPr/>
        </p:nvPicPr>
        <p:blipFill rotWithShape="1">
          <a:blip r:embed="rId25">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26">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27">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93" name="Google Shape;793;g2c298da1f27_0_417"/>
          <p:cNvPicPr preferRelativeResize="0"/>
          <p:nvPr/>
        </p:nvPicPr>
        <p:blipFill rotWithShape="1">
          <a:blip r:embed="rId28">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4" name="Google Shape;794;g2c298da1f27_0_417"/>
          <p:cNvPicPr preferRelativeResize="0"/>
          <p:nvPr/>
        </p:nvPicPr>
        <p:blipFill rotWithShape="1">
          <a:blip r:embed="rId29">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95" name="Google Shape;795;g2c298da1f27_0_417"/>
          <p:cNvPicPr preferRelativeResize="0"/>
          <p:nvPr/>
        </p:nvPicPr>
        <p:blipFill rotWithShape="1">
          <a:blip r:embed="rId30">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c298da1f27_0_417"/>
          <p:cNvPicPr preferRelativeResize="0"/>
          <p:nvPr/>
        </p:nvPicPr>
        <p:blipFill rotWithShape="1">
          <a:blip r:embed="rId31">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97" name="Google Shape;797;g2c298da1f27_0_417"/>
          <p:cNvPicPr preferRelativeResize="0"/>
          <p:nvPr/>
        </p:nvPicPr>
        <p:blipFill rotWithShape="1">
          <a:blip r:embed="rId32">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98" name="Google Shape;798;g2c298da1f27_0_417"/>
          <p:cNvPicPr preferRelativeResize="0"/>
          <p:nvPr/>
        </p:nvPicPr>
        <p:blipFill rotWithShape="1">
          <a:blip r:embed="rId33">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c298da1f27_0_417"/>
          <p:cNvPicPr preferRelativeResize="0"/>
          <p:nvPr/>
        </p:nvPicPr>
        <p:blipFill rotWithShape="1">
          <a:blip r:embed="rId34">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00" name="Google Shape;800;g2c298da1f27_0_417"/>
          <p:cNvPicPr preferRelativeResize="0"/>
          <p:nvPr/>
        </p:nvPicPr>
        <p:blipFill rotWithShape="1">
          <a:blip r:embed="rId35">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01" name="Google Shape;801;g2c298da1f27_0_417"/>
          <p:cNvPicPr preferRelativeResize="0"/>
          <p:nvPr/>
        </p:nvPicPr>
        <p:blipFill rotWithShape="1">
          <a:blip r:embed="rId36">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02" name="Google Shape;802;g2c298da1f27_0_417"/>
          <p:cNvPicPr preferRelativeResize="0"/>
          <p:nvPr/>
        </p:nvPicPr>
        <p:blipFill rotWithShape="1">
          <a:blip r:embed="rId37">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c298da1f27_0_417"/>
          <p:cNvPicPr preferRelativeResize="0"/>
          <p:nvPr/>
        </p:nvPicPr>
        <p:blipFill rotWithShape="1">
          <a:blip r:embed="rId38">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4" name="Google Shape;804;g2c298da1f27_0_417"/>
          <p:cNvPicPr preferRelativeResize="0"/>
          <p:nvPr/>
        </p:nvPicPr>
        <p:blipFill rotWithShape="1">
          <a:blip r:embed="rId39">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c298da1f27_0_417"/>
          <p:cNvPicPr preferRelativeResize="0"/>
          <p:nvPr/>
        </p:nvPicPr>
        <p:blipFill rotWithShape="1">
          <a:blip r:embed="rId40">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06" name="Google Shape;806;g2c298da1f27_0_417"/>
          <p:cNvPicPr preferRelativeResize="0"/>
          <p:nvPr/>
        </p:nvPicPr>
        <p:blipFill rotWithShape="1">
          <a:blip r:embed="rId41">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c298da1f27_0_417"/>
          <p:cNvPicPr preferRelativeResize="0"/>
          <p:nvPr/>
        </p:nvPicPr>
        <p:blipFill rotWithShape="1">
          <a:blip r:embed="rId42">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4" name="Google Shape;814;g26b7edf6e71_0_109"/>
          <p:cNvGrpSpPr/>
          <p:nvPr/>
        </p:nvGrpSpPr>
        <p:grpSpPr>
          <a:xfrm>
            <a:off x="865957" y="2135925"/>
            <a:ext cx="7282807" cy="2686611"/>
            <a:chOff x="867357" y="2129450"/>
            <a:chExt cx="7282807" cy="2686611"/>
          </a:xfrm>
        </p:grpSpPr>
        <p:pic>
          <p:nvPicPr>
            <p:cNvPr id="815" name="Google Shape;81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5" name="Google Shape;835;g2c298d33e0c_0_6"/>
          <p:cNvGrpSpPr/>
          <p:nvPr/>
        </p:nvGrpSpPr>
        <p:grpSpPr>
          <a:xfrm>
            <a:off x="866900" y="2079100"/>
            <a:ext cx="7281864" cy="2684601"/>
            <a:chOff x="868300" y="2129450"/>
            <a:chExt cx="7281864" cy="2684601"/>
          </a:xfrm>
        </p:grpSpPr>
        <p:pic>
          <p:nvPicPr>
            <p:cNvPr id="836" name="Google Shape;83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0" name="Google Shape;84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0" name="Google Shape;870;g2c298da1f27_0_455"/>
          <p:cNvGrpSpPr/>
          <p:nvPr/>
        </p:nvGrpSpPr>
        <p:grpSpPr>
          <a:xfrm>
            <a:off x="868300" y="2129450"/>
            <a:ext cx="7281864" cy="2684601"/>
            <a:chOff x="868300" y="2053250"/>
            <a:chExt cx="7281864" cy="2684601"/>
          </a:xfrm>
        </p:grpSpPr>
        <p:pic>
          <p:nvPicPr>
            <p:cNvPr id="871" name="Google Shape;871;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pic>
        <p:nvPicPr>
          <p:cNvPr id="890" name="Google Shape;890;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3" name="Google Shape;903;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10" name="Google Shape;910;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11" name="Google Shape;911;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12" name="Google Shape;91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19" name="Google Shape;91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20" name="Google Shape;920;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21" name="Google Shape;921;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28" name="Google Shape;92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29" name="Google Shape;929;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930" name="Google Shape;93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7" name="Google Shape;937;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938" name="Google Shape;938;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939" name="Google Shape;939;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46" name="Google Shape;946;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3" name="Google Shape;953;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4" name="Google Shape;954;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0" name="Google Shape;960;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1" name="Google Shape;961;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2" name="Google Shape;962;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3" name="Google Shape;963;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4" name="Google Shape;964;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5" name="Google Shape;965;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6" name="Google Shape;966;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7" name="Google Shape;967;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8" name="Google Shape;968;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9" name="Google Shape;969;g2c4fb7f6616_1_0"/>
          <p:cNvSpPr/>
          <p:nvPr/>
        </p:nvSpPr>
        <p:spPr>
          <a:xfrm>
            <a:off x="29558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0" name="Google Shape;970;g2c4fb7f6616_1_0"/>
          <p:cNvSpPr/>
          <p:nvPr/>
        </p:nvSpPr>
        <p:spPr>
          <a:xfrm>
            <a:off x="3816888"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c4fb7f6616_1_0"/>
          <p:cNvSpPr/>
          <p:nvPr/>
        </p:nvSpPr>
        <p:spPr>
          <a:xfrm>
            <a:off x="47540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2" name="Google Shape;972;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3" name="Google Shape;973;g2c4fb7f6616_1_0"/>
          <p:cNvSpPr txBox="1">
            <a:spLocks noGrp="1"/>
          </p:cNvSpPr>
          <p:nvPr>
            <p:ph type="subTitle" idx="4294967295"/>
          </p:nvPr>
        </p:nvSpPr>
        <p:spPr>
          <a:xfrm>
            <a:off x="41844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74" name="Google Shape;974;g2c4fb7f6616_1_0"/>
          <p:cNvSpPr txBox="1">
            <a:spLocks noGrp="1"/>
          </p:cNvSpPr>
          <p:nvPr>
            <p:ph type="subTitle" idx="4294967295"/>
          </p:nvPr>
        </p:nvSpPr>
        <p:spPr>
          <a:xfrm>
            <a:off x="23861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75" name="Google Shape;975;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77" name="Google Shape;977;g2c4fb7f6616_1_0"/>
          <p:cNvSpPr txBox="1">
            <a:spLocks noGrp="1"/>
          </p:cNvSpPr>
          <p:nvPr>
            <p:ph type="subTitle" idx="4294967295"/>
          </p:nvPr>
        </p:nvSpPr>
        <p:spPr>
          <a:xfrm>
            <a:off x="52284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grpSp>
        <p:nvGrpSpPr>
          <p:cNvPr id="978" name="Google Shape;978;g2c4fb7f6616_1_0"/>
          <p:cNvGrpSpPr/>
          <p:nvPr/>
        </p:nvGrpSpPr>
        <p:grpSpPr>
          <a:xfrm>
            <a:off x="3943362" y="1164625"/>
            <a:ext cx="2118301" cy="933225"/>
            <a:chOff x="3943362" y="1164625"/>
            <a:chExt cx="2118301" cy="933225"/>
          </a:xfrm>
        </p:grpSpPr>
        <p:sp>
          <p:nvSpPr>
            <p:cNvPr id="979" name="Google Shape;979;g2c4fb7f6616_1_0"/>
            <p:cNvSpPr/>
            <p:nvPr/>
          </p:nvSpPr>
          <p:spPr>
            <a:xfrm rot="-5400000">
              <a:off x="3583663" y="1594575"/>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c4fb7f6616_1_0"/>
            <p:cNvSpPr/>
            <p:nvPr/>
          </p:nvSpPr>
          <p:spPr>
            <a:xfrm>
              <a:off x="3943362" y="1164625"/>
              <a:ext cx="21183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4fb7f6616_1_0"/>
            <p:cNvSpPr/>
            <p:nvPr/>
          </p:nvSpPr>
          <p:spPr>
            <a:xfrm rot="5400000">
              <a:off x="5562913" y="1599100"/>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982" name="Google Shape;982;g2c4fb7f6616_1_0"/>
          <p:cNvSpPr txBox="1"/>
          <p:nvPr/>
        </p:nvSpPr>
        <p:spPr>
          <a:xfrm>
            <a:off x="3097121"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F7941D"/>
                </a:solidFill>
                <a:latin typeface="Poppins"/>
                <a:ea typeface="Poppins"/>
                <a:cs typeface="Poppins"/>
                <a:sym typeface="Poppins"/>
              </a:rPr>
              <a:t>a</a:t>
            </a:r>
            <a:endParaRPr sz="14000" b="0" i="0" u="none" strike="noStrike" cap="none">
              <a:solidFill>
                <a:srgbClr val="F7941D"/>
              </a:solidFill>
              <a:latin typeface="Jost"/>
              <a:ea typeface="Jost"/>
              <a:cs typeface="Jost"/>
              <a:sym typeface="Jo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g2cfd64f8b0b_0_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9" name="Google Shape;989;g2cfd64f8b0b_0_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0" name="Google Shape;990;g2cfd64f8b0b_0_4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cfd64f8b0b_0_4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cfd64f8b0b_0_4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cfd64f8b0b_0_4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cfd64f8b0b_0_4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cfd64f8b0b_0_4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6" name="Google Shape;996;g2cfd64f8b0b_0_4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7" name="Google Shape;997;g2cfd64f8b0b_0_4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8" name="Google Shape;998;g2cfd64f8b0b_0_4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9" name="Google Shape;999;g2cfd64f8b0b_0_4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0" name="Google Shape;1000;g2cfd64f8b0b_0_49"/>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1" name="Google Shape;1001;g2cfd64f8b0b_0_4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2" name="Google Shape;1002;g2cfd64f8b0b_0_4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3" name="Google Shape;1003;g2cfd64f8b0b_0_4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2cfd64f8b0b_0_49"/>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2cfd64f8b0b_0_49"/>
          <p:cNvSpPr/>
          <p:nvPr/>
        </p:nvSpPr>
        <p:spPr>
          <a:xfrm>
            <a:off x="32987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6" name="Google Shape;1006;g2cfd64f8b0b_0_49"/>
          <p:cNvSpPr/>
          <p:nvPr/>
        </p:nvSpPr>
        <p:spPr>
          <a:xfrm>
            <a:off x="4159788"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7" name="Google Shape;1007;g2cfd64f8b0b_0_49"/>
          <p:cNvSpPr/>
          <p:nvPr/>
        </p:nvSpPr>
        <p:spPr>
          <a:xfrm>
            <a:off x="50969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8" name="Google Shape;1008;g2cfd64f8b0b_0_4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9" name="Google Shape;1009;g2cfd64f8b0b_0_49"/>
          <p:cNvSpPr txBox="1">
            <a:spLocks noGrp="1"/>
          </p:cNvSpPr>
          <p:nvPr>
            <p:ph type="subTitle" idx="4294967295"/>
          </p:nvPr>
        </p:nvSpPr>
        <p:spPr>
          <a:xfrm>
            <a:off x="45273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1010" name="Google Shape;1010;g2cfd64f8b0b_0_49"/>
          <p:cNvSpPr txBox="1">
            <a:spLocks noGrp="1"/>
          </p:cNvSpPr>
          <p:nvPr>
            <p:ph type="subTitle" idx="4294967295"/>
          </p:nvPr>
        </p:nvSpPr>
        <p:spPr>
          <a:xfrm>
            <a:off x="27290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1011" name="Google Shape;1011;g2cfd64f8b0b_0_49"/>
          <p:cNvSpPr txBox="1">
            <a:spLocks noGrp="1"/>
          </p:cNvSpPr>
          <p:nvPr>
            <p:ph type="subTitle" idx="4294967295"/>
          </p:nvPr>
        </p:nvSpPr>
        <p:spPr>
          <a:xfrm>
            <a:off x="35901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u</a:t>
            </a:r>
            <a:endParaRPr sz="15000" b="0" i="0" u="none" strike="noStrike" cap="none">
              <a:solidFill>
                <a:srgbClr val="F7941D"/>
              </a:solidFill>
              <a:latin typeface="Jost"/>
              <a:ea typeface="Jost"/>
              <a:cs typeface="Jost"/>
              <a:sym typeface="Jost"/>
            </a:endParaRPr>
          </a:p>
        </p:txBody>
      </p:sp>
      <p:sp>
        <p:nvSpPr>
          <p:cNvPr id="1012" name="Google Shape;1012;g2cfd64f8b0b_0_4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3" name="Google Shape;1013;g2cfd64f8b0b_0_4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14" name="Google Shape;1014;g2cfd64f8b0b_0_49"/>
          <p:cNvSpPr txBox="1">
            <a:spLocks noGrp="1"/>
          </p:cNvSpPr>
          <p:nvPr>
            <p:ph type="subTitle" idx="4294967295"/>
          </p:nvPr>
        </p:nvSpPr>
        <p:spPr>
          <a:xfrm>
            <a:off x="55713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grpSp>
        <p:nvGrpSpPr>
          <p:cNvPr id="1015" name="Google Shape;1015;g2cfd64f8b0b_0_49"/>
          <p:cNvGrpSpPr/>
          <p:nvPr/>
        </p:nvGrpSpPr>
        <p:grpSpPr>
          <a:xfrm>
            <a:off x="4286262" y="1164625"/>
            <a:ext cx="2118301" cy="933225"/>
            <a:chOff x="4286262" y="1164625"/>
            <a:chExt cx="2118301" cy="933225"/>
          </a:xfrm>
        </p:grpSpPr>
        <p:sp>
          <p:nvSpPr>
            <p:cNvPr id="1016" name="Google Shape;1016;g2cfd64f8b0b_0_49"/>
            <p:cNvSpPr/>
            <p:nvPr/>
          </p:nvSpPr>
          <p:spPr>
            <a:xfrm rot="-5400000">
              <a:off x="3926563" y="1594575"/>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7" name="Google Shape;1017;g2cfd64f8b0b_0_49"/>
            <p:cNvSpPr/>
            <p:nvPr/>
          </p:nvSpPr>
          <p:spPr>
            <a:xfrm>
              <a:off x="4286262" y="1164625"/>
              <a:ext cx="21183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8" name="Google Shape;1018;g2cfd64f8b0b_0_49"/>
            <p:cNvSpPr/>
            <p:nvPr/>
          </p:nvSpPr>
          <p:spPr>
            <a:xfrm rot="5400000">
              <a:off x="5905813" y="1599100"/>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1019" name="Google Shape;1019;g2cfd64f8b0b_0_49"/>
          <p:cNvSpPr/>
          <p:nvPr/>
        </p:nvSpPr>
        <p:spPr>
          <a:xfrm>
            <a:off x="26129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0" name="Google Shape;1020;g2cfd64f8b0b_0_49"/>
          <p:cNvSpPr txBox="1">
            <a:spLocks noGrp="1"/>
          </p:cNvSpPr>
          <p:nvPr>
            <p:ph type="subTitle" idx="4294967295"/>
          </p:nvPr>
        </p:nvSpPr>
        <p:spPr>
          <a:xfrm>
            <a:off x="20432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cfd64f8b0b_0_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27" name="Google Shape;1027;g2cfd64f8b0b_0_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28" name="Google Shape;1028;g2cfd64f8b0b_0_15"/>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9" name="Google Shape;1029;g2cfd64f8b0b_0_15"/>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0" name="Google Shape;1030;g2cfd64f8b0b_0_15"/>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1" name="Google Shape;1031;g2cfd64f8b0b_0_1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2" name="Google Shape;1032;g2cfd64f8b0b_0_1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3" name="Google Shape;1033;g2cfd64f8b0b_0_15"/>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4" name="Google Shape;1034;g2cfd64f8b0b_0_15"/>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5" name="Google Shape;1035;g2cfd64f8b0b_0_15"/>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6" name="Google Shape;1036;g2cfd64f8b0b_0_15"/>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7" name="Google Shape;1037;g2cfd64f8b0b_0_15"/>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8" name="Google Shape;1038;g2cfd64f8b0b_0_15"/>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9" name="Google Shape;1039;g2cfd64f8b0b_0_15"/>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40" name="Google Shape;1040;g2cfd64f8b0b_0_15"/>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41" name="Google Shape;1041;g2cfd64f8b0b_0_15"/>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2" name="Google Shape;1042;g2cfd64f8b0b_0_15"/>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3" name="Google Shape;1043;g2cfd64f8b0b_0_15"/>
          <p:cNvSpPr/>
          <p:nvPr/>
        </p:nvSpPr>
        <p:spPr>
          <a:xfrm>
            <a:off x="33749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4" name="Google Shape;1044;g2cfd64f8b0b_0_15"/>
          <p:cNvSpPr/>
          <p:nvPr/>
        </p:nvSpPr>
        <p:spPr>
          <a:xfrm>
            <a:off x="4235988"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5" name="Google Shape;1045;g2cfd64f8b0b_0_15"/>
          <p:cNvSpPr/>
          <p:nvPr/>
        </p:nvSpPr>
        <p:spPr>
          <a:xfrm>
            <a:off x="51731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46" name="Google Shape;1046;g2cfd64f8b0b_0_1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47" name="Google Shape;1047;g2cfd64f8b0b_0_15"/>
          <p:cNvSpPr txBox="1">
            <a:spLocks noGrp="1"/>
          </p:cNvSpPr>
          <p:nvPr>
            <p:ph type="subTitle" idx="4294967295"/>
          </p:nvPr>
        </p:nvSpPr>
        <p:spPr>
          <a:xfrm>
            <a:off x="46035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1048" name="Google Shape;1048;g2cfd64f8b0b_0_15"/>
          <p:cNvSpPr txBox="1">
            <a:spLocks noGrp="1"/>
          </p:cNvSpPr>
          <p:nvPr>
            <p:ph type="subTitle" idx="4294967295"/>
          </p:nvPr>
        </p:nvSpPr>
        <p:spPr>
          <a:xfrm>
            <a:off x="28052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1049" name="Google Shape;1049;g2cfd64f8b0b_0_15"/>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0" name="Google Shape;1050;g2cfd64f8b0b_0_15"/>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51" name="Google Shape;1051;g2cfd64f8b0b_0_15"/>
          <p:cNvSpPr txBox="1">
            <a:spLocks noGrp="1"/>
          </p:cNvSpPr>
          <p:nvPr>
            <p:ph type="subTitle" idx="4294967295"/>
          </p:nvPr>
        </p:nvSpPr>
        <p:spPr>
          <a:xfrm>
            <a:off x="56475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grpSp>
        <p:nvGrpSpPr>
          <p:cNvPr id="1052" name="Google Shape;1052;g2cfd64f8b0b_0_15"/>
          <p:cNvGrpSpPr/>
          <p:nvPr/>
        </p:nvGrpSpPr>
        <p:grpSpPr>
          <a:xfrm>
            <a:off x="4362462" y="1164625"/>
            <a:ext cx="2118301" cy="933225"/>
            <a:chOff x="4362462" y="1164625"/>
            <a:chExt cx="2118301" cy="933225"/>
          </a:xfrm>
        </p:grpSpPr>
        <p:sp>
          <p:nvSpPr>
            <p:cNvPr id="1053" name="Google Shape;1053;g2cfd64f8b0b_0_15"/>
            <p:cNvSpPr/>
            <p:nvPr/>
          </p:nvSpPr>
          <p:spPr>
            <a:xfrm rot="-5400000">
              <a:off x="4002763" y="1594575"/>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4" name="Google Shape;1054;g2cfd64f8b0b_0_15"/>
            <p:cNvSpPr/>
            <p:nvPr/>
          </p:nvSpPr>
          <p:spPr>
            <a:xfrm>
              <a:off x="4362462" y="1164625"/>
              <a:ext cx="21183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5" name="Google Shape;1055;g2cfd64f8b0b_0_15"/>
            <p:cNvSpPr/>
            <p:nvPr/>
          </p:nvSpPr>
          <p:spPr>
            <a:xfrm rot="5400000">
              <a:off x="5982013" y="1599100"/>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1056" name="Google Shape;1056;g2cfd64f8b0b_0_15"/>
          <p:cNvSpPr/>
          <p:nvPr/>
        </p:nvSpPr>
        <p:spPr>
          <a:xfrm>
            <a:off x="25367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7" name="Google Shape;1057;g2cfd64f8b0b_0_15"/>
          <p:cNvSpPr txBox="1">
            <a:spLocks noGrp="1"/>
          </p:cNvSpPr>
          <p:nvPr>
            <p:ph type="subTitle" idx="4294967295"/>
          </p:nvPr>
        </p:nvSpPr>
        <p:spPr>
          <a:xfrm>
            <a:off x="19670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1058" name="Google Shape;1058;g2cfd64f8b0b_0_15"/>
          <p:cNvSpPr txBox="1"/>
          <p:nvPr/>
        </p:nvSpPr>
        <p:spPr>
          <a:xfrm>
            <a:off x="3478121"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600"/>
              <a:buFont typeface="Arial"/>
              <a:buNone/>
            </a:pPr>
            <a:r>
              <a:rPr lang="en-US" sz="12600" b="0" i="0" u="none" strike="noStrike" cap="none">
                <a:solidFill>
                  <a:srgbClr val="F7941D"/>
                </a:solidFill>
                <a:latin typeface="Poppins"/>
                <a:ea typeface="Poppins"/>
                <a:cs typeface="Poppins"/>
                <a:sym typeface="Poppins"/>
              </a:rPr>
              <a:t>a</a:t>
            </a:r>
            <a:endParaRPr sz="13600" b="0" i="0" u="none" strike="noStrike" cap="none">
              <a:solidFill>
                <a:srgbClr val="F7941D"/>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65" name="Google Shape;106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72" name="Google Shape;107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73" name="Google Shape;1073;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74" name="Google Shape;107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81" name="Google Shape;108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82" name="Google Shape;1082;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83" name="Google Shape;108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90" name="Google Shape;109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91" name="Google Shape;1091;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92" name="Google Shape;109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99" name="Google Shape;109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100" name="Google Shape;1100;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101" name="Google Shape;110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g2cfd64f8b0b_0_9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8" name="Google Shape;1108;g2cfd64f8b0b_0_9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9" name="Google Shape;1109;g2cfd64f8b0b_0_99"/>
          <p:cNvGrpSpPr/>
          <p:nvPr/>
        </p:nvGrpSpPr>
        <p:grpSpPr>
          <a:xfrm>
            <a:off x="3024000" y="209875"/>
            <a:ext cx="3096000" cy="454800"/>
            <a:chOff x="3024000" y="209875"/>
            <a:chExt cx="3096000" cy="454800"/>
          </a:xfrm>
        </p:grpSpPr>
        <p:sp>
          <p:nvSpPr>
            <p:cNvPr id="1110" name="Google Shape;1110;g2cfd64f8b0b_0_9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1" name="Google Shape;1111;g2cfd64f8b0b_0_9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2" name="Google Shape;1112;g2cfd64f8b0b_0_99"/>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3" name="Google Shape;1113;g2cfd64f8b0b_0_99"/>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4" name="Google Shape;1114;g2cfd64f8b0b_0_99"/>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5" name="Google Shape;1115;g2cfd64f8b0b_0_99"/>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6" name="Google Shape;1116;g2cfd64f8b0b_0_99"/>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7" name="Google Shape;1117;g2cfd64f8b0b_0_99"/>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18" name="Google Shape;1118;g2cfd64f8b0b_0_99"/>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19" name="Google Shape;1119;g2cfd64f8b0b_0_99"/>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20" name="Google Shape;1120;g2cfd64f8b0b_0_99"/>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21" name="Google Shape;1121;g2cfd64f8b0b_0_99"/>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22" name="Google Shape;1122;g2cfd64f8b0b_0_99"/>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23" name="Google Shape;1123;g2cfd64f8b0b_0_99"/>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F8F21"/>
                </a:solidFill>
                <a:latin typeface="Jost"/>
                <a:ea typeface="Jost"/>
                <a:cs typeface="Jost"/>
                <a:sym typeface="Jost"/>
              </a:rPr>
              <a:t>i-e</a:t>
            </a:r>
            <a:endParaRPr sz="5500" b="0" i="0" u="none" strike="noStrike" cap="none">
              <a:solidFill>
                <a:srgbClr val="EF8F21"/>
              </a:solidFill>
              <a:latin typeface="Jost"/>
              <a:ea typeface="Jost"/>
              <a:cs typeface="Jost"/>
              <a:sym typeface="Jost"/>
            </a:endParaRPr>
          </a:p>
        </p:txBody>
      </p:sp>
      <p:sp>
        <p:nvSpPr>
          <p:cNvPr id="1124" name="Google Shape;1124;g2cfd64f8b0b_0_99"/>
          <p:cNvSpPr txBox="1"/>
          <p:nvPr/>
        </p:nvSpPr>
        <p:spPr>
          <a:xfrm>
            <a:off x="5300800" y="2160375"/>
            <a:ext cx="1152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F8F21"/>
                </a:solidFill>
                <a:latin typeface="Jost"/>
                <a:ea typeface="Jost"/>
                <a:cs typeface="Jost"/>
                <a:sym typeface="Jost"/>
              </a:rPr>
              <a:t>u-e</a:t>
            </a:r>
            <a:endParaRPr sz="5500" b="0" i="0" u="none" strike="noStrike" cap="none">
              <a:solidFill>
                <a:srgbClr val="EF8F21"/>
              </a:solidFill>
              <a:latin typeface="Jost"/>
              <a:ea typeface="Jost"/>
              <a:cs typeface="Jost"/>
              <a:sym typeface="Jost"/>
            </a:endParaRPr>
          </a:p>
        </p:txBody>
      </p:sp>
      <p:cxnSp>
        <p:nvCxnSpPr>
          <p:cNvPr id="1125" name="Google Shape;1125;g2cfd64f8b0b_0_99"/>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6" name="Google Shape;1126;g2cfd64f8b0b_0_99"/>
          <p:cNvSpPr txBox="1"/>
          <p:nvPr/>
        </p:nvSpPr>
        <p:spPr>
          <a:xfrm>
            <a:off x="2682077" y="2184075"/>
            <a:ext cx="147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F7941D"/>
                </a:solidFill>
                <a:latin typeface="Poppins"/>
                <a:ea typeface="Poppins"/>
                <a:cs typeface="Poppins"/>
                <a:sym typeface="Poppins"/>
              </a:rPr>
              <a:t>a</a:t>
            </a:r>
            <a:r>
              <a:rPr lang="en-US" sz="5500" b="0" i="0" u="none" strike="noStrike" cap="none">
                <a:solidFill>
                  <a:srgbClr val="EF8F21"/>
                </a:solidFill>
                <a:latin typeface="Jost"/>
                <a:ea typeface="Jost"/>
                <a:cs typeface="Jost"/>
                <a:sym typeface="Jost"/>
              </a:rPr>
              <a:t>-</a:t>
            </a:r>
            <a:r>
              <a:rPr lang="en-US" sz="5000" b="0" i="0" u="none" strike="noStrike" cap="none">
                <a:solidFill>
                  <a:srgbClr val="F7941D"/>
                </a:solidFill>
                <a:latin typeface="Poppins"/>
                <a:ea typeface="Poppins"/>
                <a:cs typeface="Poppins"/>
                <a:sym typeface="Poppins"/>
              </a:rPr>
              <a:t>e</a:t>
            </a:r>
            <a:endParaRPr sz="5000" b="0" i="0" u="none" strike="noStrike" cap="none">
              <a:solidFill>
                <a:srgbClr val="F7941D"/>
              </a:solidFill>
              <a:latin typeface="Jost"/>
              <a:ea typeface="Jost"/>
              <a:cs typeface="Jost"/>
              <a:sym typeface="Jos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31"/>
        <p:cNvGrpSpPr/>
        <p:nvPr/>
      </p:nvGrpSpPr>
      <p:grpSpPr>
        <a:xfrm>
          <a:off x="0" y="0"/>
          <a:ext cx="0" cy="0"/>
          <a:chOff x="0" y="0"/>
          <a:chExt cx="0" cy="0"/>
        </a:xfrm>
      </p:grpSpPr>
      <p:sp>
        <p:nvSpPr>
          <p:cNvPr id="1132" name="Google Shape;1132;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3" name="Google Shape;1133;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34" name="Google Shape;1134;g1f3daf8a844_0_64"/>
          <p:cNvGrpSpPr/>
          <p:nvPr/>
        </p:nvGrpSpPr>
        <p:grpSpPr>
          <a:xfrm>
            <a:off x="3024000" y="209875"/>
            <a:ext cx="3096000" cy="454800"/>
            <a:chOff x="3024000" y="209875"/>
            <a:chExt cx="3096000" cy="454800"/>
          </a:xfrm>
        </p:grpSpPr>
        <p:sp>
          <p:nvSpPr>
            <p:cNvPr id="1135" name="Google Shape;1135;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6" name="Google Shape;1136;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7" name="Google Shape;1137;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38" name="Google Shape;1138;g1f3daf8a844_0_64"/>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39" name="Google Shape;1139;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0" name="Google Shape;1140;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1" name="Google Shape;1141;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2" name="Google Shape;1142;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3" name="Google Shape;1143;g1f3daf8a844_0_64"/>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ce ice br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ce m</a:t>
            </a:r>
            <a:r>
              <a:rPr lang="en-US" sz="1500" b="0" i="0" u="none" strike="noStrike" cap="none">
                <a:solidFill>
                  <a:srgbClr val="B7B7B7"/>
                </a:solidFill>
                <a:latin typeface="Poppins"/>
                <a:ea typeface="Poppins"/>
                <a:cs typeface="Poppins"/>
                <a:sym typeface="Poppins"/>
              </a:rPr>
              <a:t>i</a:t>
            </a:r>
            <a:r>
              <a:rPr lang="en-US" sz="1800" b="0" i="0" u="none" strike="noStrike" cap="none">
                <a:solidFill>
                  <a:srgbClr val="B7B7B7"/>
                </a:solidFill>
                <a:latin typeface="Jost"/>
                <a:ea typeface="Jost"/>
                <a:cs typeface="Jost"/>
                <a:sym typeface="Jost"/>
              </a:rPr>
              <a:t>ce nice truce </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ce f</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ce</a:t>
            </a:r>
            <a:endParaRPr sz="1800" b="0" i="0" u="none" strike="noStrike" cap="none">
              <a:solidFill>
                <a:srgbClr val="B7B7B7"/>
              </a:solidFill>
              <a:latin typeface="Jost"/>
              <a:ea typeface="Jost"/>
              <a:cs typeface="Jost"/>
              <a:sym typeface="Jost"/>
            </a:endParaRPr>
          </a:p>
        </p:txBody>
      </p:sp>
      <p:sp>
        <p:nvSpPr>
          <p:cNvPr id="1144" name="Google Shape;1144;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45" name="Google Shape;1145;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6" name="Google Shape;1146;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47" name="Google Shape;1147;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48" name="Google Shape;1148;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cxnSp>
        <p:nvCxnSpPr>
          <p:cNvPr id="1149" name="Google Shape;1149;g1f3daf8a844_0_64"/>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50" name="Google Shape;1150;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51" name="Google Shape;1151;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F8F21"/>
                </a:solidFill>
                <a:latin typeface="Jost"/>
                <a:ea typeface="Jost"/>
                <a:cs typeface="Jost"/>
                <a:sym typeface="Jost"/>
              </a:rPr>
              <a:t>i-e</a:t>
            </a:r>
            <a:endParaRPr sz="5500" b="0" i="0" u="none" strike="noStrike" cap="none">
              <a:solidFill>
                <a:srgbClr val="EF8F21"/>
              </a:solidFill>
              <a:latin typeface="Jost"/>
              <a:ea typeface="Jost"/>
              <a:cs typeface="Jost"/>
              <a:sym typeface="Jost"/>
            </a:endParaRPr>
          </a:p>
        </p:txBody>
      </p:sp>
      <p:sp>
        <p:nvSpPr>
          <p:cNvPr id="1152" name="Google Shape;1152;g1f3daf8a844_0_64"/>
          <p:cNvSpPr txBox="1"/>
          <p:nvPr/>
        </p:nvSpPr>
        <p:spPr>
          <a:xfrm>
            <a:off x="5300800" y="2160375"/>
            <a:ext cx="1152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F8F21"/>
                </a:solidFill>
                <a:latin typeface="Jost"/>
                <a:ea typeface="Jost"/>
                <a:cs typeface="Jost"/>
                <a:sym typeface="Jost"/>
              </a:rPr>
              <a:t>u-e</a:t>
            </a:r>
            <a:endParaRPr sz="5500" b="0" i="0" u="none" strike="noStrike" cap="none">
              <a:solidFill>
                <a:srgbClr val="EF8F21"/>
              </a:solidFill>
              <a:latin typeface="Jost"/>
              <a:ea typeface="Jost"/>
              <a:cs typeface="Jost"/>
              <a:sym typeface="Jost"/>
            </a:endParaRPr>
          </a:p>
        </p:txBody>
      </p:sp>
      <p:sp>
        <p:nvSpPr>
          <p:cNvPr id="1153" name="Google Shape;1153;g1f3daf8a844_0_64"/>
          <p:cNvSpPr txBox="1"/>
          <p:nvPr/>
        </p:nvSpPr>
        <p:spPr>
          <a:xfrm>
            <a:off x="2682077" y="2184075"/>
            <a:ext cx="147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F7941D"/>
                </a:solidFill>
                <a:latin typeface="Poppins"/>
                <a:ea typeface="Poppins"/>
                <a:cs typeface="Poppins"/>
                <a:sym typeface="Poppins"/>
              </a:rPr>
              <a:t>a</a:t>
            </a:r>
            <a:r>
              <a:rPr lang="en-US" sz="5500" b="0" i="0" u="none" strike="noStrike" cap="none">
                <a:solidFill>
                  <a:srgbClr val="EF8F21"/>
                </a:solidFill>
                <a:latin typeface="Jost"/>
                <a:ea typeface="Jost"/>
                <a:cs typeface="Jost"/>
                <a:sym typeface="Jost"/>
              </a:rPr>
              <a:t>-</a:t>
            </a:r>
            <a:r>
              <a:rPr lang="en-US" sz="5000" b="0" i="0" u="none" strike="noStrike" cap="none">
                <a:solidFill>
                  <a:srgbClr val="F7941D"/>
                </a:solidFill>
                <a:latin typeface="Poppins"/>
                <a:ea typeface="Poppins"/>
                <a:cs typeface="Poppins"/>
                <a:sym typeface="Poppins"/>
              </a:rPr>
              <a:t>e</a:t>
            </a:r>
            <a:endParaRPr sz="5000" b="0" i="0" u="none" strike="noStrike" cap="none">
              <a:solidFill>
                <a:srgbClr val="F7941D"/>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411</Words>
  <Application>Microsoft Office PowerPoint</Application>
  <PresentationFormat>On-screen Show (4:3)</PresentationFormat>
  <Paragraphs>160</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Calibri</vt:lpstr>
      <vt:lpstr>Nunito Black</vt:lpstr>
      <vt:lpstr>Arial</vt:lpstr>
      <vt:lpstr>Poppins Medium</vt:lpstr>
      <vt:lpstr>Poppins</vt:lpstr>
      <vt:lpstr>Jost</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Hear Phonemes</vt:lpstr>
      <vt:lpstr>Hear Phonemes</vt:lpstr>
      <vt:lpstr>Teach Grapheme Caption</vt:lpstr>
      <vt:lpstr>Review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2026-05-20T07:09:21Z</dcterms:modified>
</cp:coreProperties>
</file>