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jo6gxG407XIEuNYIvbdy89UZxt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6BD86B-FB53-492F-A962-A2ACC778C37D}">
  <a:tblStyle styleId="{C16BD86B-FB53-492F-A962-A2ACC778C37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6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ed4c4c04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ed4c4c04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ed4c4c04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6" name="Google Shape;84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7" name="Google Shape;84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ebfdb1612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ebfdb1612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ebfdb1612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cebfdb1612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2cebfdb1612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2cebfdb1612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R-controlled Digraph 'ar'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10 -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46</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20.xml"/><Relationship Id="rId5" Type="http://schemas.openxmlformats.org/officeDocument/2006/relationships/image" Target="../media/image5.png"/><Relationship Id="rId10" Type="http://schemas.openxmlformats.org/officeDocument/2006/relationships/slide" Target="slide19.xml"/><Relationship Id="rId4" Type="http://schemas.openxmlformats.org/officeDocument/2006/relationships/image" Target="../media/image9.png"/><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s>
</file>

<file path=ppt/slides/_rels/slide5.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68.png"/><Relationship Id="rId1" Type="http://schemas.openxmlformats.org/officeDocument/2006/relationships/slideLayout" Target="../slideLayouts/slideLayout3.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18" Type="http://schemas.openxmlformats.org/officeDocument/2006/relationships/image" Target="../media/image84.png"/><Relationship Id="rId3" Type="http://schemas.openxmlformats.org/officeDocument/2006/relationships/image" Target="../media/image69.png"/><Relationship Id="rId21" Type="http://schemas.openxmlformats.org/officeDocument/2006/relationships/image" Target="../media/image87.png"/><Relationship Id="rId7" Type="http://schemas.openxmlformats.org/officeDocument/2006/relationships/image" Target="../media/image73.png"/><Relationship Id="rId12" Type="http://schemas.openxmlformats.org/officeDocument/2006/relationships/image" Target="../media/image78.png"/><Relationship Id="rId17" Type="http://schemas.openxmlformats.org/officeDocument/2006/relationships/image" Target="../media/image83.png"/><Relationship Id="rId2" Type="http://schemas.openxmlformats.org/officeDocument/2006/relationships/notesSlide" Target="../notesSlides/notesSlide6.xml"/><Relationship Id="rId16" Type="http://schemas.openxmlformats.org/officeDocument/2006/relationships/image" Target="../media/image82.png"/><Relationship Id="rId20" Type="http://schemas.openxmlformats.org/officeDocument/2006/relationships/image" Target="../media/image86.png"/><Relationship Id="rId1" Type="http://schemas.openxmlformats.org/officeDocument/2006/relationships/slideLayout" Target="../slideLayouts/slideLayout3.xml"/><Relationship Id="rId6" Type="http://schemas.openxmlformats.org/officeDocument/2006/relationships/image" Target="../media/image72.png"/><Relationship Id="rId11" Type="http://schemas.openxmlformats.org/officeDocument/2006/relationships/image" Target="../media/image77.png"/><Relationship Id="rId24" Type="http://schemas.openxmlformats.org/officeDocument/2006/relationships/image" Target="../media/image90.png"/><Relationship Id="rId5" Type="http://schemas.openxmlformats.org/officeDocument/2006/relationships/image" Target="../media/image71.png"/><Relationship Id="rId15" Type="http://schemas.openxmlformats.org/officeDocument/2006/relationships/image" Target="../media/image81.png"/><Relationship Id="rId23" Type="http://schemas.openxmlformats.org/officeDocument/2006/relationships/image" Target="../media/image89.png"/><Relationship Id="rId10" Type="http://schemas.openxmlformats.org/officeDocument/2006/relationships/image" Target="../media/image76.png"/><Relationship Id="rId19" Type="http://schemas.openxmlformats.org/officeDocument/2006/relationships/image" Target="../media/image85.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80.png"/><Relationship Id="rId22" Type="http://schemas.openxmlformats.org/officeDocument/2006/relationships/image" Target="../media/image88.png"/></Relationships>
</file>

<file path=ppt/slides/_rels/slide7.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669866"/>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R-controlled Digraph 'ar'</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46</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{C16BD86B-FB53-492F-A962-A2ACC778C37D}</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j</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Mulish"/>
                          <a:ea typeface="Mulish"/>
                          <a:cs typeface="Mulish"/>
                          <a:sym typeface="Mulish"/>
                        </a:rPr>
                        <a:t>v</a:t>
                      </a:r>
                      <a:endParaRPr sz="1800" u="none" strike="noStrike" cap="none">
                        <a:solidFill>
                          <a:schemeClr val="dk1"/>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x</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qu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ch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sh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th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ng</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igh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oo</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r</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1A1A1A"/>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l="139" r="14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90" name="Google Shape;690;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1" name="Google Shape;691;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2" name="Google Shape;692;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r-controlled digraph </a:t>
            </a:r>
            <a:r>
              <a:rPr lang="en-US">
                <a:solidFill>
                  <a:srgbClr val="8DC63F"/>
                </a:solidFill>
              </a:rPr>
              <a:t>ar</a:t>
            </a:r>
            <a:r>
              <a:rPr lang="en-US"/>
              <a:t>.</a:t>
            </a:r>
            <a:endParaRPr/>
          </a:p>
        </p:txBody>
      </p:sp>
      <p:sp>
        <p:nvSpPr>
          <p:cNvPr id="699" name="Google Shape;699;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5771524" y="5256525"/>
            <a:ext cx="1593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5" name="Google Shape;715;g2bee4f4af4b_0_204">
            <a:hlinkClick r:id="rId8" action="ppaction://hlinksldjump"/>
          </p:cNvPr>
          <p:cNvSpPr/>
          <p:nvPr/>
        </p:nvSpPr>
        <p:spPr>
          <a:xfrm>
            <a:off x="940451"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2537687" y="3738808"/>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4851393" y="378793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5954316" y="371893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3579206" y="371893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26b641b03cd_0_165"/>
          <p:cNvGrpSpPr/>
          <p:nvPr/>
        </p:nvGrpSpPr>
        <p:grpSpPr>
          <a:xfrm>
            <a:off x="930400" y="2129444"/>
            <a:ext cx="7283200" cy="3724851"/>
            <a:chOff x="930400" y="2129444"/>
            <a:chExt cx="7283200" cy="3724851"/>
          </a:xfrm>
        </p:grpSpPr>
        <p:pic>
          <p:nvPicPr>
            <p:cNvPr id="727" name="Google Shape;72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6" name="Google Shape;756;g26b7edf6e71_0_26"/>
          <p:cNvPicPr preferRelativeResize="0"/>
          <p:nvPr/>
        </p:nvPicPr>
        <p:blipFill rotWithShape="1">
          <a:blip r:embed="rId3">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4">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5">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9" name="Google Shape;759;g26b7edf6e71_0_26"/>
          <p:cNvPicPr preferRelativeResize="0"/>
          <p:nvPr/>
        </p:nvPicPr>
        <p:blipFill rotWithShape="1">
          <a:blip r:embed="rId6">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7">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26b7edf6e71_0_26"/>
          <p:cNvPicPr preferRelativeResize="0"/>
          <p:nvPr/>
        </p:nvPicPr>
        <p:blipFill rotWithShape="1">
          <a:blip r:embed="rId8">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9">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10">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11">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12">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13">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14">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15">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16">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17">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18">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19">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20">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21">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22">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23">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24">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solidFill>
                  <a:schemeClr val="dk1"/>
                </a:solidFill>
              </a:rPr>
              <a:t>.</a:t>
            </a:r>
            <a:endParaRPr>
              <a:solidFill>
                <a:schemeClr val="dk1"/>
              </a:solidFill>
            </a:endParaRPr>
          </a:p>
        </p:txBody>
      </p:sp>
      <p:grpSp>
        <p:nvGrpSpPr>
          <p:cNvPr id="784" name="Google Shape;784;g26b7edf6e71_0_109"/>
          <p:cNvGrpSpPr/>
          <p:nvPr/>
        </p:nvGrpSpPr>
        <p:grpSpPr>
          <a:xfrm>
            <a:off x="867357" y="2129450"/>
            <a:ext cx="7282807" cy="2686611"/>
            <a:chOff x="867357" y="2129450"/>
            <a:chExt cx="7282807" cy="2686611"/>
          </a:xfrm>
        </p:grpSpPr>
        <p:pic>
          <p:nvPicPr>
            <p:cNvPr id="785" name="Google Shape;78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c610ea7438_0_1"/>
          <p:cNvSpPr txBox="1">
            <a:spLocks noGrp="1"/>
          </p:cNvSpPr>
          <p:nvPr>
            <p:ph type="title"/>
          </p:nvPr>
        </p:nvSpPr>
        <p:spPr>
          <a:xfrm>
            <a:off x="576250" y="582900"/>
            <a:ext cx="79917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br>
              <a:rPr lang="en-US"/>
            </a:br>
            <a:r>
              <a:rPr lang="en-US">
                <a:solidFill>
                  <a:srgbClr val="2356AF"/>
                </a:solidFill>
              </a:rPr>
              <a:t>push they me we be he she my by looked you</a:t>
            </a:r>
            <a:r>
              <a:rPr lang="en-US"/>
              <a:t>.</a:t>
            </a:r>
            <a:endParaRPr/>
          </a:p>
        </p:txBody>
      </p:sp>
      <p:pic>
        <p:nvPicPr>
          <p:cNvPr id="805" name="Google Shape;805;g2c610ea7438_0_1"/>
          <p:cNvPicPr preferRelativeResize="0"/>
          <p:nvPr/>
        </p:nvPicPr>
        <p:blipFill rotWithShape="1">
          <a:blip r:embed="rId3">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6" name="Google Shape;806;g2c610ea7438_0_1"/>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7" name="Google Shape;807;g2c610ea7438_0_1"/>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8" name="Google Shape;808;g2c610ea7438_0_1"/>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09" name="Google Shape;809;g2c610ea7438_0_1"/>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0" name="Google Shape;810;g2c610ea7438_0_1"/>
          <p:cNvPicPr preferRelativeResize="0"/>
          <p:nvPr/>
        </p:nvPicPr>
        <p:blipFill rotWithShape="1">
          <a:blip r:embed="rId8">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c610ea7438_0_1"/>
          <p:cNvPicPr preferRelativeResize="0"/>
          <p:nvPr/>
        </p:nvPicPr>
        <p:blipFill rotWithShape="1">
          <a:blip r:embed="rId9">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10">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4" name="Google Shape;814;g2c610ea7438_0_1"/>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1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14">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15">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16">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17">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18">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19">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20">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21">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22">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23">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2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ed4c4c040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33" name="Google Shape;833;g2ced4c4c040_0_0"/>
          <p:cNvSpPr txBox="1"/>
          <p:nvPr/>
        </p:nvSpPr>
        <p:spPr>
          <a:xfrm>
            <a:off x="876925" y="1865475"/>
            <a:ext cx="7272000" cy="2939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34" name="Google Shape;834;g2ced4c4c040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41" name="Google Shape;84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42" name="Google Shape;842;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43" name="Google Shape;84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50" name="Google Shape;85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51" name="Google Shape;851;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52" name="Google Shape;85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9" name="Google Shape;85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60" name="Google Shape;860;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61" name="Google Shape;86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8" name="Google Shape;868;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69" name="Google Shape;869;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70" name="Google Shape;870;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77" name="Google Shape;87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8" name="Google Shape;87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5" name="Google Shape;885;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6" name="Google Shape;886;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7" name="Google Shape;887;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1" name="Google Shape;891;g2c4fd7a3c22_2_0"/>
          <p:cNvGrpSpPr/>
          <p:nvPr/>
        </p:nvGrpSpPr>
        <p:grpSpPr>
          <a:xfrm>
            <a:off x="304250" y="6984600"/>
            <a:ext cx="8330829" cy="808600"/>
            <a:chOff x="-152950" y="7365600"/>
            <a:chExt cx="8330829" cy="808600"/>
          </a:xfrm>
        </p:grpSpPr>
        <p:sp>
          <p:nvSpPr>
            <p:cNvPr id="892" name="Google Shape;892;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3" name="Google Shape;893;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4" name="Google Shape;894;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5" name="Google Shape;895;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6" name="Google Shape;896;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7" name="Google Shape;897;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8" name="Google Shape;898;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9" name="Google Shape;899;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0" name="Google Shape;900;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1" name="Google Shape;901;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2" name="Google Shape;902;g2c4fd7a3c22_2_0"/>
          <p:cNvSpPr/>
          <p:nvPr/>
        </p:nvSpPr>
        <p:spPr>
          <a:xfrm>
            <a:off x="295496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c4fd7a3c22_2_0"/>
          <p:cNvSpPr/>
          <p:nvPr/>
        </p:nvSpPr>
        <p:spPr>
          <a:xfrm>
            <a:off x="587518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4" name="Google Shape;904;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5" name="Google Shape;905;g2c4fd7a3c22_2_0"/>
          <p:cNvSpPr txBox="1">
            <a:spLocks noGrp="1"/>
          </p:cNvSpPr>
          <p:nvPr>
            <p:ph type="subTitle" idx="4294967295"/>
          </p:nvPr>
        </p:nvSpPr>
        <p:spPr>
          <a:xfrm>
            <a:off x="522933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06" name="Google Shape;906;g2c4fd7a3c22_2_0"/>
          <p:cNvSpPr txBox="1">
            <a:spLocks noGrp="1"/>
          </p:cNvSpPr>
          <p:nvPr>
            <p:ph type="subTitle" idx="4294967295"/>
          </p:nvPr>
        </p:nvSpPr>
        <p:spPr>
          <a:xfrm>
            <a:off x="238526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07" name="Google Shape;907;g2c4fd7a3c22_2_0"/>
          <p:cNvSpPr txBox="1">
            <a:spLocks noGrp="1"/>
          </p:cNvSpPr>
          <p:nvPr>
            <p:ph type="subTitle" idx="4294967295"/>
          </p:nvPr>
        </p:nvSpPr>
        <p:spPr>
          <a:xfrm>
            <a:off x="3453914" y="1308025"/>
            <a:ext cx="1971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b="0" i="0" u="none" strike="noStrike" cap="none">
                <a:solidFill>
                  <a:srgbClr val="9940A2"/>
                </a:solidFill>
                <a:latin typeface="Poppins"/>
                <a:ea typeface="Poppins"/>
                <a:cs typeface="Poppins"/>
                <a:sym typeface="Poppins"/>
              </a:rPr>
              <a:t>a</a:t>
            </a:r>
            <a:r>
              <a:rPr lang="en-US" sz="15000" b="0" i="0" u="none" strike="noStrike" cap="none">
                <a:solidFill>
                  <a:srgbClr val="9940A2"/>
                </a:solidFill>
                <a:latin typeface="Jost"/>
                <a:ea typeface="Jost"/>
                <a:cs typeface="Jost"/>
                <a:sym typeface="Jost"/>
              </a:rPr>
              <a:t>r</a:t>
            </a:r>
            <a:endParaRPr sz="15000" b="0" i="0" u="none" strike="noStrike" cap="none">
              <a:solidFill>
                <a:srgbClr val="9940A2"/>
              </a:solidFill>
              <a:latin typeface="Jost"/>
              <a:ea typeface="Jost"/>
              <a:cs typeface="Jost"/>
              <a:sym typeface="Jost"/>
            </a:endParaRPr>
          </a:p>
        </p:txBody>
      </p:sp>
      <p:sp>
        <p:nvSpPr>
          <p:cNvPr id="908" name="Google Shape;908;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c4fd7a3c22_2_0"/>
          <p:cNvSpPr/>
          <p:nvPr/>
        </p:nvSpPr>
        <p:spPr>
          <a:xfrm>
            <a:off x="3638714" y="3966888"/>
            <a:ext cx="1602000" cy="27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cebfdb1612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6" name="Google Shape;916;g2cebfdb1612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7" name="Google Shape;917;g2cebfdb1612_0_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ebfdb1612_0_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ebfdb1612_0_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cebfdb1612_0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cebfdb1612_0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2" name="Google Shape;922;g2cebfdb1612_0_8"/>
          <p:cNvGrpSpPr/>
          <p:nvPr/>
        </p:nvGrpSpPr>
        <p:grpSpPr>
          <a:xfrm>
            <a:off x="304250" y="6984600"/>
            <a:ext cx="8330829" cy="808600"/>
            <a:chOff x="-152950" y="7365600"/>
            <a:chExt cx="8330829" cy="808600"/>
          </a:xfrm>
        </p:grpSpPr>
        <p:sp>
          <p:nvSpPr>
            <p:cNvPr id="923" name="Google Shape;923;g2cebfdb1612_0_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4" name="Google Shape;924;g2cebfdb1612_0_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5" name="Google Shape;925;g2cebfdb1612_0_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6" name="Google Shape;926;g2cebfdb1612_0_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7" name="Google Shape;927;g2cebfdb1612_0_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8" name="Google Shape;928;g2cebfdb1612_0_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9" name="Google Shape;929;g2cebfdb1612_0_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0" name="Google Shape;930;g2cebfdb1612_0_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31" name="Google Shape;931;g2cebfdb1612_0_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2" name="Google Shape;932;g2cebfdb1612_0_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2cebfdb1612_0_8"/>
          <p:cNvSpPr/>
          <p:nvPr/>
        </p:nvSpPr>
        <p:spPr>
          <a:xfrm>
            <a:off x="2982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4" name="Google Shape;934;g2cebfdb1612_0_8"/>
          <p:cNvSpPr/>
          <p:nvPr/>
        </p:nvSpPr>
        <p:spPr>
          <a:xfrm>
            <a:off x="5847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5" name="Google Shape;935;g2cebfdb1612_0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6" name="Google Shape;936;g2cebfdb1612_0_8"/>
          <p:cNvSpPr txBox="1">
            <a:spLocks noGrp="1"/>
          </p:cNvSpPr>
          <p:nvPr>
            <p:ph type="subTitle" idx="4294967295"/>
          </p:nvPr>
        </p:nvSpPr>
        <p:spPr>
          <a:xfrm>
            <a:off x="5201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37" name="Google Shape;937;g2cebfdb1612_0_8"/>
          <p:cNvSpPr txBox="1">
            <a:spLocks noGrp="1"/>
          </p:cNvSpPr>
          <p:nvPr>
            <p:ph type="subTitle" idx="4294967295"/>
          </p:nvPr>
        </p:nvSpPr>
        <p:spPr>
          <a:xfrm>
            <a:off x="2412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38" name="Google Shape;938;g2cebfdb1612_0_8"/>
          <p:cNvSpPr txBox="1">
            <a:spLocks noGrp="1"/>
          </p:cNvSpPr>
          <p:nvPr>
            <p:ph type="subTitle" idx="4294967295"/>
          </p:nvPr>
        </p:nvSpPr>
        <p:spPr>
          <a:xfrm>
            <a:off x="3598295" y="1308025"/>
            <a:ext cx="2113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b="0" i="0" u="none" strike="noStrike" cap="none">
                <a:solidFill>
                  <a:srgbClr val="9940A2"/>
                </a:solidFill>
                <a:latin typeface="Poppins"/>
                <a:ea typeface="Poppins"/>
                <a:cs typeface="Poppins"/>
                <a:sym typeface="Poppins"/>
              </a:rPr>
              <a:t>a</a:t>
            </a:r>
            <a:r>
              <a:rPr lang="en-US" sz="15000" b="0" i="0" u="none" strike="noStrike" cap="none">
                <a:solidFill>
                  <a:srgbClr val="9940A2"/>
                </a:solidFill>
                <a:latin typeface="Jost"/>
                <a:ea typeface="Jost"/>
                <a:cs typeface="Jost"/>
                <a:sym typeface="Jost"/>
              </a:rPr>
              <a:t>r</a:t>
            </a:r>
            <a:endParaRPr sz="15000" b="0" i="0" u="none" strike="noStrike" cap="none">
              <a:solidFill>
                <a:srgbClr val="9940A2"/>
              </a:solidFill>
              <a:latin typeface="Jost"/>
              <a:ea typeface="Jost"/>
              <a:cs typeface="Jost"/>
              <a:sym typeface="Jost"/>
            </a:endParaRPr>
          </a:p>
        </p:txBody>
      </p:sp>
      <p:sp>
        <p:nvSpPr>
          <p:cNvPr id="939" name="Google Shape;939;g2cebfdb1612_0_8"/>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ebfdb1612_0_8"/>
          <p:cNvSpPr/>
          <p:nvPr/>
        </p:nvSpPr>
        <p:spPr>
          <a:xfrm>
            <a:off x="3853895" y="3966888"/>
            <a:ext cx="1602000" cy="27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47" name="Google Shape;94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48" name="Google Shape;94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55" name="Google Shape;95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6" name="Google Shape;956;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7" name="Google Shape;95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64" name="Google Shape;96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5" name="Google Shape;965;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66" name="Google Shape;96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73" name="Google Shape;97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4" name="Google Shape;974;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5" name="Google Shape;97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82" name="Google Shape;98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3" name="Google Shape;983;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4" name="Google Shape;98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6b641b03cd_0_301"/>
          <p:cNvSpPr txBox="1">
            <a:spLocks noGrp="1"/>
          </p:cNvSpPr>
          <p:nvPr>
            <p:ph type="title"/>
          </p:nvPr>
        </p:nvSpPr>
        <p:spPr>
          <a:xfrm>
            <a:off x="976950" y="5568500"/>
            <a:ext cx="7190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91" name="Google Shape;99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92" name="Google Shape;992;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93" name="Google Shape;99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6b641b03cd_0_308"/>
          <p:cNvSpPr txBox="1">
            <a:spLocks noGrp="1"/>
          </p:cNvSpPr>
          <p:nvPr>
            <p:ph type="title"/>
          </p:nvPr>
        </p:nvSpPr>
        <p:spPr>
          <a:xfrm>
            <a:off x="964425" y="5568500"/>
            <a:ext cx="7215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00" name="Google Shape;100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01" name="Google Shape;1001;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02" name="Google Shape;100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9" name="Google Shape;100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0" name="Google Shape;1010;g1f3daf8a844_0_64"/>
          <p:cNvGrpSpPr/>
          <p:nvPr/>
        </p:nvGrpSpPr>
        <p:grpSpPr>
          <a:xfrm>
            <a:off x="3024000" y="209875"/>
            <a:ext cx="3096000" cy="454800"/>
            <a:chOff x="3024000" y="209875"/>
            <a:chExt cx="3096000" cy="454800"/>
          </a:xfrm>
        </p:grpSpPr>
        <p:sp>
          <p:nvSpPr>
            <p:cNvPr id="1011" name="Google Shape;101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3" name="Google Shape;101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4" name="Google Shape;101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5" name="Google Shape;101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6" name="Google Shape;101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7" name="Google Shape;101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8" name="Google Shape;1018;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19" name="Google Shape;101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20" name="Google Shape;102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21" name="Google Shape;102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022" name="Google Shape;102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23" name="Google Shape;102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24" name="Google Shape;1024;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25" name="Google Shape;1025;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26" name="Google Shape;1026;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027" name="Google Shape;1027;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9940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cxnSp>
        <p:nvCxnSpPr>
          <p:cNvPr id="1028" name="Google Shape;102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2cebfdb1612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5" name="Google Shape;1035;g2cebfdb1612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6" name="Google Shape;1036;g2cebfdb1612_0_42"/>
          <p:cNvGrpSpPr/>
          <p:nvPr/>
        </p:nvGrpSpPr>
        <p:grpSpPr>
          <a:xfrm>
            <a:off x="3024000" y="209875"/>
            <a:ext cx="3096000" cy="454800"/>
            <a:chOff x="3024000" y="209875"/>
            <a:chExt cx="3096000" cy="454800"/>
          </a:xfrm>
        </p:grpSpPr>
        <p:sp>
          <p:nvSpPr>
            <p:cNvPr id="1037" name="Google Shape;1037;g2cebfdb1612_0_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2cebfdb1612_0_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9" name="Google Shape;1039;g2cebfdb1612_0_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0" name="Google Shape;1040;g2cebfdb1612_0_4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41" name="Google Shape;1041;g2cebfdb1612_0_4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2" name="Google Shape;1042;g2cebfdb1612_0_4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3" name="Google Shape;1043;g2cebfdb1612_0_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4" name="Google Shape;1044;g2cebfdb1612_0_4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5" name="Google Shape;1045;g2cebfdb1612_0_4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j</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rd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rk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rt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rd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rk sh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rk</a:t>
            </a:r>
            <a:endParaRPr sz="1800" b="0" i="0" u="none" strike="noStrike" cap="none">
              <a:solidFill>
                <a:srgbClr val="B7B7B7"/>
              </a:solidFill>
              <a:latin typeface="Jost"/>
              <a:ea typeface="Jost"/>
              <a:cs typeface="Jost"/>
              <a:sym typeface="Jost"/>
            </a:endParaRPr>
          </a:p>
        </p:txBody>
      </p:sp>
      <p:sp>
        <p:nvSpPr>
          <p:cNvPr id="1046" name="Google Shape;1046;g2cebfdb1612_0_4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47" name="Google Shape;1047;g2cebfdb1612_0_4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48" name="Google Shape;1048;g2cebfdb1612_0_4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49" name="Google Shape;1049;g2cebfdb1612_0_4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050" name="Google Shape;1050;g2cebfdb1612_0_4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051" name="Google Shape;1051;g2cebfdb1612_0_4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52" name="Google Shape;1052;g2cebfdb1612_0_4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53" name="Google Shape;1053;g2cebfdb1612_0_42"/>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54" name="Google Shape;1054;g2cebfdb1612_0_42"/>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55" name="Google Shape;1055;g2cebfdb1612_0_42"/>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056" name="Google Shape;1056;g2cebfdb1612_0_42"/>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9940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409</Words>
  <Application>Microsoft Office PowerPoint</Application>
  <PresentationFormat>On-screen Show (4:3)</PresentationFormat>
  <Paragraphs>160</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Poppins</vt:lpstr>
      <vt:lpstr>Poppins Medium</vt:lpstr>
      <vt:lpstr>Mulish</vt:lpstr>
      <vt:lpstr>Calibri</vt:lpstr>
      <vt:lpstr>Poppins SemiBold</vt:lpstr>
      <vt:lpstr>Jost</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2026-04-29T05:34:06Z</dcterms:modified>
</cp:coreProperties>
</file>