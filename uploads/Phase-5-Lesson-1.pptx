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HqO1DjfugOAM4ky1vPpk3PAa8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CA85AD-B0DC-4AC0-B96C-69E2106D0A77}">
  <a:tblStyle styleId="{38CA85AD-B0DC-4AC0-B96C-69E2106D0A7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57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dc0766f88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dc0766f88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dc0766f88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dc0766f88_0_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dc0766f88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dc0766f88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31f01e8b23b_0_2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31f01e8b23b_0_2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31f01e8b23b_0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31f01e8b23b_0_9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31f01e8b23b_0_9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31f01e8b23b_0_9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cdc0766f88_0_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cdc0766f88_0_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cdc0766f88_0_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48" name="Google Shape;48;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'ay'</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1 - Monday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19.xml"/><Relationship Id="rId3" Type="http://schemas.openxmlformats.org/officeDocument/2006/relationships/image" Target="../media/image7.png"/><Relationship Id="rId7" Type="http://schemas.openxmlformats.org/officeDocument/2006/relationships/slide" Target="slide6.xml"/><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 Id="rId14"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5.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Digraph 'ay'</a:t>
            </a:r>
            <a:endParaRPr/>
          </a:p>
        </p:txBody>
      </p:sp>
      <p:sp>
        <p:nvSpPr>
          <p:cNvPr id="668" name="Google Shape;668;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a:t>
            </a:r>
            <a:endParaRPr/>
          </a:p>
        </p:txBody>
      </p:sp>
      <p:sp>
        <p:nvSpPr>
          <p:cNvPr id="671" name="Google Shape;67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2" name="Google Shape;672;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3" name="Google Shape;673;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74" name="Google Shape;674;p1"/>
          <p:cNvPicPr preferRelativeResize="0"/>
          <p:nvPr/>
        </p:nvPicPr>
        <p:blipFill rotWithShape="1">
          <a:blip r:embed="rId3">
            <a:alphaModFix/>
          </a:blip>
          <a:srcRect l="39" r="49"/>
          <a:stretch/>
        </p:blipFill>
        <p:spPr>
          <a:xfrm rot="214236">
            <a:off x="3919816" y="4446135"/>
            <a:ext cx="2493520" cy="997852"/>
          </a:xfrm>
          <a:prstGeom prst="rect">
            <a:avLst/>
          </a:prstGeom>
          <a:noFill/>
          <a:ln>
            <a:noFill/>
          </a:ln>
          <a:effectLst>
            <a:outerShdw blurRad="71438" dist="38100" dir="5220000" algn="bl" rotWithShape="0">
              <a:srgbClr val="000000">
                <a:alpha val="21176"/>
              </a:srgbClr>
            </a:outerShdw>
          </a:effectLst>
        </p:spPr>
      </p:pic>
      <p:pic>
        <p:nvPicPr>
          <p:cNvPr id="675" name="Google Shape;675;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6" name="Google Shape;676;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77" name="Google Shape;677;p1"/>
          <p:cNvGraphicFramePr/>
          <p:nvPr/>
        </p:nvGraphicFramePr>
        <p:xfrm>
          <a:off x="4844200" y="1891197"/>
          <a:ext cx="3785000" cy="1678950"/>
        </p:xfrm>
        <a:graphic>
          <a:graphicData uri="http://schemas.openxmlformats.org/drawingml/2006/table">
            <a:tbl>
              <a:tblPr firstRow="1" bandRow="1">
                <a:noFill/>
                <a:tableStyleId>{38CA85AD-B0DC-4AC0-B96C-69E2106D0A77}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y</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endParaRPr sz="17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ay</a:t>
            </a:r>
            <a:r>
              <a:rPr lang="en-US"/>
              <a:t>.</a:t>
            </a:r>
            <a:endParaRPr/>
          </a:p>
        </p:txBody>
      </p:sp>
      <p:sp>
        <p:nvSpPr>
          <p:cNvPr id="684" name="Google Shape;684;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endParaRPr/>
          </a:p>
        </p:txBody>
      </p:sp>
      <p:sp>
        <p:nvSpPr>
          <p:cNvPr id="685" name="Google Shape;685;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6" name="Google Shape;68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92" name="Google Shape;69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93" name="Google Shape;69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94" name="Google Shape;694;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95" name="Google Shape;69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8" name="Google Shape;698;g2bee4f4af4b_0_204">
            <a:hlinkClick r:id="rId7" action="ppaction://hlinksldjump"/>
          </p:cNvPr>
          <p:cNvSpPr/>
          <p:nvPr/>
        </p:nvSpPr>
        <p:spPr>
          <a:xfrm>
            <a:off x="920448" y="392111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8" action="ppaction://hlinksldjump"/>
          </p:cNvPr>
          <p:cNvSpPr/>
          <p:nvPr/>
        </p:nvSpPr>
        <p:spPr>
          <a:xfrm>
            <a:off x="2397048" y="382815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9" action="ppaction://hlinksldjump"/>
          </p:cNvPr>
          <p:cNvSpPr/>
          <p:nvPr/>
        </p:nvSpPr>
        <p:spPr>
          <a:xfrm>
            <a:off x="3624883"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bee4f4af4b_0_204">
            <a:hlinkClick r:id="rId10" action="ppaction://hlinksldjump"/>
          </p:cNvPr>
          <p:cNvSpPr/>
          <p:nvPr/>
        </p:nvSpPr>
        <p:spPr>
          <a:xfrm>
            <a:off x="4852345" y="377756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5845102" y="5256525"/>
            <a:ext cx="144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11">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723452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12">
            <a:alphaModFix/>
          </a:blip>
          <a:srcRect t="19" b="2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08" name="Google Shape;708;g2bee4f4af4b_0_204">
            <a:hlinkClick r:id="rId13" action="ppaction://hlinksldjump"/>
          </p:cNvPr>
          <p:cNvSpPr/>
          <p:nvPr/>
        </p:nvSpPr>
        <p:spPr>
          <a:xfrm>
            <a:off x="5993607"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9" name="Google Shape;709;g2bee4f4af4b_0_204">
            <a:hlinkClick r:id="rId14" action="ppaction://hlinksldjump"/>
          </p:cNvPr>
          <p:cNvSpPr/>
          <p:nvPr/>
        </p:nvSpPr>
        <p:spPr>
          <a:xfrm>
            <a:off x="7392439" y="377756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grpSp>
        <p:nvGrpSpPr>
          <p:cNvPr id="715" name="Google Shape;715;g26b641b03cd_0_165"/>
          <p:cNvGrpSpPr/>
          <p:nvPr/>
        </p:nvGrpSpPr>
        <p:grpSpPr>
          <a:xfrm>
            <a:off x="930400" y="2053244"/>
            <a:ext cx="7283200" cy="3724851"/>
            <a:chOff x="930400" y="2129444"/>
            <a:chExt cx="7283200" cy="3724851"/>
          </a:xfrm>
        </p:grpSpPr>
        <p:pic>
          <p:nvPicPr>
            <p:cNvPr id="716" name="Google Shape;71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
        <p:nvSpPr>
          <p:cNvPr id="739" name="Google Shape;73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26b7edf6e71_0_26"/>
          <p:cNvGrpSpPr/>
          <p:nvPr/>
        </p:nvGrpSpPr>
        <p:grpSpPr>
          <a:xfrm>
            <a:off x="930400" y="2053250"/>
            <a:ext cx="7283201" cy="2971674"/>
            <a:chOff x="930400" y="2129450"/>
            <a:chExt cx="7283201" cy="2971674"/>
          </a:xfrm>
        </p:grpSpPr>
        <p:pic>
          <p:nvPicPr>
            <p:cNvPr id="747" name="Google Shape;74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7" name="Google Shape;75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2" name="Google Shape;782;g26b7edf6e71_0_109"/>
          <p:cNvGrpSpPr/>
          <p:nvPr/>
        </p:nvGrpSpPr>
        <p:grpSpPr>
          <a:xfrm>
            <a:off x="865957" y="2059725"/>
            <a:ext cx="7282807" cy="2686611"/>
            <a:chOff x="867357" y="2129450"/>
            <a:chExt cx="7282807" cy="2686611"/>
          </a:xfrm>
        </p:grpSpPr>
        <p:pic>
          <p:nvPicPr>
            <p:cNvPr id="783" name="Google Shape;78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03" name="Google Shape;80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4" name="Google Shape;804;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05" name="Google Shape;80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12" name="Google Shape;81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3" name="Google Shape;813;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14" name="Google Shape;81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21" name="Google Shape;82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22" name="Google Shape;822;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23" name="Google Shape;82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30" name="Google Shape;83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31" name="Google Shape;831;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32" name="Google Shape;83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39" name="Google Shape;83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40" name="Google Shape;84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7" name="Google Shape;84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48" name="Google Shape;848;g2c4fb7f6616_1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9" name="Google Shape;849;g2c4fb7f6616_1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0" name="Google Shape;850;g2c4fb7f6616_1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2" name="Google Shape;85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3" name="Google Shape;853;g2c4fb7f6616_1_0"/>
          <p:cNvGrpSpPr/>
          <p:nvPr/>
        </p:nvGrpSpPr>
        <p:grpSpPr>
          <a:xfrm>
            <a:off x="304250" y="6984600"/>
            <a:ext cx="8330829" cy="808600"/>
            <a:chOff x="-152950" y="7365600"/>
            <a:chExt cx="8330829" cy="808600"/>
          </a:xfrm>
        </p:grpSpPr>
        <p:sp>
          <p:nvSpPr>
            <p:cNvPr id="854" name="Google Shape;854;g2c4fb7f6616_1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5" name="Google Shape;855;g2c4fb7f6616_1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6" name="Google Shape;856;g2c4fb7f6616_1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7" name="Google Shape;857;g2c4fb7f6616_1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58" name="Google Shape;858;g2c4fb7f6616_1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9" name="Google Shape;859;g2c4fb7f6616_1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0" name="Google Shape;860;g2c4fb7f6616_1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1" name="Google Shape;861;g2c4fb7f6616_1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2" name="Google Shape;862;g2c4fb7f6616_1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4fb7f6616_1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4" name="Google Shape;86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5" name="Google Shape;865;g2c4fb7f6616_1_0"/>
          <p:cNvSpPr/>
          <p:nvPr/>
        </p:nvSpPr>
        <p:spPr>
          <a:xfrm>
            <a:off x="33645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6" name="Google Shape;866;g2c4fb7f6616_1_0"/>
          <p:cNvSpPr txBox="1"/>
          <p:nvPr/>
        </p:nvSpPr>
        <p:spPr>
          <a:xfrm>
            <a:off x="2757550" y="1308025"/>
            <a:ext cx="160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67" name="Google Shape;867;g2c4fb7f6616_1_0"/>
          <p:cNvSpPr txBox="1"/>
          <p:nvPr/>
        </p:nvSpPr>
        <p:spPr>
          <a:xfrm>
            <a:off x="4202750" y="1308025"/>
            <a:ext cx="2183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500"/>
              <a:buFont typeface="Arial"/>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y</a:t>
            </a:r>
            <a:endParaRPr sz="15000" b="0" i="0" u="none" strike="noStrike" cap="none">
              <a:solidFill>
                <a:srgbClr val="00904C"/>
              </a:solidFill>
              <a:latin typeface="Jost"/>
              <a:ea typeface="Jost"/>
              <a:cs typeface="Jost"/>
              <a:sym typeface="Jost"/>
            </a:endParaRPr>
          </a:p>
        </p:txBody>
      </p:sp>
      <p:sp>
        <p:nvSpPr>
          <p:cNvPr id="868" name="Google Shape;868;g2c4fb7f6616_1_0"/>
          <p:cNvSpPr/>
          <p:nvPr/>
        </p:nvSpPr>
        <p:spPr>
          <a:xfrm>
            <a:off x="4505896" y="4056375"/>
            <a:ext cx="1691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dc0766f88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5" name="Google Shape;875;g2cdc0766f88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6" name="Google Shape;876;g2cdc0766f88_0_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7" name="Google Shape;877;g2cdc0766f88_0_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cdc0766f88_0_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dc0766f88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cdc0766f88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1" name="Google Shape;881;g2cdc0766f88_0_8"/>
          <p:cNvGrpSpPr/>
          <p:nvPr/>
        </p:nvGrpSpPr>
        <p:grpSpPr>
          <a:xfrm>
            <a:off x="304250" y="6984600"/>
            <a:ext cx="8330829" cy="808600"/>
            <a:chOff x="-152950" y="7365600"/>
            <a:chExt cx="8330829" cy="808600"/>
          </a:xfrm>
        </p:grpSpPr>
        <p:sp>
          <p:nvSpPr>
            <p:cNvPr id="882" name="Google Shape;882;g2cdc0766f88_0_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3" name="Google Shape;883;g2cdc0766f88_0_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4" name="Google Shape;884;g2cdc0766f88_0_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5" name="Google Shape;885;g2cdc0766f88_0_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6" name="Google Shape;886;g2cdc0766f88_0_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7" name="Google Shape;887;g2cdc0766f88_0_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8" name="Google Shape;888;g2cdc0766f88_0_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9" name="Google Shape;889;g2cdc0766f88_0_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0" name="Google Shape;890;g2cdc0766f88_0_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dc0766f88_0_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2" name="Google Shape;892;g2cdc0766f88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3" name="Google Shape;893;g2cdc0766f88_0_8"/>
          <p:cNvSpPr/>
          <p:nvPr/>
        </p:nvSpPr>
        <p:spPr>
          <a:xfrm>
            <a:off x="35169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dc0766f88_0_8"/>
          <p:cNvSpPr txBox="1"/>
          <p:nvPr/>
        </p:nvSpPr>
        <p:spPr>
          <a:xfrm>
            <a:off x="2909950" y="1308025"/>
            <a:ext cx="160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95" name="Google Shape;895;g2cdc0766f88_0_8"/>
          <p:cNvSpPr txBox="1"/>
          <p:nvPr/>
        </p:nvSpPr>
        <p:spPr>
          <a:xfrm>
            <a:off x="4050350" y="1308025"/>
            <a:ext cx="2183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500"/>
              <a:buFont typeface="Arial"/>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y</a:t>
            </a:r>
            <a:endParaRPr sz="15000" b="0" i="0" u="none" strike="noStrike" cap="none">
              <a:solidFill>
                <a:srgbClr val="00904C"/>
              </a:solidFill>
              <a:latin typeface="Jost"/>
              <a:ea typeface="Jost"/>
              <a:cs typeface="Jost"/>
              <a:sym typeface="Jost"/>
            </a:endParaRPr>
          </a:p>
        </p:txBody>
      </p:sp>
      <p:sp>
        <p:nvSpPr>
          <p:cNvPr id="896" name="Google Shape;896;g2cdc0766f88_0_8"/>
          <p:cNvSpPr/>
          <p:nvPr/>
        </p:nvSpPr>
        <p:spPr>
          <a:xfrm>
            <a:off x="4353496" y="4056375"/>
            <a:ext cx="1691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dc0766f88_0_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3" name="Google Shape;903;g2cdc0766f88_0_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4" name="Google Shape;904;g2cdc0766f88_0_3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cdc0766f88_0_3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cdc0766f88_0_3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dc0766f88_0_3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dc0766f88_0_3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9" name="Google Shape;909;g2cdc0766f88_0_35"/>
          <p:cNvGrpSpPr/>
          <p:nvPr/>
        </p:nvGrpSpPr>
        <p:grpSpPr>
          <a:xfrm>
            <a:off x="304250" y="6984600"/>
            <a:ext cx="8330829" cy="808600"/>
            <a:chOff x="-152950" y="7365600"/>
            <a:chExt cx="8330829" cy="808600"/>
          </a:xfrm>
        </p:grpSpPr>
        <p:sp>
          <p:nvSpPr>
            <p:cNvPr id="910" name="Google Shape;910;g2cdc0766f88_0_3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1" name="Google Shape;911;g2cdc0766f88_0_3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2" name="Google Shape;912;g2cdc0766f88_0_3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3" name="Google Shape;913;g2cdc0766f88_0_3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4" name="Google Shape;914;g2cdc0766f88_0_3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5" name="Google Shape;915;g2cdc0766f88_0_3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6" name="Google Shape;916;g2cdc0766f88_0_3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7" name="Google Shape;917;g2cdc0766f88_0_3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8" name="Google Shape;918;g2cdc0766f88_0_3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dc0766f88_0_3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0" name="Google Shape;920;g2cdc0766f88_0_3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1" name="Google Shape;921;g2cdc0766f88_0_35"/>
          <p:cNvSpPr/>
          <p:nvPr/>
        </p:nvSpPr>
        <p:spPr>
          <a:xfrm>
            <a:off x="403465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cdc0766f88_0_35"/>
          <p:cNvSpPr txBox="1"/>
          <p:nvPr/>
        </p:nvSpPr>
        <p:spPr>
          <a:xfrm>
            <a:off x="3427613" y="1308025"/>
            <a:ext cx="160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23" name="Google Shape;923;g2cdc0766f88_0_35"/>
          <p:cNvSpPr txBox="1"/>
          <p:nvPr/>
        </p:nvSpPr>
        <p:spPr>
          <a:xfrm>
            <a:off x="4339412" y="1308025"/>
            <a:ext cx="2183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500"/>
              <a:buFont typeface="Arial"/>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y</a:t>
            </a:r>
            <a:endParaRPr sz="15000" b="0" i="0" u="none" strike="noStrike" cap="none">
              <a:solidFill>
                <a:srgbClr val="00904C"/>
              </a:solidFill>
              <a:latin typeface="Jost"/>
              <a:ea typeface="Jost"/>
              <a:cs typeface="Jost"/>
              <a:sym typeface="Jost"/>
            </a:endParaRPr>
          </a:p>
        </p:txBody>
      </p:sp>
      <p:sp>
        <p:nvSpPr>
          <p:cNvPr id="924" name="Google Shape;924;g2cdc0766f88_0_35"/>
          <p:cNvSpPr/>
          <p:nvPr/>
        </p:nvSpPr>
        <p:spPr>
          <a:xfrm>
            <a:off x="4642559" y="4056375"/>
            <a:ext cx="1691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dc0766f88_0_35"/>
          <p:cNvSpPr/>
          <p:nvPr/>
        </p:nvSpPr>
        <p:spPr>
          <a:xfrm>
            <a:off x="32279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dc0766f88_0_35"/>
          <p:cNvSpPr txBox="1"/>
          <p:nvPr/>
        </p:nvSpPr>
        <p:spPr>
          <a:xfrm>
            <a:off x="2620888" y="1308025"/>
            <a:ext cx="160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33" name="Google Shape;93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34" name="Google Shape;93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1" name="Google Shape;94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2" name="Google Shape;942;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43" name="Google Shape;94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0" name="Google Shape;95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1" name="Google Shape;951;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2" name="Google Shape;95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59" name="Google Shape;95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0" name="Google Shape;96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1" name="Google Shape;96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8" name="Google Shape;96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9" name="Google Shape;96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0" name="Google Shape;97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31f01e8b23b_0_265"/>
          <p:cNvSpPr txBox="1">
            <a:spLocks noGrp="1"/>
          </p:cNvSpPr>
          <p:nvPr>
            <p:ph type="title"/>
          </p:nvPr>
        </p:nvSpPr>
        <p:spPr>
          <a:xfrm>
            <a:off x="799100" y="5568500"/>
            <a:ext cx="754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Practice Common Exception Words</a:t>
            </a:r>
            <a:endParaRPr/>
          </a:p>
        </p:txBody>
      </p:sp>
      <p:sp>
        <p:nvSpPr>
          <p:cNvPr id="977" name="Google Shape;977;g31f01e8b23b_0_26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978" name="Google Shape;978;g31f01e8b23b_0_265"/>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79" name="Google Shape;979;g31f01e8b23b_0_26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31f01e8b23b_0_929"/>
          <p:cNvSpPr txBox="1">
            <a:spLocks noGrp="1"/>
          </p:cNvSpPr>
          <p:nvPr>
            <p:ph type="title"/>
          </p:nvPr>
        </p:nvSpPr>
        <p:spPr>
          <a:xfrm>
            <a:off x="837975" y="5568500"/>
            <a:ext cx="7467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Practice Common Exception Words</a:t>
            </a:r>
            <a:endParaRPr/>
          </a:p>
        </p:txBody>
      </p:sp>
      <p:sp>
        <p:nvSpPr>
          <p:cNvPr id="986" name="Google Shape;986;g31f01e8b23b_0_9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987" name="Google Shape;987;g31f01e8b23b_0_929"/>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8" name="Google Shape;988;g31f01e8b23b_0_9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6b641b03cd_0_315"/>
          <p:cNvSpPr txBox="1">
            <a:spLocks noGrp="1"/>
          </p:cNvSpPr>
          <p:nvPr>
            <p:ph type="title"/>
          </p:nvPr>
        </p:nvSpPr>
        <p:spPr>
          <a:xfrm>
            <a:off x="1073500" y="5568500"/>
            <a:ext cx="6996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95" name="Google Shape;995;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996" name="Google Shape;996;g26b641b03cd_0_315"/>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97" name="Google Shape;99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6b641b03cd_1_0"/>
          <p:cNvSpPr txBox="1">
            <a:spLocks noGrp="1"/>
          </p:cNvSpPr>
          <p:nvPr>
            <p:ph type="title"/>
          </p:nvPr>
        </p:nvSpPr>
        <p:spPr>
          <a:xfrm>
            <a:off x="1209300" y="5568500"/>
            <a:ext cx="6725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04" name="Google Shape;1004;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05" name="Google Shape;1005;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06" name="Google Shape;100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3" name="Google Shape;101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4" name="Google Shape;1014;g1f3daf8a844_0_64"/>
          <p:cNvGrpSpPr/>
          <p:nvPr/>
        </p:nvGrpSpPr>
        <p:grpSpPr>
          <a:xfrm>
            <a:off x="3024000" y="209875"/>
            <a:ext cx="3096000" cy="454800"/>
            <a:chOff x="3024000" y="209875"/>
            <a:chExt cx="3096000" cy="454800"/>
          </a:xfrm>
        </p:grpSpPr>
        <p:sp>
          <p:nvSpPr>
            <p:cNvPr id="1015" name="Google Shape;101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7" name="Google Shape;101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18" name="Google Shape;101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9" name="Google Shape;101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20" name="Google Shape;102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21" name="Google Shape;102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22" name="Google Shape;102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23" name="Google Shape;102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4" name="Google Shape;1024;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25" name="Google Shape;1025;g1f3daf8a844_0_64"/>
          <p:cNvSpPr txBox="1"/>
          <p:nvPr/>
        </p:nvSpPr>
        <p:spPr>
          <a:xfrm>
            <a:off x="4639626" y="220931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000" b="0" i="0" u="none" strike="noStrike" cap="none">
                <a:solidFill>
                  <a:srgbClr val="00904C"/>
                </a:solidFill>
                <a:latin typeface="Poppins"/>
                <a:ea typeface="Poppins"/>
                <a:cs typeface="Poppins"/>
                <a:sym typeface="Poppins"/>
              </a:rPr>
              <a:t>ay</a:t>
            </a:r>
            <a:endParaRPr sz="5500" b="0" i="0" u="none" strike="noStrike" cap="none">
              <a:solidFill>
                <a:srgbClr val="2356AF"/>
              </a:solidFill>
              <a:latin typeface="Jost"/>
              <a:ea typeface="Jost"/>
              <a:cs typeface="Jost"/>
              <a:sym typeface="Jost"/>
            </a:endParaRPr>
          </a:p>
        </p:txBody>
      </p:sp>
      <p:cxnSp>
        <p:nvCxnSpPr>
          <p:cNvPr id="1026" name="Google Shape;102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7" name="Google Shape;102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8" name="Google Shape;102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9" name="Google Shape;102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0" name="Google Shape;1030;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cdc0766f88_0_93"/>
          <p:cNvSpPr txBox="1"/>
          <p:nvPr/>
        </p:nvSpPr>
        <p:spPr>
          <a:xfrm>
            <a:off x="4639626" y="220931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000" b="0" i="0" u="none" strike="noStrike" cap="none">
                <a:solidFill>
                  <a:srgbClr val="00904C"/>
                </a:solidFill>
                <a:latin typeface="Poppins"/>
                <a:ea typeface="Poppins"/>
                <a:cs typeface="Poppins"/>
                <a:sym typeface="Poppins"/>
              </a:rPr>
              <a:t>ay</a:t>
            </a:r>
            <a:endParaRPr sz="5500" b="0" i="0" u="none" strike="noStrike" cap="none">
              <a:solidFill>
                <a:srgbClr val="2356AF"/>
              </a:solidFill>
              <a:latin typeface="Jost"/>
              <a:ea typeface="Jost"/>
              <a:cs typeface="Jost"/>
              <a:sym typeface="Jost"/>
            </a:endParaRPr>
          </a:p>
        </p:txBody>
      </p:sp>
      <p:sp>
        <p:nvSpPr>
          <p:cNvPr id="1037" name="Google Shape;1037;g2cdc0766f88_0_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8" name="Google Shape;1038;g2cdc0766f88_0_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9" name="Google Shape;1039;g2cdc0766f88_0_93"/>
          <p:cNvGrpSpPr/>
          <p:nvPr/>
        </p:nvGrpSpPr>
        <p:grpSpPr>
          <a:xfrm>
            <a:off x="3024000" y="209875"/>
            <a:ext cx="3096000" cy="454800"/>
            <a:chOff x="3024000" y="209875"/>
            <a:chExt cx="3096000" cy="454800"/>
          </a:xfrm>
        </p:grpSpPr>
        <p:sp>
          <p:nvSpPr>
            <p:cNvPr id="1040" name="Google Shape;1040;g2cdc0766f88_0_9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cdc0766f88_0_9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2" name="Google Shape;1042;g2cdc0766f88_0_93"/>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43" name="Google Shape;1043;g2cdc0766f88_0_93"/>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pl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cl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str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a:t>
            </a:r>
            <a:endParaRPr sz="1800" b="0" i="0" u="none" strike="noStrike" cap="none">
              <a:solidFill>
                <a:srgbClr val="B7B7B7"/>
              </a:solidFill>
              <a:latin typeface="Jost"/>
              <a:ea typeface="Jost"/>
              <a:cs typeface="Jost"/>
              <a:sym typeface="Jost"/>
            </a:endParaRPr>
          </a:p>
        </p:txBody>
      </p:sp>
      <p:sp>
        <p:nvSpPr>
          <p:cNvPr id="1044" name="Google Shape;1044;g2cdc0766f88_0_9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5" name="Google Shape;1045;g2cdc0766f88_0_9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46" name="Google Shape;1046;g2cdc0766f88_0_9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47" name="Google Shape;1047;g2cdc0766f88_0_9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48" name="Google Shape;1048;g2cdc0766f88_0_9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9" name="Google Shape;1049;g2cdc0766f88_0_9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50" name="Google Shape;1050;g2cdc0766f88_0_93"/>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051" name="Google Shape;1051;g2cdc0766f88_0_9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2" name="Google Shape;1052;g2cdc0766f88_0_9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3" name="Google Shape;1053;g2cdc0766f88_0_9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4" name="Google Shape;1054;g2cdc0766f88_0_9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5" name="Google Shape;1055;g2cdc0766f88_0_9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56" name="Google Shape;1056;g2cdc0766f88_0_9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357</Words>
  <Application>Microsoft Office PowerPoint</Application>
  <PresentationFormat>On-screen Show (4:3)</PresentationFormat>
  <Paragraphs>163</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Nunito Black</vt:lpstr>
      <vt:lpstr>Poppins</vt:lpstr>
      <vt:lpstr>Poppins SemiBold</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Practice Common Exception Words</vt:lpstr>
      <vt:lpstr>Practice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2026-05-20T04:12:17Z</dcterms:modified>
</cp:coreProperties>
</file>