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hv2JQsvh5IepMmx6dQiuPb3wMw7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957677F-136B-44C0-8546-83D7A32D40C4}">
  <a:tblStyle styleId="{7957677F-136B-44C0-8546-83D7A32D40C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200" d="100"/>
          <a:sy n="200" d="100"/>
        </p:scale>
        <p:origin x="-4132" y="-58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4" name="Google Shape;67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3" name="Google Shape;70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4" name="Google Shape;70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9" name="Google Shape;739;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0" name="Google Shape;740;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8" name="Google Shape;788;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1" name="Google Shape;811;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2" name="Google Shape;812;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2" name="Google Shape;832;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3" name="Google Shape;833;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8" name="Google Shape;868;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7" name="Google Shape;887;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8" name="Google Shape;888;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9" name="Google Shape;909;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0" name="Google Shape;910;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6" name="Google Shape;936;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7" name="Google Shape;937;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2e5653a5c6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9" name="Google Shape;949;g2e5653a5c6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0" name="Google Shape;950;g2e5653a5c6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2" name="Google Shape;96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3" name="Google Shape;96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9" name="Google Shape;969;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0" name="Google Shape;970;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g2738399ca6c_0_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4" name="Google Shape;1004;g2738399ca6c_0_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5" name="Google Shape;1005;g2738399ca6c_0_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7" name="Google Shape;1047;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8" name="Google Shape;1048;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4" name="Google Shape;1054;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5" name="Google Shape;1055;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3" name="Google Shape;106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4" name="Google Shape;106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2" name="Google Shape;1072;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3" name="Google Shape;1073;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g2738399ca6c_0_9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3" name="Google Shape;1103;g2738399ca6c_0_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4" name="Google Shape;1104;g2738399ca6c_0_9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4318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/sh/ - ci</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9 - Tuesday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42</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9.xml"/><Relationship Id="rId5" Type="http://schemas.openxmlformats.org/officeDocument/2006/relationships/slide" Target="slide1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6.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13" Type="http://schemas.openxmlformats.org/officeDocument/2006/relationships/image" Target="../media/image69.png"/><Relationship Id="rId18" Type="http://schemas.openxmlformats.org/officeDocument/2006/relationships/image" Target="../media/image74.png"/><Relationship Id="rId26" Type="http://schemas.openxmlformats.org/officeDocument/2006/relationships/image" Target="../media/image82.png"/><Relationship Id="rId39" Type="http://schemas.openxmlformats.org/officeDocument/2006/relationships/image" Target="../media/image95.png"/><Relationship Id="rId21" Type="http://schemas.openxmlformats.org/officeDocument/2006/relationships/image" Target="../media/image77.png"/><Relationship Id="rId34" Type="http://schemas.openxmlformats.org/officeDocument/2006/relationships/image" Target="../media/image90.png"/><Relationship Id="rId42" Type="http://schemas.openxmlformats.org/officeDocument/2006/relationships/image" Target="../media/image98.png"/><Relationship Id="rId7" Type="http://schemas.openxmlformats.org/officeDocument/2006/relationships/image" Target="../media/image63.png"/><Relationship Id="rId2" Type="http://schemas.openxmlformats.org/officeDocument/2006/relationships/notesSlide" Target="../notesSlides/notesSlide5.xml"/><Relationship Id="rId16" Type="http://schemas.openxmlformats.org/officeDocument/2006/relationships/image" Target="../media/image72.png"/><Relationship Id="rId20" Type="http://schemas.openxmlformats.org/officeDocument/2006/relationships/image" Target="../media/image76.png"/><Relationship Id="rId29" Type="http://schemas.openxmlformats.org/officeDocument/2006/relationships/image" Target="../media/image85.png"/><Relationship Id="rId41" Type="http://schemas.openxmlformats.org/officeDocument/2006/relationships/image" Target="../media/image97.png"/><Relationship Id="rId1" Type="http://schemas.openxmlformats.org/officeDocument/2006/relationships/slideLayout" Target="../slideLayouts/slideLayout3.xml"/><Relationship Id="rId6" Type="http://schemas.openxmlformats.org/officeDocument/2006/relationships/image" Target="../media/image62.png"/><Relationship Id="rId11" Type="http://schemas.openxmlformats.org/officeDocument/2006/relationships/image" Target="../media/image67.png"/><Relationship Id="rId24" Type="http://schemas.openxmlformats.org/officeDocument/2006/relationships/image" Target="../media/image80.png"/><Relationship Id="rId32" Type="http://schemas.openxmlformats.org/officeDocument/2006/relationships/image" Target="../media/image88.png"/><Relationship Id="rId37" Type="http://schemas.openxmlformats.org/officeDocument/2006/relationships/image" Target="../media/image93.png"/><Relationship Id="rId40" Type="http://schemas.openxmlformats.org/officeDocument/2006/relationships/image" Target="../media/image96.png"/><Relationship Id="rId5" Type="http://schemas.openxmlformats.org/officeDocument/2006/relationships/image" Target="../media/image61.png"/><Relationship Id="rId15" Type="http://schemas.openxmlformats.org/officeDocument/2006/relationships/image" Target="../media/image71.png"/><Relationship Id="rId23" Type="http://schemas.openxmlformats.org/officeDocument/2006/relationships/image" Target="../media/image79.png"/><Relationship Id="rId28" Type="http://schemas.openxmlformats.org/officeDocument/2006/relationships/image" Target="../media/image84.png"/><Relationship Id="rId36" Type="http://schemas.openxmlformats.org/officeDocument/2006/relationships/image" Target="../media/image92.png"/><Relationship Id="rId10" Type="http://schemas.openxmlformats.org/officeDocument/2006/relationships/image" Target="../media/image66.png"/><Relationship Id="rId19" Type="http://schemas.openxmlformats.org/officeDocument/2006/relationships/image" Target="../media/image75.png"/><Relationship Id="rId31" Type="http://schemas.openxmlformats.org/officeDocument/2006/relationships/image" Target="../media/image87.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70.png"/><Relationship Id="rId22" Type="http://schemas.openxmlformats.org/officeDocument/2006/relationships/image" Target="../media/image78.png"/><Relationship Id="rId27" Type="http://schemas.openxmlformats.org/officeDocument/2006/relationships/image" Target="../media/image83.png"/><Relationship Id="rId30" Type="http://schemas.openxmlformats.org/officeDocument/2006/relationships/image" Target="../media/image86.png"/><Relationship Id="rId35" Type="http://schemas.openxmlformats.org/officeDocument/2006/relationships/image" Target="../media/image91.png"/><Relationship Id="rId43" Type="http://schemas.openxmlformats.org/officeDocument/2006/relationships/image" Target="../media/image99.png"/><Relationship Id="rId8" Type="http://schemas.openxmlformats.org/officeDocument/2006/relationships/image" Target="../media/image64.png"/><Relationship Id="rId3" Type="http://schemas.openxmlformats.org/officeDocument/2006/relationships/image" Target="../media/image59.png"/><Relationship Id="rId12" Type="http://schemas.openxmlformats.org/officeDocument/2006/relationships/image" Target="../media/image68.png"/><Relationship Id="rId17" Type="http://schemas.openxmlformats.org/officeDocument/2006/relationships/image" Target="../media/image73.png"/><Relationship Id="rId25" Type="http://schemas.openxmlformats.org/officeDocument/2006/relationships/image" Target="../media/image81.png"/><Relationship Id="rId33" Type="http://schemas.openxmlformats.org/officeDocument/2006/relationships/image" Target="../media/image89.png"/><Relationship Id="rId38" Type="http://schemas.openxmlformats.org/officeDocument/2006/relationships/image" Target="../media/image94.png"/></Relationships>
</file>

<file path=ppt/slides/_rels/slide6.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10.png"/><Relationship Id="rId18" Type="http://schemas.openxmlformats.org/officeDocument/2006/relationships/image" Target="../media/image115.png"/><Relationship Id="rId3" Type="http://schemas.openxmlformats.org/officeDocument/2006/relationships/image" Target="../media/image100.png"/><Relationship Id="rId7" Type="http://schemas.openxmlformats.org/officeDocument/2006/relationships/image" Target="../media/image104.png"/><Relationship Id="rId12" Type="http://schemas.openxmlformats.org/officeDocument/2006/relationships/image" Target="../media/image109.png"/><Relationship Id="rId17" Type="http://schemas.openxmlformats.org/officeDocument/2006/relationships/image" Target="../media/image114.png"/><Relationship Id="rId2" Type="http://schemas.openxmlformats.org/officeDocument/2006/relationships/notesSlide" Target="../notesSlides/notesSlide6.xml"/><Relationship Id="rId16" Type="http://schemas.openxmlformats.org/officeDocument/2006/relationships/image" Target="../media/image113.png"/><Relationship Id="rId20" Type="http://schemas.openxmlformats.org/officeDocument/2006/relationships/image" Target="../media/image117.png"/><Relationship Id="rId1" Type="http://schemas.openxmlformats.org/officeDocument/2006/relationships/slideLayout" Target="../slideLayouts/slideLayout3.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2.png"/><Relationship Id="rId15" Type="http://schemas.openxmlformats.org/officeDocument/2006/relationships/image" Target="../media/image112.png"/><Relationship Id="rId10" Type="http://schemas.openxmlformats.org/officeDocument/2006/relationships/image" Target="../media/image107.png"/><Relationship Id="rId19" Type="http://schemas.openxmlformats.org/officeDocument/2006/relationships/image" Target="../media/image116.png"/><Relationship Id="rId4" Type="http://schemas.openxmlformats.org/officeDocument/2006/relationships/image" Target="../media/image101.png"/><Relationship Id="rId9" Type="http://schemas.openxmlformats.org/officeDocument/2006/relationships/image" Target="../media/image106.png"/><Relationship Id="rId14" Type="http://schemas.openxmlformats.org/officeDocument/2006/relationships/image" Target="../media/image111.png"/></Relationships>
</file>

<file path=ppt/slides/_rels/slide7.xml.rels><?xml version="1.0" encoding="UTF-8" standalone="yes"?>
<Relationships xmlns="http://schemas.openxmlformats.org/package/2006/relationships"><Relationship Id="rId8" Type="http://schemas.openxmlformats.org/officeDocument/2006/relationships/image" Target="../media/image123.png"/><Relationship Id="rId13" Type="http://schemas.openxmlformats.org/officeDocument/2006/relationships/image" Target="../media/image128.png"/><Relationship Id="rId3" Type="http://schemas.openxmlformats.org/officeDocument/2006/relationships/image" Target="../media/image118.png"/><Relationship Id="rId7" Type="http://schemas.openxmlformats.org/officeDocument/2006/relationships/image" Target="../media/image122.png"/><Relationship Id="rId12" Type="http://schemas.openxmlformats.org/officeDocument/2006/relationships/image" Target="../media/image127.png"/><Relationship Id="rId2" Type="http://schemas.openxmlformats.org/officeDocument/2006/relationships/notesSlide" Target="../notesSlides/notesSlide7.xml"/><Relationship Id="rId16" Type="http://schemas.openxmlformats.org/officeDocument/2006/relationships/image" Target="../media/image131.png"/><Relationship Id="rId1" Type="http://schemas.openxmlformats.org/officeDocument/2006/relationships/slideLayout" Target="../slideLayouts/slideLayout3.xml"/><Relationship Id="rId6" Type="http://schemas.openxmlformats.org/officeDocument/2006/relationships/image" Target="../media/image121.png"/><Relationship Id="rId11" Type="http://schemas.openxmlformats.org/officeDocument/2006/relationships/image" Target="../media/image126.png"/><Relationship Id="rId5" Type="http://schemas.openxmlformats.org/officeDocument/2006/relationships/image" Target="../media/image120.png"/><Relationship Id="rId15" Type="http://schemas.openxmlformats.org/officeDocument/2006/relationships/image" Target="../media/image130.png"/><Relationship Id="rId10" Type="http://schemas.openxmlformats.org/officeDocument/2006/relationships/image" Target="../media/image125.png"/><Relationship Id="rId4" Type="http://schemas.openxmlformats.org/officeDocument/2006/relationships/image" Target="../media/image119.png"/><Relationship Id="rId9" Type="http://schemas.openxmlformats.org/officeDocument/2006/relationships/image" Target="../media/image124.png"/><Relationship Id="rId14" Type="http://schemas.openxmlformats.org/officeDocument/2006/relationships/image" Target="../media/image129.png"/></Relationships>
</file>

<file path=ppt/slides/_rels/slide8.xml.rels><?xml version="1.0" encoding="UTF-8" standalone="yes"?>
<Relationships xmlns="http://schemas.openxmlformats.org/package/2006/relationships"><Relationship Id="rId8" Type="http://schemas.openxmlformats.org/officeDocument/2006/relationships/image" Target="../media/image137.png"/><Relationship Id="rId13" Type="http://schemas.openxmlformats.org/officeDocument/2006/relationships/image" Target="../media/image142.png"/><Relationship Id="rId18" Type="http://schemas.openxmlformats.org/officeDocument/2006/relationships/image" Target="../media/image147.png"/><Relationship Id="rId26" Type="http://schemas.openxmlformats.org/officeDocument/2006/relationships/image" Target="../media/image155.png"/><Relationship Id="rId3" Type="http://schemas.openxmlformats.org/officeDocument/2006/relationships/image" Target="../media/image132.png"/><Relationship Id="rId21" Type="http://schemas.openxmlformats.org/officeDocument/2006/relationships/image" Target="../media/image150.png"/><Relationship Id="rId7" Type="http://schemas.openxmlformats.org/officeDocument/2006/relationships/image" Target="../media/image136.png"/><Relationship Id="rId12" Type="http://schemas.openxmlformats.org/officeDocument/2006/relationships/image" Target="../media/image141.png"/><Relationship Id="rId17" Type="http://schemas.openxmlformats.org/officeDocument/2006/relationships/image" Target="../media/image146.png"/><Relationship Id="rId25" Type="http://schemas.openxmlformats.org/officeDocument/2006/relationships/image" Target="../media/image154.png"/><Relationship Id="rId2" Type="http://schemas.openxmlformats.org/officeDocument/2006/relationships/notesSlide" Target="../notesSlides/notesSlide8.xml"/><Relationship Id="rId16" Type="http://schemas.openxmlformats.org/officeDocument/2006/relationships/image" Target="../media/image145.png"/><Relationship Id="rId20" Type="http://schemas.openxmlformats.org/officeDocument/2006/relationships/image" Target="../media/image149.png"/><Relationship Id="rId29" Type="http://schemas.openxmlformats.org/officeDocument/2006/relationships/image" Target="../media/image158.png"/><Relationship Id="rId1" Type="http://schemas.openxmlformats.org/officeDocument/2006/relationships/slideLayout" Target="../slideLayouts/slideLayout3.xml"/><Relationship Id="rId6" Type="http://schemas.openxmlformats.org/officeDocument/2006/relationships/image" Target="../media/image135.png"/><Relationship Id="rId11" Type="http://schemas.openxmlformats.org/officeDocument/2006/relationships/image" Target="../media/image140.png"/><Relationship Id="rId24" Type="http://schemas.openxmlformats.org/officeDocument/2006/relationships/image" Target="../media/image153.png"/><Relationship Id="rId5" Type="http://schemas.openxmlformats.org/officeDocument/2006/relationships/image" Target="../media/image134.png"/><Relationship Id="rId15" Type="http://schemas.openxmlformats.org/officeDocument/2006/relationships/image" Target="../media/image144.png"/><Relationship Id="rId23" Type="http://schemas.openxmlformats.org/officeDocument/2006/relationships/image" Target="../media/image152.png"/><Relationship Id="rId28" Type="http://schemas.openxmlformats.org/officeDocument/2006/relationships/image" Target="../media/image157.png"/><Relationship Id="rId10" Type="http://schemas.openxmlformats.org/officeDocument/2006/relationships/image" Target="../media/image139.png"/><Relationship Id="rId19" Type="http://schemas.openxmlformats.org/officeDocument/2006/relationships/image" Target="../media/image148.png"/><Relationship Id="rId4" Type="http://schemas.openxmlformats.org/officeDocument/2006/relationships/image" Target="../media/image133.png"/><Relationship Id="rId9" Type="http://schemas.openxmlformats.org/officeDocument/2006/relationships/image" Target="../media/image138.png"/><Relationship Id="rId14" Type="http://schemas.openxmlformats.org/officeDocument/2006/relationships/image" Target="../media/image143.png"/><Relationship Id="rId22" Type="http://schemas.openxmlformats.org/officeDocument/2006/relationships/image" Target="../media/image151.png"/><Relationship Id="rId27" Type="http://schemas.openxmlformats.org/officeDocument/2006/relationships/image" Target="../media/image156.png"/><Relationship Id="rId30" Type="http://schemas.openxmlformats.org/officeDocument/2006/relationships/image" Target="../media/image159.png"/></Relationships>
</file>

<file path=ppt/slides/_rels/slide9.xml.rels><?xml version="1.0" encoding="UTF-8" standalone="yes"?>
<Relationships xmlns="http://schemas.openxmlformats.org/package/2006/relationships"><Relationship Id="rId8" Type="http://schemas.openxmlformats.org/officeDocument/2006/relationships/image" Target="../media/image165.png"/><Relationship Id="rId13" Type="http://schemas.openxmlformats.org/officeDocument/2006/relationships/image" Target="../media/image170.png"/><Relationship Id="rId3" Type="http://schemas.openxmlformats.org/officeDocument/2006/relationships/image" Target="../media/image160.png"/><Relationship Id="rId7" Type="http://schemas.openxmlformats.org/officeDocument/2006/relationships/image" Target="../media/image164.png"/><Relationship Id="rId12" Type="http://schemas.openxmlformats.org/officeDocument/2006/relationships/image" Target="../media/image169.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3.png"/><Relationship Id="rId11" Type="http://schemas.openxmlformats.org/officeDocument/2006/relationships/image" Target="../media/image168.png"/><Relationship Id="rId5" Type="http://schemas.openxmlformats.org/officeDocument/2006/relationships/image" Target="../media/image162.png"/><Relationship Id="rId15" Type="http://schemas.openxmlformats.org/officeDocument/2006/relationships/image" Target="../media/image172.png"/><Relationship Id="rId10" Type="http://schemas.openxmlformats.org/officeDocument/2006/relationships/image" Target="../media/image167.png"/><Relationship Id="rId4" Type="http://schemas.openxmlformats.org/officeDocument/2006/relationships/image" Target="../media/image161.png"/><Relationship Id="rId9" Type="http://schemas.openxmlformats.org/officeDocument/2006/relationships/image" Target="../media/image166.png"/><Relationship Id="rId14" Type="http://schemas.openxmlformats.org/officeDocument/2006/relationships/image" Target="../media/image171.png"/></Relationships>
</file>

<file path=ppt/slides/_rels/slide10.xml.rels><?xml version="1.0" encoding="UTF-8" standalone="yes"?>
<Relationships xmlns="http://schemas.openxmlformats.org/package/2006/relationships"><Relationship Id="rId8" Type="http://schemas.openxmlformats.org/officeDocument/2006/relationships/image" Target="../media/image178.png"/><Relationship Id="rId13" Type="http://schemas.openxmlformats.org/officeDocument/2006/relationships/image" Target="../media/image183.png"/><Relationship Id="rId3" Type="http://schemas.openxmlformats.org/officeDocument/2006/relationships/image" Target="../media/image173.png"/><Relationship Id="rId7" Type="http://schemas.openxmlformats.org/officeDocument/2006/relationships/image" Target="../media/image177.png"/><Relationship Id="rId12" Type="http://schemas.openxmlformats.org/officeDocument/2006/relationships/image" Target="../media/image182.png"/><Relationship Id="rId17" Type="http://schemas.openxmlformats.org/officeDocument/2006/relationships/image" Target="../media/image187.png"/><Relationship Id="rId2" Type="http://schemas.openxmlformats.org/officeDocument/2006/relationships/notesSlide" Target="../notesSlides/notesSlide10.xml"/><Relationship Id="rId16" Type="http://schemas.openxmlformats.org/officeDocument/2006/relationships/image" Target="../media/image186.png"/><Relationship Id="rId1" Type="http://schemas.openxmlformats.org/officeDocument/2006/relationships/slideLayout" Target="../slideLayouts/slideLayout3.xml"/><Relationship Id="rId6" Type="http://schemas.openxmlformats.org/officeDocument/2006/relationships/image" Target="../media/image176.png"/><Relationship Id="rId11" Type="http://schemas.openxmlformats.org/officeDocument/2006/relationships/image" Target="../media/image181.png"/><Relationship Id="rId5" Type="http://schemas.openxmlformats.org/officeDocument/2006/relationships/image" Target="../media/image175.png"/><Relationship Id="rId15" Type="http://schemas.openxmlformats.org/officeDocument/2006/relationships/image" Target="../media/image185.png"/><Relationship Id="rId10" Type="http://schemas.openxmlformats.org/officeDocument/2006/relationships/image" Target="../media/image180.png"/><Relationship Id="rId4" Type="http://schemas.openxmlformats.org/officeDocument/2006/relationships/image" Target="../media/image174.png"/><Relationship Id="rId9" Type="http://schemas.openxmlformats.org/officeDocument/2006/relationships/image" Target="../media/image179.png"/><Relationship Id="rId14" Type="http://schemas.openxmlformats.org/officeDocument/2006/relationships/image" Target="../media/image184.png"/></Relationships>
</file>

<file path=ppt/slides/_rels/slide11.xml.rels><?xml version="1.0" encoding="UTF-8" standalone="yes"?>
<Relationships xmlns="http://schemas.openxmlformats.org/package/2006/relationships"><Relationship Id="rId8" Type="http://schemas.openxmlformats.org/officeDocument/2006/relationships/image" Target="../media/image193.png"/><Relationship Id="rId13" Type="http://schemas.openxmlformats.org/officeDocument/2006/relationships/image" Target="../media/image198.png"/><Relationship Id="rId18" Type="http://schemas.openxmlformats.org/officeDocument/2006/relationships/image" Target="../media/image203.png"/><Relationship Id="rId3" Type="http://schemas.openxmlformats.org/officeDocument/2006/relationships/image" Target="../media/image188.png"/><Relationship Id="rId21" Type="http://schemas.openxmlformats.org/officeDocument/2006/relationships/image" Target="../media/image206.png"/><Relationship Id="rId7" Type="http://schemas.openxmlformats.org/officeDocument/2006/relationships/image" Target="../media/image192.png"/><Relationship Id="rId12" Type="http://schemas.openxmlformats.org/officeDocument/2006/relationships/image" Target="../media/image197.png"/><Relationship Id="rId17" Type="http://schemas.openxmlformats.org/officeDocument/2006/relationships/image" Target="../media/image202.png"/><Relationship Id="rId2" Type="http://schemas.openxmlformats.org/officeDocument/2006/relationships/notesSlide" Target="../notesSlides/notesSlide11.xml"/><Relationship Id="rId16" Type="http://schemas.openxmlformats.org/officeDocument/2006/relationships/image" Target="../media/image201.png"/><Relationship Id="rId20" Type="http://schemas.openxmlformats.org/officeDocument/2006/relationships/image" Target="../media/image205.png"/><Relationship Id="rId1" Type="http://schemas.openxmlformats.org/officeDocument/2006/relationships/slideLayout" Target="../slideLayouts/slideLayout3.xml"/><Relationship Id="rId6" Type="http://schemas.openxmlformats.org/officeDocument/2006/relationships/image" Target="../media/image191.png"/><Relationship Id="rId11" Type="http://schemas.openxmlformats.org/officeDocument/2006/relationships/image" Target="../media/image196.png"/><Relationship Id="rId5" Type="http://schemas.openxmlformats.org/officeDocument/2006/relationships/image" Target="../media/image190.png"/><Relationship Id="rId15" Type="http://schemas.openxmlformats.org/officeDocument/2006/relationships/image" Target="../media/image200.png"/><Relationship Id="rId10" Type="http://schemas.openxmlformats.org/officeDocument/2006/relationships/image" Target="../media/image195.png"/><Relationship Id="rId19" Type="http://schemas.openxmlformats.org/officeDocument/2006/relationships/image" Target="../media/image204.png"/><Relationship Id="rId4" Type="http://schemas.openxmlformats.org/officeDocument/2006/relationships/image" Target="../media/image189.png"/><Relationship Id="rId9" Type="http://schemas.openxmlformats.org/officeDocument/2006/relationships/image" Target="../media/image194.png"/><Relationship Id="rId14" Type="http://schemas.openxmlformats.org/officeDocument/2006/relationships/image" Target="../media/image199.png"/><Relationship Id="rId22" Type="http://schemas.openxmlformats.org/officeDocument/2006/relationships/image" Target="../media/image20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/sh/;</a:t>
            </a:r>
            <a:br>
              <a:rPr lang="en-US" sz="3000"/>
            </a:br>
            <a:r>
              <a:rPr lang="en-US" sz="3000"/>
              <a:t>ci</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42</a:t>
            </a:r>
            <a:endParaRPr/>
          </a:p>
        </p:txBody>
      </p:sp>
      <p:pic>
        <p:nvPicPr>
          <p:cNvPr id="653" name="Google Shape;653;p1"/>
          <p:cNvPicPr preferRelativeResize="0"/>
          <p:nvPr/>
        </p:nvPicPr>
        <p:blipFill rotWithShape="1">
          <a:blip r:embed="rId3">
            <a:alphaModFix/>
          </a:blip>
          <a:srcRect l="79" r="69"/>
          <a:stretch/>
        </p:blipFill>
        <p:spPr>
          <a:xfrm rot="540305">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{7957677F-136B-44C0-8546-83D7A32D40C4}</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/sh/</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pic>
        <p:nvPicPr>
          <p:cNvPr id="661" name="Google Shape;661;g2bee4f4af4b_0_204"/>
          <p:cNvPicPr preferRelativeResize="0"/>
          <p:nvPr/>
        </p:nvPicPr>
        <p:blipFill rotWithShape="1">
          <a:blip r:embed="rId3">
            <a:alphaModFix/>
          </a:blip>
          <a:srcRect/>
          <a:stretch/>
        </p:blipFill>
        <p:spPr>
          <a:xfrm>
            <a:off x="2262506" y="4169988"/>
            <a:ext cx="813600" cy="977432"/>
          </a:xfrm>
          <a:prstGeom prst="rect">
            <a:avLst/>
          </a:prstGeom>
          <a:noFill/>
          <a:ln>
            <a:noFill/>
          </a:ln>
          <a:effectLst>
            <a:outerShdw blurRad="71438" dist="19050" dir="5220000" algn="bl" rotWithShape="0">
              <a:srgbClr val="D8D8D8"/>
            </a:outerShdw>
          </a:effectLst>
        </p:spPr>
      </p:pic>
      <p:pic>
        <p:nvPicPr>
          <p:cNvPr id="662" name="Google Shape;662;g2bee4f4af4b_0_204"/>
          <p:cNvPicPr preferRelativeResize="0"/>
          <p:nvPr/>
        </p:nvPicPr>
        <p:blipFill rotWithShape="1">
          <a:blip r:embed="rId4">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3" name="Google Shape;66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/sh/</a:t>
            </a:r>
            <a:r>
              <a:rPr lang="en-US"/>
              <a:t> sound family spelling patterns.</a:t>
            </a:r>
            <a:endParaRPr/>
          </a:p>
        </p:txBody>
      </p:sp>
      <p:sp>
        <p:nvSpPr>
          <p:cNvPr id="664" name="Google Shape;664;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5" name="Google Shape;665;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6" name="Google Shape;666;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sp>
        <p:nvSpPr>
          <p:cNvPr id="667" name="Google Shape;667;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8" name="Google Shape;668;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sp>
        <p:nvSpPr>
          <p:cNvPr id="669" name="Google Shape;669;g2bee4f4af4b_0_204">
            <a:hlinkClick r:id="rId5" action="ppaction://hlinksldjump"/>
          </p:cNvPr>
          <p:cNvSpPr/>
          <p:nvPr/>
        </p:nvSpPr>
        <p:spPr>
          <a:xfrm>
            <a:off x="890901" y="375450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g2bee4f4af4b_0_204">
            <a:hlinkClick r:id="rId6" action="ppaction://hlinksldjump"/>
          </p:cNvPr>
          <p:cNvSpPr/>
          <p:nvPr/>
        </p:nvSpPr>
        <p:spPr>
          <a:xfrm>
            <a:off x="2107261" y="363277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77" name="Google Shape;677;g26b641b03cd_0_165"/>
          <p:cNvGrpSpPr/>
          <p:nvPr/>
        </p:nvGrpSpPr>
        <p:grpSpPr>
          <a:xfrm>
            <a:off x="930400" y="2053244"/>
            <a:ext cx="7283200" cy="3724851"/>
            <a:chOff x="930400" y="2129444"/>
            <a:chExt cx="7283200" cy="3724851"/>
          </a:xfrm>
        </p:grpSpPr>
        <p:pic>
          <p:nvPicPr>
            <p:cNvPr id="678" name="Google Shape;67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07" name="Google Shape;707;g26b7edf6e71_0_26"/>
          <p:cNvGrpSpPr/>
          <p:nvPr/>
        </p:nvGrpSpPr>
        <p:grpSpPr>
          <a:xfrm>
            <a:off x="930400" y="2053250"/>
            <a:ext cx="7283201" cy="2971674"/>
            <a:chOff x="930400" y="2129450"/>
            <a:chExt cx="7283201" cy="2971674"/>
          </a:xfrm>
        </p:grpSpPr>
        <p:pic>
          <p:nvPicPr>
            <p:cNvPr id="708" name="Google Shape;708;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9" name="Google Shape;709;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0" name="Google Shape;710;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18" name="Google Shape;718;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28" name="Google Shape;728;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3" name="Google Shape;743;g2c298da1f27_0_417"/>
          <p:cNvGrpSpPr/>
          <p:nvPr/>
        </p:nvGrpSpPr>
        <p:grpSpPr>
          <a:xfrm>
            <a:off x="930400" y="2053250"/>
            <a:ext cx="7283201" cy="2971674"/>
            <a:chOff x="930400" y="2053250"/>
            <a:chExt cx="7283201" cy="2971674"/>
          </a:xfrm>
        </p:grpSpPr>
        <p:pic>
          <p:nvPicPr>
            <p:cNvPr id="744" name="Google Shape;744;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5" name="Google Shape;745;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46" name="Google Shape;746;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47" name="Google Shape;747;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48" name="Google Shape;748;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78" name="Google Shape;778;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1" name="Google Shape;791;g2cdbdd49f8e_0_0"/>
          <p:cNvPicPr preferRelativeResize="0"/>
          <p:nvPr/>
        </p:nvPicPr>
        <p:blipFill rotWithShape="1">
          <a:blip r:embed="rId3">
            <a:alphaModFix/>
          </a:blip>
          <a:srcRect/>
          <a:stretch/>
        </p:blipFill>
        <p:spPr>
          <a:xfrm>
            <a:off x="4907036" y="2972629"/>
            <a:ext cx="590656" cy="836045"/>
          </a:xfrm>
          <a:prstGeom prst="rect">
            <a:avLst/>
          </a:prstGeom>
          <a:noFill/>
          <a:ln>
            <a:noFill/>
          </a:ln>
          <a:effectLst>
            <a:outerShdw blurRad="71438" dist="28575" dir="5400000" algn="bl" rotWithShape="0">
              <a:srgbClr val="000000">
                <a:alpha val="14901"/>
              </a:srgbClr>
            </a:outerShdw>
          </a:effectLst>
        </p:spPr>
      </p:pic>
      <p:pic>
        <p:nvPicPr>
          <p:cNvPr id="792" name="Google Shape;792;g2cdbdd49f8e_0_0"/>
          <p:cNvPicPr preferRelativeResize="0"/>
          <p:nvPr/>
        </p:nvPicPr>
        <p:blipFill rotWithShape="1">
          <a:blip r:embed="rId4">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5">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794" name="Google Shape;794;g2cdbdd49f8e_0_0"/>
          <p:cNvPicPr preferRelativeResize="0"/>
          <p:nvPr/>
        </p:nvPicPr>
        <p:blipFill rotWithShape="1">
          <a:blip r:embed="rId6">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795" name="Google Shape;795;g2cdbdd49f8e_0_0"/>
          <p:cNvPicPr preferRelativeResize="0"/>
          <p:nvPr/>
        </p:nvPicPr>
        <p:blipFill rotWithShape="1">
          <a:blip r:embed="rId7">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796" name="Google Shape;796;g2cdbdd49f8e_0_0"/>
          <p:cNvPicPr preferRelativeResize="0"/>
          <p:nvPr/>
        </p:nvPicPr>
        <p:blipFill rotWithShape="1">
          <a:blip r:embed="rId8">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797" name="Google Shape;797;g2cdbdd49f8e_0_0"/>
          <p:cNvPicPr preferRelativeResize="0"/>
          <p:nvPr/>
        </p:nvPicPr>
        <p:blipFill rotWithShape="1">
          <a:blip r:embed="rId9">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798" name="Google Shape;798;g2cdbdd49f8e_0_0"/>
          <p:cNvPicPr preferRelativeResize="0"/>
          <p:nvPr/>
        </p:nvPicPr>
        <p:blipFill rotWithShape="1">
          <a:blip r:embed="rId10">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799" name="Google Shape;799;g2cdbdd49f8e_0_0"/>
          <p:cNvPicPr preferRelativeResize="0"/>
          <p:nvPr/>
        </p:nvPicPr>
        <p:blipFill rotWithShape="1">
          <a:blip r:embed="rId11">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00" name="Google Shape;800;g2cdbdd49f8e_0_0"/>
          <p:cNvPicPr preferRelativeResize="0"/>
          <p:nvPr/>
        </p:nvPicPr>
        <p:blipFill rotWithShape="1">
          <a:blip r:embed="rId12">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01" name="Google Shape;801;g2cdbdd49f8e_0_0"/>
          <p:cNvPicPr preferRelativeResize="0"/>
          <p:nvPr/>
        </p:nvPicPr>
        <p:blipFill rotWithShape="1">
          <a:blip r:embed="rId13">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14">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15">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16">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17">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18">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19">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0">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5" name="Google Shape;815;g26b7edf6e71_0_109"/>
          <p:cNvGrpSpPr/>
          <p:nvPr/>
        </p:nvGrpSpPr>
        <p:grpSpPr>
          <a:xfrm>
            <a:off x="930620" y="2135925"/>
            <a:ext cx="7282807" cy="2686611"/>
            <a:chOff x="867357" y="2129450"/>
            <a:chExt cx="7282807" cy="2686611"/>
          </a:xfrm>
        </p:grpSpPr>
        <p:pic>
          <p:nvPicPr>
            <p:cNvPr id="816" name="Google Shape;816;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6" name="Google Shape;836;g2c298d33e0c_0_6"/>
          <p:cNvGrpSpPr/>
          <p:nvPr/>
        </p:nvGrpSpPr>
        <p:grpSpPr>
          <a:xfrm>
            <a:off x="931093" y="2115098"/>
            <a:ext cx="7281864" cy="2684601"/>
            <a:chOff x="868300" y="2129450"/>
            <a:chExt cx="7281864" cy="2684601"/>
          </a:xfrm>
        </p:grpSpPr>
        <p:pic>
          <p:nvPicPr>
            <p:cNvPr id="837" name="Google Shape;837;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1" name="Google Shape;841;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71" name="Google Shape;871;g2c298da1f27_0_455"/>
          <p:cNvGrpSpPr/>
          <p:nvPr/>
        </p:nvGrpSpPr>
        <p:grpSpPr>
          <a:xfrm>
            <a:off x="931068" y="2129450"/>
            <a:ext cx="7281864" cy="2684601"/>
            <a:chOff x="868300" y="2053250"/>
            <a:chExt cx="7281864" cy="2684601"/>
          </a:xfrm>
        </p:grpSpPr>
        <p:pic>
          <p:nvPicPr>
            <p:cNvPr id="872" name="Google Shape;872;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7" name="Google Shape;877;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8" name="Google Shape;878;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9" name="Google Shape;879;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80" name="Google Shape;880;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81" name="Google Shape;881;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82" name="Google Shape;882;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83" name="Google Shape;883;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4" name="Google Shape;884;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91" name="Google Shape;891;g2c298da1f27_1_0"/>
          <p:cNvGrpSpPr/>
          <p:nvPr/>
        </p:nvGrpSpPr>
        <p:grpSpPr>
          <a:xfrm>
            <a:off x="931068" y="2148475"/>
            <a:ext cx="7281864" cy="2688001"/>
            <a:chOff x="868300" y="2129450"/>
            <a:chExt cx="7281864" cy="2688001"/>
          </a:xfrm>
        </p:grpSpPr>
        <p:pic>
          <p:nvPicPr>
            <p:cNvPr id="892" name="Google Shape;892;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6" name="Google Shape;896;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7" name="Google Shape;897;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8" name="Google Shape;898;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9" name="Google Shape;899;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01" name="Google Shape;901;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02" name="Google Shape;902;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03" name="Google Shape;903;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4" name="Google Shape;904;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5" name="Google Shape;905;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06" name="Google Shape;906;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g2cdbdd193bb_0_343"/>
          <p:cNvSpPr txBox="1">
            <a:spLocks noGrp="1"/>
          </p:cNvSpPr>
          <p:nvPr>
            <p:ph type="title"/>
          </p:nvPr>
        </p:nvSpPr>
        <p:spPr>
          <a:xfrm>
            <a:off x="681650" y="582900"/>
            <a:ext cx="77808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solidFill>
                  <a:schemeClr val="dk1"/>
                </a:solidFill>
              </a:rPr>
              <a:t>Review Phase 5.5 Common Exception Words </a:t>
            </a:r>
            <a:r>
              <a:rPr lang="en-US" sz="2000">
                <a:solidFill>
                  <a:srgbClr val="2356AF"/>
                </a:solidFill>
              </a:rPr>
              <a:t>people wild child mind kind behind eye oh most only both though through who prove shoe beautiful climb Christmas school</a:t>
            </a:r>
            <a:r>
              <a:rPr lang="en-US" sz="2000">
                <a:solidFill>
                  <a:schemeClr val="dk1"/>
                </a:solidFill>
              </a:rPr>
              <a:t>.</a:t>
            </a:r>
            <a:endParaRPr sz="2000"/>
          </a:p>
        </p:txBody>
      </p:sp>
      <p:grpSp>
        <p:nvGrpSpPr>
          <p:cNvPr id="913" name="Google Shape;913;g2cdbdd193bb_0_343"/>
          <p:cNvGrpSpPr/>
          <p:nvPr/>
        </p:nvGrpSpPr>
        <p:grpSpPr>
          <a:xfrm>
            <a:off x="931761" y="2129450"/>
            <a:ext cx="7280477" cy="3622230"/>
            <a:chOff x="868300" y="2129450"/>
            <a:chExt cx="7280477" cy="3622230"/>
          </a:xfrm>
        </p:grpSpPr>
        <p:pic>
          <p:nvPicPr>
            <p:cNvPr id="914" name="Google Shape;914;g2cdbdd193bb_0_343"/>
            <p:cNvPicPr preferRelativeResize="0"/>
            <p:nvPr/>
          </p:nvPicPr>
          <p:blipFill rotWithShape="1">
            <a:blip r:embed="rId3">
              <a:alphaModFix/>
            </a:blip>
            <a:srcRect l="59" r="59"/>
            <a:stretch/>
          </p:blipFill>
          <p:spPr>
            <a:xfrm>
              <a:off x="868300" y="4928725"/>
              <a:ext cx="1146813" cy="819547"/>
            </a:xfrm>
            <a:prstGeom prst="rect">
              <a:avLst/>
            </a:prstGeom>
            <a:noFill/>
            <a:ln>
              <a:noFill/>
            </a:ln>
            <a:effectLst>
              <a:outerShdw blurRad="71438" dist="19050" dir="5400000" algn="bl" rotWithShape="0">
                <a:srgbClr val="000000">
                  <a:alpha val="17250"/>
                </a:srgbClr>
              </a:outerShdw>
            </a:effectLst>
          </p:spPr>
        </p:pic>
        <p:pic>
          <p:nvPicPr>
            <p:cNvPr id="915" name="Google Shape;915;g2cdbdd193bb_0_343"/>
            <p:cNvPicPr preferRelativeResize="0"/>
            <p:nvPr/>
          </p:nvPicPr>
          <p:blipFill rotWithShape="1">
            <a:blip r:embed="rId4">
              <a:alphaModFix/>
            </a:blip>
            <a:srcRect l="159" r="159"/>
            <a:stretch/>
          </p:blipFill>
          <p:spPr>
            <a:xfrm>
              <a:off x="2094526" y="4928725"/>
              <a:ext cx="1147320" cy="822955"/>
            </a:xfrm>
            <a:prstGeom prst="rect">
              <a:avLst/>
            </a:prstGeom>
            <a:noFill/>
            <a:ln>
              <a:noFill/>
            </a:ln>
            <a:effectLst>
              <a:outerShdw blurRad="71438" dist="19050" dir="5400000" algn="bl" rotWithShape="0">
                <a:srgbClr val="000000">
                  <a:alpha val="17250"/>
                </a:srgbClr>
              </a:outerShdw>
            </a:effectLst>
          </p:spPr>
        </p:pic>
        <p:pic>
          <p:nvPicPr>
            <p:cNvPr id="916" name="Google Shape;916;g2cdbdd193bb_0_343"/>
            <p:cNvPicPr preferRelativeResize="0"/>
            <p:nvPr/>
          </p:nvPicPr>
          <p:blipFill rotWithShape="1">
            <a:blip r:embed="rId5">
              <a:alphaModFix/>
            </a:blip>
            <a:srcRect l="159" r="159"/>
            <a:stretch/>
          </p:blipFill>
          <p:spPr>
            <a:xfrm>
              <a:off x="7001457" y="3994500"/>
              <a:ext cx="1147320" cy="821565"/>
            </a:xfrm>
            <a:prstGeom prst="rect">
              <a:avLst/>
            </a:prstGeom>
            <a:noFill/>
            <a:ln>
              <a:noFill/>
            </a:ln>
            <a:effectLst>
              <a:outerShdw blurRad="71438" dist="19050" dir="5400000" algn="bl" rotWithShape="0">
                <a:srgbClr val="000000">
                  <a:alpha val="17650"/>
                </a:srgbClr>
              </a:outerShdw>
            </a:effectLst>
          </p:spPr>
        </p:pic>
        <p:pic>
          <p:nvPicPr>
            <p:cNvPr id="917" name="Google Shape;917;g2cdbdd193bb_0_343"/>
            <p:cNvPicPr preferRelativeResize="0"/>
            <p:nvPr/>
          </p:nvPicPr>
          <p:blipFill rotWithShape="1">
            <a:blip r:embed="rId6">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7650"/>
                </a:srgbClr>
              </a:outerShdw>
            </a:effectLst>
          </p:spPr>
        </p:pic>
        <p:pic>
          <p:nvPicPr>
            <p:cNvPr id="918" name="Google Shape;918;g2cdbdd193bb_0_343"/>
            <p:cNvPicPr preferRelativeResize="0"/>
            <p:nvPr/>
          </p:nvPicPr>
          <p:blipFill rotWithShape="1">
            <a:blip r:embed="rId7">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7650"/>
                </a:srgbClr>
              </a:outerShdw>
            </a:effectLst>
          </p:spPr>
        </p:pic>
        <p:pic>
          <p:nvPicPr>
            <p:cNvPr id="919" name="Google Shape;919;g2cdbdd193bb_0_343"/>
            <p:cNvPicPr preferRelativeResize="0"/>
            <p:nvPr/>
          </p:nvPicPr>
          <p:blipFill rotWithShape="1">
            <a:blip r:embed="rId8">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7650"/>
                </a:srgbClr>
              </a:outerShdw>
            </a:effectLst>
          </p:spPr>
        </p:pic>
        <p:pic>
          <p:nvPicPr>
            <p:cNvPr id="920" name="Google Shape;920;g2cdbdd193bb_0_343"/>
            <p:cNvPicPr preferRelativeResize="0"/>
            <p:nvPr/>
          </p:nvPicPr>
          <p:blipFill rotWithShape="1">
            <a:blip r:embed="rId9">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7650"/>
                </a:srgbClr>
              </a:outerShdw>
            </a:effectLst>
          </p:spPr>
        </p:pic>
        <p:pic>
          <p:nvPicPr>
            <p:cNvPr id="921" name="Google Shape;921;g2cdbdd193bb_0_343"/>
            <p:cNvPicPr preferRelativeResize="0"/>
            <p:nvPr/>
          </p:nvPicPr>
          <p:blipFill rotWithShape="1">
            <a:blip r:embed="rId10">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7650"/>
                </a:srgbClr>
              </a:outerShdw>
            </a:effectLst>
          </p:spPr>
        </p:pic>
        <p:pic>
          <p:nvPicPr>
            <p:cNvPr id="922" name="Google Shape;922;g2cdbdd193bb_0_343"/>
            <p:cNvPicPr preferRelativeResize="0"/>
            <p:nvPr/>
          </p:nvPicPr>
          <p:blipFill rotWithShape="1">
            <a:blip r:embed="rId11">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23" name="Google Shape;923;g2cdbdd193bb_0_343"/>
            <p:cNvPicPr preferRelativeResize="0"/>
            <p:nvPr/>
          </p:nvPicPr>
          <p:blipFill rotWithShape="1">
            <a:blip r:embed="rId12">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24" name="Google Shape;924;g2cdbdd193bb_0_343"/>
            <p:cNvPicPr preferRelativeResize="0"/>
            <p:nvPr/>
          </p:nvPicPr>
          <p:blipFill rotWithShape="1">
            <a:blip r:embed="rId13">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25" name="Google Shape;925;g2cdbdd193bb_0_343"/>
            <p:cNvPicPr preferRelativeResize="0"/>
            <p:nvPr/>
          </p:nvPicPr>
          <p:blipFill rotWithShape="1">
            <a:blip r:embed="rId14">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26" name="Google Shape;926;g2cdbdd193bb_0_343"/>
            <p:cNvPicPr preferRelativeResize="0"/>
            <p:nvPr/>
          </p:nvPicPr>
          <p:blipFill rotWithShape="1">
            <a:blip r:embed="rId15">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27" name="Google Shape;927;g2cdbdd193bb_0_343"/>
            <p:cNvPicPr preferRelativeResize="0"/>
            <p:nvPr/>
          </p:nvPicPr>
          <p:blipFill rotWithShape="1">
            <a:blip r:embed="rId16">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28" name="Google Shape;928;g2cdbdd193bb_0_343"/>
            <p:cNvPicPr preferRelativeResize="0"/>
            <p:nvPr/>
          </p:nvPicPr>
          <p:blipFill rotWithShape="1">
            <a:blip r:embed="rId17">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29" name="Google Shape;929;g2cdbdd193bb_0_343"/>
            <p:cNvPicPr preferRelativeResize="0"/>
            <p:nvPr/>
          </p:nvPicPr>
          <p:blipFill rotWithShape="1">
            <a:blip r:embed="rId18">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30" name="Google Shape;930;g2cdbdd193bb_0_343"/>
            <p:cNvPicPr preferRelativeResize="0"/>
            <p:nvPr/>
          </p:nvPicPr>
          <p:blipFill rotWithShape="1">
            <a:blip r:embed="rId19">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31" name="Google Shape;931;g2cdbdd193bb_0_343"/>
            <p:cNvPicPr preferRelativeResize="0"/>
            <p:nvPr/>
          </p:nvPicPr>
          <p:blipFill rotWithShape="1">
            <a:blip r:embed="rId20">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32" name="Google Shape;932;g2cdbdd193bb_0_343"/>
            <p:cNvPicPr preferRelativeResize="0"/>
            <p:nvPr/>
          </p:nvPicPr>
          <p:blipFill rotWithShape="1">
            <a:blip r:embed="rId21">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33" name="Google Shape;933;g2cdbdd193bb_0_343"/>
            <p:cNvPicPr preferRelativeResize="0"/>
            <p:nvPr/>
          </p:nvPicPr>
          <p:blipFill rotWithShape="1">
            <a:blip r:embed="rId22">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0" name="Google Shape;940;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41" name="Google Shape;941;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6666"/>
              </a:srgbClr>
            </a:outerShdw>
          </a:effectLst>
        </p:spPr>
      </p:pic>
      <p:sp>
        <p:nvSpPr>
          <p:cNvPr id="942" name="Google Shape;942;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43" name="Google Shape;943;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FFD403"/>
                </a:solidFill>
                <a:latin typeface="Jost"/>
                <a:ea typeface="Jost"/>
                <a:cs typeface="Jost"/>
                <a:sym typeface="Jost"/>
              </a:rPr>
              <a:t>sh</a:t>
            </a:r>
            <a:r>
              <a:rPr lang="en-US" sz="5800" b="0" i="0" u="none" strike="noStrike" cap="none">
                <a:solidFill>
                  <a:srgbClr val="2356AF"/>
                </a:solidFill>
                <a:latin typeface="Jost"/>
                <a:ea typeface="Jost"/>
                <a:cs typeface="Jost"/>
                <a:sym typeface="Jost"/>
              </a:rPr>
              <a:t>eep</a:t>
            </a:r>
            <a:endParaRPr sz="5800" b="0" i="0" u="none" strike="noStrike" cap="none">
              <a:solidFill>
                <a:srgbClr val="2356AF"/>
              </a:solidFill>
              <a:latin typeface="Jost"/>
              <a:ea typeface="Jost"/>
              <a:cs typeface="Jost"/>
              <a:sym typeface="Jost"/>
            </a:endParaRPr>
          </a:p>
        </p:txBody>
      </p:sp>
      <p:sp>
        <p:nvSpPr>
          <p:cNvPr id="944" name="Google Shape;944;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FFD403"/>
                </a:solidFill>
                <a:latin typeface="Jost"/>
                <a:ea typeface="Jost"/>
                <a:cs typeface="Jost"/>
                <a:sym typeface="Jost"/>
              </a:rPr>
              <a:t>sh</a:t>
            </a:r>
            <a:r>
              <a:rPr lang="en-US" sz="5800" b="0" i="0" u="none" strike="noStrike" cap="none">
                <a:solidFill>
                  <a:srgbClr val="2356AF"/>
                </a:solidFill>
                <a:latin typeface="Jost"/>
                <a:ea typeface="Jost"/>
                <a:cs typeface="Jost"/>
                <a:sym typeface="Jost"/>
              </a:rPr>
              <a:t>ell</a:t>
            </a:r>
            <a:endParaRPr sz="5800" b="0" i="0" u="none" strike="noStrike" cap="none">
              <a:solidFill>
                <a:srgbClr val="2356AF"/>
              </a:solidFill>
              <a:latin typeface="Jost"/>
              <a:ea typeface="Jost"/>
              <a:cs typeface="Jost"/>
              <a:sym typeface="Jost"/>
            </a:endParaRPr>
          </a:p>
        </p:txBody>
      </p:sp>
      <p:sp>
        <p:nvSpPr>
          <p:cNvPr id="945" name="Google Shape;945;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pu</a:t>
            </a:r>
            <a:r>
              <a:rPr lang="en-US" sz="5800" b="0" i="0" u="none" strike="noStrike" cap="none">
                <a:solidFill>
                  <a:srgbClr val="FFD403"/>
                </a:solidFill>
                <a:latin typeface="Jost"/>
                <a:ea typeface="Jost"/>
                <a:cs typeface="Jost"/>
                <a:sym typeface="Jost"/>
              </a:rPr>
              <a:t>sh</a:t>
            </a:r>
            <a:endParaRPr sz="5800" b="0" i="0" u="none" strike="noStrike" cap="none">
              <a:solidFill>
                <a:srgbClr val="2356AF"/>
              </a:solidFill>
              <a:latin typeface="Jost"/>
              <a:ea typeface="Jost"/>
              <a:cs typeface="Jost"/>
              <a:sym typeface="Jost"/>
            </a:endParaRPr>
          </a:p>
        </p:txBody>
      </p:sp>
      <p:sp>
        <p:nvSpPr>
          <p:cNvPr id="946" name="Google Shape;946;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Phase 3, Lesson 23</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g2e5653a5c66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53" name="Google Shape;953;g2e5653a5c66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54" name="Google Shape;954;g2e5653a5c66_0_0"/>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6666"/>
              </a:srgbClr>
            </a:outerShdw>
          </a:effectLst>
        </p:spPr>
      </p:pic>
      <p:sp>
        <p:nvSpPr>
          <p:cNvPr id="955" name="Google Shape;955;g2e5653a5c66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56" name="Google Shape;956;g2e5653a5c66_0_0"/>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so</a:t>
            </a:r>
            <a:r>
              <a:rPr lang="en-US" sz="5800" b="0" i="0" u="none" strike="noStrike" cap="none">
                <a:solidFill>
                  <a:srgbClr val="FFD403"/>
                </a:solidFill>
                <a:latin typeface="Jost"/>
                <a:ea typeface="Jost"/>
                <a:cs typeface="Jost"/>
                <a:sym typeface="Jost"/>
              </a:rPr>
              <a:t>ci</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l</a:t>
            </a:r>
            <a:endParaRPr sz="5800" b="0" i="0" u="none" strike="noStrike" cap="none">
              <a:solidFill>
                <a:srgbClr val="2356AF"/>
              </a:solidFill>
              <a:latin typeface="Jost"/>
              <a:ea typeface="Jost"/>
              <a:cs typeface="Jost"/>
              <a:sym typeface="Jost"/>
            </a:endParaRPr>
          </a:p>
        </p:txBody>
      </p:sp>
      <p:sp>
        <p:nvSpPr>
          <p:cNvPr id="957" name="Google Shape;957;g2e5653a5c66_0_0"/>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deli</a:t>
            </a:r>
            <a:r>
              <a:rPr lang="en-US" sz="5800" b="0" i="0" u="none" strike="noStrike" cap="none">
                <a:solidFill>
                  <a:srgbClr val="FFD403"/>
                </a:solidFill>
                <a:latin typeface="Jost"/>
                <a:ea typeface="Jost"/>
                <a:cs typeface="Jost"/>
                <a:sym typeface="Jost"/>
              </a:rPr>
              <a:t>ci</a:t>
            </a:r>
            <a:r>
              <a:rPr lang="en-US" sz="5800" b="0" i="0" u="none" strike="noStrike" cap="none">
                <a:solidFill>
                  <a:srgbClr val="2356AF"/>
                </a:solidFill>
                <a:latin typeface="Jost"/>
                <a:ea typeface="Jost"/>
                <a:cs typeface="Jost"/>
                <a:sym typeface="Jost"/>
              </a:rPr>
              <a:t>ous</a:t>
            </a:r>
            <a:endParaRPr sz="5800" b="0" i="0" u="none" strike="noStrike" cap="none">
              <a:solidFill>
                <a:srgbClr val="2356AF"/>
              </a:solidFill>
              <a:latin typeface="Jost"/>
              <a:ea typeface="Jost"/>
              <a:cs typeface="Jost"/>
              <a:sym typeface="Jost"/>
            </a:endParaRPr>
          </a:p>
        </p:txBody>
      </p:sp>
      <p:sp>
        <p:nvSpPr>
          <p:cNvPr id="958" name="Google Shape;958;g2e5653a5c66_0_0"/>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musi</a:t>
            </a:r>
            <a:r>
              <a:rPr lang="en-US" sz="5800" b="0" i="0" u="none" strike="noStrike" cap="none">
                <a:solidFill>
                  <a:srgbClr val="FFD403"/>
                </a:solidFill>
                <a:latin typeface="Jost"/>
                <a:ea typeface="Jost"/>
                <a:cs typeface="Jost"/>
                <a:sym typeface="Jost"/>
              </a:rPr>
              <a:t>ci</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n</a:t>
            </a:r>
            <a:endParaRPr sz="5800" b="0" i="0" u="none" strike="noStrike" cap="none">
              <a:solidFill>
                <a:srgbClr val="2356AF"/>
              </a:solidFill>
              <a:latin typeface="Jost"/>
              <a:ea typeface="Jost"/>
              <a:cs typeface="Jost"/>
              <a:sym typeface="Jost"/>
            </a:endParaRPr>
          </a:p>
        </p:txBody>
      </p:sp>
      <p:sp>
        <p:nvSpPr>
          <p:cNvPr id="959" name="Google Shape;959;g2e5653a5c66_0_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42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66" name="Google Shape;966;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3" name="Google Shape;973;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74" name="Google Shape;974;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5" name="Google Shape;975;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6" name="Google Shape;976;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7" name="Google Shape;977;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8" name="Google Shape;978;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0" name="Google Shape;980;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1" name="Google Shape;981;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2" name="Google Shape;982;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3" name="Google Shape;983;g2c4fb7f6616_1_0"/>
          <p:cNvGrpSpPr/>
          <p:nvPr/>
        </p:nvGrpSpPr>
        <p:grpSpPr>
          <a:xfrm>
            <a:off x="-550" y="6984600"/>
            <a:ext cx="8596479" cy="808600"/>
            <a:chOff x="-550" y="6984600"/>
            <a:chExt cx="8596479" cy="808600"/>
          </a:xfrm>
        </p:grpSpPr>
        <p:sp>
          <p:nvSpPr>
            <p:cNvPr id="984" name="Google Shape;984;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5" name="Google Shape;985;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6" name="Google Shape;986;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7" name="Google Shape;987;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8" name="Google Shape;988;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9" name="Google Shape;989;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0" name="Google Shape;990;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1" name="Google Shape;991;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92" name="Google Shape;992;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93" name="Google Shape;993;g2c4fb7f6616_1_0"/>
          <p:cNvSpPr/>
          <p:nvPr/>
        </p:nvSpPr>
        <p:spPr>
          <a:xfrm>
            <a:off x="289377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4" name="Google Shape;994;g2c4fb7f6616_1_0"/>
          <p:cNvSpPr txBox="1"/>
          <p:nvPr/>
        </p:nvSpPr>
        <p:spPr>
          <a:xfrm>
            <a:off x="232407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f</a:t>
            </a:r>
            <a:endParaRPr sz="12000" b="0" i="0" u="none" strike="noStrike" cap="none">
              <a:solidFill>
                <a:srgbClr val="2356AF"/>
              </a:solidFill>
              <a:latin typeface="Jost"/>
              <a:ea typeface="Jost"/>
              <a:cs typeface="Jost"/>
              <a:sym typeface="Jost"/>
            </a:endParaRPr>
          </a:p>
        </p:txBody>
      </p:sp>
      <p:sp>
        <p:nvSpPr>
          <p:cNvPr id="995" name="Google Shape;995;g2c4fb7f6616_1_0"/>
          <p:cNvSpPr/>
          <p:nvPr/>
        </p:nvSpPr>
        <p:spPr>
          <a:xfrm>
            <a:off x="3622351"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15138"/>
              </a:solidFill>
              <a:latin typeface="Poppins"/>
              <a:ea typeface="Poppins"/>
              <a:cs typeface="Poppins"/>
              <a:sym typeface="Poppins"/>
            </a:endParaRPr>
          </a:p>
        </p:txBody>
      </p:sp>
      <p:sp>
        <p:nvSpPr>
          <p:cNvPr id="996" name="Google Shape;996;g2c4fb7f6616_1_0"/>
          <p:cNvSpPr txBox="1"/>
          <p:nvPr/>
        </p:nvSpPr>
        <p:spPr>
          <a:xfrm>
            <a:off x="3208077" y="1391732"/>
            <a:ext cx="121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9700"/>
              <a:buFont typeface="Arial"/>
              <a:buNone/>
            </a:pPr>
            <a:r>
              <a:rPr lang="en-US" sz="9700" b="0" i="0" u="none" strike="noStrike" cap="none">
                <a:solidFill>
                  <a:srgbClr val="ED1C24"/>
                </a:solidFill>
                <a:latin typeface="Poppins"/>
                <a:ea typeface="Poppins"/>
                <a:cs typeface="Poppins"/>
                <a:sym typeface="Poppins"/>
              </a:rPr>
              <a:t>a</a:t>
            </a:r>
            <a:endParaRPr sz="9700" b="0" i="0" u="none" strike="noStrike" cap="none">
              <a:solidFill>
                <a:srgbClr val="ED1C24"/>
              </a:solidFill>
              <a:latin typeface="Jost"/>
              <a:ea typeface="Jost"/>
              <a:cs typeface="Jost"/>
              <a:sym typeface="Jost"/>
            </a:endParaRPr>
          </a:p>
        </p:txBody>
      </p:sp>
      <p:sp>
        <p:nvSpPr>
          <p:cNvPr id="997" name="Google Shape;997;g2c4fb7f6616_1_0"/>
          <p:cNvSpPr txBox="1"/>
          <p:nvPr/>
        </p:nvSpPr>
        <p:spPr>
          <a:xfrm>
            <a:off x="4143047" y="1308025"/>
            <a:ext cx="1411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FD403"/>
                </a:solidFill>
                <a:latin typeface="Jost"/>
                <a:ea typeface="Jost"/>
                <a:cs typeface="Jost"/>
                <a:sym typeface="Jost"/>
              </a:rPr>
              <a:t>ci</a:t>
            </a:r>
            <a:endParaRPr sz="12000" b="0" i="0" u="none" strike="noStrike" cap="none">
              <a:solidFill>
                <a:srgbClr val="FFD403"/>
              </a:solidFill>
              <a:latin typeface="Jost"/>
              <a:ea typeface="Jost"/>
              <a:cs typeface="Jost"/>
              <a:sym typeface="Jost"/>
            </a:endParaRPr>
          </a:p>
        </p:txBody>
      </p:sp>
      <p:sp>
        <p:nvSpPr>
          <p:cNvPr id="998" name="Google Shape;998;g2c4fb7f6616_1_0"/>
          <p:cNvSpPr/>
          <p:nvPr/>
        </p:nvSpPr>
        <p:spPr>
          <a:xfrm>
            <a:off x="4269425" y="4011900"/>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9" name="Google Shape;999;g2c4fb7f6616_1_0"/>
          <p:cNvSpPr txBox="1"/>
          <p:nvPr/>
        </p:nvSpPr>
        <p:spPr>
          <a:xfrm>
            <a:off x="5078268" y="1308025"/>
            <a:ext cx="17673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9800"/>
              <a:buFont typeface="Arial"/>
              <a:buNone/>
            </a:pPr>
            <a:r>
              <a:rPr lang="en-US" sz="9800" b="0" i="0" u="none" strike="noStrike" cap="none">
                <a:solidFill>
                  <a:srgbClr val="00A9A4"/>
                </a:solidFill>
                <a:latin typeface="Poppins"/>
                <a:ea typeface="Poppins"/>
                <a:cs typeface="Poppins"/>
                <a:sym typeface="Poppins"/>
              </a:rPr>
              <a:t>a</a:t>
            </a:r>
            <a:r>
              <a:rPr lang="en-US" sz="12000" b="0" i="0" u="none" strike="noStrike" cap="none">
                <a:solidFill>
                  <a:srgbClr val="2356AF"/>
                </a:solidFill>
                <a:latin typeface="Jost"/>
                <a:ea typeface="Jost"/>
                <a:cs typeface="Jost"/>
                <a:sym typeface="Jost"/>
              </a:rPr>
              <a:t>l</a:t>
            </a:r>
            <a:endParaRPr sz="12000" b="0" i="0" u="none" strike="noStrike" cap="none">
              <a:solidFill>
                <a:srgbClr val="2356AF"/>
              </a:solidFill>
              <a:latin typeface="Jost"/>
              <a:ea typeface="Jost"/>
              <a:cs typeface="Jost"/>
              <a:sym typeface="Jost"/>
            </a:endParaRPr>
          </a:p>
        </p:txBody>
      </p:sp>
      <p:sp>
        <p:nvSpPr>
          <p:cNvPr id="1000" name="Google Shape;1000;g2c4fb7f6616_1_0"/>
          <p:cNvSpPr/>
          <p:nvPr/>
        </p:nvSpPr>
        <p:spPr>
          <a:xfrm>
            <a:off x="4078488"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1" name="Google Shape;1001;g2c4fb7f6616_1_0"/>
          <p:cNvSpPr/>
          <p:nvPr/>
        </p:nvSpPr>
        <p:spPr>
          <a:xfrm>
            <a:off x="5478025" y="4011900"/>
            <a:ext cx="1019700" cy="180000"/>
          </a:xfrm>
          <a:prstGeom prst="rect">
            <a:avLst/>
          </a:prstGeom>
          <a:solidFill>
            <a:srgbClr val="00A9A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g2738399ca6c_0_4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08" name="Google Shape;1008;g2738399ca6c_0_4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09" name="Google Shape;1009;g2738399ca6c_0_4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10" name="Google Shape;1010;g2738399ca6c_0_4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1" name="Google Shape;1011;g2738399ca6c_0_4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2" name="Google Shape;1012;g2738399ca6c_0_4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3" name="Google Shape;1013;g2738399ca6c_0_4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4" name="Google Shape;1014;g2738399ca6c_0_4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5" name="Google Shape;1015;g2738399ca6c_0_4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6" name="Google Shape;1016;g2738399ca6c_0_43"/>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7" name="Google Shape;1017;g2738399ca6c_0_4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18" name="Google Shape;1018;g2738399ca6c_0_43"/>
          <p:cNvGrpSpPr/>
          <p:nvPr/>
        </p:nvGrpSpPr>
        <p:grpSpPr>
          <a:xfrm>
            <a:off x="-550" y="6984600"/>
            <a:ext cx="8596479" cy="808600"/>
            <a:chOff x="-550" y="6984600"/>
            <a:chExt cx="8596479" cy="808600"/>
          </a:xfrm>
        </p:grpSpPr>
        <p:sp>
          <p:nvSpPr>
            <p:cNvPr id="1019" name="Google Shape;1019;g2738399ca6c_0_4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20" name="Google Shape;1020;g2738399ca6c_0_4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21" name="Google Shape;1021;g2738399ca6c_0_4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22" name="Google Shape;1022;g2738399ca6c_0_4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23" name="Google Shape;1023;g2738399ca6c_0_4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4" name="Google Shape;1024;g2738399ca6c_0_43"/>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25" name="Google Shape;1025;g2738399ca6c_0_4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26" name="Google Shape;1026;g2738399ca6c_0_4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27" name="Google Shape;1027;g2738399ca6c_0_4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28" name="Google Shape;1028;g2738399ca6c_0_43"/>
          <p:cNvSpPr/>
          <p:nvPr/>
        </p:nvSpPr>
        <p:spPr>
          <a:xfrm>
            <a:off x="409702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9" name="Google Shape;1029;g2738399ca6c_0_43"/>
          <p:cNvSpPr txBox="1"/>
          <p:nvPr/>
        </p:nvSpPr>
        <p:spPr>
          <a:xfrm>
            <a:off x="3849655" y="1308025"/>
            <a:ext cx="844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f</a:t>
            </a:r>
            <a:endParaRPr sz="12000" b="0" i="0" u="none" strike="noStrike" cap="none">
              <a:solidFill>
                <a:srgbClr val="2356AF"/>
              </a:solidFill>
              <a:latin typeface="Jost"/>
              <a:ea typeface="Jost"/>
              <a:cs typeface="Jost"/>
              <a:sym typeface="Jost"/>
            </a:endParaRPr>
          </a:p>
        </p:txBody>
      </p:sp>
      <p:sp>
        <p:nvSpPr>
          <p:cNvPr id="1030" name="Google Shape;1030;g2738399ca6c_0_43"/>
          <p:cNvSpPr/>
          <p:nvPr/>
        </p:nvSpPr>
        <p:spPr>
          <a:xfrm>
            <a:off x="4514582"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15138"/>
              </a:solidFill>
              <a:latin typeface="Poppins"/>
              <a:ea typeface="Poppins"/>
              <a:cs typeface="Poppins"/>
              <a:sym typeface="Poppins"/>
            </a:endParaRPr>
          </a:p>
        </p:txBody>
      </p:sp>
      <p:sp>
        <p:nvSpPr>
          <p:cNvPr id="1031" name="Google Shape;1031;g2738399ca6c_0_43"/>
          <p:cNvSpPr txBox="1"/>
          <p:nvPr/>
        </p:nvSpPr>
        <p:spPr>
          <a:xfrm>
            <a:off x="4319730" y="1391725"/>
            <a:ext cx="904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9700"/>
              <a:buFont typeface="Arial"/>
              <a:buNone/>
            </a:pPr>
            <a:r>
              <a:rPr lang="en-US" sz="9700" b="0" i="0" u="none" strike="noStrike" cap="none">
                <a:solidFill>
                  <a:srgbClr val="ED1C24"/>
                </a:solidFill>
                <a:latin typeface="Poppins"/>
                <a:ea typeface="Poppins"/>
                <a:cs typeface="Poppins"/>
                <a:sym typeface="Poppins"/>
              </a:rPr>
              <a:t>i</a:t>
            </a:r>
            <a:endParaRPr sz="9700" b="0" i="0" u="none" strike="noStrike" cap="none">
              <a:solidFill>
                <a:srgbClr val="ED1C24"/>
              </a:solidFill>
              <a:latin typeface="Jost"/>
              <a:ea typeface="Jost"/>
              <a:cs typeface="Jost"/>
              <a:sym typeface="Jost"/>
            </a:endParaRPr>
          </a:p>
        </p:txBody>
      </p:sp>
      <p:sp>
        <p:nvSpPr>
          <p:cNvPr id="1032" name="Google Shape;1032;g2738399ca6c_0_43"/>
          <p:cNvSpPr txBox="1"/>
          <p:nvPr/>
        </p:nvSpPr>
        <p:spPr>
          <a:xfrm>
            <a:off x="4996699" y="1308025"/>
            <a:ext cx="1411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FD403"/>
                </a:solidFill>
                <a:latin typeface="Jost"/>
                <a:ea typeface="Jost"/>
                <a:cs typeface="Jost"/>
                <a:sym typeface="Jost"/>
              </a:rPr>
              <a:t>ci</a:t>
            </a:r>
            <a:endParaRPr sz="12000" b="0" i="0" u="none" strike="noStrike" cap="none">
              <a:solidFill>
                <a:srgbClr val="FFD403"/>
              </a:solidFill>
              <a:latin typeface="Jost"/>
              <a:ea typeface="Jost"/>
              <a:cs typeface="Jost"/>
              <a:sym typeface="Jost"/>
            </a:endParaRPr>
          </a:p>
        </p:txBody>
      </p:sp>
      <p:sp>
        <p:nvSpPr>
          <p:cNvPr id="1033" name="Google Shape;1033;g2738399ca6c_0_43"/>
          <p:cNvSpPr/>
          <p:nvPr/>
        </p:nvSpPr>
        <p:spPr>
          <a:xfrm>
            <a:off x="5123077" y="4011900"/>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4" name="Google Shape;1034;g2738399ca6c_0_43"/>
          <p:cNvSpPr txBox="1"/>
          <p:nvPr/>
        </p:nvSpPr>
        <p:spPr>
          <a:xfrm>
            <a:off x="5931921" y="1308025"/>
            <a:ext cx="17673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9800"/>
              <a:buFont typeface="Arial"/>
              <a:buNone/>
            </a:pPr>
            <a:r>
              <a:rPr lang="en-US" sz="9800" b="0" i="0" u="none" strike="noStrike" cap="none">
                <a:solidFill>
                  <a:srgbClr val="00A9A4"/>
                </a:solidFill>
                <a:latin typeface="Poppins"/>
                <a:ea typeface="Poppins"/>
                <a:cs typeface="Poppins"/>
                <a:sym typeface="Poppins"/>
              </a:rPr>
              <a:t>a</a:t>
            </a:r>
            <a:r>
              <a:rPr lang="en-US" sz="12000" b="0" i="0" u="none" strike="noStrike" cap="none">
                <a:solidFill>
                  <a:srgbClr val="2356AF"/>
                </a:solidFill>
                <a:latin typeface="Jost"/>
                <a:ea typeface="Jost"/>
                <a:cs typeface="Jost"/>
                <a:sym typeface="Jost"/>
              </a:rPr>
              <a:t>l</a:t>
            </a:r>
            <a:endParaRPr sz="12000" b="0" i="0" u="none" strike="noStrike" cap="none">
              <a:solidFill>
                <a:srgbClr val="2356AF"/>
              </a:solidFill>
              <a:latin typeface="Jost"/>
              <a:ea typeface="Jost"/>
              <a:cs typeface="Jost"/>
              <a:sym typeface="Jost"/>
            </a:endParaRPr>
          </a:p>
        </p:txBody>
      </p:sp>
      <p:sp>
        <p:nvSpPr>
          <p:cNvPr id="1035" name="Google Shape;1035;g2738399ca6c_0_43"/>
          <p:cNvSpPr/>
          <p:nvPr/>
        </p:nvSpPr>
        <p:spPr>
          <a:xfrm>
            <a:off x="6229072" y="4011900"/>
            <a:ext cx="1154100" cy="180000"/>
          </a:xfrm>
          <a:prstGeom prst="rect">
            <a:avLst/>
          </a:prstGeom>
          <a:solidFill>
            <a:srgbClr val="00A9A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6" name="Google Shape;1036;g2738399ca6c_0_43"/>
          <p:cNvSpPr/>
          <p:nvPr/>
        </p:nvSpPr>
        <p:spPr>
          <a:xfrm>
            <a:off x="4932140"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7" name="Google Shape;1037;g2738399ca6c_0_43"/>
          <p:cNvSpPr/>
          <p:nvPr/>
        </p:nvSpPr>
        <p:spPr>
          <a:xfrm>
            <a:off x="310954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8" name="Google Shape;1038;g2738399ca6c_0_43"/>
          <p:cNvSpPr txBox="1"/>
          <p:nvPr/>
        </p:nvSpPr>
        <p:spPr>
          <a:xfrm>
            <a:off x="2884530" y="1308025"/>
            <a:ext cx="844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1039" name="Google Shape;1039;g2738399ca6c_0_43"/>
          <p:cNvSpPr txBox="1"/>
          <p:nvPr/>
        </p:nvSpPr>
        <p:spPr>
          <a:xfrm>
            <a:off x="1444779" y="1308025"/>
            <a:ext cx="17673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9800"/>
              <a:buFont typeface="Arial"/>
              <a:buNone/>
            </a:pPr>
            <a:r>
              <a:rPr lang="en-US" sz="9800" b="0" i="0" u="none" strike="noStrike" cap="none">
                <a:solidFill>
                  <a:srgbClr val="993FA2"/>
                </a:solidFill>
                <a:latin typeface="Poppins"/>
                <a:ea typeface="Poppins"/>
                <a:cs typeface="Poppins"/>
                <a:sym typeface="Poppins"/>
              </a:rPr>
              <a:t>a</a:t>
            </a:r>
            <a:r>
              <a:rPr lang="en-US" sz="12000" b="0" i="0" u="none" strike="noStrike" cap="none">
                <a:solidFill>
                  <a:srgbClr val="993FA2"/>
                </a:solidFill>
                <a:latin typeface="Jost"/>
                <a:ea typeface="Jost"/>
                <a:cs typeface="Jost"/>
                <a:sym typeface="Jost"/>
              </a:rPr>
              <a:t>r</a:t>
            </a:r>
            <a:endParaRPr sz="12000" b="0" i="0" u="none" strike="noStrike" cap="none">
              <a:solidFill>
                <a:srgbClr val="993FA2"/>
              </a:solidFill>
              <a:latin typeface="Jost"/>
              <a:ea typeface="Jost"/>
              <a:cs typeface="Jost"/>
              <a:sym typeface="Jost"/>
            </a:endParaRPr>
          </a:p>
        </p:txBody>
      </p:sp>
      <p:sp>
        <p:nvSpPr>
          <p:cNvPr id="1040" name="Google Shape;1040;g2738399ca6c_0_43"/>
          <p:cNvSpPr/>
          <p:nvPr/>
        </p:nvSpPr>
        <p:spPr>
          <a:xfrm>
            <a:off x="1741929" y="4011900"/>
            <a:ext cx="11541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1" name="Google Shape;1041;g2738399ca6c_0_43"/>
          <p:cNvSpPr/>
          <p:nvPr/>
        </p:nvSpPr>
        <p:spPr>
          <a:xfrm>
            <a:off x="3527107"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15138"/>
              </a:solidFill>
              <a:latin typeface="Poppins"/>
              <a:ea typeface="Poppins"/>
              <a:cs typeface="Poppins"/>
              <a:sym typeface="Poppins"/>
            </a:endParaRPr>
          </a:p>
        </p:txBody>
      </p:sp>
      <p:sp>
        <p:nvSpPr>
          <p:cNvPr id="1042" name="Google Shape;1042;g2738399ca6c_0_43"/>
          <p:cNvSpPr txBox="1"/>
          <p:nvPr/>
        </p:nvSpPr>
        <p:spPr>
          <a:xfrm>
            <a:off x="3350502" y="1391725"/>
            <a:ext cx="904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9700"/>
              <a:buFont typeface="Arial"/>
              <a:buNone/>
            </a:pPr>
            <a:r>
              <a:rPr lang="en-US" sz="9700" b="0" i="0" u="none" strike="noStrike" cap="none">
                <a:solidFill>
                  <a:srgbClr val="ED1C24"/>
                </a:solidFill>
                <a:latin typeface="Poppins"/>
                <a:ea typeface="Poppins"/>
                <a:cs typeface="Poppins"/>
                <a:sym typeface="Poppins"/>
              </a:rPr>
              <a:t>i</a:t>
            </a:r>
            <a:endParaRPr sz="9700" b="0" i="0" u="none" strike="noStrike" cap="none">
              <a:solidFill>
                <a:srgbClr val="ED1C24"/>
              </a:solidFill>
              <a:latin typeface="Jost"/>
              <a:ea typeface="Jost"/>
              <a:cs typeface="Jost"/>
              <a:sym typeface="Jost"/>
            </a:endParaRPr>
          </a:p>
        </p:txBody>
      </p:sp>
      <p:sp>
        <p:nvSpPr>
          <p:cNvPr id="1043" name="Google Shape;1043;g2738399ca6c_0_43"/>
          <p:cNvSpPr/>
          <p:nvPr/>
        </p:nvSpPr>
        <p:spPr>
          <a:xfrm>
            <a:off x="2957190"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4" name="Google Shape;1044;g2738399ca6c_0_43"/>
          <p:cNvSpPr/>
          <p:nvPr/>
        </p:nvSpPr>
        <p:spPr>
          <a:xfrm>
            <a:off x="3944665"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51" name="Google Shape;1051;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58" name="Google Shape;1058;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59" name="Google Shape;1059;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60" name="Google Shape;1060;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sp>
        <p:nvSpPr>
          <p:cNvPr id="1066" name="Google Shape;106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67" name="Google Shape;106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68" name="Google Shape;1068;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69" name="Google Shape;1069;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6" name="Google Shape;1076;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77" name="Google Shape;1077;g2d1eea302f1_0_6"/>
          <p:cNvGrpSpPr/>
          <p:nvPr/>
        </p:nvGrpSpPr>
        <p:grpSpPr>
          <a:xfrm>
            <a:off x="3024000" y="209875"/>
            <a:ext cx="3096000" cy="454800"/>
            <a:chOff x="3024000" y="209875"/>
            <a:chExt cx="3096000" cy="454800"/>
          </a:xfrm>
        </p:grpSpPr>
        <p:sp>
          <p:nvSpPr>
            <p:cNvPr id="1078" name="Google Shape;1078;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9" name="Google Shape;1079;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0" name="Google Shape;1080;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1" name="Google Shape;1081;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2" name="Google Shape;1082;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3" name="Google Shape;1083;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4" name="Google Shape;1084;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5" name="Google Shape;1085;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86" name="Google Shape;1086;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87" name="Google Shape;1087;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ci</a:t>
            </a:r>
            <a:endParaRPr sz="5500" b="0" i="0" u="none" strike="noStrike" cap="none">
              <a:solidFill>
                <a:srgbClr val="FFD403"/>
              </a:solidFill>
              <a:latin typeface="Jost"/>
              <a:ea typeface="Jost"/>
              <a:cs typeface="Jost"/>
              <a:sym typeface="Jost"/>
            </a:endParaRPr>
          </a:p>
        </p:txBody>
      </p:sp>
      <p:sp>
        <p:nvSpPr>
          <p:cNvPr id="1088" name="Google Shape;1088;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89" name="Google Shape;1089;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90" name="Google Shape;1090;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FFD403"/>
              </a:solidFill>
              <a:latin typeface="Jost"/>
              <a:ea typeface="Jost"/>
              <a:cs typeface="Jost"/>
              <a:sym typeface="Jost"/>
            </a:endParaRPr>
          </a:p>
        </p:txBody>
      </p:sp>
      <p:sp>
        <p:nvSpPr>
          <p:cNvPr id="1091" name="Google Shape;1091;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92" name="Google Shape;1092;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93" name="Google Shape;1093;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094" name="Google Shape;1094;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00904D"/>
              </a:solidFill>
              <a:latin typeface="Jost"/>
              <a:ea typeface="Jost"/>
              <a:cs typeface="Jost"/>
              <a:sym typeface="Jost"/>
            </a:endParaRPr>
          </a:p>
        </p:txBody>
      </p:sp>
      <p:sp>
        <p:nvSpPr>
          <p:cNvPr id="1095" name="Google Shape;1095;g2d1eea302f1_0_6"/>
          <p:cNvSpPr txBox="1"/>
          <p:nvPr/>
        </p:nvSpPr>
        <p:spPr>
          <a:xfrm>
            <a:off x="347806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096" name="Google Shape;1096;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097" name="Google Shape;1097;g2d1eea302f1_0_6"/>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98" name="Google Shape;1098;g2d1eea302f1_0_6"/>
          <p:cNvSpPr txBox="1"/>
          <p:nvPr/>
        </p:nvSpPr>
        <p:spPr>
          <a:xfrm>
            <a:off x="5792505" y="88854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
        <p:nvSpPr>
          <p:cNvPr id="1099" name="Google Shape;1099;g2d1eea302f1_0_6"/>
          <p:cNvSpPr txBox="1"/>
          <p:nvPr/>
        </p:nvSpPr>
        <p:spPr>
          <a:xfrm>
            <a:off x="464833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cxnSp>
        <p:nvCxnSpPr>
          <p:cNvPr id="1100" name="Google Shape;1100;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05"/>
        <p:cNvGrpSpPr/>
        <p:nvPr/>
      </p:nvGrpSpPr>
      <p:grpSpPr>
        <a:xfrm>
          <a:off x="0" y="0"/>
          <a:ext cx="0" cy="0"/>
          <a:chOff x="0" y="0"/>
          <a:chExt cx="0" cy="0"/>
        </a:xfrm>
      </p:grpSpPr>
      <p:sp>
        <p:nvSpPr>
          <p:cNvPr id="1106" name="Google Shape;1106;g2738399ca6c_0_9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7" name="Google Shape;1107;g2738399ca6c_0_9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8" name="Google Shape;1108;g2738399ca6c_0_93"/>
          <p:cNvGrpSpPr/>
          <p:nvPr/>
        </p:nvGrpSpPr>
        <p:grpSpPr>
          <a:xfrm>
            <a:off x="3024000" y="209875"/>
            <a:ext cx="3096000" cy="454800"/>
            <a:chOff x="3024000" y="209875"/>
            <a:chExt cx="3096000" cy="454800"/>
          </a:xfrm>
        </p:grpSpPr>
        <p:sp>
          <p:nvSpPr>
            <p:cNvPr id="1109" name="Google Shape;1109;g2738399ca6c_0_9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0" name="Google Shape;1110;g2738399ca6c_0_9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1" name="Google Shape;1111;g2738399ca6c_0_93"/>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12" name="Google Shape;1112;g2738399ca6c_0_93"/>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13" name="Google Shape;1113;g2738399ca6c_0_93"/>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4" name="Google Shape;1114;g2738399ca6c_0_93"/>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5" name="Google Shape;1115;g2738399ca6c_0_93"/>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6" name="Google Shape;1116;g2738399ca6c_0_93"/>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7" name="Google Shape;1117;g2738399ca6c_0_93"/>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18" name="Google Shape;1118;g2738399ca6c_0_93"/>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19" name="Google Shape;1119;g2738399ca6c_0_93"/>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ci</a:t>
            </a:r>
            <a:endParaRPr sz="5500" b="0" i="0" u="none" strike="noStrike" cap="none">
              <a:solidFill>
                <a:srgbClr val="FFD403"/>
              </a:solidFill>
              <a:latin typeface="Jost"/>
              <a:ea typeface="Jost"/>
              <a:cs typeface="Jost"/>
              <a:sym typeface="Jost"/>
            </a:endParaRPr>
          </a:p>
        </p:txBody>
      </p:sp>
      <p:cxnSp>
        <p:nvCxnSpPr>
          <p:cNvPr id="1120" name="Google Shape;1120;g2738399ca6c_0_93"/>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1" name="Google Shape;1121;g2738399ca6c_0_93"/>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22" name="Google Shape;1122;g2738399ca6c_0_93"/>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23" name="Google Shape;1123;g2738399ca6c_0_93"/>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FFD403"/>
              </a:solidFill>
              <a:latin typeface="Jost"/>
              <a:ea typeface="Jost"/>
              <a:cs typeface="Jost"/>
              <a:sym typeface="Jost"/>
            </a:endParaRPr>
          </a:p>
        </p:txBody>
      </p:sp>
      <p:sp>
        <p:nvSpPr>
          <p:cNvPr id="1124" name="Google Shape;1124;g2738399ca6c_0_93"/>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25" name="Google Shape;1125;g2738399ca6c_0_93"/>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26" name="Google Shape;1126;g2738399ca6c_0_93"/>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27" name="Google Shape;1127;g2738399ca6c_0_93"/>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00904D"/>
              </a:solidFill>
              <a:latin typeface="Jost"/>
              <a:ea typeface="Jost"/>
              <a:cs typeface="Jost"/>
              <a:sym typeface="Jost"/>
            </a:endParaRPr>
          </a:p>
        </p:txBody>
      </p:sp>
      <p:sp>
        <p:nvSpPr>
          <p:cNvPr id="1128" name="Google Shape;1128;g2738399ca6c_0_93"/>
          <p:cNvSpPr txBox="1"/>
          <p:nvPr/>
        </p:nvSpPr>
        <p:spPr>
          <a:xfrm>
            <a:off x="347806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129" name="Google Shape;1129;g2738399ca6c_0_93"/>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speci</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l soci</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l precious delicious vicious</a:t>
            </a:r>
            <a:endParaRPr sz="1800" b="0" i="0" u="none" strike="noStrike" cap="none">
              <a:solidFill>
                <a:srgbClr val="B7B7B7"/>
              </a:solidFill>
              <a:latin typeface="Jost"/>
              <a:ea typeface="Jost"/>
              <a:cs typeface="Jost"/>
              <a:sym typeface="Jost"/>
            </a:endParaRPr>
          </a:p>
        </p:txBody>
      </p:sp>
      <p:sp>
        <p:nvSpPr>
          <p:cNvPr id="1130" name="Google Shape;1130;g2738399ca6c_0_9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31" name="Google Shape;1131;g2738399ca6c_0_93"/>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32" name="Google Shape;1132;g2738399ca6c_0_93"/>
          <p:cNvSpPr txBox="1"/>
          <p:nvPr/>
        </p:nvSpPr>
        <p:spPr>
          <a:xfrm>
            <a:off x="5792505" y="88854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
        <p:nvSpPr>
          <p:cNvPr id="1133" name="Google Shape;1133;g2738399ca6c_0_93"/>
          <p:cNvSpPr txBox="1"/>
          <p:nvPr/>
        </p:nvSpPr>
        <p:spPr>
          <a:xfrm>
            <a:off x="464833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453</Words>
  <Application>Microsoft Office PowerPoint</Application>
  <PresentationFormat>On-screen Show (4:3)</PresentationFormat>
  <Paragraphs>154</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Poppins Medium</vt:lpstr>
      <vt:lpstr>Jost</vt:lpstr>
      <vt:lpstr>Poppins</vt:lpstr>
      <vt:lpstr>Nunito Black</vt:lpstr>
      <vt:lpstr>Calibri</vt:lpstr>
      <vt:lpstr>Poppins SemiBold</vt:lpstr>
      <vt:lpstr>Arial</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 want.</vt:lpstr>
      <vt:lpstr>Review Phase 5.5 Common Exception Words people wild child mind kind behind eye oh most only both though through who prove shoe beautiful climb Christmas school.</vt:lpstr>
      <vt:lpstr>Review Grapheme Caption</vt:lpstr>
      <vt:lpstr>Review Grapheme Caption</vt:lpstr>
      <vt:lpstr>Explain Decoding</vt:lpstr>
      <vt:lpstr>Model Blending Phonemes</vt:lpstr>
      <vt:lpstr>Model Blending Phonemes</vt:lpstr>
      <vt:lpstr>Explain Encoding</vt:lpstr>
      <vt:lpstr>Build a Decodable Word</vt:lpstr>
      <vt:lpstr>Build a Decodable Word</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2026-05-27T04:34:43Z</dcterms:modified>
</cp:coreProperties>
</file>