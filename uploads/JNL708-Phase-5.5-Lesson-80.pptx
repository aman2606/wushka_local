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Poppins"/>
      <p:regular r:id="rId33"/>
      <p:bold r:id="rId34"/>
      <p:italic r:id="rId35"/>
      <p:boldItalic r:id="rId36"/>
    </p:embeddedFont>
    <p:embeddedFont>
      <p:font typeface="Jost"/>
      <p:regular r:id="rId37"/>
      <p:bold r:id="rId38"/>
      <p:italic r:id="rId39"/>
      <p:boldItalic r:id="rId40"/>
    </p:embeddedFont>
    <p:embeddedFont>
      <p:font typeface="Poppins Medium"/>
      <p:regular r:id="rId41"/>
      <p:bold r:id="rId42"/>
      <p:italic r:id="rId43"/>
      <p:boldItalic r:id="rId44"/>
    </p:embeddedFont>
    <p:embeddedFont>
      <p:font typeface="Poppins SemiBold"/>
      <p:regular r:id="rId45"/>
      <p:bold r:id="rId46"/>
      <p:italic r:id="rId47"/>
      <p:boldItalic r:id="rId48"/>
    </p:embeddedFont>
    <p:embeddedFont>
      <p:font typeface="Nunito Black"/>
      <p:bold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1" roundtripDataSignature="AMtx7mig7XtRH85s8RX5ILSJCWZIuQA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40F024-A6B2-4970-893B-DC56AC146D9E}">
  <a:tblStyle styleId="{1F40F024-A6B2-4970-893B-DC56AC146D9E}"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boldItalic.fntdata"/><Relationship Id="rId42" Type="http://schemas.openxmlformats.org/officeDocument/2006/relationships/font" Target="fonts/PoppinsMedium-bold.fntdata"/><Relationship Id="rId41" Type="http://schemas.openxmlformats.org/officeDocument/2006/relationships/font" Target="fonts/PoppinsMedium-regular.fntdata"/><Relationship Id="rId44" Type="http://schemas.openxmlformats.org/officeDocument/2006/relationships/font" Target="fonts/PoppinsMedium-boldItalic.fntdata"/><Relationship Id="rId43" Type="http://schemas.openxmlformats.org/officeDocument/2006/relationships/font" Target="fonts/PoppinsMedium-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Nunito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oppins-regular.fntdata"/><Relationship Id="rId32" Type="http://schemas.openxmlformats.org/officeDocument/2006/relationships/slide" Target="slides/slide26.xml"/><Relationship Id="rId35" Type="http://schemas.openxmlformats.org/officeDocument/2006/relationships/font" Target="fonts/Poppins-italic.fntdata"/><Relationship Id="rId34" Type="http://schemas.openxmlformats.org/officeDocument/2006/relationships/font" Target="fonts/Poppins-bold.fntdata"/><Relationship Id="rId37" Type="http://schemas.openxmlformats.org/officeDocument/2006/relationships/font" Target="fonts/Jost-regular.fntdata"/><Relationship Id="rId36" Type="http://schemas.openxmlformats.org/officeDocument/2006/relationships/font" Target="fonts/Poppins-boldItalic.fntdata"/><Relationship Id="rId39" Type="http://schemas.openxmlformats.org/officeDocument/2006/relationships/font" Target="fonts/Jost-italic.fntdata"/><Relationship Id="rId38" Type="http://schemas.openxmlformats.org/officeDocument/2006/relationships/font" Target="fonts/Jos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41afd3268d_0_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g341afd3268d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41afd3268d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41afd3268d_0_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g341afd3268d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341afd3268d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41afd3268d_0_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41afd3268d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41afd3268d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41afd3268d_0_1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g341afd3268d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7" name="Google Shape;837;g341afd3268d_0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41afd3268d_0_1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41afd3268d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41afd3268d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41afd3268d_0_18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41afd3268d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6" name="Google Shape;906;g341afd3268d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41afd3268d_0_2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g341afd3268d_0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1" name="Google Shape;941;g341afd3268d_0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41afd3268d_0_2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g341afd3268d_0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41afd3268d_0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41afd3268d_0_2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g341afd3268d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2" name="Google Shape;982;g341afd3268d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41afd3268d_0_28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g341afd3268d_0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2" name="Google Shape;1012;g341afd3268d_0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6f40b1072c_1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g26f40b1072c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2" name="Google Shape;1042;g26f40b1072c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6f40b1072c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g26f40b1072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26f40b1072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ce718e20f2_0_8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g2ce718e20f2_0_8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2ce718e20f2_0_8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701ceed56d_4_3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0" name="Google Shape;1070;g2701ceed56d_4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2701ceed56d_4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2" name="Google Shape;1082;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2" name="Google Shape;1092;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2" name="Google Shape;1102;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6b641b03cd_0_3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g26b641b03cd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26b641b03cd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701ceed56d_4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g2701ceed56d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2" name="Google Shape;1142;g2701ceed56d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27396dc95f3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8" name="Google Shape;1198;g27396dc95f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27396dc95f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5" name="Google Shape;1205;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1" name="Google Shape;1211;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2" name="Google Shape;1212;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7.xml.rels><?xml version="1.0" encoding="UTF-8"?><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8.png"/><Relationship Id="rId13" Type="http://schemas.openxmlformats.org/officeDocument/2006/relationships/image" Target="../media/image3.png"/><Relationship Id="rId12" Type="http://schemas.openxmlformats.org/officeDocument/2006/relationships/image" Target="../media/image6.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5.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9.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50931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20140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 name="Google Shape;106;g26b641b03cd_0_33"/>
          <p:cNvSpPr/>
          <p:nvPr/>
        </p:nvSpPr>
        <p:spPr>
          <a:xfrm flipH="1" rot="-5400000">
            <a:off x="-938345" y="21672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Review Sound Family /ur/</a:t>
            </a:r>
            <a:endParaRPr b="0" i="0" sz="1800" u="none" cap="none" strike="noStrik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7328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1800"/>
              <a:buFont typeface="Arial"/>
              <a:buNone/>
            </a:pPr>
            <a:r>
              <a:rPr lang="en-US" sz="1800">
                <a:solidFill>
                  <a:srgbClr val="CB3D85"/>
                </a:solidFill>
                <a:latin typeface="Poppins Medium"/>
                <a:ea typeface="Poppins Medium"/>
                <a:cs typeface="Poppins Medium"/>
                <a:sym typeface="Poppins Medium"/>
              </a:rPr>
              <a:t>Week 16 - Friday</a:t>
            </a:r>
            <a:endParaRPr b="0" i="0" sz="1800" u="none" cap="none" strike="noStrik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1" name="Google Shape;111;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2" name="Google Shape;112;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 name="Google Shape;115;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 name="Google Shape;116;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9" name="Google Shape;119;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80</a:t>
            </a:r>
            <a:endParaRPr b="0" i="0" sz="1800" u="none" cap="none" strike="noStrik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pendent Reading">
  <p:cSld name="End of Session_1_1_1">
    <p:spTree>
      <p:nvGrpSpPr>
        <p:cNvPr id="126"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Independent Reading</a:t>
            </a:r>
            <a:endParaRPr b="0" i="0" sz="3200" u="none" cap="none" strike="noStrik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cap="flat" cmpd="sng" w="9525">
            <a:solidFill>
              <a:srgbClr val="BFBFBF"/>
            </a:solidFill>
            <a:prstDash val="solid"/>
            <a:miter lim="800000"/>
            <a:headEnd len="sm" w="sm" type="none"/>
            <a:tailEnd len="sm" w="sm" type="none"/>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Children are given a decodable reader that covers letter sounds previously taught.</a:t>
            </a:r>
            <a:endParaRPr b="0" i="0" sz="1400" u="none" cap="none" strike="noStrik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100" u="none" cap="none" strike="noStrike">
                <a:solidFill>
                  <a:srgbClr val="CB3D85"/>
                </a:solidFill>
                <a:latin typeface="Poppins Medium"/>
                <a:ea typeface="Poppins Medium"/>
                <a:cs typeface="Poppins Medium"/>
                <a:sym typeface="Poppins Medium"/>
              </a:rPr>
              <a:t>Decodable Readers</a:t>
            </a:r>
            <a:endParaRPr b="0" i="0" sz="1100" u="none" cap="none" strike="noStrike">
              <a:solidFill>
                <a:srgbClr val="CB3D85"/>
              </a:solidFill>
              <a:latin typeface="Poppins Medium"/>
              <a:ea typeface="Poppins Medium"/>
              <a:cs typeface="Poppins Medium"/>
              <a:sym typeface="Poppins Medium"/>
            </a:endParaRPr>
          </a:p>
        </p:txBody>
      </p:sp>
      <p:pic>
        <p:nvPicPr>
          <p:cNvPr id="132" name="Google Shape;132;g2ce718e20f2_0_768"/>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274"/>
              </a:srgbClr>
            </a:outerShdw>
          </a:effectLst>
        </p:spPr>
      </p:pic>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5" name="Google Shape;135;g2ce718e20f2_0_76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6" name="Google Shape;136;g2ce718e20f2_0_76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100" u="none" cap="none" strike="noStrike">
                <a:solidFill>
                  <a:srgbClr val="CB3D85"/>
                </a:solidFill>
                <a:latin typeface="Poppins Medium"/>
                <a:ea typeface="Poppins Medium"/>
                <a:cs typeface="Poppins Medium"/>
                <a:sym typeface="Poppins Medium"/>
              </a:rPr>
              <a:t>Sound Family Chart</a:t>
            </a:r>
            <a:endParaRPr b="0" i="1" sz="1100" u="none" cap="none" strike="noStrik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54" name="Shape 154"/>
        <p:cNvGrpSpPr/>
        <p:nvPr/>
      </p:nvGrpSpPr>
      <p:grpSpPr>
        <a:xfrm>
          <a:off x="0" y="0"/>
          <a:ext cx="0" cy="0"/>
          <a:chOff x="0" y="0"/>
          <a:chExt cx="0" cy="0"/>
        </a:xfrm>
      </p:grpSpPr>
      <p:grpSp>
        <p:nvGrpSpPr>
          <p:cNvPr id="155" name="Google Shape;155;p25"/>
          <p:cNvGrpSpPr/>
          <p:nvPr/>
        </p:nvGrpSpPr>
        <p:grpSpPr>
          <a:xfrm>
            <a:off x="-400050" y="-342900"/>
            <a:ext cx="9944100" cy="7258200"/>
            <a:chOff x="-400050" y="-342900"/>
            <a:chExt cx="9944100" cy="7258200"/>
          </a:xfrm>
        </p:grpSpPr>
        <p:grpSp>
          <p:nvGrpSpPr>
            <p:cNvPr id="156" name="Google Shape;156;p25"/>
            <p:cNvGrpSpPr/>
            <p:nvPr/>
          </p:nvGrpSpPr>
          <p:grpSpPr>
            <a:xfrm>
              <a:off x="-400050" y="-342900"/>
              <a:ext cx="9944100" cy="7258200"/>
              <a:chOff x="-400050" y="-342900"/>
              <a:chExt cx="9944100" cy="7258200"/>
            </a:xfrm>
          </p:grpSpPr>
          <p:grpSp>
            <p:nvGrpSpPr>
              <p:cNvPr id="157" name="Google Shape;157;p25"/>
              <p:cNvGrpSpPr/>
              <p:nvPr/>
            </p:nvGrpSpPr>
            <p:grpSpPr>
              <a:xfrm>
                <a:off x="-36925" y="-42000"/>
                <a:ext cx="9236225" cy="6957300"/>
                <a:chOff x="-36925" y="-42000"/>
                <a:chExt cx="9236225" cy="6957300"/>
              </a:xfrm>
            </p:grpSpPr>
            <p:sp>
              <p:nvSpPr>
                <p:cNvPr id="158" name="Google Shape;158;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60" name="Google Shape;160;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61" name="Google Shape;161;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62" name="Google Shape;162;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4" name="Google Shape;164;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65" name="Google Shape;165;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66" name="Google Shape;166;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67" name="Shape 167"/>
        <p:cNvGrpSpPr/>
        <p:nvPr/>
      </p:nvGrpSpPr>
      <p:grpSpPr>
        <a:xfrm>
          <a:off x="0" y="0"/>
          <a:ext cx="0" cy="0"/>
          <a:chOff x="0" y="0"/>
          <a:chExt cx="0" cy="0"/>
        </a:xfrm>
      </p:grpSpPr>
      <p:sp>
        <p:nvSpPr>
          <p:cNvPr id="168" name="Google Shape;168;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71" name="Google Shape;171;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72" name="Google Shape;172;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73" name="Google Shape;173;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74" name="Google Shape;174;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75" name="Google Shape;175;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76" name="Google Shape;176;g2c4fb7f6616_0_721"/>
          <p:cNvGrpSpPr/>
          <p:nvPr/>
        </p:nvGrpSpPr>
        <p:grpSpPr>
          <a:xfrm>
            <a:off x="1050674" y="3528974"/>
            <a:ext cx="508471" cy="472349"/>
            <a:chOff x="718913" y="3178865"/>
            <a:chExt cx="825441" cy="766800"/>
          </a:xfrm>
        </p:grpSpPr>
        <p:sp>
          <p:nvSpPr>
            <p:cNvPr id="177" name="Google Shape;177;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8" name="Google Shape;178;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79" name="Google Shape;179;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058"/>
              </a:srgbClr>
            </a:outerShdw>
          </a:effectLst>
        </p:spPr>
      </p:pic>
      <p:sp>
        <p:nvSpPr>
          <p:cNvPr id="180" name="Google Shape;180;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81" name="Google Shape;181;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82" name="Google Shape;182;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83" name="Google Shape;183;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84" name="Google Shape;184;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85" name="Google Shape;185;g2c4fb7f6616_0_721"/>
          <p:cNvPicPr preferRelativeResize="0"/>
          <p:nvPr/>
        </p:nvPicPr>
        <p:blipFill rotWithShape="1">
          <a:blip r:embed="rId12">
            <a:alphaModFix/>
          </a:blip>
          <a:srcRect b="0" l="0" r="0" t="0"/>
          <a:stretch/>
        </p:blipFill>
        <p:spPr>
          <a:xfrm rot="-505316">
            <a:off x="5528790" y="1629680"/>
            <a:ext cx="1382684" cy="1382664"/>
          </a:xfrm>
          <a:prstGeom prst="rect">
            <a:avLst/>
          </a:prstGeom>
          <a:noFill/>
          <a:ln>
            <a:noFill/>
          </a:ln>
          <a:effectLst>
            <a:outerShdw blurRad="57150" rotWithShape="0" algn="bl" dir="5400000" dist="19050">
              <a:srgbClr val="000000">
                <a:alpha val="20000"/>
              </a:srgbClr>
            </a:outerShdw>
          </a:effectLst>
        </p:spPr>
      </p:pic>
      <p:pic>
        <p:nvPicPr>
          <p:cNvPr id="186" name="Google Shape;186;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87" name="Shape 187"/>
        <p:cNvGrpSpPr/>
        <p:nvPr/>
      </p:nvGrpSpPr>
      <p:grpSpPr>
        <a:xfrm>
          <a:off x="0" y="0"/>
          <a:ext cx="0" cy="0"/>
          <a:chOff x="0" y="0"/>
          <a:chExt cx="0" cy="0"/>
        </a:xfrm>
      </p:grpSpPr>
      <p:sp>
        <p:nvSpPr>
          <p:cNvPr id="188" name="Google Shape;188;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89" name="Google Shape;189;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26b641b03cd_0_260"/>
          <p:cNvSpPr/>
          <p:nvPr>
            <p:ph idx="2" type="pic"/>
          </p:nvPr>
        </p:nvSpPr>
        <p:spPr>
          <a:xfrm>
            <a:off x="960225" y="1993200"/>
            <a:ext cx="2946000" cy="1949700"/>
          </a:xfrm>
          <a:prstGeom prst="roundRect">
            <a:avLst>
              <a:gd fmla="val 16667" name="adj"/>
            </a:avLst>
          </a:prstGeom>
          <a:noFill/>
          <a:ln>
            <a:noFill/>
          </a:ln>
        </p:spPr>
      </p:sp>
      <p:pic>
        <p:nvPicPr>
          <p:cNvPr id="193" name="Google Shape;193;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5882"/>
              </a:srgbClr>
            </a:outerShdw>
          </a:effectLst>
        </p:spPr>
      </p:pic>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6" name="Google Shape;196;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7" name="Google Shape;197;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214" name="Shape 214"/>
        <p:cNvGrpSpPr/>
        <p:nvPr/>
      </p:nvGrpSpPr>
      <p:grpSpPr>
        <a:xfrm>
          <a:off x="0" y="0"/>
          <a:ext cx="0" cy="0"/>
          <a:chOff x="0" y="0"/>
          <a:chExt cx="0" cy="0"/>
        </a:xfrm>
      </p:grpSpPr>
      <p:sp>
        <p:nvSpPr>
          <p:cNvPr id="215" name="Google Shape;215;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16" name="Google Shape;216;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218" name="Google Shape;218;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219" name="Google Shape;219;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0" name="Google Shape;220;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3" name="Google Shape;223;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4" name="Google Shape;224;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5" name="Google Shape;225;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6" name="Google Shape;226;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7" name="Google Shape;227;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2" name="Google Shape;232;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9" name="Google Shape;239;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0" name="Google Shape;240;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3" name="Google Shape;243;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4" name="Google Shape;244;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45"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49" name="Google Shape;249;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2" name="Google Shape;252;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3" name="Google Shape;253;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54" name="Google Shape;254;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55" name="Google Shape;255;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6" name="Google Shape;256;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8" name="Google Shape;268;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2" name="Google Shape;272;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74"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77" name="Google Shape;277;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8" name="Google Shape;278;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9" name="Google Shape;279;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80" name="Google Shape;280;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81" name="Google Shape;281;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6" name="Google Shape;296;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0" name="Google Shape;300;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302"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4" name="Google Shape;324;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5" name="Google Shape;325;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30"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33" name="Google Shape;333;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4" name="Google Shape;334;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5" name="Google Shape;335;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6" name="Google Shape;336;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7" name="Google Shape;337;g2c157a2fb06_0_263"/>
          <p:cNvSpPr/>
          <p:nvPr>
            <p:ph idx="5" type="pic"/>
          </p:nvPr>
        </p:nvSpPr>
        <p:spPr>
          <a:xfrm>
            <a:off x="5086375" y="4412425"/>
            <a:ext cx="2668800" cy="1291500"/>
          </a:xfrm>
          <a:prstGeom prst="rect">
            <a:avLst/>
          </a:prstGeom>
          <a:noFill/>
          <a:ln>
            <a:noFill/>
          </a:ln>
        </p:spPr>
      </p:sp>
      <p:sp>
        <p:nvSpPr>
          <p:cNvPr id="338" name="Google Shape;338;g2c157a2fb06_0_263"/>
          <p:cNvSpPr/>
          <p:nvPr>
            <p:ph idx="6" type="pic"/>
          </p:nvPr>
        </p:nvSpPr>
        <p:spPr>
          <a:xfrm>
            <a:off x="5086375" y="797675"/>
            <a:ext cx="2668800" cy="1291500"/>
          </a:xfrm>
          <a:prstGeom prst="rect">
            <a:avLst/>
          </a:prstGeom>
          <a:noFill/>
          <a:ln>
            <a:noFill/>
          </a:ln>
        </p:spPr>
      </p:sp>
      <p:sp>
        <p:nvSpPr>
          <p:cNvPr id="339" name="Google Shape;339;g2c157a2fb06_0_263"/>
          <p:cNvSpPr/>
          <p:nvPr>
            <p:ph idx="7" type="pic"/>
          </p:nvPr>
        </p:nvSpPr>
        <p:spPr>
          <a:xfrm>
            <a:off x="5086375" y="2002592"/>
            <a:ext cx="2668800" cy="1291500"/>
          </a:xfrm>
          <a:prstGeom prst="rect">
            <a:avLst/>
          </a:prstGeom>
          <a:noFill/>
          <a:ln>
            <a:noFill/>
          </a:ln>
        </p:spPr>
      </p:sp>
      <p:sp>
        <p:nvSpPr>
          <p:cNvPr id="340" name="Google Shape;340;g2c157a2fb06_0_263"/>
          <p:cNvSpPr/>
          <p:nvPr>
            <p:ph idx="8" type="pic"/>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8" name="Google Shape;348;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6" name="Google Shape;356;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0" name="Google Shape;360;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6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3" name="Google Shape;363;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4" name="Google Shape;364;g2c157a2fb06_0_467"/>
          <p:cNvSpPr/>
          <p:nvPr>
            <p:ph idx="2" type="pic"/>
          </p:nvPr>
        </p:nvSpPr>
        <p:spPr>
          <a:xfrm>
            <a:off x="1181100" y="852975"/>
            <a:ext cx="6781800" cy="2771700"/>
          </a:xfrm>
          <a:prstGeom prst="roundRect">
            <a:avLst>
              <a:gd fmla="val 16667" name="adj"/>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4" name="Google Shape;374;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2" name="Google Shape;382;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6" name="Google Shape;386;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87"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629"/>
          <p:cNvSpPr/>
          <p:nvPr>
            <p:ph idx="2" type="pic"/>
          </p:nvPr>
        </p:nvSpPr>
        <p:spPr>
          <a:xfrm>
            <a:off x="1181100" y="852975"/>
            <a:ext cx="6781800" cy="2771700"/>
          </a:xfrm>
          <a:prstGeom prst="roundRect">
            <a:avLst>
              <a:gd fmla="val 16667" name="adj"/>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92" name="Google Shape;392;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3" name="Google Shape;393;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413"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798"/>
          <p:cNvSpPr/>
          <p:nvPr>
            <p:ph idx="2" type="pic"/>
          </p:nvPr>
        </p:nvSpPr>
        <p:spPr>
          <a:xfrm>
            <a:off x="1181100" y="852975"/>
            <a:ext cx="6781800" cy="2771700"/>
          </a:xfrm>
          <a:prstGeom prst="roundRect">
            <a:avLst>
              <a:gd fmla="val 16667" name="adj"/>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40"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42" name="Google Shape;442;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43" name="Google Shape;443;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44" name="Google Shape;444;g2c157a2fb06_0_825"/>
          <p:cNvSpPr/>
          <p:nvPr>
            <p:ph idx="2" type="pic"/>
          </p:nvPr>
        </p:nvSpPr>
        <p:spPr>
          <a:xfrm>
            <a:off x="1181100" y="852975"/>
            <a:ext cx="6781800" cy="2771700"/>
          </a:xfrm>
          <a:prstGeom prst="roundRect">
            <a:avLst>
              <a:gd fmla="val 16667" name="adj"/>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1" name="Google Shape;461;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67"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9" name="Google Shape;469;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73" name="Google Shape;473;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4" name="Google Shape;474;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5" name="Google Shape;475;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6" name="Google Shape;476;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8" name="Google Shape;478;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9" name="Google Shape;479;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0" name="Google Shape;480;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1" name="Google Shape;481;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2" name="Google Shape;482;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3" name="Google Shape;483;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4" name="Google Shape;484;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5" name="Google Shape;485;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6" name="Google Shape;486;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3" name="Google Shape;493;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0" name="Google Shape;500;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506"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9" name="Google Shape;509;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0" name="Google Shape;510;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1" name="Google Shape;511;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2" name="Google Shape;512;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3" name="Google Shape;513;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4" name="Google Shape;514;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5" name="Google Shape;515;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516" name="Google Shape;516;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518" name="Google Shape;518;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9" name="Google Shape;519;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0" name="Google Shape;520;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1" name="Google Shape;521;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2" name="Google Shape;522;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3" name="Google Shape;523;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4" name="Google Shape;524;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5" name="Google Shape;525;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6" name="Google Shape;526;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7" name="Google Shape;527;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2" name="Google Shape;532;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9" name="Google Shape;539;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3" name="Google Shape;543;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4" name="Google Shape;544;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45"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47" name="Google Shape;547;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48" name="Google Shape;548;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9" name="Google Shape;549;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0" name="Google Shape;550;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1" name="Google Shape;551;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2" name="Google Shape;552;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3" name="Google Shape;553;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4" name="Google Shape;554;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5" name="Google Shape;555;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6" name="Google Shape;556;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7" name="Google Shape;557;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59" name="Google Shape;559;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60" name="Google Shape;560;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8" name="Google Shape;568;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5" name="Google Shape;575;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8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5" name="Google Shape;585;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6" name="Google Shape;586;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7" name="Google Shape;587;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7" name="Google Shape;607;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4" name="Google Shape;614;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5" name="Google Shape;615;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8" name="Google Shape;618;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9" name="Google Shape;619;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620"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66"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70"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14.png"/><Relationship Id="rId5" Type="http://schemas.openxmlformats.org/officeDocument/2006/relationships/image" Target="../media/image32.png"/><Relationship Id="rId6" Type="http://schemas.openxmlformats.org/officeDocument/2006/relationships/image" Target="../media/image15.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9.png"/><Relationship Id="rId4" Type="http://schemas.openxmlformats.org/officeDocument/2006/relationships/image" Target="../media/image15.png"/><Relationship Id="rId9" Type="http://schemas.openxmlformats.org/officeDocument/2006/relationships/slide" Target="/ppt/slides/slide18.xml"/><Relationship Id="rId5" Type="http://schemas.openxmlformats.org/officeDocument/2006/relationships/image" Target="../media/image16.png"/><Relationship Id="rId6" Type="http://schemas.openxmlformats.org/officeDocument/2006/relationships/image" Target="../media/image42.png"/><Relationship Id="rId7" Type="http://schemas.openxmlformats.org/officeDocument/2006/relationships/image" Target="../media/image53.png"/><Relationship Id="rId8" Type="http://schemas.openxmlformats.org/officeDocument/2006/relationships/slide" Target="/ppt/slides/slide15.xml"/><Relationship Id="rId11" Type="http://schemas.openxmlformats.org/officeDocument/2006/relationships/slide" Target="/ppt/slides/slide21.xml"/><Relationship Id="rId10" Type="http://schemas.openxmlformats.org/officeDocument/2006/relationships/slide" Target="/ppt/slides/slide20.xml"/><Relationship Id="rId12" Type="http://schemas.openxmlformats.org/officeDocument/2006/relationships/slide" Target="/ppt/slides/slide13.xml"/></Relationships>
</file>

<file path=ppt/slides/_rels/slide3.xml.rels><?xml version="1.0" encoding="UTF-8"?><Relationships xmlns="http://schemas.openxmlformats.org/package/2006/relationships"><Relationship Id="rId20" Type="http://schemas.openxmlformats.org/officeDocument/2006/relationships/image" Target="../media/image41.png"/><Relationship Id="rId22" Type="http://schemas.openxmlformats.org/officeDocument/2006/relationships/image" Target="../media/image63.png"/><Relationship Id="rId21" Type="http://schemas.openxmlformats.org/officeDocument/2006/relationships/image" Target="../media/image33.png"/><Relationship Id="rId24" Type="http://schemas.openxmlformats.org/officeDocument/2006/relationships/image" Target="../media/image45.png"/><Relationship Id="rId23" Type="http://schemas.openxmlformats.org/officeDocument/2006/relationships/image" Target="../media/image40.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3.png"/><Relationship Id="rId9" Type="http://schemas.openxmlformats.org/officeDocument/2006/relationships/image" Target="../media/image22.png"/><Relationship Id="rId25" Type="http://schemas.openxmlformats.org/officeDocument/2006/relationships/image" Target="../media/image46.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9.png"/><Relationship Id="rId8" Type="http://schemas.openxmlformats.org/officeDocument/2006/relationships/image" Target="../media/image27.png"/><Relationship Id="rId11" Type="http://schemas.openxmlformats.org/officeDocument/2006/relationships/image" Target="../media/image24.png"/><Relationship Id="rId10" Type="http://schemas.openxmlformats.org/officeDocument/2006/relationships/image" Target="../media/image25.png"/><Relationship Id="rId13" Type="http://schemas.openxmlformats.org/officeDocument/2006/relationships/image" Target="../media/image31.png"/><Relationship Id="rId12" Type="http://schemas.openxmlformats.org/officeDocument/2006/relationships/image" Target="../media/image26.png"/><Relationship Id="rId15" Type="http://schemas.openxmlformats.org/officeDocument/2006/relationships/image" Target="../media/image37.png"/><Relationship Id="rId14" Type="http://schemas.openxmlformats.org/officeDocument/2006/relationships/image" Target="../media/image28.png"/><Relationship Id="rId17" Type="http://schemas.openxmlformats.org/officeDocument/2006/relationships/image" Target="../media/image35.png"/><Relationship Id="rId16" Type="http://schemas.openxmlformats.org/officeDocument/2006/relationships/image" Target="../media/image30.png"/><Relationship Id="rId19" Type="http://schemas.openxmlformats.org/officeDocument/2006/relationships/image" Target="../media/image34.png"/><Relationship Id="rId18" Type="http://schemas.openxmlformats.org/officeDocument/2006/relationships/image" Target="../media/image36.png"/></Relationships>
</file>

<file path=ppt/slides/_rels/slide4.xml.rels><?xml version="1.0" encoding="UTF-8"?><Relationships xmlns="http://schemas.openxmlformats.org/package/2006/relationships"><Relationship Id="rId20" Type="http://schemas.openxmlformats.org/officeDocument/2006/relationships/image" Target="../media/image59.png"/><Relationship Id="rId22" Type="http://schemas.openxmlformats.org/officeDocument/2006/relationships/image" Target="../media/image62.png"/><Relationship Id="rId21" Type="http://schemas.openxmlformats.org/officeDocument/2006/relationships/image" Target="../media/image65.png"/><Relationship Id="rId24" Type="http://schemas.openxmlformats.org/officeDocument/2006/relationships/image" Target="../media/image68.png"/><Relationship Id="rId23" Type="http://schemas.openxmlformats.org/officeDocument/2006/relationships/image" Target="../media/image67.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8.png"/><Relationship Id="rId9" Type="http://schemas.openxmlformats.org/officeDocument/2006/relationships/image" Target="../media/image49.png"/><Relationship Id="rId26" Type="http://schemas.openxmlformats.org/officeDocument/2006/relationships/image" Target="../media/image73.png"/><Relationship Id="rId25" Type="http://schemas.openxmlformats.org/officeDocument/2006/relationships/image" Target="../media/image64.png"/><Relationship Id="rId28" Type="http://schemas.openxmlformats.org/officeDocument/2006/relationships/image" Target="../media/image72.png"/><Relationship Id="rId27" Type="http://schemas.openxmlformats.org/officeDocument/2006/relationships/image" Target="../media/image71.png"/><Relationship Id="rId5" Type="http://schemas.openxmlformats.org/officeDocument/2006/relationships/image" Target="../media/image15.png"/><Relationship Id="rId6" Type="http://schemas.openxmlformats.org/officeDocument/2006/relationships/image" Target="../media/image50.png"/><Relationship Id="rId29" Type="http://schemas.openxmlformats.org/officeDocument/2006/relationships/image" Target="../media/image69.png"/><Relationship Id="rId7" Type="http://schemas.openxmlformats.org/officeDocument/2006/relationships/image" Target="../media/image47.png"/><Relationship Id="rId8" Type="http://schemas.openxmlformats.org/officeDocument/2006/relationships/image" Target="../media/image55.png"/><Relationship Id="rId31" Type="http://schemas.openxmlformats.org/officeDocument/2006/relationships/image" Target="../media/image77.png"/><Relationship Id="rId30" Type="http://schemas.openxmlformats.org/officeDocument/2006/relationships/image" Target="../media/image75.png"/><Relationship Id="rId11" Type="http://schemas.openxmlformats.org/officeDocument/2006/relationships/image" Target="../media/image57.png"/><Relationship Id="rId10" Type="http://schemas.openxmlformats.org/officeDocument/2006/relationships/image" Target="../media/image54.png"/><Relationship Id="rId13" Type="http://schemas.openxmlformats.org/officeDocument/2006/relationships/image" Target="../media/image52.png"/><Relationship Id="rId12" Type="http://schemas.openxmlformats.org/officeDocument/2006/relationships/image" Target="../media/image60.png"/><Relationship Id="rId15" Type="http://schemas.openxmlformats.org/officeDocument/2006/relationships/image" Target="../media/image58.png"/><Relationship Id="rId14" Type="http://schemas.openxmlformats.org/officeDocument/2006/relationships/image" Target="../media/image56.png"/><Relationship Id="rId17" Type="http://schemas.openxmlformats.org/officeDocument/2006/relationships/image" Target="../media/image61.png"/><Relationship Id="rId16" Type="http://schemas.openxmlformats.org/officeDocument/2006/relationships/image" Target="../media/image51.png"/><Relationship Id="rId19" Type="http://schemas.openxmlformats.org/officeDocument/2006/relationships/image" Target="../media/image66.png"/><Relationship Id="rId18" Type="http://schemas.openxmlformats.org/officeDocument/2006/relationships/image" Target="../media/image70.png"/></Relationships>
</file>

<file path=ppt/slides/_rels/slide5.xml.rels><?xml version="1.0" encoding="UTF-8"?><Relationships xmlns="http://schemas.openxmlformats.org/package/2006/relationships"><Relationship Id="rId40" Type="http://schemas.openxmlformats.org/officeDocument/2006/relationships/image" Target="../media/image32.png"/><Relationship Id="rId20" Type="http://schemas.openxmlformats.org/officeDocument/2006/relationships/image" Target="../media/image94.png"/><Relationship Id="rId42" Type="http://schemas.openxmlformats.org/officeDocument/2006/relationships/image" Target="../media/image115.png"/><Relationship Id="rId41" Type="http://schemas.openxmlformats.org/officeDocument/2006/relationships/image" Target="../media/image113.png"/><Relationship Id="rId22" Type="http://schemas.openxmlformats.org/officeDocument/2006/relationships/image" Target="../media/image100.png"/><Relationship Id="rId21" Type="http://schemas.openxmlformats.org/officeDocument/2006/relationships/image" Target="../media/image95.png"/><Relationship Id="rId43" Type="http://schemas.openxmlformats.org/officeDocument/2006/relationships/image" Target="../media/image122.png"/><Relationship Id="rId24" Type="http://schemas.openxmlformats.org/officeDocument/2006/relationships/image" Target="../media/image97.png"/><Relationship Id="rId23"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4.png"/><Relationship Id="rId4" Type="http://schemas.openxmlformats.org/officeDocument/2006/relationships/image" Target="../media/image78.png"/><Relationship Id="rId9" Type="http://schemas.openxmlformats.org/officeDocument/2006/relationships/image" Target="../media/image83.png"/><Relationship Id="rId26" Type="http://schemas.openxmlformats.org/officeDocument/2006/relationships/image" Target="../media/image96.png"/><Relationship Id="rId25" Type="http://schemas.openxmlformats.org/officeDocument/2006/relationships/image" Target="../media/image98.png"/><Relationship Id="rId28" Type="http://schemas.openxmlformats.org/officeDocument/2006/relationships/image" Target="../media/image109.png"/><Relationship Id="rId27" Type="http://schemas.openxmlformats.org/officeDocument/2006/relationships/image" Target="../media/image105.png"/><Relationship Id="rId5" Type="http://schemas.openxmlformats.org/officeDocument/2006/relationships/image" Target="../media/image76.png"/><Relationship Id="rId6" Type="http://schemas.openxmlformats.org/officeDocument/2006/relationships/image" Target="../media/image80.png"/><Relationship Id="rId29" Type="http://schemas.openxmlformats.org/officeDocument/2006/relationships/image" Target="../media/image99.png"/><Relationship Id="rId7" Type="http://schemas.openxmlformats.org/officeDocument/2006/relationships/image" Target="../media/image79.png"/><Relationship Id="rId8" Type="http://schemas.openxmlformats.org/officeDocument/2006/relationships/image" Target="../media/image82.png"/><Relationship Id="rId31" Type="http://schemas.openxmlformats.org/officeDocument/2006/relationships/image" Target="../media/image106.png"/><Relationship Id="rId30" Type="http://schemas.openxmlformats.org/officeDocument/2006/relationships/image" Target="../media/image101.png"/><Relationship Id="rId11" Type="http://schemas.openxmlformats.org/officeDocument/2006/relationships/image" Target="../media/image90.png"/><Relationship Id="rId33" Type="http://schemas.openxmlformats.org/officeDocument/2006/relationships/image" Target="../media/image103.png"/><Relationship Id="rId10" Type="http://schemas.openxmlformats.org/officeDocument/2006/relationships/image" Target="../media/image81.png"/><Relationship Id="rId32" Type="http://schemas.openxmlformats.org/officeDocument/2006/relationships/image" Target="../media/image104.png"/><Relationship Id="rId13" Type="http://schemas.openxmlformats.org/officeDocument/2006/relationships/image" Target="../media/image86.png"/><Relationship Id="rId35" Type="http://schemas.openxmlformats.org/officeDocument/2006/relationships/image" Target="../media/image102.png"/><Relationship Id="rId12" Type="http://schemas.openxmlformats.org/officeDocument/2006/relationships/image" Target="../media/image84.png"/><Relationship Id="rId34" Type="http://schemas.openxmlformats.org/officeDocument/2006/relationships/image" Target="../media/image107.png"/><Relationship Id="rId15" Type="http://schemas.openxmlformats.org/officeDocument/2006/relationships/image" Target="../media/image87.png"/><Relationship Id="rId37" Type="http://schemas.openxmlformats.org/officeDocument/2006/relationships/image" Target="../media/image112.png"/><Relationship Id="rId14" Type="http://schemas.openxmlformats.org/officeDocument/2006/relationships/image" Target="../media/image88.png"/><Relationship Id="rId36" Type="http://schemas.openxmlformats.org/officeDocument/2006/relationships/image" Target="../media/image108.png"/><Relationship Id="rId17" Type="http://schemas.openxmlformats.org/officeDocument/2006/relationships/image" Target="../media/image85.png"/><Relationship Id="rId39" Type="http://schemas.openxmlformats.org/officeDocument/2006/relationships/image" Target="../media/image111.png"/><Relationship Id="rId16" Type="http://schemas.openxmlformats.org/officeDocument/2006/relationships/image" Target="../media/image92.png"/><Relationship Id="rId38" Type="http://schemas.openxmlformats.org/officeDocument/2006/relationships/image" Target="../media/image110.png"/><Relationship Id="rId19" Type="http://schemas.openxmlformats.org/officeDocument/2006/relationships/image" Target="../media/image93.png"/><Relationship Id="rId18" Type="http://schemas.openxmlformats.org/officeDocument/2006/relationships/image" Target="../media/image89.png"/></Relationships>
</file>

<file path=ppt/slides/_rels/slide6.xml.rels><?xml version="1.0" encoding="UTF-8"?><Relationships xmlns="http://schemas.openxmlformats.org/package/2006/relationships"><Relationship Id="rId40" Type="http://schemas.openxmlformats.org/officeDocument/2006/relationships/image" Target="../media/image159.png"/><Relationship Id="rId20" Type="http://schemas.openxmlformats.org/officeDocument/2006/relationships/image" Target="../media/image133.png"/><Relationship Id="rId42" Type="http://schemas.openxmlformats.org/officeDocument/2006/relationships/image" Target="../media/image114.png"/><Relationship Id="rId41" Type="http://schemas.openxmlformats.org/officeDocument/2006/relationships/image" Target="../media/image155.png"/><Relationship Id="rId22" Type="http://schemas.openxmlformats.org/officeDocument/2006/relationships/image" Target="../media/image136.png"/><Relationship Id="rId21" Type="http://schemas.openxmlformats.org/officeDocument/2006/relationships/image" Target="../media/image134.png"/><Relationship Id="rId43" Type="http://schemas.openxmlformats.org/officeDocument/2006/relationships/image" Target="../media/image18.png"/><Relationship Id="rId24" Type="http://schemas.openxmlformats.org/officeDocument/2006/relationships/image" Target="../media/image138.png"/><Relationship Id="rId23" Type="http://schemas.openxmlformats.org/officeDocument/2006/relationships/image" Target="../media/image137.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6.png"/><Relationship Id="rId4" Type="http://schemas.openxmlformats.org/officeDocument/2006/relationships/image" Target="../media/image118.png"/><Relationship Id="rId9" Type="http://schemas.openxmlformats.org/officeDocument/2006/relationships/image" Target="../media/image121.png"/><Relationship Id="rId26" Type="http://schemas.openxmlformats.org/officeDocument/2006/relationships/image" Target="../media/image139.png"/><Relationship Id="rId25" Type="http://schemas.openxmlformats.org/officeDocument/2006/relationships/image" Target="../media/image141.png"/><Relationship Id="rId28" Type="http://schemas.openxmlformats.org/officeDocument/2006/relationships/image" Target="../media/image140.png"/><Relationship Id="rId27" Type="http://schemas.openxmlformats.org/officeDocument/2006/relationships/image" Target="../media/image143.png"/><Relationship Id="rId5" Type="http://schemas.openxmlformats.org/officeDocument/2006/relationships/image" Target="../media/image117.png"/><Relationship Id="rId6" Type="http://schemas.openxmlformats.org/officeDocument/2006/relationships/image" Target="../media/image119.png"/><Relationship Id="rId29" Type="http://schemas.openxmlformats.org/officeDocument/2006/relationships/image" Target="../media/image147.png"/><Relationship Id="rId7" Type="http://schemas.openxmlformats.org/officeDocument/2006/relationships/image" Target="../media/image126.png"/><Relationship Id="rId8" Type="http://schemas.openxmlformats.org/officeDocument/2006/relationships/image" Target="../media/image123.png"/><Relationship Id="rId31" Type="http://schemas.openxmlformats.org/officeDocument/2006/relationships/image" Target="../media/image142.png"/><Relationship Id="rId30" Type="http://schemas.openxmlformats.org/officeDocument/2006/relationships/image" Target="../media/image146.png"/><Relationship Id="rId11" Type="http://schemas.openxmlformats.org/officeDocument/2006/relationships/image" Target="../media/image129.png"/><Relationship Id="rId33" Type="http://schemas.openxmlformats.org/officeDocument/2006/relationships/image" Target="../media/image148.png"/><Relationship Id="rId10" Type="http://schemas.openxmlformats.org/officeDocument/2006/relationships/image" Target="../media/image125.png"/><Relationship Id="rId32" Type="http://schemas.openxmlformats.org/officeDocument/2006/relationships/image" Target="../media/image144.png"/><Relationship Id="rId13" Type="http://schemas.openxmlformats.org/officeDocument/2006/relationships/image" Target="../media/image127.png"/><Relationship Id="rId35" Type="http://schemas.openxmlformats.org/officeDocument/2006/relationships/image" Target="../media/image150.png"/><Relationship Id="rId12" Type="http://schemas.openxmlformats.org/officeDocument/2006/relationships/image" Target="../media/image124.png"/><Relationship Id="rId34" Type="http://schemas.openxmlformats.org/officeDocument/2006/relationships/image" Target="../media/image145.png"/><Relationship Id="rId15" Type="http://schemas.openxmlformats.org/officeDocument/2006/relationships/image" Target="../media/image128.png"/><Relationship Id="rId37" Type="http://schemas.openxmlformats.org/officeDocument/2006/relationships/image" Target="../media/image188.png"/><Relationship Id="rId14" Type="http://schemas.openxmlformats.org/officeDocument/2006/relationships/image" Target="../media/image132.png"/><Relationship Id="rId36" Type="http://schemas.openxmlformats.org/officeDocument/2006/relationships/image" Target="../media/image149.png"/><Relationship Id="rId17" Type="http://schemas.openxmlformats.org/officeDocument/2006/relationships/image" Target="../media/image131.png"/><Relationship Id="rId39" Type="http://schemas.openxmlformats.org/officeDocument/2006/relationships/image" Target="../media/image152.png"/><Relationship Id="rId16" Type="http://schemas.openxmlformats.org/officeDocument/2006/relationships/image" Target="../media/image135.png"/><Relationship Id="rId38" Type="http://schemas.openxmlformats.org/officeDocument/2006/relationships/image" Target="../media/image151.png"/><Relationship Id="rId19" Type="http://schemas.openxmlformats.org/officeDocument/2006/relationships/image" Target="../media/image165.png"/><Relationship Id="rId18" Type="http://schemas.openxmlformats.org/officeDocument/2006/relationships/image" Target="../media/image130.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6.png"/><Relationship Id="rId4" Type="http://schemas.openxmlformats.org/officeDocument/2006/relationships/image" Target="../media/image158.png"/><Relationship Id="rId9" Type="http://schemas.openxmlformats.org/officeDocument/2006/relationships/image" Target="../media/image175.png"/><Relationship Id="rId5" Type="http://schemas.openxmlformats.org/officeDocument/2006/relationships/image" Target="../media/image154.png"/><Relationship Id="rId6" Type="http://schemas.openxmlformats.org/officeDocument/2006/relationships/image" Target="../media/image163.png"/><Relationship Id="rId7" Type="http://schemas.openxmlformats.org/officeDocument/2006/relationships/image" Target="../media/image168.png"/><Relationship Id="rId8" Type="http://schemas.openxmlformats.org/officeDocument/2006/relationships/image" Target="../media/image160.png"/><Relationship Id="rId11" Type="http://schemas.openxmlformats.org/officeDocument/2006/relationships/image" Target="../media/image161.png"/><Relationship Id="rId10" Type="http://schemas.openxmlformats.org/officeDocument/2006/relationships/image" Target="../media/image162.png"/><Relationship Id="rId13" Type="http://schemas.openxmlformats.org/officeDocument/2006/relationships/image" Target="../media/image170.png"/><Relationship Id="rId12" Type="http://schemas.openxmlformats.org/officeDocument/2006/relationships/image" Target="../media/image164.png"/><Relationship Id="rId15" Type="http://schemas.openxmlformats.org/officeDocument/2006/relationships/image" Target="../media/image177.png"/><Relationship Id="rId14" Type="http://schemas.openxmlformats.org/officeDocument/2006/relationships/image" Target="../media/image166.png"/><Relationship Id="rId16" Type="http://schemas.openxmlformats.org/officeDocument/2006/relationships/image" Target="../media/image169.png"/></Relationships>
</file>

<file path=ppt/slides/_rels/slide8.xml.rels><?xml version="1.0" encoding="UTF-8"?><Relationships xmlns="http://schemas.openxmlformats.org/package/2006/relationships"><Relationship Id="rId20" Type="http://schemas.openxmlformats.org/officeDocument/2006/relationships/image" Target="../media/image187.png"/><Relationship Id="rId22" Type="http://schemas.openxmlformats.org/officeDocument/2006/relationships/image" Target="../media/image191.png"/><Relationship Id="rId21" Type="http://schemas.openxmlformats.org/officeDocument/2006/relationships/image" Target="../media/image189.png"/><Relationship Id="rId24" Type="http://schemas.openxmlformats.org/officeDocument/2006/relationships/image" Target="../media/image192.png"/><Relationship Id="rId23" Type="http://schemas.openxmlformats.org/officeDocument/2006/relationships/image" Target="../media/image195.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7.png"/><Relationship Id="rId4" Type="http://schemas.openxmlformats.org/officeDocument/2006/relationships/image" Target="../media/image42.png"/><Relationship Id="rId9" Type="http://schemas.openxmlformats.org/officeDocument/2006/relationships/image" Target="../media/image173.png"/><Relationship Id="rId26" Type="http://schemas.openxmlformats.org/officeDocument/2006/relationships/image" Target="../media/image193.png"/><Relationship Id="rId25" Type="http://schemas.openxmlformats.org/officeDocument/2006/relationships/image" Target="../media/image197.png"/><Relationship Id="rId28" Type="http://schemas.openxmlformats.org/officeDocument/2006/relationships/image" Target="../media/image199.png"/><Relationship Id="rId27" Type="http://schemas.openxmlformats.org/officeDocument/2006/relationships/image" Target="../media/image196.png"/><Relationship Id="rId5" Type="http://schemas.openxmlformats.org/officeDocument/2006/relationships/image" Target="../media/image176.png"/><Relationship Id="rId6" Type="http://schemas.openxmlformats.org/officeDocument/2006/relationships/image" Target="../media/image178.png"/><Relationship Id="rId29" Type="http://schemas.openxmlformats.org/officeDocument/2006/relationships/image" Target="../media/image198.png"/><Relationship Id="rId7" Type="http://schemas.openxmlformats.org/officeDocument/2006/relationships/image" Target="../media/image171.png"/><Relationship Id="rId8" Type="http://schemas.openxmlformats.org/officeDocument/2006/relationships/image" Target="../media/image174.png"/><Relationship Id="rId30" Type="http://schemas.openxmlformats.org/officeDocument/2006/relationships/image" Target="../media/image200.png"/><Relationship Id="rId11" Type="http://schemas.openxmlformats.org/officeDocument/2006/relationships/image" Target="../media/image180.png"/><Relationship Id="rId10" Type="http://schemas.openxmlformats.org/officeDocument/2006/relationships/image" Target="../media/image179.png"/><Relationship Id="rId13" Type="http://schemas.openxmlformats.org/officeDocument/2006/relationships/image" Target="../media/image184.png"/><Relationship Id="rId12" Type="http://schemas.openxmlformats.org/officeDocument/2006/relationships/image" Target="../media/image183.png"/><Relationship Id="rId15" Type="http://schemas.openxmlformats.org/officeDocument/2006/relationships/image" Target="../media/image181.png"/><Relationship Id="rId14" Type="http://schemas.openxmlformats.org/officeDocument/2006/relationships/image" Target="../media/image182.png"/><Relationship Id="rId17" Type="http://schemas.openxmlformats.org/officeDocument/2006/relationships/image" Target="../media/image194.png"/><Relationship Id="rId16" Type="http://schemas.openxmlformats.org/officeDocument/2006/relationships/image" Target="../media/image190.png"/><Relationship Id="rId19" Type="http://schemas.openxmlformats.org/officeDocument/2006/relationships/image" Target="../media/image185.png"/><Relationship Id="rId18" Type="http://schemas.openxmlformats.org/officeDocument/2006/relationships/image" Target="../media/image186.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2.png"/><Relationship Id="rId4" Type="http://schemas.openxmlformats.org/officeDocument/2006/relationships/image" Target="../media/image203.png"/><Relationship Id="rId9" Type="http://schemas.openxmlformats.org/officeDocument/2006/relationships/image" Target="../media/image207.png"/><Relationship Id="rId5" Type="http://schemas.openxmlformats.org/officeDocument/2006/relationships/image" Target="../media/image214.png"/><Relationship Id="rId6" Type="http://schemas.openxmlformats.org/officeDocument/2006/relationships/image" Target="../media/image201.png"/><Relationship Id="rId7" Type="http://schemas.openxmlformats.org/officeDocument/2006/relationships/image" Target="../media/image204.png"/><Relationship Id="rId8" Type="http://schemas.openxmlformats.org/officeDocument/2006/relationships/image" Target="../media/image212.png"/><Relationship Id="rId11" Type="http://schemas.openxmlformats.org/officeDocument/2006/relationships/image" Target="../media/image206.png"/><Relationship Id="rId10" Type="http://schemas.openxmlformats.org/officeDocument/2006/relationships/image" Target="../media/image209.png"/><Relationship Id="rId13" Type="http://schemas.openxmlformats.org/officeDocument/2006/relationships/image" Target="../media/image210.png"/><Relationship Id="rId12" Type="http://schemas.openxmlformats.org/officeDocument/2006/relationships/image" Target="../media/image205.png"/><Relationship Id="rId15" Type="http://schemas.openxmlformats.org/officeDocument/2006/relationships/image" Target="../media/image215.png"/><Relationship Id="rId14" Type="http://schemas.openxmlformats.org/officeDocument/2006/relationships/image" Target="../media/image217.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1.png"/><Relationship Id="rId4" Type="http://schemas.openxmlformats.org/officeDocument/2006/relationships/image" Target="../media/image208.png"/><Relationship Id="rId9" Type="http://schemas.openxmlformats.org/officeDocument/2006/relationships/image" Target="../media/image220.png"/><Relationship Id="rId5" Type="http://schemas.openxmlformats.org/officeDocument/2006/relationships/image" Target="../media/image216.png"/><Relationship Id="rId6" Type="http://schemas.openxmlformats.org/officeDocument/2006/relationships/image" Target="../media/image218.png"/><Relationship Id="rId7" Type="http://schemas.openxmlformats.org/officeDocument/2006/relationships/image" Target="../media/image213.png"/><Relationship Id="rId8" Type="http://schemas.openxmlformats.org/officeDocument/2006/relationships/image" Target="../media/image219.png"/><Relationship Id="rId11" Type="http://schemas.openxmlformats.org/officeDocument/2006/relationships/image" Target="../media/image223.png"/><Relationship Id="rId10" Type="http://schemas.openxmlformats.org/officeDocument/2006/relationships/image" Target="../media/image222.png"/><Relationship Id="rId13" Type="http://schemas.openxmlformats.org/officeDocument/2006/relationships/image" Target="../media/image224.png"/><Relationship Id="rId12" Type="http://schemas.openxmlformats.org/officeDocument/2006/relationships/image" Target="../media/image221.png"/><Relationship Id="rId15" Type="http://schemas.openxmlformats.org/officeDocument/2006/relationships/image" Target="../media/image225.png"/><Relationship Id="rId14" Type="http://schemas.openxmlformats.org/officeDocument/2006/relationships/image" Target="../media/image235.png"/><Relationship Id="rId16" Type="http://schemas.openxmlformats.org/officeDocument/2006/relationships/image" Target="../media/image226.png"/></Relationships>
</file>

<file path=ppt/slides/_rels/slide11.xml.rels><?xml version="1.0" encoding="UTF-8"?><Relationships xmlns="http://schemas.openxmlformats.org/package/2006/relationships"><Relationship Id="rId20" Type="http://schemas.openxmlformats.org/officeDocument/2006/relationships/image" Target="../media/image244.png"/><Relationship Id="rId22" Type="http://schemas.openxmlformats.org/officeDocument/2006/relationships/image" Target="../media/image246.png"/><Relationship Id="rId21" Type="http://schemas.openxmlformats.org/officeDocument/2006/relationships/image" Target="../media/image247.png"/><Relationship Id="rId24" Type="http://schemas.openxmlformats.org/officeDocument/2006/relationships/image" Target="../media/image251.png"/><Relationship Id="rId23" Type="http://schemas.openxmlformats.org/officeDocument/2006/relationships/image" Target="../media/image254.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7.png"/><Relationship Id="rId4" Type="http://schemas.openxmlformats.org/officeDocument/2006/relationships/image" Target="../media/image230.png"/><Relationship Id="rId9" Type="http://schemas.openxmlformats.org/officeDocument/2006/relationships/image" Target="../media/image236.png"/><Relationship Id="rId26" Type="http://schemas.openxmlformats.org/officeDocument/2006/relationships/image" Target="../media/image249.png"/><Relationship Id="rId25" Type="http://schemas.openxmlformats.org/officeDocument/2006/relationships/image" Target="../media/image248.png"/><Relationship Id="rId5" Type="http://schemas.openxmlformats.org/officeDocument/2006/relationships/image" Target="../media/image237.png"/><Relationship Id="rId6" Type="http://schemas.openxmlformats.org/officeDocument/2006/relationships/image" Target="../media/image241.png"/><Relationship Id="rId7" Type="http://schemas.openxmlformats.org/officeDocument/2006/relationships/image" Target="../media/image228.png"/><Relationship Id="rId8" Type="http://schemas.openxmlformats.org/officeDocument/2006/relationships/image" Target="../media/image233.png"/><Relationship Id="rId11" Type="http://schemas.openxmlformats.org/officeDocument/2006/relationships/image" Target="../media/image234.png"/><Relationship Id="rId10" Type="http://schemas.openxmlformats.org/officeDocument/2006/relationships/image" Target="../media/image231.png"/><Relationship Id="rId13" Type="http://schemas.openxmlformats.org/officeDocument/2006/relationships/image" Target="../media/image229.png"/><Relationship Id="rId12" Type="http://schemas.openxmlformats.org/officeDocument/2006/relationships/image" Target="../media/image232.png"/><Relationship Id="rId15" Type="http://schemas.openxmlformats.org/officeDocument/2006/relationships/image" Target="../media/image245.png"/><Relationship Id="rId14" Type="http://schemas.openxmlformats.org/officeDocument/2006/relationships/image" Target="../media/image238.png"/><Relationship Id="rId17" Type="http://schemas.openxmlformats.org/officeDocument/2006/relationships/image" Target="../media/image240.png"/><Relationship Id="rId16" Type="http://schemas.openxmlformats.org/officeDocument/2006/relationships/image" Target="../media/image242.png"/><Relationship Id="rId19" Type="http://schemas.openxmlformats.org/officeDocument/2006/relationships/image" Target="../media/image239.png"/><Relationship Id="rId18" Type="http://schemas.openxmlformats.org/officeDocument/2006/relationships/image" Target="../media/image243.png"/></Relationships>
</file>

<file path=ppt/slides/_rels/slide12.xml.rels><?xml version="1.0" encoding="UTF-8"?><Relationships xmlns="http://schemas.openxmlformats.org/package/2006/relationships"><Relationship Id="rId20" Type="http://schemas.openxmlformats.org/officeDocument/2006/relationships/image" Target="../media/image267.png"/><Relationship Id="rId22" Type="http://schemas.openxmlformats.org/officeDocument/2006/relationships/image" Target="../media/image268.png"/><Relationship Id="rId21" Type="http://schemas.openxmlformats.org/officeDocument/2006/relationships/image" Target="../media/image271.png"/><Relationship Id="rId24" Type="http://schemas.openxmlformats.org/officeDocument/2006/relationships/image" Target="../media/image274.png"/><Relationship Id="rId23" Type="http://schemas.openxmlformats.org/officeDocument/2006/relationships/image" Target="../media/image273.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2.png"/><Relationship Id="rId4" Type="http://schemas.openxmlformats.org/officeDocument/2006/relationships/image" Target="../media/image250.png"/><Relationship Id="rId9" Type="http://schemas.openxmlformats.org/officeDocument/2006/relationships/image" Target="../media/image258.png"/><Relationship Id="rId26" Type="http://schemas.openxmlformats.org/officeDocument/2006/relationships/image" Target="../media/image275.png"/><Relationship Id="rId25" Type="http://schemas.openxmlformats.org/officeDocument/2006/relationships/image" Target="../media/image265.png"/><Relationship Id="rId5" Type="http://schemas.openxmlformats.org/officeDocument/2006/relationships/image" Target="../media/image256.png"/><Relationship Id="rId6" Type="http://schemas.openxmlformats.org/officeDocument/2006/relationships/image" Target="../media/image255.png"/><Relationship Id="rId7" Type="http://schemas.openxmlformats.org/officeDocument/2006/relationships/image" Target="../media/image253.png"/><Relationship Id="rId8" Type="http://schemas.openxmlformats.org/officeDocument/2006/relationships/image" Target="../media/image276.png"/><Relationship Id="rId11" Type="http://schemas.openxmlformats.org/officeDocument/2006/relationships/image" Target="../media/image259.png"/><Relationship Id="rId10" Type="http://schemas.openxmlformats.org/officeDocument/2006/relationships/image" Target="../media/image260.png"/><Relationship Id="rId13" Type="http://schemas.openxmlformats.org/officeDocument/2006/relationships/image" Target="../media/image257.png"/><Relationship Id="rId12" Type="http://schemas.openxmlformats.org/officeDocument/2006/relationships/image" Target="../media/image261.png"/><Relationship Id="rId15" Type="http://schemas.openxmlformats.org/officeDocument/2006/relationships/image" Target="../media/image270.png"/><Relationship Id="rId14" Type="http://schemas.openxmlformats.org/officeDocument/2006/relationships/image" Target="../media/image263.png"/><Relationship Id="rId17" Type="http://schemas.openxmlformats.org/officeDocument/2006/relationships/image" Target="../media/image266.png"/><Relationship Id="rId16" Type="http://schemas.openxmlformats.org/officeDocument/2006/relationships/image" Target="../media/image262.png"/><Relationship Id="rId19" Type="http://schemas.openxmlformats.org/officeDocument/2006/relationships/image" Target="../media/image264.png"/><Relationship Id="rId18" Type="http://schemas.openxmlformats.org/officeDocument/2006/relationships/image" Target="../media/image272.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9.png"/><Relationship Id="rId4" Type="http://schemas.openxmlformats.org/officeDocument/2006/relationships/image" Target="../media/image305.png"/><Relationship Id="rId5" Type="http://schemas.openxmlformats.org/officeDocument/2006/relationships/image" Target="../media/image297.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2.png"/><Relationship Id="rId4" Type="http://schemas.openxmlformats.org/officeDocument/2006/relationships/image" Target="../media/image265.png"/><Relationship Id="rId5" Type="http://schemas.openxmlformats.org/officeDocument/2006/relationships/image" Target="../media/image275.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14.png"/><Relationship Id="rId5" Type="http://schemas.openxmlformats.org/officeDocument/2006/relationships/image" Target="../media/image18.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09.png"/><Relationship Id="rId4" Type="http://schemas.openxmlformats.org/officeDocument/2006/relationships/image" Target="../media/image293.png"/><Relationship Id="rId5" Type="http://schemas.openxmlformats.org/officeDocument/2006/relationships/image" Target="../media/image29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92.png"/><Relationship Id="rId4" Type="http://schemas.openxmlformats.org/officeDocument/2006/relationships/image" Target="../media/image288.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90.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95.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3.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65.png"/><Relationship Id="rId4" Type="http://schemas.openxmlformats.org/officeDocument/2006/relationships/image" Target="../media/image275.png"/><Relationship Id="rId5" Type="http://schemas.openxmlformats.org/officeDocument/2006/relationships/image" Target="../media/image42.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15.png"/><Relationship Id="rId4" Type="http://schemas.openxmlformats.org/officeDocument/2006/relationships/image" Target="../media/image325.png"/><Relationship Id="rId5" Type="http://schemas.openxmlformats.org/officeDocument/2006/relationships/image" Target="../media/image320.png"/></Relationships>
</file>

<file path=ppt/slides/_rels/slide23.xml.rels><?xml version="1.0" encoding="UTF-8"?><Relationships xmlns="http://schemas.openxmlformats.org/package/2006/relationships"><Relationship Id="rId40" Type="http://schemas.openxmlformats.org/officeDocument/2006/relationships/image" Target="../media/image267.png"/><Relationship Id="rId42" Type="http://schemas.openxmlformats.org/officeDocument/2006/relationships/image" Target="../media/image272.png"/><Relationship Id="rId41" Type="http://schemas.openxmlformats.org/officeDocument/2006/relationships/image" Target="../media/image264.png"/><Relationship Id="rId44" Type="http://schemas.openxmlformats.org/officeDocument/2006/relationships/image" Target="../media/image262.png"/><Relationship Id="rId43" Type="http://schemas.openxmlformats.org/officeDocument/2006/relationships/image" Target="../media/image266.png"/><Relationship Id="rId46" Type="http://schemas.openxmlformats.org/officeDocument/2006/relationships/image" Target="../media/image273.png"/><Relationship Id="rId45" Type="http://schemas.openxmlformats.org/officeDocument/2006/relationships/image" Target="../media/image271.png"/><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36.png"/><Relationship Id="rId4" Type="http://schemas.openxmlformats.org/officeDocument/2006/relationships/image" Target="../media/image242.png"/><Relationship Id="rId9" Type="http://schemas.openxmlformats.org/officeDocument/2006/relationships/image" Target="../media/image245.png"/><Relationship Id="rId48" Type="http://schemas.openxmlformats.org/officeDocument/2006/relationships/image" Target="../media/image275.png"/><Relationship Id="rId47" Type="http://schemas.openxmlformats.org/officeDocument/2006/relationships/image" Target="../media/image268.png"/><Relationship Id="rId49" Type="http://schemas.openxmlformats.org/officeDocument/2006/relationships/image" Target="../media/image265.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7.png"/><Relationship Id="rId8" Type="http://schemas.openxmlformats.org/officeDocument/2006/relationships/image" Target="../media/image233.png"/><Relationship Id="rId31" Type="http://schemas.openxmlformats.org/officeDocument/2006/relationships/image" Target="../media/image276.png"/><Relationship Id="rId30" Type="http://schemas.openxmlformats.org/officeDocument/2006/relationships/image" Target="../media/image248.png"/><Relationship Id="rId33" Type="http://schemas.openxmlformats.org/officeDocument/2006/relationships/image" Target="../media/image227.png"/><Relationship Id="rId32" Type="http://schemas.openxmlformats.org/officeDocument/2006/relationships/image" Target="../media/image270.png"/><Relationship Id="rId35" Type="http://schemas.openxmlformats.org/officeDocument/2006/relationships/image" Target="../media/image240.png"/><Relationship Id="rId34" Type="http://schemas.openxmlformats.org/officeDocument/2006/relationships/image" Target="../media/image231.png"/><Relationship Id="rId37" Type="http://schemas.openxmlformats.org/officeDocument/2006/relationships/image" Target="../media/image253.png"/><Relationship Id="rId36" Type="http://schemas.openxmlformats.org/officeDocument/2006/relationships/image" Target="../media/image251.png"/><Relationship Id="rId39" Type="http://schemas.openxmlformats.org/officeDocument/2006/relationships/image" Target="../media/image246.png"/><Relationship Id="rId38" Type="http://schemas.openxmlformats.org/officeDocument/2006/relationships/image" Target="../media/image263.png"/><Relationship Id="rId20" Type="http://schemas.openxmlformats.org/officeDocument/2006/relationships/image" Target="../media/image252.png"/><Relationship Id="rId22" Type="http://schemas.openxmlformats.org/officeDocument/2006/relationships/image" Target="../media/image237.png"/><Relationship Id="rId21" Type="http://schemas.openxmlformats.org/officeDocument/2006/relationships/image" Target="../media/image260.png"/><Relationship Id="rId24" Type="http://schemas.openxmlformats.org/officeDocument/2006/relationships/image" Target="../media/image239.png"/><Relationship Id="rId23" Type="http://schemas.openxmlformats.org/officeDocument/2006/relationships/image" Target="../media/image232.png"/><Relationship Id="rId26" Type="http://schemas.openxmlformats.org/officeDocument/2006/relationships/image" Target="../media/image258.png"/><Relationship Id="rId25" Type="http://schemas.openxmlformats.org/officeDocument/2006/relationships/image" Target="../media/image249.png"/><Relationship Id="rId28" Type="http://schemas.openxmlformats.org/officeDocument/2006/relationships/image" Target="../media/image234.png"/><Relationship Id="rId27" Type="http://schemas.openxmlformats.org/officeDocument/2006/relationships/image" Target="../media/image230.png"/><Relationship Id="rId29" Type="http://schemas.openxmlformats.org/officeDocument/2006/relationships/image" Target="../media/image243.png"/><Relationship Id="rId50" Type="http://schemas.openxmlformats.org/officeDocument/2006/relationships/image" Target="../media/image274.png"/><Relationship Id="rId11" Type="http://schemas.openxmlformats.org/officeDocument/2006/relationships/image" Target="../media/image261.png"/><Relationship Id="rId10" Type="http://schemas.openxmlformats.org/officeDocument/2006/relationships/image" Target="../media/image256.png"/><Relationship Id="rId13" Type="http://schemas.openxmlformats.org/officeDocument/2006/relationships/image" Target="../media/image238.png"/><Relationship Id="rId12" Type="http://schemas.openxmlformats.org/officeDocument/2006/relationships/image" Target="../media/image228.png"/><Relationship Id="rId15" Type="http://schemas.openxmlformats.org/officeDocument/2006/relationships/image" Target="../media/image250.png"/><Relationship Id="rId14" Type="http://schemas.openxmlformats.org/officeDocument/2006/relationships/image" Target="../media/image247.png"/><Relationship Id="rId17" Type="http://schemas.openxmlformats.org/officeDocument/2006/relationships/image" Target="../media/image241.png"/><Relationship Id="rId16" Type="http://schemas.openxmlformats.org/officeDocument/2006/relationships/image" Target="../media/image259.png"/><Relationship Id="rId19" Type="http://schemas.openxmlformats.org/officeDocument/2006/relationships/image" Target="../media/image244.png"/><Relationship Id="rId18" Type="http://schemas.openxmlformats.org/officeDocument/2006/relationships/image" Target="../media/image229.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43.png"/><Relationship Id="rId4" Type="http://schemas.openxmlformats.org/officeDocument/2006/relationships/image" Target="../media/image342.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Review Sound Family /ur/</a:t>
            </a:r>
            <a:endParaRPr sz="3000"/>
          </a:p>
        </p:txBody>
      </p:sp>
      <p:sp>
        <p:nvSpPr>
          <p:cNvPr id="679" name="Google Shape;679;p1"/>
          <p:cNvSpPr txBox="1"/>
          <p:nvPr>
            <p:ph idx="2" type="subTitle"/>
          </p:nvPr>
        </p:nvSpPr>
        <p:spPr>
          <a:xfrm>
            <a:off x="884092" y="3754105"/>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1" name="Google Shape;681;p1"/>
          <p:cNvSpPr/>
          <p:nvPr/>
        </p:nvSpPr>
        <p:spPr>
          <a:xfrm>
            <a:off x="6347592"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2" name="Google Shape;682;p1"/>
          <p:cNvSpPr/>
          <p:nvPr/>
        </p:nvSpPr>
        <p:spPr>
          <a:xfrm>
            <a:off x="6668626"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3" name="Google Shape;683;p1"/>
          <p:cNvSpPr/>
          <p:nvPr/>
        </p:nvSpPr>
        <p:spPr>
          <a:xfrm>
            <a:off x="5340713"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4" name="Google Shape;684;p1"/>
          <p:cNvSpPr/>
          <p:nvPr/>
        </p:nvSpPr>
        <p:spPr>
          <a:xfrm>
            <a:off x="5661747"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5" name="Google Shape;685;p1"/>
          <p:cNvSpPr/>
          <p:nvPr/>
        </p:nvSpPr>
        <p:spPr>
          <a:xfrm>
            <a:off x="5600040" y="5085080"/>
            <a:ext cx="139984" cy="811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6" name="Google Shape;686;p1"/>
          <p:cNvSpPr/>
          <p:nvPr/>
        </p:nvSpPr>
        <p:spPr>
          <a:xfrm>
            <a:off x="5925600" y="5085080"/>
            <a:ext cx="139984" cy="811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687" name="Google Shape;687;p1"/>
          <p:cNvGrpSpPr/>
          <p:nvPr/>
        </p:nvGrpSpPr>
        <p:grpSpPr>
          <a:xfrm>
            <a:off x="4730792" y="3966699"/>
            <a:ext cx="4066934" cy="1850151"/>
            <a:chOff x="4730792" y="3966699"/>
            <a:chExt cx="4066934" cy="1850151"/>
          </a:xfrm>
        </p:grpSpPr>
        <p:pic>
          <p:nvPicPr>
            <p:cNvPr id="688" name="Google Shape;688;p1" title="JNL686-142F.png"/>
            <p:cNvPicPr preferRelativeResize="0"/>
            <p:nvPr/>
          </p:nvPicPr>
          <p:blipFill rotWithShape="1">
            <a:blip r:embed="rId3">
              <a:alphaModFix/>
            </a:blip>
            <a:srcRect b="0" l="79" r="79" t="0"/>
            <a:stretch/>
          </p:blipFill>
          <p:spPr>
            <a:xfrm rot="713630">
              <a:off x="7581275" y="4131198"/>
              <a:ext cx="1071651" cy="1516788"/>
            </a:xfrm>
            <a:prstGeom prst="rect">
              <a:avLst/>
            </a:prstGeom>
            <a:noFill/>
            <a:ln>
              <a:noFill/>
            </a:ln>
            <a:effectLst>
              <a:outerShdw blurRad="71438" rotWithShape="0" algn="bl" dir="5220000" dist="38100">
                <a:srgbClr val="000000">
                  <a:alpha val="20000"/>
                </a:srgbClr>
              </a:outerShdw>
            </a:effectLst>
          </p:spPr>
        </p:pic>
        <p:pic>
          <p:nvPicPr>
            <p:cNvPr id="689" name="Google Shape;689;p1" title="JNL686-141F.png"/>
            <p:cNvPicPr preferRelativeResize="0"/>
            <p:nvPr/>
          </p:nvPicPr>
          <p:blipFill rotWithShape="1">
            <a:blip r:embed="rId4">
              <a:alphaModFix/>
            </a:blip>
            <a:srcRect b="0" l="79" r="69" t="0"/>
            <a:stretch/>
          </p:blipFill>
          <p:spPr>
            <a:xfrm rot="193083">
              <a:off x="6666994" y="3998204"/>
              <a:ext cx="1071653" cy="1516786"/>
            </a:xfrm>
            <a:prstGeom prst="rect">
              <a:avLst/>
            </a:prstGeom>
            <a:noFill/>
            <a:ln>
              <a:noFill/>
            </a:ln>
            <a:effectLst>
              <a:outerShdw blurRad="71438" rotWithShape="0" algn="bl" dir="5220000" dist="38100">
                <a:srgbClr val="000000">
                  <a:alpha val="20000"/>
                </a:srgbClr>
              </a:outerShdw>
            </a:effectLst>
          </p:spPr>
        </p:pic>
        <p:pic>
          <p:nvPicPr>
            <p:cNvPr id="690" name="Google Shape;690;p1" title="JNL686-84F.png"/>
            <p:cNvPicPr preferRelativeResize="0"/>
            <p:nvPr/>
          </p:nvPicPr>
          <p:blipFill rotWithShape="1">
            <a:blip r:embed="rId5">
              <a:alphaModFix/>
            </a:blip>
            <a:srcRect b="0" l="79" r="69" t="0"/>
            <a:stretch/>
          </p:blipFill>
          <p:spPr>
            <a:xfrm rot="-313764">
              <a:off x="5805285" y="4012380"/>
              <a:ext cx="1071652" cy="1516785"/>
            </a:xfrm>
            <a:prstGeom prst="rect">
              <a:avLst/>
            </a:prstGeom>
            <a:noFill/>
            <a:ln>
              <a:noFill/>
            </a:ln>
            <a:effectLst>
              <a:outerShdw blurRad="71438" rotWithShape="0" algn="bl" dir="5220000" dist="38100">
                <a:srgbClr val="000000">
                  <a:alpha val="20000"/>
                </a:srgbClr>
              </a:outerShdw>
            </a:effectLst>
          </p:spPr>
        </p:pic>
        <p:pic>
          <p:nvPicPr>
            <p:cNvPr id="691" name="Google Shape;691;p1" title="JNL686-76F.png"/>
            <p:cNvPicPr preferRelativeResize="0"/>
            <p:nvPr/>
          </p:nvPicPr>
          <p:blipFill rotWithShape="1">
            <a:blip r:embed="rId6">
              <a:alphaModFix/>
            </a:blip>
            <a:srcRect b="0" l="79" r="69" t="0"/>
            <a:stretch/>
          </p:blipFill>
          <p:spPr>
            <a:xfrm rot="-781538">
              <a:off x="4887937" y="4198809"/>
              <a:ext cx="1071653" cy="1516788"/>
            </a:xfrm>
            <a:prstGeom prst="rect">
              <a:avLst/>
            </a:prstGeom>
            <a:noFill/>
            <a:ln>
              <a:noFill/>
            </a:ln>
            <a:effectLst>
              <a:outerShdw blurRad="71438" rotWithShape="0" algn="bl" dir="5220000" dist="38100">
                <a:srgbClr val="000000">
                  <a:alpha val="20000"/>
                </a:srgbClr>
              </a:outerShdw>
            </a:effectLst>
          </p:spPr>
        </p:pic>
      </p:grpSp>
      <p:graphicFrame>
        <p:nvGraphicFramePr>
          <p:cNvPr id="692" name="Google Shape;692;p1"/>
          <p:cNvGraphicFramePr/>
          <p:nvPr/>
        </p:nvGraphicFramePr>
        <p:xfrm>
          <a:off x="4844200" y="1646527"/>
          <a:ext cx="3000000" cy="3000000"/>
        </p:xfrm>
        <a:graphic>
          <a:graphicData uri="http://schemas.openxmlformats.org/drawingml/2006/table">
            <a:tbl>
              <a:tblPr bandRow="1" firstRow="1">
                <a:noFill/>
                <a:tableStyleId>{1F40F024-A6B2-4970-893B-DC56AC146D9E}</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/ur/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g2bee4f4af4b_0_204" title="JNL693-55F.png"/>
          <p:cNvPicPr preferRelativeResize="0"/>
          <p:nvPr/>
        </p:nvPicPr>
        <p:blipFill rotWithShape="1">
          <a:blip r:embed="rId3">
            <a:alphaModFix/>
          </a:blip>
          <a:srcRect b="0" l="0" r="0" t="0"/>
          <a:stretch/>
        </p:blipFill>
        <p:spPr>
          <a:xfrm>
            <a:off x="845550" y="4364250"/>
            <a:ext cx="1177926" cy="588950"/>
          </a:xfrm>
          <a:prstGeom prst="rect">
            <a:avLst/>
          </a:prstGeom>
          <a:noFill/>
          <a:ln>
            <a:noFill/>
          </a:ln>
          <a:effectLst>
            <a:outerShdw blurRad="57150" rotWithShape="0" algn="bl" dir="5400000" dist="19050">
              <a:srgbClr val="BFBFBF"/>
            </a:outerShdw>
          </a:effectLst>
        </p:spPr>
      </p:pic>
      <p:sp>
        <p:nvSpPr>
          <p:cNvPr id="699" name="Google Shape;699;g2bee4f4af4b_0_204"/>
          <p:cNvSpPr txBox="1"/>
          <p:nvPr/>
        </p:nvSpPr>
        <p:spPr>
          <a:xfrm>
            <a:off x="1034404"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JNL693</a:t>
            </a:r>
            <a:endParaRPr b="0" i="0" sz="1000" u="none" cap="none" strike="noStrike">
              <a:solidFill>
                <a:srgbClr val="000000"/>
              </a:solidFill>
              <a:latin typeface="Poppins"/>
              <a:ea typeface="Poppins"/>
              <a:cs typeface="Poppins"/>
              <a:sym typeface="Poppins"/>
            </a:endParaRPr>
          </a:p>
        </p:txBody>
      </p:sp>
      <p:sp>
        <p:nvSpPr>
          <p:cNvPr id="700" name="Google Shape;700;g2bee4f4af4b_0_204"/>
          <p:cNvSpPr txBox="1"/>
          <p:nvPr/>
        </p:nvSpPr>
        <p:spPr>
          <a:xfrm>
            <a:off x="827104"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Homophone Cards</a:t>
            </a:r>
            <a:endParaRPr b="0" i="0" sz="1400" u="none" cap="none" strike="noStrike">
              <a:solidFill>
                <a:srgbClr val="000000"/>
              </a:solidFill>
              <a:latin typeface="Poppins Medium"/>
              <a:ea typeface="Poppins Medium"/>
              <a:cs typeface="Poppins Medium"/>
              <a:sym typeface="Poppins Medium"/>
            </a:endParaRPr>
          </a:p>
        </p:txBody>
      </p:sp>
      <p:sp>
        <p:nvSpPr>
          <p:cNvPr id="701" name="Google Shape;701;g2bee4f4af4b_0_204"/>
          <p:cNvSpPr txBox="1"/>
          <p:nvPr>
            <p:ph idx="1" type="body"/>
          </p:nvPr>
        </p:nvSpPr>
        <p:spPr>
          <a:xfrm>
            <a:off x="3298550" y="1032250"/>
            <a:ext cx="4850100" cy="7854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 xml:space="preserve">Learn and </a:t>
            </a:r>
            <a:r>
              <a:rPr lang="en-US"/>
              <a:t>practise</a:t>
            </a:r>
            <a:r>
              <a:rPr lang="en-US"/>
              <a:t xml:space="preserve"> </a:t>
            </a:r>
            <a:r>
              <a:rPr lang="en-US">
                <a:solidFill>
                  <a:srgbClr val="8DC63F"/>
                </a:solidFill>
              </a:rPr>
              <a:t>/ur/</a:t>
            </a:r>
            <a:r>
              <a:rPr lang="en-US"/>
              <a:t xml:space="preserve"> sound family spelling patterns, including homophones and </a:t>
            </a:r>
            <a:r>
              <a:rPr lang="en-US"/>
              <a:t>Common Exception Word</a:t>
            </a:r>
            <a:r>
              <a:rPr lang="en-US"/>
              <a:t>s.</a:t>
            </a:r>
            <a:endParaRPr/>
          </a:p>
        </p:txBody>
      </p:sp>
      <p:sp>
        <p:nvSpPr>
          <p:cNvPr id="702" name="Google Shape;702;g2bee4f4af4b_0_204"/>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Recall all GPCs learned so far using flashcards.</a:t>
            </a:r>
            <a:endParaRPr/>
          </a:p>
        </p:txBody>
      </p:sp>
      <p:sp>
        <p:nvSpPr>
          <p:cNvPr id="703" name="Google Shape;703;g2bee4f4af4b_0_204"/>
          <p:cNvSpPr txBox="1"/>
          <p:nvPr/>
        </p:nvSpPr>
        <p:spPr>
          <a:xfrm>
            <a:off x="2306383"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704" name="Google Shape;704;g2bee4f4af4b_0_204"/>
          <p:cNvSpPr txBox="1"/>
          <p:nvPr/>
        </p:nvSpPr>
        <p:spPr>
          <a:xfrm>
            <a:off x="2099083"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705" name="Google Shape;705;g2bee4f4af4b_0_204" title="JNL686-76F.png"/>
          <p:cNvPicPr preferRelativeResize="0"/>
          <p:nvPr/>
        </p:nvPicPr>
        <p:blipFill rotWithShape="1">
          <a:blip r:embed="rId4">
            <a:alphaModFix/>
          </a:blip>
          <a:srcRect b="0" l="79" r="79" t="0"/>
          <a:stretch/>
        </p:blipFill>
        <p:spPr>
          <a:xfrm>
            <a:off x="2319758" y="4101860"/>
            <a:ext cx="786850" cy="1113689"/>
          </a:xfrm>
          <a:prstGeom prst="rect">
            <a:avLst/>
          </a:prstGeom>
          <a:noFill/>
          <a:ln>
            <a:noFill/>
          </a:ln>
          <a:effectLst>
            <a:outerShdw blurRad="71438" rotWithShape="0" algn="bl" dir="5220000" dist="19050">
              <a:srgbClr val="D8D8D8"/>
            </a:outerShdw>
          </a:effectLst>
        </p:spPr>
      </p:pic>
      <p:sp>
        <p:nvSpPr>
          <p:cNvPr id="706" name="Google Shape;706;g2bee4f4af4b_0_204"/>
          <p:cNvSpPr txBox="1"/>
          <p:nvPr/>
        </p:nvSpPr>
        <p:spPr>
          <a:xfrm>
            <a:off x="346303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707" name="Google Shape;707;g2bee4f4af4b_0_204"/>
          <p:cNvSpPr txBox="1"/>
          <p:nvPr/>
        </p:nvSpPr>
        <p:spPr>
          <a:xfrm>
            <a:off x="325573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708" name="Google Shape;708;g2bee4f4af4b_0_204" title="JNL689-156F.png"/>
          <p:cNvPicPr preferRelativeResize="0"/>
          <p:nvPr/>
        </p:nvPicPr>
        <p:blipFill rotWithShape="1">
          <a:blip r:embed="rId5">
            <a:alphaModFix/>
          </a:blip>
          <a:srcRect b="0" l="0" r="0" t="0"/>
          <a:stretch/>
        </p:blipFill>
        <p:spPr>
          <a:xfrm>
            <a:off x="3463036" y="4169988"/>
            <a:ext cx="813600" cy="977432"/>
          </a:xfrm>
          <a:prstGeom prst="rect">
            <a:avLst/>
          </a:prstGeom>
          <a:noFill/>
          <a:ln>
            <a:noFill/>
          </a:ln>
          <a:effectLst>
            <a:outerShdw blurRad="71438" rotWithShape="0" algn="bl" dir="5220000" dist="19050">
              <a:srgbClr val="D8D8D8"/>
            </a:outerShdw>
          </a:effectLst>
        </p:spPr>
      </p:pic>
      <p:sp>
        <p:nvSpPr>
          <p:cNvPr id="709" name="Google Shape;709;g2bee4f4af4b_0_204"/>
          <p:cNvSpPr txBox="1"/>
          <p:nvPr/>
        </p:nvSpPr>
        <p:spPr>
          <a:xfrm>
            <a:off x="583814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10" name="Google Shape;710;g2bee4f4af4b_0_204"/>
          <p:cNvSpPr txBox="1"/>
          <p:nvPr/>
        </p:nvSpPr>
        <p:spPr>
          <a:xfrm>
            <a:off x="5420901" y="5256525"/>
            <a:ext cx="164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711" name="Google Shape;711;g2bee4f4af4b_0_204" title="JNL687-29F.png"/>
          <p:cNvPicPr preferRelativeResize="0"/>
          <p:nvPr/>
        </p:nvPicPr>
        <p:blipFill rotWithShape="1">
          <a:blip r:embed="rId6">
            <a:alphaModFix/>
          </a:blip>
          <a:srcRect b="0" l="0" r="0" t="0"/>
          <a:stretch/>
        </p:blipFill>
        <p:spPr>
          <a:xfrm>
            <a:off x="5778959" y="4326104"/>
            <a:ext cx="931974" cy="665200"/>
          </a:xfrm>
          <a:prstGeom prst="rect">
            <a:avLst/>
          </a:prstGeom>
          <a:noFill/>
          <a:ln>
            <a:noFill/>
          </a:ln>
          <a:effectLst>
            <a:outerShdw blurRad="71438" rotWithShape="0" algn="bl" dir="5220000" dist="19050">
              <a:srgbClr val="D8D8D8"/>
            </a:outerShdw>
          </a:effectLst>
        </p:spPr>
      </p:pic>
      <p:sp>
        <p:nvSpPr>
          <p:cNvPr id="712" name="Google Shape;712;g2bee4f4af4b_0_204"/>
          <p:cNvSpPr txBox="1"/>
          <p:nvPr/>
        </p:nvSpPr>
        <p:spPr>
          <a:xfrm>
            <a:off x="465059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713" name="Google Shape;713;g2bee4f4af4b_0_204"/>
          <p:cNvSpPr txBox="1"/>
          <p:nvPr/>
        </p:nvSpPr>
        <p:spPr>
          <a:xfrm>
            <a:off x="4535991" y="5256529"/>
            <a:ext cx="10428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Words</a:t>
            </a:r>
            <a:endParaRPr b="0" i="0" sz="1400" u="none" cap="none" strike="noStrike">
              <a:solidFill>
                <a:srgbClr val="000000"/>
              </a:solidFill>
              <a:latin typeface="Poppins Medium"/>
              <a:ea typeface="Poppins Medium"/>
              <a:cs typeface="Poppins Medium"/>
              <a:sym typeface="Poppins Medium"/>
            </a:endParaRPr>
          </a:p>
        </p:txBody>
      </p:sp>
      <p:pic>
        <p:nvPicPr>
          <p:cNvPr id="714" name="Google Shape;714;g2bee4f4af4b_0_204" title="JNL692-155F.png"/>
          <p:cNvPicPr preferRelativeResize="0"/>
          <p:nvPr/>
        </p:nvPicPr>
        <p:blipFill rotWithShape="1">
          <a:blip r:embed="rId7">
            <a:alphaModFix/>
          </a:blip>
          <a:srcRect b="99" l="0" r="0" t="89"/>
          <a:stretch/>
        </p:blipFill>
        <p:spPr>
          <a:xfrm>
            <a:off x="4750129" y="4232253"/>
            <a:ext cx="614525" cy="852902"/>
          </a:xfrm>
          <a:prstGeom prst="rect">
            <a:avLst/>
          </a:prstGeom>
          <a:noFill/>
          <a:ln>
            <a:noFill/>
          </a:ln>
          <a:effectLst>
            <a:outerShdw blurRad="71438" rotWithShape="0" algn="bl" dir="5220000" dist="19050">
              <a:srgbClr val="D8D8D8"/>
            </a:outerShdw>
          </a:effectLst>
        </p:spPr>
      </p:pic>
      <p:sp>
        <p:nvSpPr>
          <p:cNvPr id="715" name="Google Shape;715;g2bee4f4af4b_0_204">
            <a:hlinkClick action="ppaction://hlinksldjump" r:id="rId8"/>
          </p:cNvPr>
          <p:cNvSpPr/>
          <p:nvPr/>
        </p:nvSpPr>
        <p:spPr>
          <a:xfrm>
            <a:off x="222270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6" name="Google Shape;716;g2bee4f4af4b_0_204">
            <a:hlinkClick action="ppaction://hlinksldjump" r:id="rId9"/>
          </p:cNvPr>
          <p:cNvSpPr/>
          <p:nvPr/>
        </p:nvSpPr>
        <p:spPr>
          <a:xfrm>
            <a:off x="32557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7" name="Google Shape;717;g2bee4f4af4b_0_204">
            <a:hlinkClick action="ppaction://hlinksldjump" r:id="rId10"/>
          </p:cNvPr>
          <p:cNvSpPr/>
          <p:nvPr/>
        </p:nvSpPr>
        <p:spPr>
          <a:xfrm>
            <a:off x="453599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8" name="Google Shape;718;g2bee4f4af4b_0_204">
            <a:hlinkClick action="ppaction://hlinksldjump" r:id="rId11"/>
          </p:cNvPr>
          <p:cNvSpPr/>
          <p:nvPr/>
        </p:nvSpPr>
        <p:spPr>
          <a:xfrm>
            <a:off x="56308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9" name="Google Shape;719;g2bee4f4af4b_0_204">
            <a:hlinkClick action="ppaction://hlinksldjump" r:id="rId12"/>
          </p:cNvPr>
          <p:cNvSpPr/>
          <p:nvPr/>
        </p:nvSpPr>
        <p:spPr>
          <a:xfrm>
            <a:off x="94304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41afd3268d_0_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726" name="Google Shape;726;g341afd3268d_0_5"/>
          <p:cNvGrpSpPr/>
          <p:nvPr/>
        </p:nvGrpSpPr>
        <p:grpSpPr>
          <a:xfrm>
            <a:off x="854200" y="2053244"/>
            <a:ext cx="7283200" cy="3724851"/>
            <a:chOff x="930400" y="2129444"/>
            <a:chExt cx="7283200" cy="3724851"/>
          </a:xfrm>
        </p:grpSpPr>
        <p:pic>
          <p:nvPicPr>
            <p:cNvPr id="727" name="Google Shape;727;g341afd3268d_0_5"/>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728" name="Google Shape;728;g341afd3268d_0_5"/>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729" name="Google Shape;729;g341afd3268d_0_5"/>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730" name="Google Shape;730;g341afd3268d_0_5"/>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731" name="Google Shape;731;g341afd3268d_0_5"/>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732" name="Google Shape;732;g341afd3268d_0_5"/>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733" name="Google Shape;733;g341afd3268d_0_5"/>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734" name="Google Shape;734;g341afd3268d_0_5"/>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735" name="Google Shape;735;g341afd3268d_0_5"/>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736" name="Google Shape;736;g341afd3268d_0_5"/>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7" name="Google Shape;737;g341afd3268d_0_5"/>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8" name="Google Shape;738;g341afd3268d_0_5"/>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739" name="Google Shape;739;g341afd3268d_0_5"/>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740" name="Google Shape;740;g341afd3268d_0_5"/>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741" name="Google Shape;741;g341afd3268d_0_5"/>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42" name="Google Shape;742;g341afd3268d_0_5"/>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43" name="Google Shape;743;g341afd3268d_0_5"/>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44" name="Google Shape;744;g341afd3268d_0_5"/>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45" name="Google Shape;745;g341afd3268d_0_5"/>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6" name="Google Shape;746;g341afd3268d_0_5"/>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47" name="Google Shape;747;g341afd3268d_0_5"/>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8" name="Google Shape;748;g341afd3268d_0_5"/>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49" name="Google Shape;749;g341afd3268d_0_5"/>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41afd3268d_0_3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6" name="Google Shape;756;g341afd3268d_0_34"/>
          <p:cNvGrpSpPr/>
          <p:nvPr/>
        </p:nvGrpSpPr>
        <p:grpSpPr>
          <a:xfrm>
            <a:off x="854200" y="2053250"/>
            <a:ext cx="7283201" cy="2971674"/>
            <a:chOff x="930400" y="2129450"/>
            <a:chExt cx="7283201" cy="2971674"/>
          </a:xfrm>
        </p:grpSpPr>
        <p:pic>
          <p:nvPicPr>
            <p:cNvPr id="757" name="Google Shape;757;g341afd3268d_0_34"/>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58" name="Google Shape;758;g341afd3268d_0_34"/>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9" name="Google Shape;759;g341afd3268d_0_34"/>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60" name="Google Shape;760;g341afd3268d_0_34"/>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61" name="Google Shape;761;g341afd3268d_0_34"/>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62" name="Google Shape;762;g341afd3268d_0_34"/>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3" name="Google Shape;763;g341afd3268d_0_34"/>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64" name="Google Shape;764;g341afd3268d_0_34"/>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65" name="Google Shape;765;g341afd3268d_0_34"/>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6" name="Google Shape;766;g341afd3268d_0_34"/>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67" name="Google Shape;767;g341afd3268d_0_34"/>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68" name="Google Shape;768;g341afd3268d_0_34"/>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9" name="Google Shape;769;g341afd3268d_0_34"/>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70" name="Google Shape;770;g341afd3268d_0_34"/>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71" name="Google Shape;771;g341afd3268d_0_34"/>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72" name="Google Shape;772;g341afd3268d_0_34"/>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73" name="Google Shape;773;g341afd3268d_0_34"/>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afd3268d_0_34"/>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5" name="Google Shape;775;g341afd3268d_0_34"/>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afd3268d_0_34"/>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41afd3268d_0_34"/>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41afd3268d_0_34"/>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9" name="Google Shape;779;g341afd3268d_0_34"/>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80" name="Google Shape;780;g341afd3268d_0_34"/>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afd3268d_0_34"/>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82" name="Google Shape;782;g341afd3268d_0_34"/>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41afd3268d_0_34"/>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afd3268d_0_34"/>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85" name="Google Shape;785;g341afd3268d_0_34"/>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41afd3268d_0_6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1afd3268d_0_69"/>
          <p:cNvGrpSpPr/>
          <p:nvPr/>
        </p:nvGrpSpPr>
        <p:grpSpPr>
          <a:xfrm>
            <a:off x="854200" y="2053250"/>
            <a:ext cx="7283201" cy="2971674"/>
            <a:chOff x="930400" y="2053250"/>
            <a:chExt cx="7283201" cy="2971674"/>
          </a:xfrm>
        </p:grpSpPr>
        <p:pic>
          <p:nvPicPr>
            <p:cNvPr id="793" name="Google Shape;793;g341afd3268d_0_69"/>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94" name="Google Shape;794;g341afd3268d_0_69"/>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95" name="Google Shape;795;g341afd3268d_0_69"/>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96" name="Google Shape;796;g341afd3268d_0_69"/>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97" name="Google Shape;797;g341afd3268d_0_69"/>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98" name="Google Shape;798;g341afd3268d_0_69"/>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99" name="Google Shape;799;g341afd3268d_0_69"/>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800" name="Google Shape;800;g341afd3268d_0_69"/>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801" name="Google Shape;801;g341afd3268d_0_69"/>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802" name="Google Shape;802;g341afd3268d_0_69"/>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803" name="Google Shape;803;g341afd3268d_0_69"/>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804" name="Google Shape;804;g341afd3268d_0_69"/>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805" name="Google Shape;805;g341afd3268d_0_69"/>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6" name="Google Shape;806;g341afd3268d_0_69"/>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7" name="Google Shape;807;g341afd3268d_0_69"/>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8" name="Google Shape;808;g341afd3268d_0_69"/>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9" name="Google Shape;809;g341afd3268d_0_69"/>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810" name="Google Shape;810;g341afd3268d_0_69"/>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1" name="Google Shape;811;g341afd3268d_0_69"/>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12" name="Google Shape;812;g341afd3268d_0_69"/>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813" name="Google Shape;813;g341afd3268d_0_69"/>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814" name="Google Shape;814;g341afd3268d_0_69"/>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5" name="Google Shape;815;g341afd3268d_0_69"/>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816" name="Google Shape;816;g341afd3268d_0_69"/>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7" name="Google Shape;817;g341afd3268d_0_69"/>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818" name="Google Shape;818;g341afd3268d_0_69"/>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19" name="Google Shape;819;g341afd3268d_0_69"/>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20" name="Google Shape;820;g341afd3268d_0_69"/>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821" name="Google Shape;821;g341afd3268d_0_69"/>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822" name="Google Shape;822;g341afd3268d_0_69"/>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23" name="Google Shape;823;g341afd3268d_0_69"/>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24" name="Google Shape;824;g341afd3268d_0_69"/>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825" name="Google Shape;825;g341afd3268d_0_69"/>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6" name="Google Shape;826;g341afd3268d_0_69"/>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827" name="Google Shape;827;g341afd3268d_0_69"/>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828" name="Google Shape;828;g341afd3268d_0_69"/>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9" name="Google Shape;829;g341afd3268d_0_69"/>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30" name="Google Shape;830;g341afd3268d_0_69"/>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831" name="Google Shape;831;g341afd3268d_0_69"/>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32" name="Google Shape;832;g341afd3268d_0_69"/>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833" name="Google Shape;833;g341afd3268d_0_69"/>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g341afd3268d_0_11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40" name="Google Shape;840;g341afd3268d_0_116"/>
          <p:cNvGrpSpPr/>
          <p:nvPr/>
        </p:nvGrpSpPr>
        <p:grpSpPr>
          <a:xfrm>
            <a:off x="855905" y="2053250"/>
            <a:ext cx="7272577" cy="3316697"/>
            <a:chOff x="855905" y="2053250"/>
            <a:chExt cx="7272577" cy="3316697"/>
          </a:xfrm>
        </p:grpSpPr>
        <p:pic>
          <p:nvPicPr>
            <p:cNvPr id="841" name="Google Shape;841;g341afd3268d_0_116"/>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42" name="Google Shape;842;g341afd3268d_0_116"/>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43" name="Google Shape;843;g341afd3268d_0_116"/>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44" name="Google Shape;844;g341afd3268d_0_116"/>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45" name="Google Shape;845;g341afd3268d_0_116"/>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46" name="Google Shape;846;g341afd3268d_0_116"/>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47" name="Google Shape;847;g341afd3268d_0_116"/>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48" name="Google Shape;848;g341afd3268d_0_116"/>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49" name="Google Shape;849;g341afd3268d_0_116"/>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50" name="Google Shape;850;g341afd3268d_0_116"/>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51" name="Google Shape;851;g341afd3268d_0_116"/>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52" name="Google Shape;852;g341afd3268d_0_116"/>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53" name="Google Shape;853;g341afd3268d_0_116"/>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54" name="Google Shape;854;g341afd3268d_0_116"/>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55" name="Google Shape;855;g341afd3268d_0_116"/>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56" name="Google Shape;856;g341afd3268d_0_116"/>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57" name="Google Shape;857;g341afd3268d_0_116"/>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58" name="Google Shape;858;g341afd3268d_0_116"/>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59" name="Google Shape;859;g341afd3268d_0_116"/>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60" name="Google Shape;860;g341afd3268d_0_116"/>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61" name="Google Shape;861;g341afd3268d_0_116"/>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62" name="Google Shape;862;g341afd3268d_0_116"/>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63" name="Google Shape;863;g341afd3268d_0_116"/>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64" name="Google Shape;864;g341afd3268d_0_116"/>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65" name="Google Shape;865;g341afd3268d_0_116"/>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66" name="Google Shape;866;g341afd3268d_0_116"/>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67" name="Google Shape;867;g341afd3268d_0_116"/>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68" name="Google Shape;868;g341afd3268d_0_116"/>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69" name="Google Shape;869;g341afd3268d_0_116"/>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70" name="Google Shape;870;g341afd3268d_0_116"/>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71" name="Google Shape;871;g341afd3268d_0_116"/>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72" name="Google Shape;872;g341afd3268d_0_116"/>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73" name="Google Shape;873;g341afd3268d_0_116"/>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74" name="Google Shape;874;g341afd3268d_0_116"/>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75" name="Google Shape;875;g341afd3268d_0_116"/>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76" name="Google Shape;876;g341afd3268d_0_116"/>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77" name="Google Shape;877;g341afd3268d_0_116"/>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78" name="Google Shape;878;g341afd3268d_0_116"/>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79" name="Google Shape;879;g341afd3268d_0_116"/>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80" name="Google Shape;880;g341afd3268d_0_116"/>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81" name="Google Shape;881;g341afd3268d_0_116"/>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41afd3268d_0_16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88" name="Google Shape;888;g341afd3268d_0_167"/>
          <p:cNvGrpSpPr/>
          <p:nvPr/>
        </p:nvGrpSpPr>
        <p:grpSpPr>
          <a:xfrm>
            <a:off x="865957" y="2135925"/>
            <a:ext cx="7282807" cy="2686611"/>
            <a:chOff x="867357" y="2129450"/>
            <a:chExt cx="7282807" cy="2686611"/>
          </a:xfrm>
        </p:grpSpPr>
        <p:pic>
          <p:nvPicPr>
            <p:cNvPr id="889" name="Google Shape;889;g341afd3268d_0_167"/>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90" name="Google Shape;890;g341afd3268d_0_167"/>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91" name="Google Shape;891;g341afd3268d_0_167"/>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afd3268d_0_167"/>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93" name="Google Shape;893;g341afd3268d_0_167"/>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94" name="Google Shape;894;g341afd3268d_0_167"/>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5" name="Google Shape;895;g341afd3268d_0_167"/>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6" name="Google Shape;896;g341afd3268d_0_167"/>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97" name="Google Shape;897;g341afd3268d_0_167"/>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8" name="Google Shape;898;g341afd3268d_0_167"/>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9" name="Google Shape;899;g341afd3268d_0_167"/>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900" name="Google Shape;900;g341afd3268d_0_167"/>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901" name="Google Shape;901;g341afd3268d_0_167"/>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902" name="Google Shape;902;g341afd3268d_0_167"/>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g341afd3268d_0_18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909" name="Google Shape;909;g341afd3268d_0_187"/>
          <p:cNvGrpSpPr/>
          <p:nvPr/>
        </p:nvGrpSpPr>
        <p:grpSpPr>
          <a:xfrm>
            <a:off x="866900" y="2112842"/>
            <a:ext cx="7281864" cy="2684601"/>
            <a:chOff x="868300" y="2129450"/>
            <a:chExt cx="7281864" cy="2684601"/>
          </a:xfrm>
        </p:grpSpPr>
        <p:pic>
          <p:nvPicPr>
            <p:cNvPr id="910" name="Google Shape;910;g341afd3268d_0_187"/>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911" name="Google Shape;911;g341afd3268d_0_187"/>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912" name="Google Shape;912;g341afd3268d_0_187"/>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913" name="Google Shape;913;g341afd3268d_0_187"/>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914" name="Google Shape;914;g341afd3268d_0_187"/>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915" name="Google Shape;915;g341afd3268d_0_187"/>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16" name="Google Shape;916;g341afd3268d_0_187"/>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17" name="Google Shape;917;g341afd3268d_0_187"/>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18" name="Google Shape;918;g341afd3268d_0_187"/>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19" name="Google Shape;919;g341afd3268d_0_187"/>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20" name="Google Shape;920;g341afd3268d_0_187"/>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21" name="Google Shape;921;g341afd3268d_0_187"/>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22" name="Google Shape;922;g341afd3268d_0_187"/>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23" name="Google Shape;923;g341afd3268d_0_187"/>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24" name="Google Shape;924;g341afd3268d_0_187"/>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25" name="Google Shape;925;g341afd3268d_0_187"/>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26" name="Google Shape;926;g341afd3268d_0_187"/>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27" name="Google Shape;927;g341afd3268d_0_187"/>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28" name="Google Shape;928;g341afd3268d_0_187"/>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29" name="Google Shape;929;g341afd3268d_0_187"/>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30" name="Google Shape;930;g341afd3268d_0_187"/>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31" name="Google Shape;931;g341afd3268d_0_187"/>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32" name="Google Shape;932;g341afd3268d_0_187"/>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33" name="Google Shape;933;g341afd3268d_0_187"/>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34" name="Google Shape;934;g341afd3268d_0_187"/>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35" name="Google Shape;935;g341afd3268d_0_187"/>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36" name="Google Shape;936;g341afd3268d_0_187"/>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37" name="Google Shape;937;g341afd3268d_0_187"/>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41afd3268d_0_22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44" name="Google Shape;944;g341afd3268d_0_221"/>
          <p:cNvGrpSpPr/>
          <p:nvPr/>
        </p:nvGrpSpPr>
        <p:grpSpPr>
          <a:xfrm>
            <a:off x="868300" y="2129450"/>
            <a:ext cx="7281864" cy="2684601"/>
            <a:chOff x="868300" y="2053250"/>
            <a:chExt cx="7281864" cy="2684601"/>
          </a:xfrm>
        </p:grpSpPr>
        <p:pic>
          <p:nvPicPr>
            <p:cNvPr id="945" name="Google Shape;945;g341afd3268d_0_221"/>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46" name="Google Shape;946;g341afd3268d_0_221"/>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47" name="Google Shape;947;g341afd3268d_0_221"/>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48" name="Google Shape;948;g341afd3268d_0_221"/>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49" name="Google Shape;949;g341afd3268d_0_221"/>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50" name="Google Shape;950;g341afd3268d_0_221"/>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51" name="Google Shape;951;g341afd3268d_0_221"/>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52" name="Google Shape;952;g341afd3268d_0_221"/>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53" name="Google Shape;953;g341afd3268d_0_221"/>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54" name="Google Shape;954;g341afd3268d_0_221"/>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55" name="Google Shape;955;g341afd3268d_0_221"/>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56" name="Google Shape;956;g341afd3268d_0_221"/>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57" name="Google Shape;957;g341afd3268d_0_221"/>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341afd3268d_0_24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64" name="Google Shape;964;g341afd3268d_0_240"/>
          <p:cNvGrpSpPr/>
          <p:nvPr/>
        </p:nvGrpSpPr>
        <p:grpSpPr>
          <a:xfrm>
            <a:off x="868300" y="2129450"/>
            <a:ext cx="7281864" cy="2688001"/>
            <a:chOff x="868300" y="2129450"/>
            <a:chExt cx="7281864" cy="2688001"/>
          </a:xfrm>
        </p:grpSpPr>
        <p:pic>
          <p:nvPicPr>
            <p:cNvPr id="965" name="Google Shape;965;g341afd3268d_0_240"/>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66" name="Google Shape;966;g341afd3268d_0_240"/>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67" name="Google Shape;967;g341afd3268d_0_240"/>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68" name="Google Shape;968;g341afd3268d_0_240"/>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69" name="Google Shape;969;g341afd3268d_0_240"/>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70" name="Google Shape;970;g341afd3268d_0_240"/>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71" name="Google Shape;971;g341afd3268d_0_240"/>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72" name="Google Shape;972;g341afd3268d_0_240"/>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73" name="Google Shape;973;g341afd3268d_0_240"/>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74" name="Google Shape;974;g341afd3268d_0_240"/>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75" name="Google Shape;975;g341afd3268d_0_240"/>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76" name="Google Shape;976;g341afd3268d_0_240"/>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77" name="Google Shape;977;g341afd3268d_0_240"/>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78" name="Google Shape;978;g341afd3268d_0_240"/>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g341afd3268d_0_260"/>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85" name="Google Shape;985;g341afd3268d_0_260"/>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86" name="Google Shape;986;g341afd3268d_0_260"/>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87" name="Google Shape;987;g341afd3268d_0_260"/>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88" name="Google Shape;988;g341afd3268d_0_260"/>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89" name="Google Shape;989;g341afd3268d_0_260"/>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90" name="Google Shape;990;g341afd3268d_0_260"/>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91" name="Google Shape;991;g341afd3268d_0_260"/>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92" name="Google Shape;992;g341afd3268d_0_260"/>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93" name="Google Shape;993;g341afd3268d_0_260"/>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4" name="Google Shape;994;g341afd3268d_0_260"/>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95" name="Google Shape;995;g341afd3268d_0_260"/>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6" name="Google Shape;996;g341afd3268d_0_260"/>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97" name="Google Shape;997;g341afd3268d_0_260"/>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98" name="Google Shape;998;g341afd3268d_0_260"/>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99" name="Google Shape;999;g341afd3268d_0_260"/>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1000" name="Google Shape;1000;g341afd3268d_0_260"/>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1001" name="Google Shape;1001;g341afd3268d_0_260"/>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1002" name="Google Shape;1002;g341afd3268d_0_260"/>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1003" name="Google Shape;1003;g341afd3268d_0_260"/>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1004" name="Google Shape;1004;g341afd3268d_0_260"/>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1005" name="Google Shape;1005;g341afd3268d_0_260"/>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1006" name="Google Shape;1006;g341afd3268d_0_260"/>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1007" name="Google Shape;1007;g341afd3268d_0_260"/>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1008" name="Google Shape;1008;g341afd3268d_0_260"/>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341afd3268d_0_28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1015" name="Google Shape;1015;g341afd3268d_0_289"/>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1016" name="Google Shape;1016;g341afd3268d_0_289"/>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7" name="Google Shape;1017;g341afd3268d_0_289"/>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1018" name="Google Shape;1018;g341afd3268d_0_289"/>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9" name="Google Shape;1019;g341afd3268d_0_289"/>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1020" name="Google Shape;1020;g341afd3268d_0_289"/>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1021" name="Google Shape;1021;g341afd3268d_0_289"/>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2" name="Google Shape;1022;g341afd3268d_0_289"/>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3" name="Google Shape;1023;g341afd3268d_0_289"/>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4" name="Google Shape;1024;g341afd3268d_0_289"/>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5" name="Google Shape;1025;g341afd3268d_0_289"/>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6" name="Google Shape;1026;g341afd3268d_0_289"/>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7" name="Google Shape;1027;g341afd3268d_0_289"/>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1028" name="Google Shape;1028;g341afd3268d_0_289"/>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9" name="Google Shape;1029;g341afd3268d_0_289"/>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0" name="Google Shape;1030;g341afd3268d_0_289"/>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1" name="Google Shape;1031;g341afd3268d_0_289"/>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1032" name="Google Shape;1032;g341afd3268d_0_289"/>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3" name="Google Shape;1033;g341afd3268d_0_289"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4" name="Google Shape;1034;g341afd3268d_0_289"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5" name="Google Shape;1035;g341afd3268d_0_289"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6" name="Google Shape;1036;g341afd3268d_0_289"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7" name="Google Shape;1037;g341afd3268d_0_289"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8" name="Google Shape;1038;g341afd3268d_0_289"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g26f40b1072c_1_2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100"/>
              <a:buNone/>
            </a:pPr>
            <a:r>
              <a:rPr lang="en-US" sz="2000"/>
              <a:t xml:space="preserve">Teach Homophones within </a:t>
            </a:r>
            <a:r>
              <a:rPr lang="en-US" sz="2000">
                <a:solidFill>
                  <a:srgbClr val="8DC63F"/>
                </a:solidFill>
              </a:rPr>
              <a:t>/ur/</a:t>
            </a:r>
            <a:r>
              <a:rPr lang="en-US" sz="2000"/>
              <a:t xml:space="preserve"> family: </a:t>
            </a:r>
            <a:br>
              <a:rPr lang="en-US" sz="2000"/>
            </a:br>
            <a:r>
              <a:rPr lang="en-US" sz="2000">
                <a:solidFill>
                  <a:srgbClr val="2356AF"/>
                </a:solidFill>
              </a:rPr>
              <a:t>heard / herd, birth / berth, colonel / kernel</a:t>
            </a:r>
            <a:r>
              <a:rPr lang="en-US" sz="2000"/>
              <a:t>.</a:t>
            </a:r>
            <a:endParaRPr sz="2000"/>
          </a:p>
        </p:txBody>
      </p:sp>
      <p:pic>
        <p:nvPicPr>
          <p:cNvPr id="1045" name="Google Shape;1045;g26f40b1072c_1_28" title="JNL693-55F.png"/>
          <p:cNvPicPr preferRelativeResize="0"/>
          <p:nvPr/>
        </p:nvPicPr>
        <p:blipFill rotWithShape="1">
          <a:blip r:embed="rId3">
            <a:alphaModFix/>
          </a:blip>
          <a:srcRect b="0" l="49" r="59" t="0"/>
          <a:stretch/>
        </p:blipFill>
        <p:spPr>
          <a:xfrm>
            <a:off x="843709" y="2149450"/>
            <a:ext cx="3596926" cy="1800400"/>
          </a:xfrm>
          <a:prstGeom prst="rect">
            <a:avLst/>
          </a:prstGeom>
          <a:noFill/>
          <a:ln>
            <a:noFill/>
          </a:ln>
          <a:effectLst>
            <a:outerShdw blurRad="57150" rotWithShape="0" algn="bl" dir="5400000" dist="19050">
              <a:srgbClr val="BFBFBF"/>
            </a:outerShdw>
          </a:effectLst>
        </p:spPr>
      </p:pic>
      <p:pic>
        <p:nvPicPr>
          <p:cNvPr id="1046" name="Google Shape;1046;g26f40b1072c_1_28" title="JNL693-56F.png"/>
          <p:cNvPicPr preferRelativeResize="0"/>
          <p:nvPr/>
        </p:nvPicPr>
        <p:blipFill rotWithShape="1">
          <a:blip r:embed="rId4">
            <a:alphaModFix/>
          </a:blip>
          <a:srcRect b="0" l="49" r="59" t="0"/>
          <a:stretch/>
        </p:blipFill>
        <p:spPr>
          <a:xfrm>
            <a:off x="4583633" y="2149450"/>
            <a:ext cx="3596926" cy="1800400"/>
          </a:xfrm>
          <a:prstGeom prst="rect">
            <a:avLst/>
          </a:prstGeom>
          <a:noFill/>
          <a:ln>
            <a:noFill/>
          </a:ln>
          <a:effectLst>
            <a:outerShdw blurRad="57150" rotWithShape="0" algn="bl" dir="5400000" dist="19050">
              <a:srgbClr val="BFBFBF"/>
            </a:outerShdw>
          </a:effectLst>
        </p:spPr>
      </p:pic>
      <p:pic>
        <p:nvPicPr>
          <p:cNvPr id="1047" name="Google Shape;1047;g26f40b1072c_1_28" title="JNL693-57F.png"/>
          <p:cNvPicPr preferRelativeResize="0"/>
          <p:nvPr/>
        </p:nvPicPr>
        <p:blipFill rotWithShape="1">
          <a:blip r:embed="rId5">
            <a:alphaModFix/>
          </a:blip>
          <a:srcRect b="49" l="0" r="0" t="49"/>
          <a:stretch/>
        </p:blipFill>
        <p:spPr>
          <a:xfrm>
            <a:off x="2713671" y="4058500"/>
            <a:ext cx="3596926" cy="1800400"/>
          </a:xfrm>
          <a:prstGeom prst="rect">
            <a:avLst/>
          </a:prstGeom>
          <a:noFill/>
          <a:ln>
            <a:noFill/>
          </a:ln>
          <a:effectLst>
            <a:outerShdw blurRad="57150" rotWithShape="0" algn="bl" dir="5400000" dist="19050">
              <a:srgbClr val="BFBFBF"/>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26f40b1072c_1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a:t>
            </a:r>
            <a:r>
              <a:rPr lang="en-US" sz="2000"/>
              <a:t>Common Exception Word</a:t>
            </a:r>
            <a:r>
              <a:rPr lang="en-US" sz="2000"/>
              <a:t>s</a:t>
            </a:r>
            <a:r>
              <a:rPr lang="en-US" sz="2000">
                <a:solidFill>
                  <a:srgbClr val="2356AF"/>
                </a:solidFill>
              </a:rPr>
              <a:t xml:space="preserve"> were work worked</a:t>
            </a:r>
            <a:r>
              <a:rPr lang="en-US" sz="2000"/>
              <a:t>.</a:t>
            </a:r>
            <a:endParaRPr sz="2000"/>
          </a:p>
        </p:txBody>
      </p:sp>
      <p:pic>
        <p:nvPicPr>
          <p:cNvPr id="1054" name="Google Shape;1054;g26f40b1072c_1_0" title="JNL687-29F.png"/>
          <p:cNvPicPr preferRelativeResize="0"/>
          <p:nvPr/>
        </p:nvPicPr>
        <p:blipFill rotWithShape="1">
          <a:blip r:embed="rId3">
            <a:alphaModFix/>
          </a:blip>
          <a:srcRect b="0" l="59" r="59" t="0"/>
          <a:stretch/>
        </p:blipFill>
        <p:spPr>
          <a:xfrm>
            <a:off x="866733" y="2129375"/>
            <a:ext cx="2357805" cy="1684985"/>
          </a:xfrm>
          <a:prstGeom prst="rect">
            <a:avLst/>
          </a:prstGeom>
          <a:noFill/>
          <a:ln>
            <a:noFill/>
          </a:ln>
          <a:effectLst>
            <a:outerShdw blurRad="57150" rotWithShape="0" algn="bl" dir="5400000" dist="19050">
              <a:srgbClr val="000000">
                <a:alpha val="20000"/>
              </a:srgbClr>
            </a:outerShdw>
          </a:effectLst>
        </p:spPr>
      </p:pic>
      <p:pic>
        <p:nvPicPr>
          <p:cNvPr id="1055" name="Google Shape;1055;g26f40b1072c_1_0" title="JNL687-106F.png"/>
          <p:cNvPicPr preferRelativeResize="0"/>
          <p:nvPr/>
        </p:nvPicPr>
        <p:blipFill rotWithShape="1">
          <a:blip r:embed="rId4">
            <a:alphaModFix/>
          </a:blip>
          <a:srcRect b="0" l="59" r="59" t="0"/>
          <a:stretch/>
        </p:blipFill>
        <p:spPr>
          <a:xfrm>
            <a:off x="3331300" y="2129375"/>
            <a:ext cx="2357805" cy="1684985"/>
          </a:xfrm>
          <a:prstGeom prst="rect">
            <a:avLst/>
          </a:prstGeom>
          <a:noFill/>
          <a:ln>
            <a:noFill/>
          </a:ln>
          <a:effectLst>
            <a:outerShdw blurRad="57150" rotWithShape="0" algn="bl" dir="5400000" dist="19050">
              <a:srgbClr val="000000">
                <a:alpha val="20000"/>
              </a:srgbClr>
            </a:outerShdw>
          </a:effectLst>
        </p:spPr>
      </p:pic>
      <p:pic>
        <p:nvPicPr>
          <p:cNvPr id="1056" name="Google Shape;1056;g26f40b1072c_1_0" title="JNL687-107F.png"/>
          <p:cNvPicPr preferRelativeResize="0"/>
          <p:nvPr/>
        </p:nvPicPr>
        <p:blipFill rotWithShape="1">
          <a:blip r:embed="rId5">
            <a:alphaModFix/>
          </a:blip>
          <a:srcRect b="29" l="0" r="0" t="19"/>
          <a:stretch/>
        </p:blipFill>
        <p:spPr>
          <a:xfrm>
            <a:off x="5795878" y="2129375"/>
            <a:ext cx="2357805" cy="1684986"/>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2ce718e20f2_0_84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63" name="Google Shape;1063;g2ce718e20f2_0_84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64" name="Google Shape;1064;g2ce718e20f2_0_84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65" name="Google Shape;1065;g2ce718e20f2_0_845" title="JNL686-76F.png"/>
          <p:cNvPicPr preferRelativeResize="0"/>
          <p:nvPr/>
        </p:nvPicPr>
        <p:blipFill rotWithShape="1">
          <a:blip r:embed="rId3">
            <a:alphaModFix/>
          </a:blip>
          <a:srcRect b="864" l="0" r="0" t="864"/>
          <a:stretch/>
        </p:blipFill>
        <p:spPr>
          <a:xfrm>
            <a:off x="1325376" y="1712913"/>
            <a:ext cx="2086160" cy="2897175"/>
          </a:xfrm>
          <a:prstGeom prst="rect">
            <a:avLst/>
          </a:prstGeom>
          <a:noFill/>
          <a:ln>
            <a:noFill/>
          </a:ln>
          <a:effectLst>
            <a:outerShdw blurRad="71438" rotWithShape="0" algn="bl" dir="5400000" dist="28575">
              <a:srgbClr val="000000">
                <a:alpha val="14901"/>
              </a:srgbClr>
            </a:outerShdw>
          </a:effectLst>
        </p:spPr>
      </p:pic>
      <p:pic>
        <p:nvPicPr>
          <p:cNvPr id="1066" name="Google Shape;1066;g2ce718e20f2_0_845" title="JNL686-141F.png"/>
          <p:cNvPicPr preferRelativeResize="0"/>
          <p:nvPr/>
        </p:nvPicPr>
        <p:blipFill rotWithShape="1">
          <a:blip r:embed="rId4">
            <a:alphaModFix/>
          </a:blip>
          <a:srcRect b="864" l="0" r="0" t="864"/>
          <a:stretch/>
        </p:blipFill>
        <p:spPr>
          <a:xfrm>
            <a:off x="3528921" y="1712913"/>
            <a:ext cx="2086160" cy="2897175"/>
          </a:xfrm>
          <a:prstGeom prst="rect">
            <a:avLst/>
          </a:prstGeom>
          <a:noFill/>
          <a:ln>
            <a:noFill/>
          </a:ln>
          <a:effectLst>
            <a:outerShdw blurRad="71438" rotWithShape="0" algn="bl" dir="5400000" dist="28575">
              <a:srgbClr val="000000">
                <a:alpha val="14901"/>
              </a:srgbClr>
            </a:outerShdw>
          </a:effectLst>
        </p:spPr>
      </p:pic>
      <p:pic>
        <p:nvPicPr>
          <p:cNvPr id="1067" name="Google Shape;1067;g2ce718e20f2_0_845" title="JNL686-142F.png"/>
          <p:cNvPicPr preferRelativeResize="0"/>
          <p:nvPr/>
        </p:nvPicPr>
        <p:blipFill rotWithShape="1">
          <a:blip r:embed="rId5">
            <a:alphaModFix/>
          </a:blip>
          <a:srcRect b="864" l="0" r="0" t="864"/>
          <a:stretch/>
        </p:blipFill>
        <p:spPr>
          <a:xfrm>
            <a:off x="5732466" y="1712913"/>
            <a:ext cx="2086160" cy="2897175"/>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2701ceed56d_4_32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74" name="Google Shape;1074;g2701ceed56d_4_32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75" name="Google Shape;1075;g2701ceed56d_4_32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76" name="Google Shape;1076;g2701ceed56d_4_329" title="JNL686-76B.png"/>
          <p:cNvPicPr preferRelativeResize="0"/>
          <p:nvPr/>
        </p:nvPicPr>
        <p:blipFill rotWithShape="1">
          <a:blip r:embed="rId3">
            <a:alphaModFix/>
          </a:blip>
          <a:srcRect b="864" l="0" r="0" t="864"/>
          <a:stretch/>
        </p:blipFill>
        <p:spPr>
          <a:xfrm>
            <a:off x="1325376" y="1712913"/>
            <a:ext cx="2086160" cy="2897175"/>
          </a:xfrm>
          <a:prstGeom prst="rect">
            <a:avLst/>
          </a:prstGeom>
          <a:noFill/>
          <a:ln>
            <a:noFill/>
          </a:ln>
          <a:effectLst>
            <a:outerShdw blurRad="71438" rotWithShape="0" algn="bl" dir="5400000" dist="28575">
              <a:srgbClr val="000000">
                <a:alpha val="14901"/>
              </a:srgbClr>
            </a:outerShdw>
          </a:effectLst>
        </p:spPr>
      </p:pic>
      <p:pic>
        <p:nvPicPr>
          <p:cNvPr id="1077" name="Google Shape;1077;g2701ceed56d_4_329" title="JNL686-141B.png"/>
          <p:cNvPicPr preferRelativeResize="0"/>
          <p:nvPr/>
        </p:nvPicPr>
        <p:blipFill rotWithShape="1">
          <a:blip r:embed="rId4">
            <a:alphaModFix/>
          </a:blip>
          <a:srcRect b="864" l="0" r="0" t="864"/>
          <a:stretch/>
        </p:blipFill>
        <p:spPr>
          <a:xfrm>
            <a:off x="3528921" y="1712913"/>
            <a:ext cx="2086160" cy="2897175"/>
          </a:xfrm>
          <a:prstGeom prst="rect">
            <a:avLst/>
          </a:prstGeom>
          <a:noFill/>
          <a:ln>
            <a:noFill/>
          </a:ln>
          <a:effectLst>
            <a:outerShdw blurRad="71438" rotWithShape="0" algn="bl" dir="5400000" dist="28575">
              <a:srgbClr val="000000">
                <a:alpha val="14901"/>
              </a:srgbClr>
            </a:outerShdw>
          </a:effectLst>
        </p:spPr>
      </p:pic>
      <p:pic>
        <p:nvPicPr>
          <p:cNvPr id="1078" name="Google Shape;1078;g2701ceed56d_4_329" title="JNL686-142B.png"/>
          <p:cNvPicPr preferRelativeResize="0"/>
          <p:nvPr/>
        </p:nvPicPr>
        <p:blipFill rotWithShape="1">
          <a:blip r:embed="rId5">
            <a:alphaModFix/>
          </a:blip>
          <a:srcRect b="864" l="0" r="0" t="864"/>
          <a:stretch/>
        </p:blipFill>
        <p:spPr>
          <a:xfrm>
            <a:off x="5732466" y="1712913"/>
            <a:ext cx="2086160" cy="2897175"/>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085" name="Google Shape;1085;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86" name="Google Shape;1086;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87" name="Google Shape;1087;g26b641b03cd_0_204" title="JNL689-156B.png"/>
          <p:cNvPicPr preferRelativeResize="0"/>
          <p:nvPr/>
        </p:nvPicPr>
        <p:blipFill rotWithShape="1">
          <a:blip r:embed="rId3">
            <a:alphaModFix/>
          </a:blip>
          <a:srcRect b="0" l="79" r="89" t="0"/>
          <a:stretch/>
        </p:blipFill>
        <p:spPr>
          <a:xfrm>
            <a:off x="1752075" y="1550800"/>
            <a:ext cx="2691199" cy="3233051"/>
          </a:xfrm>
          <a:prstGeom prst="rect">
            <a:avLst/>
          </a:prstGeom>
          <a:noFill/>
          <a:ln>
            <a:noFill/>
          </a:ln>
          <a:effectLst>
            <a:outerShdw blurRad="114300" rotWithShape="0" algn="bl" dir="5400000" dist="19050">
              <a:srgbClr val="000000">
                <a:alpha val="20000"/>
              </a:srgbClr>
            </a:outerShdw>
          </a:effectLst>
        </p:spPr>
      </p:pic>
      <p:pic>
        <p:nvPicPr>
          <p:cNvPr id="1088" name="Google Shape;1088;g26b641b03cd_0_204" title="JNL689-157B.png"/>
          <p:cNvPicPr preferRelativeResize="0"/>
          <p:nvPr/>
        </p:nvPicPr>
        <p:blipFill rotWithShape="1">
          <a:blip r:embed="rId4">
            <a:alphaModFix/>
          </a:blip>
          <a:srcRect b="0" l="79" r="89" t="0"/>
          <a:stretch/>
        </p:blipFill>
        <p:spPr>
          <a:xfrm>
            <a:off x="4700725" y="1550800"/>
            <a:ext cx="2691199" cy="323305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095" name="Google Shape;1095;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96" name="Google Shape;1096;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97" name="Google Shape;1097;g2c186218c5a_0_48" title="JNL689-156F.png"/>
          <p:cNvPicPr preferRelativeResize="0"/>
          <p:nvPr/>
        </p:nvPicPr>
        <p:blipFill rotWithShape="1">
          <a:blip r:embed="rId3">
            <a:alphaModFix/>
          </a:blip>
          <a:srcRect b="0" l="0" r="0" t="0"/>
          <a:stretch/>
        </p:blipFill>
        <p:spPr>
          <a:xfrm>
            <a:off x="1752075" y="1550800"/>
            <a:ext cx="2691200" cy="3233051"/>
          </a:xfrm>
          <a:prstGeom prst="rect">
            <a:avLst/>
          </a:prstGeom>
          <a:noFill/>
          <a:ln>
            <a:noFill/>
          </a:ln>
          <a:effectLst>
            <a:outerShdw blurRad="114300" rotWithShape="0" algn="bl" dir="5400000" dist="19050">
              <a:srgbClr val="000000">
                <a:alpha val="20000"/>
              </a:srgbClr>
            </a:outerShdw>
          </a:effectLst>
        </p:spPr>
      </p:pic>
      <p:pic>
        <p:nvPicPr>
          <p:cNvPr id="1098" name="Google Shape;1098;g2c186218c5a_0_48" title="JNL689-157F.png"/>
          <p:cNvPicPr preferRelativeResize="0"/>
          <p:nvPr/>
        </p:nvPicPr>
        <p:blipFill rotWithShape="1">
          <a:blip r:embed="rId4">
            <a:alphaModFix/>
          </a:blip>
          <a:srcRect b="0" l="0" r="0" t="0"/>
          <a:stretch/>
        </p:blipFill>
        <p:spPr>
          <a:xfrm>
            <a:off x="4700725" y="1550800"/>
            <a:ext cx="2691200" cy="323305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05" name="Google Shape;1105;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sp>
        <p:nvSpPr>
          <p:cNvPr id="1106" name="Google Shape;1106;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107" name="Google Shape;1107;g26b641b03cd_0_213" title="JNL692-155B.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14" name="Google Shape;1114;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sp>
        <p:nvSpPr>
          <p:cNvPr id="1115" name="Google Shape;1115;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16" name="Google Shape;1116;g2c186218c5a_0_149" title="JNL692-155F.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26b641b03cd_0_301"/>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23" name="Google Shape;1123;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24" name="Google Shape;1124;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25" name="Google Shape;1125;g26b641b03cd_0_301" title="JNL687-106F.png"/>
          <p:cNvPicPr preferRelativeResize="0"/>
          <p:nvPr/>
        </p:nvPicPr>
        <p:blipFill rotWithShape="1">
          <a:blip r:embed="rId3">
            <a:alphaModFix/>
          </a:blip>
          <a:srcRect b="0" l="59" r="59" t="0"/>
          <a:stretch/>
        </p:blipFill>
        <p:spPr>
          <a:xfrm>
            <a:off x="4696379" y="852659"/>
            <a:ext cx="3104422" cy="2218494"/>
          </a:xfrm>
          <a:prstGeom prst="rect">
            <a:avLst/>
          </a:prstGeom>
          <a:noFill/>
          <a:ln>
            <a:noFill/>
          </a:ln>
          <a:effectLst>
            <a:outerShdw blurRad="71438" rotWithShape="0" algn="bl" dir="5400000" dist="19050">
              <a:srgbClr val="000000">
                <a:alpha val="17647"/>
              </a:srgbClr>
            </a:outerShdw>
          </a:effectLst>
        </p:spPr>
      </p:pic>
      <p:pic>
        <p:nvPicPr>
          <p:cNvPr id="1126" name="Google Shape;1126;g26b641b03cd_0_301" title="JNL687-107F.png"/>
          <p:cNvPicPr preferRelativeResize="0"/>
          <p:nvPr/>
        </p:nvPicPr>
        <p:blipFill rotWithShape="1">
          <a:blip r:embed="rId4">
            <a:alphaModFix/>
          </a:blip>
          <a:srcRect b="29" l="0" r="0" t="19"/>
          <a:stretch/>
        </p:blipFill>
        <p:spPr>
          <a:xfrm>
            <a:off x="3011425" y="3239332"/>
            <a:ext cx="3104422" cy="2218493"/>
          </a:xfrm>
          <a:prstGeom prst="rect">
            <a:avLst/>
          </a:prstGeom>
          <a:noFill/>
          <a:ln>
            <a:noFill/>
          </a:ln>
          <a:effectLst>
            <a:outerShdw blurRad="71438" rotWithShape="0" algn="bl" dir="5400000" dist="19050">
              <a:srgbClr val="000000">
                <a:alpha val="17647"/>
              </a:srgbClr>
            </a:outerShdw>
          </a:effectLst>
        </p:spPr>
      </p:pic>
      <p:pic>
        <p:nvPicPr>
          <p:cNvPr id="1127" name="Google Shape;1127;g26b641b03cd_0_301" title="JNL687-29F.png"/>
          <p:cNvPicPr preferRelativeResize="0"/>
          <p:nvPr/>
        </p:nvPicPr>
        <p:blipFill rotWithShape="1">
          <a:blip r:embed="rId5">
            <a:alphaModFix/>
          </a:blip>
          <a:srcRect b="0" l="59" r="59" t="0"/>
          <a:stretch/>
        </p:blipFill>
        <p:spPr>
          <a:xfrm>
            <a:off x="1343200" y="852659"/>
            <a:ext cx="3104402" cy="2218500"/>
          </a:xfrm>
          <a:prstGeom prst="rect">
            <a:avLst/>
          </a:prstGeom>
          <a:noFill/>
          <a:ln>
            <a:noFill/>
          </a:ln>
          <a:effectLst>
            <a:outerShdw blurRad="71438" rotWithShape="0" algn="bl" dir="5400000" dist="19050">
              <a:srgbClr val="000000">
                <a:alpha val="17647"/>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26b641b03cd_0_30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34" name="Google Shape;1134;g26b641b03cd_0_30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35" name="Google Shape;1135;g26b641b03cd_0_308"/>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pic>
        <p:nvPicPr>
          <p:cNvPr id="1136" name="Google Shape;1136;g26b641b03cd_0_308" title="JNL687-107B.png"/>
          <p:cNvPicPr preferRelativeResize="0"/>
          <p:nvPr/>
        </p:nvPicPr>
        <p:blipFill rotWithShape="1">
          <a:blip r:embed="rId3">
            <a:alphaModFix/>
          </a:blip>
          <a:srcRect b="79" l="0" r="0" t="89"/>
          <a:stretch/>
        </p:blipFill>
        <p:spPr>
          <a:xfrm>
            <a:off x="3011425" y="3239326"/>
            <a:ext cx="3104426" cy="2218499"/>
          </a:xfrm>
          <a:prstGeom prst="rect">
            <a:avLst/>
          </a:prstGeom>
          <a:noFill/>
          <a:ln>
            <a:noFill/>
          </a:ln>
          <a:effectLst>
            <a:outerShdw blurRad="71438" rotWithShape="0" algn="bl" dir="5400000" dist="19050">
              <a:srgbClr val="000000">
                <a:alpha val="17647"/>
              </a:srgbClr>
            </a:outerShdw>
          </a:effectLst>
        </p:spPr>
      </p:pic>
      <p:pic>
        <p:nvPicPr>
          <p:cNvPr id="1137" name="Google Shape;1137;g26b641b03cd_0_308" title="JNL687-106B.png"/>
          <p:cNvPicPr preferRelativeResize="0"/>
          <p:nvPr/>
        </p:nvPicPr>
        <p:blipFill rotWithShape="1">
          <a:blip r:embed="rId4">
            <a:alphaModFix/>
          </a:blip>
          <a:srcRect b="0" l="0" r="0" t="0"/>
          <a:stretch/>
        </p:blipFill>
        <p:spPr>
          <a:xfrm>
            <a:off x="4679650" y="852650"/>
            <a:ext cx="3104401" cy="2218500"/>
          </a:xfrm>
          <a:prstGeom prst="rect">
            <a:avLst/>
          </a:prstGeom>
          <a:noFill/>
          <a:ln>
            <a:noFill/>
          </a:ln>
          <a:effectLst>
            <a:outerShdw blurRad="71438" rotWithShape="0" algn="bl" dir="5400000" dist="19050">
              <a:srgbClr val="000000">
                <a:alpha val="17647"/>
              </a:srgbClr>
            </a:outerShdw>
          </a:effectLst>
        </p:spPr>
      </p:pic>
      <p:pic>
        <p:nvPicPr>
          <p:cNvPr id="1138" name="Google Shape;1138;g26b641b03cd_0_308" title="JNL687-29B.png"/>
          <p:cNvPicPr preferRelativeResize="0"/>
          <p:nvPr/>
        </p:nvPicPr>
        <p:blipFill rotWithShape="1">
          <a:blip r:embed="rId5">
            <a:alphaModFix/>
          </a:blip>
          <a:srcRect b="0" l="59" r="59" t="0"/>
          <a:stretch/>
        </p:blipFill>
        <p:spPr>
          <a:xfrm>
            <a:off x="1343225" y="852650"/>
            <a:ext cx="3104402" cy="2218500"/>
          </a:xfrm>
          <a:prstGeom prst="rect">
            <a:avLst/>
          </a:prstGeom>
          <a:noFill/>
          <a:ln>
            <a:noFill/>
          </a:ln>
          <a:effectLst>
            <a:outerShdw blurRad="71438" rotWithShape="0" algn="bl" dir="5400000" dist="19050">
              <a:srgbClr val="000000">
                <a:alpha val="17647"/>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g2701ceed56d_4_0"/>
          <p:cNvSpPr txBox="1"/>
          <p:nvPr>
            <p:ph type="title"/>
          </p:nvPr>
        </p:nvSpPr>
        <p:spPr>
          <a:xfrm>
            <a:off x="576425" y="5568500"/>
            <a:ext cx="79911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45" name="Google Shape;1145;g2701ceed56d_4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46" name="Google Shape;1146;g2701ceed56d_4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grpSp>
        <p:nvGrpSpPr>
          <p:cNvPr id="1147" name="Google Shape;1147;g2701ceed56d_4_0"/>
          <p:cNvGrpSpPr/>
          <p:nvPr/>
        </p:nvGrpSpPr>
        <p:grpSpPr>
          <a:xfrm>
            <a:off x="975876" y="841623"/>
            <a:ext cx="7192248" cy="4014789"/>
            <a:chOff x="975876" y="841623"/>
            <a:chExt cx="7192248" cy="4014789"/>
          </a:xfrm>
        </p:grpSpPr>
        <p:pic>
          <p:nvPicPr>
            <p:cNvPr id="1148" name="Google Shape;1148;g2701ceed56d_4_0"/>
            <p:cNvPicPr preferRelativeResize="0"/>
            <p:nvPr/>
          </p:nvPicPr>
          <p:blipFill rotWithShape="1">
            <a:blip r:embed="rId3">
              <a:alphaModFix/>
            </a:blip>
            <a:srcRect b="89" l="0" r="0" t="79"/>
            <a:stretch/>
          </p:blipFill>
          <p:spPr>
            <a:xfrm>
              <a:off x="6430515" y="841625"/>
              <a:ext cx="828489" cy="592062"/>
            </a:xfrm>
            <a:prstGeom prst="rect">
              <a:avLst/>
            </a:prstGeom>
            <a:noFill/>
            <a:ln>
              <a:noFill/>
            </a:ln>
            <a:effectLst>
              <a:outerShdw blurRad="57150" rotWithShape="0" algn="bl" dir="5400000" dist="19050">
                <a:srgbClr val="000000">
                  <a:alpha val="20000"/>
                </a:srgbClr>
              </a:outerShdw>
            </a:effectLst>
          </p:spPr>
        </p:pic>
        <p:pic>
          <p:nvPicPr>
            <p:cNvPr id="1149" name="Google Shape;1149;g2701ceed56d_4_0"/>
            <p:cNvPicPr preferRelativeResize="0"/>
            <p:nvPr/>
          </p:nvPicPr>
          <p:blipFill rotWithShape="1">
            <a:blip r:embed="rId4">
              <a:alphaModFix/>
            </a:blip>
            <a:srcRect b="29" l="0" r="0" t="19"/>
            <a:stretch/>
          </p:blipFill>
          <p:spPr>
            <a:xfrm>
              <a:off x="5521390" y="1524573"/>
              <a:ext cx="828489" cy="592062"/>
            </a:xfrm>
            <a:prstGeom prst="rect">
              <a:avLst/>
            </a:prstGeom>
            <a:noFill/>
            <a:ln>
              <a:noFill/>
            </a:ln>
            <a:effectLst>
              <a:outerShdw blurRad="57150" rotWithShape="0" algn="bl" dir="5400000" dist="19050">
                <a:srgbClr val="000000">
                  <a:alpha val="20000"/>
                </a:srgbClr>
              </a:outerShdw>
            </a:effectLst>
          </p:spPr>
        </p:pic>
        <p:pic>
          <p:nvPicPr>
            <p:cNvPr id="1150" name="Google Shape;1150;g2701ceed56d_4_0"/>
            <p:cNvPicPr preferRelativeResize="0"/>
            <p:nvPr/>
          </p:nvPicPr>
          <p:blipFill rotWithShape="1">
            <a:blip r:embed="rId5">
              <a:alphaModFix/>
            </a:blip>
            <a:srcRect b="0" l="59" r="59" t="0"/>
            <a:stretch/>
          </p:blipFill>
          <p:spPr>
            <a:xfrm>
              <a:off x="4612315" y="2207520"/>
              <a:ext cx="828489" cy="592062"/>
            </a:xfrm>
            <a:prstGeom prst="rect">
              <a:avLst/>
            </a:prstGeom>
            <a:noFill/>
            <a:ln>
              <a:noFill/>
            </a:ln>
            <a:effectLst>
              <a:outerShdw blurRad="57150" rotWithShape="0" algn="bl" dir="5400000" dist="19050">
                <a:srgbClr val="000000">
                  <a:alpha val="20000"/>
                </a:srgbClr>
              </a:outerShdw>
            </a:effectLst>
          </p:spPr>
        </p:pic>
        <p:pic>
          <p:nvPicPr>
            <p:cNvPr id="1151" name="Google Shape;1151;g2701ceed56d_4_0"/>
            <p:cNvPicPr preferRelativeResize="0"/>
            <p:nvPr/>
          </p:nvPicPr>
          <p:blipFill rotWithShape="1">
            <a:blip r:embed="rId6">
              <a:alphaModFix/>
            </a:blip>
            <a:srcRect b="89" l="0" r="0" t="79"/>
            <a:stretch/>
          </p:blipFill>
          <p:spPr>
            <a:xfrm>
              <a:off x="3703190" y="2890468"/>
              <a:ext cx="828489" cy="592062"/>
            </a:xfrm>
            <a:prstGeom prst="rect">
              <a:avLst/>
            </a:prstGeom>
            <a:noFill/>
            <a:ln>
              <a:noFill/>
            </a:ln>
            <a:effectLst>
              <a:outerShdw blurRad="57150" rotWithShape="0" algn="bl" dir="5400000" dist="19050">
                <a:srgbClr val="000000">
                  <a:alpha val="20000"/>
                </a:srgbClr>
              </a:outerShdw>
            </a:effectLst>
          </p:spPr>
        </p:pic>
        <p:pic>
          <p:nvPicPr>
            <p:cNvPr id="1152" name="Google Shape;1152;g2701ceed56d_4_0"/>
            <p:cNvPicPr preferRelativeResize="0"/>
            <p:nvPr/>
          </p:nvPicPr>
          <p:blipFill rotWithShape="1">
            <a:blip r:embed="rId7">
              <a:alphaModFix/>
            </a:blip>
            <a:srcRect b="0" l="59" r="59" t="0"/>
            <a:stretch/>
          </p:blipFill>
          <p:spPr>
            <a:xfrm>
              <a:off x="2794115" y="3573415"/>
              <a:ext cx="828489" cy="592062"/>
            </a:xfrm>
            <a:prstGeom prst="rect">
              <a:avLst/>
            </a:prstGeom>
            <a:noFill/>
            <a:ln>
              <a:noFill/>
            </a:ln>
            <a:effectLst>
              <a:outerShdw blurRad="57150" rotWithShape="0" algn="bl" dir="5400000" dist="19050">
                <a:srgbClr val="000000">
                  <a:alpha val="20000"/>
                </a:srgbClr>
              </a:outerShdw>
            </a:effectLst>
          </p:spPr>
        </p:pic>
        <p:pic>
          <p:nvPicPr>
            <p:cNvPr id="1153" name="Google Shape;1153;g2701ceed56d_4_0"/>
            <p:cNvPicPr preferRelativeResize="0"/>
            <p:nvPr/>
          </p:nvPicPr>
          <p:blipFill rotWithShape="1">
            <a:blip r:embed="rId8">
              <a:alphaModFix/>
            </a:blip>
            <a:srcRect b="89" l="0" r="0" t="79"/>
            <a:stretch/>
          </p:blipFill>
          <p:spPr>
            <a:xfrm>
              <a:off x="5521405" y="841625"/>
              <a:ext cx="828489" cy="592062"/>
            </a:xfrm>
            <a:prstGeom prst="rect">
              <a:avLst/>
            </a:prstGeom>
            <a:noFill/>
            <a:ln>
              <a:noFill/>
            </a:ln>
            <a:effectLst>
              <a:outerShdw blurRad="57150" rotWithShape="0" algn="bl" dir="5400000" dist="19050">
                <a:srgbClr val="000000">
                  <a:alpha val="20000"/>
                </a:srgbClr>
              </a:outerShdw>
            </a:effectLst>
          </p:spPr>
        </p:pic>
        <p:pic>
          <p:nvPicPr>
            <p:cNvPr id="1154" name="Google Shape;1154;g2701ceed56d_4_0"/>
            <p:cNvPicPr preferRelativeResize="0"/>
            <p:nvPr/>
          </p:nvPicPr>
          <p:blipFill rotWithShape="1">
            <a:blip r:embed="rId9">
              <a:alphaModFix/>
            </a:blip>
            <a:srcRect b="0" l="59" r="59" t="0"/>
            <a:stretch/>
          </p:blipFill>
          <p:spPr>
            <a:xfrm>
              <a:off x="4612280" y="1524573"/>
              <a:ext cx="828489" cy="592062"/>
            </a:xfrm>
            <a:prstGeom prst="rect">
              <a:avLst/>
            </a:prstGeom>
            <a:noFill/>
            <a:ln>
              <a:noFill/>
            </a:ln>
            <a:effectLst>
              <a:outerShdw blurRad="57150" rotWithShape="0" algn="bl" dir="5400000" dist="19050">
                <a:srgbClr val="000000">
                  <a:alpha val="20000"/>
                </a:srgbClr>
              </a:outerShdw>
            </a:effectLst>
          </p:spPr>
        </p:pic>
        <p:pic>
          <p:nvPicPr>
            <p:cNvPr id="1155" name="Google Shape;1155;g2701ceed56d_4_0"/>
            <p:cNvPicPr preferRelativeResize="0"/>
            <p:nvPr/>
          </p:nvPicPr>
          <p:blipFill rotWithShape="1">
            <a:blip r:embed="rId10">
              <a:alphaModFix/>
            </a:blip>
            <a:srcRect b="0" l="0" r="0" t="0"/>
            <a:stretch/>
          </p:blipFill>
          <p:spPr>
            <a:xfrm>
              <a:off x="2794080" y="2890468"/>
              <a:ext cx="828489" cy="592062"/>
            </a:xfrm>
            <a:prstGeom prst="rect">
              <a:avLst/>
            </a:prstGeom>
            <a:noFill/>
            <a:ln>
              <a:noFill/>
            </a:ln>
            <a:effectLst>
              <a:outerShdw blurRad="57150" rotWithShape="0" algn="bl" dir="5400000" dist="19050">
                <a:srgbClr val="000000">
                  <a:alpha val="20000"/>
                </a:srgbClr>
              </a:outerShdw>
            </a:effectLst>
          </p:spPr>
        </p:pic>
        <p:pic>
          <p:nvPicPr>
            <p:cNvPr id="1156" name="Google Shape;1156;g2701ceed56d_4_0"/>
            <p:cNvPicPr preferRelativeResize="0"/>
            <p:nvPr/>
          </p:nvPicPr>
          <p:blipFill rotWithShape="1">
            <a:blip r:embed="rId11">
              <a:alphaModFix/>
            </a:blip>
            <a:srcRect b="29" l="0" r="0" t="19"/>
            <a:stretch/>
          </p:blipFill>
          <p:spPr>
            <a:xfrm>
              <a:off x="1885005" y="3573415"/>
              <a:ext cx="828489" cy="592062"/>
            </a:xfrm>
            <a:prstGeom prst="rect">
              <a:avLst/>
            </a:prstGeom>
            <a:noFill/>
            <a:ln>
              <a:noFill/>
            </a:ln>
            <a:effectLst>
              <a:outerShdw blurRad="57150" rotWithShape="0" algn="bl" dir="5400000" dist="19050">
                <a:srgbClr val="000000">
                  <a:alpha val="20000"/>
                </a:srgbClr>
              </a:outerShdw>
            </a:effectLst>
          </p:spPr>
        </p:pic>
        <p:pic>
          <p:nvPicPr>
            <p:cNvPr id="1157" name="Google Shape;1157;g2701ceed56d_4_0"/>
            <p:cNvPicPr preferRelativeResize="0"/>
            <p:nvPr/>
          </p:nvPicPr>
          <p:blipFill rotWithShape="1">
            <a:blip r:embed="rId12">
              <a:alphaModFix/>
            </a:blip>
            <a:srcRect b="0" l="0" r="0" t="0"/>
            <a:stretch/>
          </p:blipFill>
          <p:spPr>
            <a:xfrm>
              <a:off x="4612307" y="841625"/>
              <a:ext cx="828489" cy="592062"/>
            </a:xfrm>
            <a:prstGeom prst="rect">
              <a:avLst/>
            </a:prstGeom>
            <a:noFill/>
            <a:ln>
              <a:noFill/>
            </a:ln>
            <a:effectLst>
              <a:outerShdw blurRad="57150" rotWithShape="0" algn="bl" dir="5400000" dist="19050">
                <a:srgbClr val="000000">
                  <a:alpha val="20000"/>
                </a:srgbClr>
              </a:outerShdw>
            </a:effectLst>
          </p:spPr>
        </p:pic>
        <p:pic>
          <p:nvPicPr>
            <p:cNvPr id="1158" name="Google Shape;1158;g2701ceed56d_4_0"/>
            <p:cNvPicPr preferRelativeResize="0"/>
            <p:nvPr/>
          </p:nvPicPr>
          <p:blipFill rotWithShape="1">
            <a:blip r:embed="rId13">
              <a:alphaModFix/>
            </a:blip>
            <a:srcRect b="29" l="0" r="0" t="19"/>
            <a:stretch/>
          </p:blipFill>
          <p:spPr>
            <a:xfrm>
              <a:off x="3703182" y="1524573"/>
              <a:ext cx="828489" cy="592062"/>
            </a:xfrm>
            <a:prstGeom prst="rect">
              <a:avLst/>
            </a:prstGeom>
            <a:noFill/>
            <a:ln>
              <a:noFill/>
            </a:ln>
            <a:effectLst>
              <a:outerShdw blurRad="57150" rotWithShape="0" algn="bl" dir="5400000" dist="19050">
                <a:srgbClr val="000000">
                  <a:alpha val="20000"/>
                </a:srgbClr>
              </a:outerShdw>
            </a:effectLst>
          </p:spPr>
        </p:pic>
        <p:pic>
          <p:nvPicPr>
            <p:cNvPr id="1159" name="Google Shape;1159;g2701ceed56d_4_0"/>
            <p:cNvPicPr preferRelativeResize="0"/>
            <p:nvPr/>
          </p:nvPicPr>
          <p:blipFill rotWithShape="1">
            <a:blip r:embed="rId14">
              <a:alphaModFix/>
            </a:blip>
            <a:srcRect b="0" l="59" r="59" t="0"/>
            <a:stretch/>
          </p:blipFill>
          <p:spPr>
            <a:xfrm>
              <a:off x="2794107" y="2207520"/>
              <a:ext cx="828489" cy="592062"/>
            </a:xfrm>
            <a:prstGeom prst="rect">
              <a:avLst/>
            </a:prstGeom>
            <a:noFill/>
            <a:ln>
              <a:noFill/>
            </a:ln>
            <a:effectLst>
              <a:outerShdw blurRad="57150" rotWithShape="0" algn="bl" dir="5400000" dist="19050">
                <a:srgbClr val="000000">
                  <a:alpha val="20000"/>
                </a:srgbClr>
              </a:outerShdw>
            </a:effectLst>
          </p:spPr>
        </p:pic>
        <p:pic>
          <p:nvPicPr>
            <p:cNvPr id="1160" name="Google Shape;1160;g2701ceed56d_4_0"/>
            <p:cNvPicPr preferRelativeResize="0"/>
            <p:nvPr/>
          </p:nvPicPr>
          <p:blipFill rotWithShape="1">
            <a:blip r:embed="rId15">
              <a:alphaModFix/>
            </a:blip>
            <a:srcRect b="89" l="0" r="0" t="79"/>
            <a:stretch/>
          </p:blipFill>
          <p:spPr>
            <a:xfrm>
              <a:off x="1884982" y="2890468"/>
              <a:ext cx="828489" cy="592062"/>
            </a:xfrm>
            <a:prstGeom prst="rect">
              <a:avLst/>
            </a:prstGeom>
            <a:noFill/>
            <a:ln>
              <a:noFill/>
            </a:ln>
            <a:effectLst>
              <a:outerShdw blurRad="57150" rotWithShape="0" algn="bl" dir="5400000" dist="19050">
                <a:srgbClr val="000000">
                  <a:alpha val="20000"/>
                </a:srgbClr>
              </a:outerShdw>
            </a:effectLst>
          </p:spPr>
        </p:pic>
        <p:pic>
          <p:nvPicPr>
            <p:cNvPr id="1161" name="Google Shape;1161;g2701ceed56d_4_0"/>
            <p:cNvPicPr preferRelativeResize="0"/>
            <p:nvPr/>
          </p:nvPicPr>
          <p:blipFill rotWithShape="1">
            <a:blip r:embed="rId16">
              <a:alphaModFix/>
            </a:blip>
            <a:srcRect b="0" l="59" r="59" t="0"/>
            <a:stretch/>
          </p:blipFill>
          <p:spPr>
            <a:xfrm>
              <a:off x="975907" y="3573415"/>
              <a:ext cx="828489" cy="592062"/>
            </a:xfrm>
            <a:prstGeom prst="rect">
              <a:avLst/>
            </a:prstGeom>
            <a:noFill/>
            <a:ln>
              <a:noFill/>
            </a:ln>
            <a:effectLst>
              <a:outerShdw blurRad="57150" rotWithShape="0" algn="bl" dir="5400000" dist="19050">
                <a:srgbClr val="000000">
                  <a:alpha val="20000"/>
                </a:srgbClr>
              </a:outerShdw>
            </a:effectLst>
          </p:spPr>
        </p:pic>
        <p:pic>
          <p:nvPicPr>
            <p:cNvPr id="1162" name="Google Shape;1162;g2701ceed56d_4_0"/>
            <p:cNvPicPr preferRelativeResize="0"/>
            <p:nvPr/>
          </p:nvPicPr>
          <p:blipFill rotWithShape="1">
            <a:blip r:embed="rId17">
              <a:alphaModFix/>
            </a:blip>
            <a:srcRect b="89" l="0" r="0" t="79"/>
            <a:stretch/>
          </p:blipFill>
          <p:spPr>
            <a:xfrm>
              <a:off x="3703209" y="841625"/>
              <a:ext cx="828489" cy="592062"/>
            </a:xfrm>
            <a:prstGeom prst="rect">
              <a:avLst/>
            </a:prstGeom>
            <a:noFill/>
            <a:ln>
              <a:noFill/>
            </a:ln>
            <a:effectLst>
              <a:outerShdw blurRad="57150" rotWithShape="0" algn="bl" dir="5400000" dist="19050">
                <a:srgbClr val="000000">
                  <a:alpha val="20000"/>
                </a:srgbClr>
              </a:outerShdw>
            </a:effectLst>
          </p:spPr>
        </p:pic>
        <p:pic>
          <p:nvPicPr>
            <p:cNvPr id="1163" name="Google Shape;1163;g2701ceed56d_4_0"/>
            <p:cNvPicPr preferRelativeResize="0"/>
            <p:nvPr/>
          </p:nvPicPr>
          <p:blipFill rotWithShape="1">
            <a:blip r:embed="rId18">
              <a:alphaModFix/>
            </a:blip>
            <a:srcRect b="0" l="59" r="59" t="0"/>
            <a:stretch/>
          </p:blipFill>
          <p:spPr>
            <a:xfrm>
              <a:off x="2794084" y="1524573"/>
              <a:ext cx="828489" cy="592062"/>
            </a:xfrm>
            <a:prstGeom prst="rect">
              <a:avLst/>
            </a:prstGeom>
            <a:noFill/>
            <a:ln>
              <a:noFill/>
            </a:ln>
            <a:effectLst>
              <a:outerShdw blurRad="57150" rotWithShape="0" algn="bl" dir="5400000" dist="19050">
                <a:srgbClr val="000000">
                  <a:alpha val="20000"/>
                </a:srgbClr>
              </a:outerShdw>
            </a:effectLst>
          </p:spPr>
        </p:pic>
        <p:pic>
          <p:nvPicPr>
            <p:cNvPr id="1164" name="Google Shape;1164;g2701ceed56d_4_0"/>
            <p:cNvPicPr preferRelativeResize="0"/>
            <p:nvPr/>
          </p:nvPicPr>
          <p:blipFill rotWithShape="1">
            <a:blip r:embed="rId19">
              <a:alphaModFix/>
            </a:blip>
            <a:srcRect b="0" l="59" r="59" t="0"/>
            <a:stretch/>
          </p:blipFill>
          <p:spPr>
            <a:xfrm>
              <a:off x="1885009" y="2207520"/>
              <a:ext cx="828489" cy="592062"/>
            </a:xfrm>
            <a:prstGeom prst="rect">
              <a:avLst/>
            </a:prstGeom>
            <a:noFill/>
            <a:ln>
              <a:noFill/>
            </a:ln>
            <a:effectLst>
              <a:outerShdw blurRad="57150" rotWithShape="0" algn="bl" dir="5400000" dist="19050">
                <a:srgbClr val="000000">
                  <a:alpha val="20000"/>
                </a:srgbClr>
              </a:outerShdw>
            </a:effectLst>
          </p:spPr>
        </p:pic>
        <p:pic>
          <p:nvPicPr>
            <p:cNvPr id="1165" name="Google Shape;1165;g2701ceed56d_4_0"/>
            <p:cNvPicPr preferRelativeResize="0"/>
            <p:nvPr/>
          </p:nvPicPr>
          <p:blipFill rotWithShape="1">
            <a:blip r:embed="rId20">
              <a:alphaModFix/>
            </a:blip>
            <a:srcRect b="0" l="0" r="0" t="0"/>
            <a:stretch/>
          </p:blipFill>
          <p:spPr>
            <a:xfrm>
              <a:off x="975884" y="2890468"/>
              <a:ext cx="828489" cy="592062"/>
            </a:xfrm>
            <a:prstGeom prst="rect">
              <a:avLst/>
            </a:prstGeom>
            <a:noFill/>
            <a:ln>
              <a:noFill/>
            </a:ln>
            <a:effectLst>
              <a:outerShdw blurRad="57150" rotWithShape="0" algn="bl" dir="5400000" dist="19050">
                <a:srgbClr val="000000">
                  <a:alpha val="20000"/>
                </a:srgbClr>
              </a:outerShdw>
            </a:effectLst>
          </p:spPr>
        </p:pic>
        <p:pic>
          <p:nvPicPr>
            <p:cNvPr id="1166" name="Google Shape;1166;g2701ceed56d_4_0"/>
            <p:cNvPicPr preferRelativeResize="0"/>
            <p:nvPr/>
          </p:nvPicPr>
          <p:blipFill rotWithShape="1">
            <a:blip r:embed="rId21">
              <a:alphaModFix/>
            </a:blip>
            <a:srcRect b="0" l="59" r="59" t="0"/>
            <a:stretch/>
          </p:blipFill>
          <p:spPr>
            <a:xfrm>
              <a:off x="7339609" y="2890465"/>
              <a:ext cx="828489" cy="592062"/>
            </a:xfrm>
            <a:prstGeom prst="rect">
              <a:avLst/>
            </a:prstGeom>
            <a:noFill/>
            <a:ln>
              <a:noFill/>
            </a:ln>
            <a:effectLst>
              <a:outerShdw blurRad="57150" rotWithShape="0" algn="bl" dir="5400000" dist="19050">
                <a:srgbClr val="000000">
                  <a:alpha val="20000"/>
                </a:srgbClr>
              </a:outerShdw>
            </a:effectLst>
          </p:spPr>
        </p:pic>
        <p:pic>
          <p:nvPicPr>
            <p:cNvPr id="1167" name="Google Shape;1167;g2701ceed56d_4_0"/>
            <p:cNvPicPr preferRelativeResize="0"/>
            <p:nvPr/>
          </p:nvPicPr>
          <p:blipFill rotWithShape="1">
            <a:blip r:embed="rId22">
              <a:alphaModFix/>
            </a:blip>
            <a:srcRect b="0" l="0" r="0" t="0"/>
            <a:stretch/>
          </p:blipFill>
          <p:spPr>
            <a:xfrm>
              <a:off x="2794110" y="841625"/>
              <a:ext cx="828489" cy="592062"/>
            </a:xfrm>
            <a:prstGeom prst="rect">
              <a:avLst/>
            </a:prstGeom>
            <a:noFill/>
            <a:ln>
              <a:noFill/>
            </a:ln>
            <a:effectLst>
              <a:outerShdw blurRad="57150" rotWithShape="0" algn="bl" dir="5400000" dist="19050">
                <a:srgbClr val="000000">
                  <a:alpha val="20000"/>
                </a:srgbClr>
              </a:outerShdw>
            </a:effectLst>
          </p:spPr>
        </p:pic>
        <p:pic>
          <p:nvPicPr>
            <p:cNvPr id="1168" name="Google Shape;1168;g2701ceed56d_4_0"/>
            <p:cNvPicPr preferRelativeResize="0"/>
            <p:nvPr/>
          </p:nvPicPr>
          <p:blipFill rotWithShape="1">
            <a:blip r:embed="rId23">
              <a:alphaModFix/>
            </a:blip>
            <a:srcRect b="0" l="59" r="59" t="0"/>
            <a:stretch/>
          </p:blipFill>
          <p:spPr>
            <a:xfrm>
              <a:off x="1884985" y="1524573"/>
              <a:ext cx="828489" cy="592062"/>
            </a:xfrm>
            <a:prstGeom prst="rect">
              <a:avLst/>
            </a:prstGeom>
            <a:noFill/>
            <a:ln>
              <a:noFill/>
            </a:ln>
            <a:effectLst>
              <a:outerShdw blurRad="57150" rotWithShape="0" algn="bl" dir="5400000" dist="19050">
                <a:srgbClr val="000000">
                  <a:alpha val="20000"/>
                </a:srgbClr>
              </a:outerShdw>
            </a:effectLst>
          </p:spPr>
        </p:pic>
        <p:pic>
          <p:nvPicPr>
            <p:cNvPr id="1169" name="Google Shape;1169;g2701ceed56d_4_0"/>
            <p:cNvPicPr preferRelativeResize="0"/>
            <p:nvPr/>
          </p:nvPicPr>
          <p:blipFill rotWithShape="1">
            <a:blip r:embed="rId24">
              <a:alphaModFix/>
            </a:blip>
            <a:srcRect b="0" l="59" r="59" t="0"/>
            <a:stretch/>
          </p:blipFill>
          <p:spPr>
            <a:xfrm>
              <a:off x="975910" y="2207520"/>
              <a:ext cx="828489" cy="592062"/>
            </a:xfrm>
            <a:prstGeom prst="rect">
              <a:avLst/>
            </a:prstGeom>
            <a:noFill/>
            <a:ln>
              <a:noFill/>
            </a:ln>
            <a:effectLst>
              <a:outerShdw blurRad="57150" rotWithShape="0" algn="bl" dir="5400000" dist="19050">
                <a:srgbClr val="000000">
                  <a:alpha val="20000"/>
                </a:srgbClr>
              </a:outerShdw>
            </a:effectLst>
          </p:spPr>
        </p:pic>
        <p:pic>
          <p:nvPicPr>
            <p:cNvPr id="1170" name="Google Shape;1170;g2701ceed56d_4_0"/>
            <p:cNvPicPr preferRelativeResize="0"/>
            <p:nvPr/>
          </p:nvPicPr>
          <p:blipFill rotWithShape="1">
            <a:blip r:embed="rId25">
              <a:alphaModFix/>
            </a:blip>
            <a:srcRect b="0" l="0" r="0" t="0"/>
            <a:stretch/>
          </p:blipFill>
          <p:spPr>
            <a:xfrm>
              <a:off x="7339635" y="2207518"/>
              <a:ext cx="828489" cy="592062"/>
            </a:xfrm>
            <a:prstGeom prst="rect">
              <a:avLst/>
            </a:prstGeom>
            <a:noFill/>
            <a:ln>
              <a:noFill/>
            </a:ln>
            <a:effectLst>
              <a:outerShdw blurRad="57150" rotWithShape="0" algn="bl" dir="5400000" dist="19050">
                <a:srgbClr val="000000">
                  <a:alpha val="20000"/>
                </a:srgbClr>
              </a:outerShdw>
            </a:effectLst>
          </p:spPr>
        </p:pic>
        <p:pic>
          <p:nvPicPr>
            <p:cNvPr id="1171" name="Google Shape;1171;g2701ceed56d_4_0"/>
            <p:cNvPicPr preferRelativeResize="0"/>
            <p:nvPr/>
          </p:nvPicPr>
          <p:blipFill rotWithShape="1">
            <a:blip r:embed="rId26">
              <a:alphaModFix/>
            </a:blip>
            <a:srcRect b="0" l="59" r="59" t="0"/>
            <a:stretch/>
          </p:blipFill>
          <p:spPr>
            <a:xfrm>
              <a:off x="6430510" y="2890465"/>
              <a:ext cx="828489" cy="592062"/>
            </a:xfrm>
            <a:prstGeom prst="rect">
              <a:avLst/>
            </a:prstGeom>
            <a:noFill/>
            <a:ln>
              <a:noFill/>
            </a:ln>
            <a:effectLst>
              <a:outerShdw blurRad="57150" rotWithShape="0" algn="bl" dir="5400000" dist="19050">
                <a:srgbClr val="000000">
                  <a:alpha val="20000"/>
                </a:srgbClr>
              </a:outerShdw>
            </a:effectLst>
          </p:spPr>
        </p:pic>
        <p:pic>
          <p:nvPicPr>
            <p:cNvPr id="1172" name="Google Shape;1172;g2701ceed56d_4_0"/>
            <p:cNvPicPr preferRelativeResize="0"/>
            <p:nvPr/>
          </p:nvPicPr>
          <p:blipFill rotWithShape="1">
            <a:blip r:embed="rId27">
              <a:alphaModFix/>
            </a:blip>
            <a:srcRect b="0" l="0" r="0" t="0"/>
            <a:stretch/>
          </p:blipFill>
          <p:spPr>
            <a:xfrm>
              <a:off x="1885001" y="841625"/>
              <a:ext cx="828489" cy="592062"/>
            </a:xfrm>
            <a:prstGeom prst="rect">
              <a:avLst/>
            </a:prstGeom>
            <a:noFill/>
            <a:ln>
              <a:noFill/>
            </a:ln>
            <a:effectLst>
              <a:outerShdw blurRad="57150" rotWithShape="0" algn="bl" dir="5400000" dist="19050">
                <a:srgbClr val="000000">
                  <a:alpha val="20000"/>
                </a:srgbClr>
              </a:outerShdw>
            </a:effectLst>
          </p:spPr>
        </p:pic>
        <p:pic>
          <p:nvPicPr>
            <p:cNvPr id="1173" name="Google Shape;1173;g2701ceed56d_4_0"/>
            <p:cNvPicPr preferRelativeResize="0"/>
            <p:nvPr/>
          </p:nvPicPr>
          <p:blipFill rotWithShape="1">
            <a:blip r:embed="rId28">
              <a:alphaModFix/>
            </a:blip>
            <a:srcRect b="0" l="59" r="59" t="0"/>
            <a:stretch/>
          </p:blipFill>
          <p:spPr>
            <a:xfrm>
              <a:off x="975876" y="1524573"/>
              <a:ext cx="828489" cy="592062"/>
            </a:xfrm>
            <a:prstGeom prst="rect">
              <a:avLst/>
            </a:prstGeom>
            <a:noFill/>
            <a:ln>
              <a:noFill/>
            </a:ln>
            <a:effectLst>
              <a:outerShdw blurRad="57150" rotWithShape="0" algn="bl" dir="5400000" dist="19050">
                <a:srgbClr val="000000">
                  <a:alpha val="20000"/>
                </a:srgbClr>
              </a:outerShdw>
            </a:effectLst>
          </p:spPr>
        </p:pic>
        <p:pic>
          <p:nvPicPr>
            <p:cNvPr id="1174" name="Google Shape;1174;g2701ceed56d_4_0"/>
            <p:cNvPicPr preferRelativeResize="0"/>
            <p:nvPr/>
          </p:nvPicPr>
          <p:blipFill rotWithShape="1">
            <a:blip r:embed="rId29">
              <a:alphaModFix/>
            </a:blip>
            <a:srcRect b="29" l="0" r="0" t="19"/>
            <a:stretch/>
          </p:blipFill>
          <p:spPr>
            <a:xfrm>
              <a:off x="7339601" y="1524570"/>
              <a:ext cx="828489" cy="592062"/>
            </a:xfrm>
            <a:prstGeom prst="rect">
              <a:avLst/>
            </a:prstGeom>
            <a:noFill/>
            <a:ln>
              <a:noFill/>
            </a:ln>
            <a:effectLst>
              <a:outerShdw blurRad="57150" rotWithShape="0" algn="bl" dir="5400000" dist="19050">
                <a:srgbClr val="000000">
                  <a:alpha val="20000"/>
                </a:srgbClr>
              </a:outerShdw>
            </a:effectLst>
          </p:spPr>
        </p:pic>
        <p:pic>
          <p:nvPicPr>
            <p:cNvPr id="1175" name="Google Shape;1175;g2701ceed56d_4_0"/>
            <p:cNvPicPr preferRelativeResize="0"/>
            <p:nvPr/>
          </p:nvPicPr>
          <p:blipFill rotWithShape="1">
            <a:blip r:embed="rId30">
              <a:alphaModFix/>
            </a:blip>
            <a:srcRect b="29" l="0" r="0" t="19"/>
            <a:stretch/>
          </p:blipFill>
          <p:spPr>
            <a:xfrm>
              <a:off x="6430526" y="2207518"/>
              <a:ext cx="828489" cy="592062"/>
            </a:xfrm>
            <a:prstGeom prst="rect">
              <a:avLst/>
            </a:prstGeom>
            <a:noFill/>
            <a:ln>
              <a:noFill/>
            </a:ln>
            <a:effectLst>
              <a:outerShdw blurRad="57150" rotWithShape="0" algn="bl" dir="5400000" dist="19050">
                <a:srgbClr val="000000">
                  <a:alpha val="20000"/>
                </a:srgbClr>
              </a:outerShdw>
            </a:effectLst>
          </p:spPr>
        </p:pic>
        <p:pic>
          <p:nvPicPr>
            <p:cNvPr id="1176" name="Google Shape;1176;g2701ceed56d_4_0"/>
            <p:cNvPicPr preferRelativeResize="0"/>
            <p:nvPr/>
          </p:nvPicPr>
          <p:blipFill rotWithShape="1">
            <a:blip r:embed="rId31">
              <a:alphaModFix/>
            </a:blip>
            <a:srcRect b="0" l="0" r="0" t="0"/>
            <a:stretch/>
          </p:blipFill>
          <p:spPr>
            <a:xfrm>
              <a:off x="5521401" y="2890465"/>
              <a:ext cx="828489" cy="592062"/>
            </a:xfrm>
            <a:prstGeom prst="rect">
              <a:avLst/>
            </a:prstGeom>
            <a:noFill/>
            <a:ln>
              <a:noFill/>
            </a:ln>
            <a:effectLst>
              <a:outerShdw blurRad="57150" rotWithShape="0" algn="bl" dir="5400000" dist="19050">
                <a:srgbClr val="000000">
                  <a:alpha val="20000"/>
                </a:srgbClr>
              </a:outerShdw>
            </a:effectLst>
          </p:spPr>
        </p:pic>
        <p:pic>
          <p:nvPicPr>
            <p:cNvPr id="1177" name="Google Shape;1177;g2701ceed56d_4_0"/>
            <p:cNvPicPr preferRelativeResize="0"/>
            <p:nvPr/>
          </p:nvPicPr>
          <p:blipFill rotWithShape="1">
            <a:blip r:embed="rId32">
              <a:alphaModFix/>
            </a:blip>
            <a:srcRect b="29" l="0" r="0" t="19"/>
            <a:stretch/>
          </p:blipFill>
          <p:spPr>
            <a:xfrm>
              <a:off x="4612326" y="3573412"/>
              <a:ext cx="828489" cy="592062"/>
            </a:xfrm>
            <a:prstGeom prst="rect">
              <a:avLst/>
            </a:prstGeom>
            <a:noFill/>
            <a:ln>
              <a:noFill/>
            </a:ln>
            <a:effectLst>
              <a:outerShdw blurRad="57150" rotWithShape="0" algn="bl" dir="5400000" dist="19050">
                <a:srgbClr val="000000">
                  <a:alpha val="20000"/>
                </a:srgbClr>
              </a:outerShdw>
            </a:effectLst>
          </p:spPr>
        </p:pic>
        <p:pic>
          <p:nvPicPr>
            <p:cNvPr id="1178" name="Google Shape;1178;g2701ceed56d_4_0"/>
            <p:cNvPicPr preferRelativeResize="0"/>
            <p:nvPr/>
          </p:nvPicPr>
          <p:blipFill rotWithShape="1">
            <a:blip r:embed="rId33">
              <a:alphaModFix/>
            </a:blip>
            <a:srcRect b="0" l="0" r="0" t="0"/>
            <a:stretch/>
          </p:blipFill>
          <p:spPr>
            <a:xfrm>
              <a:off x="975880" y="841625"/>
              <a:ext cx="828489" cy="592062"/>
            </a:xfrm>
            <a:prstGeom prst="rect">
              <a:avLst/>
            </a:prstGeom>
            <a:noFill/>
            <a:ln>
              <a:noFill/>
            </a:ln>
            <a:effectLst>
              <a:outerShdw blurRad="57150" rotWithShape="0" algn="bl" dir="5400000" dist="19050">
                <a:srgbClr val="000000">
                  <a:alpha val="20000"/>
                </a:srgbClr>
              </a:outerShdw>
            </a:effectLst>
          </p:spPr>
        </p:pic>
        <p:pic>
          <p:nvPicPr>
            <p:cNvPr id="1179" name="Google Shape;1179;g2701ceed56d_4_0"/>
            <p:cNvPicPr preferRelativeResize="0"/>
            <p:nvPr/>
          </p:nvPicPr>
          <p:blipFill rotWithShape="1">
            <a:blip r:embed="rId34">
              <a:alphaModFix/>
            </a:blip>
            <a:srcRect b="89" l="0" r="0" t="79"/>
            <a:stretch/>
          </p:blipFill>
          <p:spPr>
            <a:xfrm>
              <a:off x="7339605" y="841623"/>
              <a:ext cx="828489" cy="592062"/>
            </a:xfrm>
            <a:prstGeom prst="rect">
              <a:avLst/>
            </a:prstGeom>
            <a:noFill/>
            <a:ln>
              <a:noFill/>
            </a:ln>
            <a:effectLst>
              <a:outerShdw blurRad="57150" rotWithShape="0" algn="bl" dir="5400000" dist="19050">
                <a:srgbClr val="000000">
                  <a:alpha val="20000"/>
                </a:srgbClr>
              </a:outerShdw>
            </a:effectLst>
          </p:spPr>
        </p:pic>
        <p:pic>
          <p:nvPicPr>
            <p:cNvPr id="1180" name="Google Shape;1180;g2701ceed56d_4_0"/>
            <p:cNvPicPr preferRelativeResize="0"/>
            <p:nvPr/>
          </p:nvPicPr>
          <p:blipFill rotWithShape="1">
            <a:blip r:embed="rId35">
              <a:alphaModFix/>
            </a:blip>
            <a:srcRect b="29" l="0" r="0" t="19"/>
            <a:stretch/>
          </p:blipFill>
          <p:spPr>
            <a:xfrm>
              <a:off x="6430480" y="1524570"/>
              <a:ext cx="828489" cy="592062"/>
            </a:xfrm>
            <a:prstGeom prst="rect">
              <a:avLst/>
            </a:prstGeom>
            <a:noFill/>
            <a:ln>
              <a:noFill/>
            </a:ln>
            <a:effectLst>
              <a:outerShdw blurRad="57150" rotWithShape="0" algn="bl" dir="5400000" dist="19050">
                <a:srgbClr val="000000">
                  <a:alpha val="20000"/>
                </a:srgbClr>
              </a:outerShdw>
            </a:effectLst>
          </p:spPr>
        </p:pic>
        <p:pic>
          <p:nvPicPr>
            <p:cNvPr id="1181" name="Google Shape;1181;g2701ceed56d_4_0"/>
            <p:cNvPicPr preferRelativeResize="0"/>
            <p:nvPr/>
          </p:nvPicPr>
          <p:blipFill rotWithShape="1">
            <a:blip r:embed="rId36">
              <a:alphaModFix/>
            </a:blip>
            <a:srcRect b="29" l="0" r="0" t="19"/>
            <a:stretch/>
          </p:blipFill>
          <p:spPr>
            <a:xfrm>
              <a:off x="5521405" y="2207518"/>
              <a:ext cx="828489" cy="592062"/>
            </a:xfrm>
            <a:prstGeom prst="rect">
              <a:avLst/>
            </a:prstGeom>
            <a:noFill/>
            <a:ln>
              <a:noFill/>
            </a:ln>
            <a:effectLst>
              <a:outerShdw blurRad="57150" rotWithShape="0" algn="bl" dir="5400000" dist="19050">
                <a:srgbClr val="000000">
                  <a:alpha val="20000"/>
                </a:srgbClr>
              </a:outerShdw>
            </a:effectLst>
          </p:spPr>
        </p:pic>
        <p:pic>
          <p:nvPicPr>
            <p:cNvPr id="1182" name="Google Shape;1182;g2701ceed56d_4_0"/>
            <p:cNvPicPr preferRelativeResize="0"/>
            <p:nvPr/>
          </p:nvPicPr>
          <p:blipFill rotWithShape="1">
            <a:blip r:embed="rId37">
              <a:alphaModFix/>
            </a:blip>
            <a:srcRect b="89" l="0" r="0" t="79"/>
            <a:stretch/>
          </p:blipFill>
          <p:spPr>
            <a:xfrm>
              <a:off x="4612280" y="2890465"/>
              <a:ext cx="828489" cy="592062"/>
            </a:xfrm>
            <a:prstGeom prst="rect">
              <a:avLst/>
            </a:prstGeom>
            <a:noFill/>
            <a:ln>
              <a:noFill/>
            </a:ln>
            <a:effectLst>
              <a:outerShdw blurRad="57150" rotWithShape="0" algn="bl" dir="5400000" dist="19050">
                <a:srgbClr val="000000">
                  <a:alpha val="20000"/>
                </a:srgbClr>
              </a:outerShdw>
            </a:effectLst>
          </p:spPr>
        </p:pic>
        <p:pic>
          <p:nvPicPr>
            <p:cNvPr id="1183" name="Google Shape;1183;g2701ceed56d_4_0"/>
            <p:cNvPicPr preferRelativeResize="0"/>
            <p:nvPr/>
          </p:nvPicPr>
          <p:blipFill rotWithShape="1">
            <a:blip r:embed="rId38">
              <a:alphaModFix/>
            </a:blip>
            <a:srcRect b="29" l="0" r="0" t="19"/>
            <a:stretch/>
          </p:blipFill>
          <p:spPr>
            <a:xfrm>
              <a:off x="3703205" y="3573412"/>
              <a:ext cx="828489" cy="592062"/>
            </a:xfrm>
            <a:prstGeom prst="rect">
              <a:avLst/>
            </a:prstGeom>
            <a:noFill/>
            <a:ln>
              <a:noFill/>
            </a:ln>
            <a:effectLst>
              <a:outerShdw blurRad="57150" rotWithShape="0" algn="bl" dir="5400000" dist="19050">
                <a:srgbClr val="000000">
                  <a:alpha val="20000"/>
                </a:srgbClr>
              </a:outerShdw>
            </a:effectLst>
          </p:spPr>
        </p:pic>
        <p:pic>
          <p:nvPicPr>
            <p:cNvPr id="1184" name="Google Shape;1184;g2701ceed56d_4_0"/>
            <p:cNvPicPr preferRelativeResize="0"/>
            <p:nvPr/>
          </p:nvPicPr>
          <p:blipFill rotWithShape="1">
            <a:blip r:embed="rId39">
              <a:alphaModFix/>
            </a:blip>
            <a:srcRect b="29" l="0" r="0" t="19"/>
            <a:stretch/>
          </p:blipFill>
          <p:spPr>
            <a:xfrm>
              <a:off x="3703217" y="2207520"/>
              <a:ext cx="828489" cy="592062"/>
            </a:xfrm>
            <a:prstGeom prst="rect">
              <a:avLst/>
            </a:prstGeom>
            <a:noFill/>
            <a:ln>
              <a:noFill/>
            </a:ln>
            <a:effectLst>
              <a:outerShdw blurRad="57150" rotWithShape="0" algn="bl" dir="5400000" dist="19050">
                <a:srgbClr val="000000">
                  <a:alpha val="20000"/>
                </a:srgbClr>
              </a:outerShdw>
            </a:effectLst>
          </p:spPr>
        </p:pic>
        <p:pic>
          <p:nvPicPr>
            <p:cNvPr id="1185" name="Google Shape;1185;g2701ceed56d_4_0"/>
            <p:cNvPicPr preferRelativeResize="0"/>
            <p:nvPr/>
          </p:nvPicPr>
          <p:blipFill rotWithShape="1">
            <a:blip r:embed="rId40">
              <a:alphaModFix/>
            </a:blip>
            <a:srcRect b="0" l="59" r="59" t="0"/>
            <a:stretch/>
          </p:blipFill>
          <p:spPr>
            <a:xfrm>
              <a:off x="1885015" y="4256362"/>
              <a:ext cx="828489" cy="592062"/>
            </a:xfrm>
            <a:prstGeom prst="rect">
              <a:avLst/>
            </a:prstGeom>
            <a:noFill/>
            <a:ln>
              <a:noFill/>
            </a:ln>
            <a:effectLst>
              <a:outerShdw blurRad="57150" rotWithShape="0" algn="bl" dir="5400000" dist="19050">
                <a:srgbClr val="000000">
                  <a:alpha val="20000"/>
                </a:srgbClr>
              </a:outerShdw>
            </a:effectLst>
          </p:spPr>
        </p:pic>
        <p:pic>
          <p:nvPicPr>
            <p:cNvPr id="1186" name="Google Shape;1186;g2701ceed56d_4_0"/>
            <p:cNvPicPr preferRelativeResize="0"/>
            <p:nvPr/>
          </p:nvPicPr>
          <p:blipFill rotWithShape="1">
            <a:blip r:embed="rId41">
              <a:alphaModFix/>
            </a:blip>
            <a:srcRect b="29" l="0" r="0" t="19"/>
            <a:stretch/>
          </p:blipFill>
          <p:spPr>
            <a:xfrm>
              <a:off x="975905" y="4256362"/>
              <a:ext cx="828489" cy="592062"/>
            </a:xfrm>
            <a:prstGeom prst="rect">
              <a:avLst/>
            </a:prstGeom>
            <a:noFill/>
            <a:ln>
              <a:noFill/>
            </a:ln>
            <a:effectLst>
              <a:outerShdw blurRad="57150" rotWithShape="0" algn="bl" dir="5400000" dist="19050">
                <a:srgbClr val="000000">
                  <a:alpha val="20000"/>
                </a:srgbClr>
              </a:outerShdw>
            </a:effectLst>
          </p:spPr>
        </p:pic>
        <p:pic>
          <p:nvPicPr>
            <p:cNvPr id="1187" name="Google Shape;1187;g2701ceed56d_4_0"/>
            <p:cNvPicPr preferRelativeResize="0"/>
            <p:nvPr/>
          </p:nvPicPr>
          <p:blipFill rotWithShape="1">
            <a:blip r:embed="rId42">
              <a:alphaModFix/>
            </a:blip>
            <a:srcRect b="0" l="59" r="59" t="0"/>
            <a:stretch/>
          </p:blipFill>
          <p:spPr>
            <a:xfrm>
              <a:off x="7339632" y="3573437"/>
              <a:ext cx="828489" cy="592062"/>
            </a:xfrm>
            <a:prstGeom prst="rect">
              <a:avLst/>
            </a:prstGeom>
            <a:noFill/>
            <a:ln>
              <a:noFill/>
            </a:ln>
            <a:effectLst>
              <a:outerShdw blurRad="57150" rotWithShape="0" algn="bl" dir="5400000" dist="19050">
                <a:srgbClr val="000000">
                  <a:alpha val="20000"/>
                </a:srgbClr>
              </a:outerShdw>
            </a:effectLst>
          </p:spPr>
        </p:pic>
        <p:pic>
          <p:nvPicPr>
            <p:cNvPr id="1188" name="Google Shape;1188;g2701ceed56d_4_0"/>
            <p:cNvPicPr preferRelativeResize="0"/>
            <p:nvPr/>
          </p:nvPicPr>
          <p:blipFill rotWithShape="1">
            <a:blip r:embed="rId43">
              <a:alphaModFix/>
            </a:blip>
            <a:srcRect b="0" l="59" r="59" t="0"/>
            <a:stretch/>
          </p:blipFill>
          <p:spPr>
            <a:xfrm>
              <a:off x="6430534" y="3573412"/>
              <a:ext cx="828489" cy="592062"/>
            </a:xfrm>
            <a:prstGeom prst="rect">
              <a:avLst/>
            </a:prstGeom>
            <a:noFill/>
            <a:ln>
              <a:noFill/>
            </a:ln>
            <a:effectLst>
              <a:outerShdw blurRad="57150" rotWithShape="0" algn="bl" dir="5400000" dist="19050">
                <a:srgbClr val="000000">
                  <a:alpha val="20000"/>
                </a:srgbClr>
              </a:outerShdw>
            </a:effectLst>
          </p:spPr>
        </p:pic>
        <p:pic>
          <p:nvPicPr>
            <p:cNvPr id="1189" name="Google Shape;1189;g2701ceed56d_4_0"/>
            <p:cNvPicPr preferRelativeResize="0"/>
            <p:nvPr/>
          </p:nvPicPr>
          <p:blipFill rotWithShape="1">
            <a:blip r:embed="rId44">
              <a:alphaModFix/>
            </a:blip>
            <a:srcRect b="0" l="59" r="59" t="0"/>
            <a:stretch/>
          </p:blipFill>
          <p:spPr>
            <a:xfrm>
              <a:off x="5521435" y="3573412"/>
              <a:ext cx="828489" cy="592062"/>
            </a:xfrm>
            <a:prstGeom prst="rect">
              <a:avLst/>
            </a:prstGeom>
            <a:noFill/>
            <a:ln>
              <a:noFill/>
            </a:ln>
            <a:effectLst>
              <a:outerShdw blurRad="57150" rotWithShape="0" algn="bl" dir="5400000" dist="19050">
                <a:srgbClr val="000000">
                  <a:alpha val="20000"/>
                </a:srgbClr>
              </a:outerShdw>
            </a:effectLst>
          </p:spPr>
        </p:pic>
        <p:pic>
          <p:nvPicPr>
            <p:cNvPr id="1190" name="Google Shape;1190;g2701ceed56d_4_0"/>
            <p:cNvPicPr preferRelativeResize="0"/>
            <p:nvPr/>
          </p:nvPicPr>
          <p:blipFill rotWithShape="1">
            <a:blip r:embed="rId45">
              <a:alphaModFix/>
            </a:blip>
            <a:srcRect b="29" l="0" r="0" t="19"/>
            <a:stretch/>
          </p:blipFill>
          <p:spPr>
            <a:xfrm>
              <a:off x="2794115" y="4264328"/>
              <a:ext cx="828489" cy="592062"/>
            </a:xfrm>
            <a:prstGeom prst="rect">
              <a:avLst/>
            </a:prstGeom>
            <a:noFill/>
            <a:ln>
              <a:noFill/>
            </a:ln>
            <a:effectLst>
              <a:outerShdw blurRad="57150" rotWithShape="0" algn="bl" dir="5400000" dist="19050">
                <a:srgbClr val="000000">
                  <a:alpha val="20000"/>
                </a:srgbClr>
              </a:outerShdw>
            </a:effectLst>
          </p:spPr>
        </p:pic>
        <p:pic>
          <p:nvPicPr>
            <p:cNvPr id="1191" name="Google Shape;1191;g2701ceed56d_4_0"/>
            <p:cNvPicPr preferRelativeResize="0"/>
            <p:nvPr/>
          </p:nvPicPr>
          <p:blipFill rotWithShape="1">
            <a:blip r:embed="rId46">
              <a:alphaModFix/>
            </a:blip>
            <a:srcRect b="0" l="59" r="59" t="0"/>
            <a:stretch/>
          </p:blipFill>
          <p:spPr>
            <a:xfrm>
              <a:off x="4612326" y="4264325"/>
              <a:ext cx="828489" cy="592062"/>
            </a:xfrm>
            <a:prstGeom prst="rect">
              <a:avLst/>
            </a:prstGeom>
            <a:noFill/>
            <a:ln>
              <a:noFill/>
            </a:ln>
            <a:effectLst>
              <a:outerShdw blurRad="57150" rotWithShape="0" algn="bl" dir="5400000" dist="19050">
                <a:srgbClr val="000000">
                  <a:alpha val="20000"/>
                </a:srgbClr>
              </a:outerShdw>
            </a:effectLst>
          </p:spPr>
        </p:pic>
        <p:pic>
          <p:nvPicPr>
            <p:cNvPr id="1192" name="Google Shape;1192;g2701ceed56d_4_0"/>
            <p:cNvPicPr preferRelativeResize="0"/>
            <p:nvPr/>
          </p:nvPicPr>
          <p:blipFill rotWithShape="1">
            <a:blip r:embed="rId47">
              <a:alphaModFix/>
            </a:blip>
            <a:srcRect b="29" l="0" r="0" t="19"/>
            <a:stretch/>
          </p:blipFill>
          <p:spPr>
            <a:xfrm>
              <a:off x="3703205" y="4264325"/>
              <a:ext cx="828489" cy="592062"/>
            </a:xfrm>
            <a:prstGeom prst="rect">
              <a:avLst/>
            </a:prstGeom>
            <a:noFill/>
            <a:ln>
              <a:noFill/>
            </a:ln>
            <a:effectLst>
              <a:outerShdw blurRad="57150" rotWithShape="0" algn="bl" dir="5400000" dist="19050">
                <a:srgbClr val="000000">
                  <a:alpha val="20000"/>
                </a:srgbClr>
              </a:outerShdw>
            </a:effectLst>
          </p:spPr>
        </p:pic>
        <p:pic>
          <p:nvPicPr>
            <p:cNvPr id="1193" name="Google Shape;1193;g2701ceed56d_4_0"/>
            <p:cNvPicPr preferRelativeResize="0"/>
            <p:nvPr/>
          </p:nvPicPr>
          <p:blipFill rotWithShape="1">
            <a:blip r:embed="rId48">
              <a:alphaModFix/>
            </a:blip>
            <a:srcRect b="29" l="0" r="0" t="19"/>
            <a:stretch/>
          </p:blipFill>
          <p:spPr>
            <a:xfrm>
              <a:off x="7339632" y="4264350"/>
              <a:ext cx="828489" cy="592062"/>
            </a:xfrm>
            <a:prstGeom prst="rect">
              <a:avLst/>
            </a:prstGeom>
            <a:noFill/>
            <a:ln>
              <a:noFill/>
            </a:ln>
            <a:effectLst>
              <a:outerShdw blurRad="57150" rotWithShape="0" algn="bl" dir="5400000" dist="19050">
                <a:srgbClr val="000000">
                  <a:alpha val="20000"/>
                </a:srgbClr>
              </a:outerShdw>
            </a:effectLst>
          </p:spPr>
        </p:pic>
        <p:pic>
          <p:nvPicPr>
            <p:cNvPr id="1194" name="Google Shape;1194;g2701ceed56d_4_0"/>
            <p:cNvPicPr preferRelativeResize="0"/>
            <p:nvPr/>
          </p:nvPicPr>
          <p:blipFill rotWithShape="1">
            <a:blip r:embed="rId49">
              <a:alphaModFix/>
            </a:blip>
            <a:srcRect b="0" l="59" r="59" t="0"/>
            <a:stretch/>
          </p:blipFill>
          <p:spPr>
            <a:xfrm>
              <a:off x="6430534" y="4264325"/>
              <a:ext cx="828489" cy="592062"/>
            </a:xfrm>
            <a:prstGeom prst="rect">
              <a:avLst/>
            </a:prstGeom>
            <a:noFill/>
            <a:ln>
              <a:noFill/>
            </a:ln>
            <a:effectLst>
              <a:outerShdw blurRad="57150" rotWithShape="0" algn="bl" dir="5400000" dist="19050">
                <a:srgbClr val="000000">
                  <a:alpha val="20000"/>
                </a:srgbClr>
              </a:outerShdw>
            </a:effectLst>
          </p:spPr>
        </p:pic>
        <p:pic>
          <p:nvPicPr>
            <p:cNvPr id="1195" name="Google Shape;1195;g2701ceed56d_4_0"/>
            <p:cNvPicPr preferRelativeResize="0"/>
            <p:nvPr/>
          </p:nvPicPr>
          <p:blipFill rotWithShape="1">
            <a:blip r:embed="rId50">
              <a:alphaModFix/>
            </a:blip>
            <a:srcRect b="0" l="59" r="59" t="0"/>
            <a:stretch/>
          </p:blipFill>
          <p:spPr>
            <a:xfrm>
              <a:off x="5521435" y="4264325"/>
              <a:ext cx="828489" cy="592062"/>
            </a:xfrm>
            <a:prstGeom prst="rect">
              <a:avLst/>
            </a:prstGeom>
            <a:noFill/>
            <a:ln>
              <a:noFill/>
            </a:ln>
            <a:effectLst>
              <a:outerShdw blurRad="57150" rotWithShape="0" algn="bl" dir="5400000" dist="19050">
                <a:srgbClr val="000000">
                  <a:alpha val="20000"/>
                </a:srgbClr>
              </a:outerShdw>
            </a:effectLst>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pic>
        <p:nvPicPr>
          <p:cNvPr id="1201" name="Google Shape;1201;g27396dc95f3_0_0"/>
          <p:cNvPicPr preferRelativeResize="0"/>
          <p:nvPr/>
        </p:nvPicPr>
        <p:blipFill rotWithShape="1">
          <a:blip r:embed="rId3">
            <a:alphaModFix/>
          </a:blip>
          <a:srcRect b="0" l="0" r="0" t="0"/>
          <a:stretch/>
        </p:blipFill>
        <p:spPr>
          <a:xfrm>
            <a:off x="639018" y="2737035"/>
            <a:ext cx="4299528" cy="1135100"/>
          </a:xfrm>
          <a:prstGeom prst="rect">
            <a:avLst/>
          </a:prstGeom>
          <a:noFill/>
          <a:ln>
            <a:noFill/>
          </a:ln>
        </p:spPr>
      </p:pic>
      <p:pic>
        <p:nvPicPr>
          <p:cNvPr id="1202" name="Google Shape;1202;g27396dc95f3_0_0"/>
          <p:cNvPicPr preferRelativeResize="0"/>
          <p:nvPr/>
        </p:nvPicPr>
        <p:blipFill rotWithShape="1">
          <a:blip r:embed="rId4">
            <a:alphaModFix/>
          </a:blip>
          <a:srcRect b="0" l="0" r="0" t="0"/>
          <a:stretch/>
        </p:blipFill>
        <p:spPr>
          <a:xfrm>
            <a:off x="5109050" y="2737536"/>
            <a:ext cx="3117854" cy="16305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/air/; air - Lesson 81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3" name="Shape 121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