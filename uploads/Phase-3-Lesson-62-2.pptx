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embeddedFontLst>
    <p:embeddedFont>
      <p:font typeface="Jost" panose="020B0604020202020204" charset="0"/>
      <p:regular r:id="rId18"/>
      <p:bold r:id="rId19"/>
      <p:italic r:id="rId20"/>
      <p:boldItalic r:id="rId21"/>
    </p:embeddedFont>
    <p:embeddedFont>
      <p:font typeface="Mulish" panose="020B0604020202020204" charset="0"/>
      <p:regular r:id="rId22"/>
      <p:bold r:id="rId23"/>
      <p:italic r:id="rId24"/>
      <p:boldItalic r:id="rId25"/>
    </p:embeddedFont>
    <p:embeddedFont>
      <p:font typeface="Nunito Black" pitchFamily="2" charset="0"/>
      <p:bold r:id="rId26"/>
      <p:boldItalic r:id="rId27"/>
    </p:embeddedFont>
    <p:embeddedFont>
      <p:font typeface="Poppins" panose="00000500000000000000" pitchFamily="2" charset="0"/>
      <p:regular r:id="rId28"/>
      <p:bold r:id="rId29"/>
      <p:italic r:id="rId30"/>
      <p:boldItalic r:id="rId31"/>
    </p:embeddedFont>
    <p:embeddedFont>
      <p:font typeface="Poppins Medium" panose="00000600000000000000" pitchFamily="2" charset="0"/>
      <p:regular r:id="rId32"/>
      <p:bold r:id="rId33"/>
      <p:italic r:id="rId34"/>
      <p:boldItalic r:id="rId35"/>
    </p:embeddedFont>
    <p:embeddedFont>
      <p:font typeface="Poppins SemiBold" panose="000007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jXWEKJMECKuqofphvpz0TpFhWB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EACB05F-3C16-4660-A11C-0A708B6F769D}">
  <a:tblStyle styleId="{7EACB05F-3C16-4660-A11C-0A708B6F769D}"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46"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9" name="Google Shape;67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0" name="Google Shape;690;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1" name="Google Shape;691;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9" name="Google Shape;70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0" name="Google Shape;71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g2c610ea7438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g2c610ea7438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g2c610ea7438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d0c6663820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d0c6663820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d0c6663820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g2d0c6663820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g2d0c6663820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g2d0c6663820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d0c6663820_0_10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d0c6663820_0_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d0c6663820_0_10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2d0c6663820_0_1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3" name="Google Shape;973;g2d0c6663820_0_1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4" name="Google Shape;974;g2d0c6663820_0_1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g2d0c6663820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g2d0c6663820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8" name="Google Shape;1008;g2d0c6663820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d0c6663820_0_2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d0c6663820_0_2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a:t>Use a phoneme frame to show the children how to build the word ‘powder’ with letters</a:t>
            </a:r>
            <a:endParaRPr/>
          </a:p>
        </p:txBody>
      </p:sp>
      <p:sp>
        <p:nvSpPr>
          <p:cNvPr id="1051" name="Google Shape;1051;g2d0c6663820_0_2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642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6" name="Google Shape;46;p15"/>
          <p:cNvSpPr txBox="1"/>
          <p:nvPr/>
        </p:nvSpPr>
        <p:spPr>
          <a:xfrm>
            <a:off x="856314" y="23149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7" name="Google Shape;47;p15"/>
          <p:cNvCxnSpPr/>
          <p:nvPr/>
        </p:nvCxnSpPr>
        <p:spPr>
          <a:xfrm>
            <a:off x="865586" y="35355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15"/>
          <p:cNvGrpSpPr/>
          <p:nvPr/>
        </p:nvGrpSpPr>
        <p:grpSpPr>
          <a:xfrm>
            <a:off x="357775" y="5983875"/>
            <a:ext cx="586800" cy="571500"/>
            <a:chOff x="662575" y="6212475"/>
            <a:chExt cx="586800" cy="571500"/>
          </a:xfrm>
        </p:grpSpPr>
        <p:sp>
          <p:nvSpPr>
            <p:cNvPr id="50" name="Google Shape;50;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 name="Google Shape;53;p15"/>
          <p:cNvGrpSpPr/>
          <p:nvPr/>
        </p:nvGrpSpPr>
        <p:grpSpPr>
          <a:xfrm>
            <a:off x="8199150" y="5983875"/>
            <a:ext cx="586800" cy="571500"/>
            <a:chOff x="7894350" y="6212475"/>
            <a:chExt cx="586800" cy="571500"/>
          </a:xfrm>
        </p:grpSpPr>
        <p:sp>
          <p:nvSpPr>
            <p:cNvPr id="54" name="Google Shape;54;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7" name="Google Shape;57;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190068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3" name="Google Shape;6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190068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1" name="Google Shape;9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Syllables</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13 - Tuesday</a:t>
            </a:r>
            <a:endParaRPr sz="1800" b="0" i="0" u="none" strike="noStrike" cap="none">
              <a:solidFill>
                <a:srgbClr val="2F286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62</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5" name="Google Shape;165;g26b641b03cd_0_260"/>
          <p:cNvGrpSpPr/>
          <p:nvPr/>
        </p:nvGrpSpPr>
        <p:grpSpPr>
          <a:xfrm>
            <a:off x="8199150" y="5983875"/>
            <a:ext cx="586800" cy="571500"/>
            <a:chOff x="7894350" y="6212475"/>
            <a:chExt cx="586800" cy="571500"/>
          </a:xfrm>
        </p:grpSpPr>
        <p:sp>
          <p:nvSpPr>
            <p:cNvPr id="166" name="Google Shape;16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7" name="Google Shape;167;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190068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5" name="Google Shape;17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2" name="Google Shape;192;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3" name="Google Shape;223;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6" name="Google Shape;226;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7" name="Google Shape;227;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9" name="Google Shape;229;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0" name="Google Shape;230;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1" name="Google Shape;231;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3" name="Google Shape;233;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4" name="Google Shape;234;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5" name="Google Shape;235;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6" name="Google Shape;236;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7" name="Google Shape;237;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8" name="Google Shape;238;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0" name="Google Shape;240;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1" name="Google Shape;241;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2" name="Google Shape;242;g1f3daf8a844_0_32"/>
          <p:cNvGrpSpPr/>
          <p:nvPr/>
        </p:nvGrpSpPr>
        <p:grpSpPr>
          <a:xfrm>
            <a:off x="662575" y="6212475"/>
            <a:ext cx="586800" cy="571500"/>
            <a:chOff x="662575" y="6212475"/>
            <a:chExt cx="586800" cy="571500"/>
          </a:xfrm>
        </p:grpSpPr>
        <p:sp>
          <p:nvSpPr>
            <p:cNvPr id="243" name="Google Shape;243;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6" name="Google Shape;246;g1f3daf8a844_0_32"/>
          <p:cNvGrpSpPr/>
          <p:nvPr/>
        </p:nvGrpSpPr>
        <p:grpSpPr>
          <a:xfrm>
            <a:off x="7894350" y="6212475"/>
            <a:ext cx="586800" cy="571500"/>
            <a:chOff x="7894350" y="6212475"/>
            <a:chExt cx="586800" cy="571500"/>
          </a:xfrm>
        </p:grpSpPr>
        <p:sp>
          <p:nvSpPr>
            <p:cNvPr id="247" name="Google Shape;247;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0"/>
        <p:cNvGrpSpPr/>
        <p:nvPr/>
      </p:nvGrpSpPr>
      <p:grpSpPr>
        <a:xfrm>
          <a:off x="0" y="0"/>
          <a:ext cx="0" cy="0"/>
          <a:chOff x="0" y="0"/>
          <a:chExt cx="0" cy="0"/>
        </a:xfrm>
      </p:grpSpPr>
      <p:sp>
        <p:nvSpPr>
          <p:cNvPr id="251" name="Google Shape;251;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0" name="Google Shape;260;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3" name="Google Shape;263;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4" name="Google Shape;264;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5" name="Google Shape;265;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8" name="Google Shape;268;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9" name="Google Shape;269;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3" name="Google Shape;273;g2c157a2fb06_0_53"/>
          <p:cNvGrpSpPr/>
          <p:nvPr/>
        </p:nvGrpSpPr>
        <p:grpSpPr>
          <a:xfrm>
            <a:off x="1403031" y="6958923"/>
            <a:ext cx="6774848" cy="1291477"/>
            <a:chOff x="717231" y="7263723"/>
            <a:chExt cx="6774848" cy="1291477"/>
          </a:xfrm>
        </p:grpSpPr>
        <p:sp>
          <p:nvSpPr>
            <p:cNvPr id="274" name="Google Shape;274;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2" name="Google Shape;282;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3" name="Google Shape;283;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6" name="Google Shape;28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7" name="Google Shape;287;g2c157a2fb06_0_53"/>
          <p:cNvGrpSpPr/>
          <p:nvPr/>
        </p:nvGrpSpPr>
        <p:grpSpPr>
          <a:xfrm>
            <a:off x="662575" y="6212475"/>
            <a:ext cx="586800" cy="571500"/>
            <a:chOff x="662575" y="6212475"/>
            <a:chExt cx="586800" cy="571500"/>
          </a:xfrm>
        </p:grpSpPr>
        <p:sp>
          <p:nvSpPr>
            <p:cNvPr id="288" name="Google Shape;28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1" name="Google Shape;291;g2c157a2fb06_0_53"/>
          <p:cNvGrpSpPr/>
          <p:nvPr/>
        </p:nvGrpSpPr>
        <p:grpSpPr>
          <a:xfrm>
            <a:off x="7894350" y="6212475"/>
            <a:ext cx="586800" cy="571500"/>
            <a:chOff x="7894350" y="6212475"/>
            <a:chExt cx="586800" cy="571500"/>
          </a:xfrm>
        </p:grpSpPr>
        <p:sp>
          <p:nvSpPr>
            <p:cNvPr id="292" name="Google Shape;29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5"/>
        <p:cNvGrpSpPr/>
        <p:nvPr/>
      </p:nvGrpSpPr>
      <p:grpSpPr>
        <a:xfrm>
          <a:off x="0" y="0"/>
          <a:ext cx="0" cy="0"/>
          <a:chOff x="0" y="0"/>
          <a:chExt cx="0" cy="0"/>
        </a:xfrm>
      </p:grpSpPr>
      <p:sp>
        <p:nvSpPr>
          <p:cNvPr id="296" name="Google Shape;296;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4" name="Google Shape;304;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5" name="Google Shape;305;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6" name="Google Shape;306;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9" name="Google Shape;30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0" name="Google Shape;310;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6" name="Google Shape;316;g2c157a2fb06_0_158"/>
          <p:cNvGrpSpPr/>
          <p:nvPr/>
        </p:nvGrpSpPr>
        <p:grpSpPr>
          <a:xfrm>
            <a:off x="662575" y="6212475"/>
            <a:ext cx="586800" cy="571500"/>
            <a:chOff x="662575" y="6212475"/>
            <a:chExt cx="586800" cy="571500"/>
          </a:xfrm>
        </p:grpSpPr>
        <p:sp>
          <p:nvSpPr>
            <p:cNvPr id="317" name="Google Shape;31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158"/>
          <p:cNvGrpSpPr/>
          <p:nvPr/>
        </p:nvGrpSpPr>
        <p:grpSpPr>
          <a:xfrm>
            <a:off x="7894350" y="6212475"/>
            <a:ext cx="586800" cy="571500"/>
            <a:chOff x="7894350" y="6212475"/>
            <a:chExt cx="586800" cy="571500"/>
          </a:xfrm>
        </p:grpSpPr>
        <p:sp>
          <p:nvSpPr>
            <p:cNvPr id="321" name="Google Shape;32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4"/>
        <p:cNvGrpSpPr/>
        <p:nvPr/>
      </p:nvGrpSpPr>
      <p:grpSpPr>
        <a:xfrm>
          <a:off x="0" y="0"/>
          <a:ext cx="0" cy="0"/>
          <a:chOff x="0" y="0"/>
          <a:chExt cx="0" cy="0"/>
        </a:xfrm>
      </p:grpSpPr>
      <p:sp>
        <p:nvSpPr>
          <p:cNvPr id="325" name="Google Shape;325;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7" name="Google Shape;33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8" name="Google Shape;338;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9" name="Google Shape;339;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a:spLocks noGrp="1"/>
          </p:cNvSpPr>
          <p:nvPr>
            <p:ph type="pic" idx="8"/>
          </p:nvPr>
        </p:nvSpPr>
        <p:spPr>
          <a:xfrm>
            <a:off x="5086375" y="4412425"/>
            <a:ext cx="2668800" cy="1291500"/>
          </a:xfrm>
          <a:prstGeom prst="rect">
            <a:avLst/>
          </a:prstGeom>
          <a:noFill/>
          <a:ln>
            <a:noFill/>
          </a:ln>
        </p:spPr>
      </p:sp>
      <p:sp>
        <p:nvSpPr>
          <p:cNvPr id="343" name="Google Shape;343;g2c157a2fb06_0_263"/>
          <p:cNvSpPr>
            <a:spLocks noGrp="1"/>
          </p:cNvSpPr>
          <p:nvPr>
            <p:ph type="pic" idx="9"/>
          </p:nvPr>
        </p:nvSpPr>
        <p:spPr>
          <a:xfrm>
            <a:off x="5086375" y="797675"/>
            <a:ext cx="2668800" cy="1291500"/>
          </a:xfrm>
          <a:prstGeom prst="rect">
            <a:avLst/>
          </a:prstGeom>
          <a:noFill/>
          <a:ln>
            <a:noFill/>
          </a:ln>
        </p:spPr>
      </p:sp>
      <p:sp>
        <p:nvSpPr>
          <p:cNvPr id="344" name="Google Shape;344;g2c157a2fb06_0_263"/>
          <p:cNvSpPr>
            <a:spLocks noGrp="1"/>
          </p:cNvSpPr>
          <p:nvPr>
            <p:ph type="pic" idx="13"/>
          </p:nvPr>
        </p:nvSpPr>
        <p:spPr>
          <a:xfrm>
            <a:off x="5086375" y="2002592"/>
            <a:ext cx="2668800" cy="1291500"/>
          </a:xfrm>
          <a:prstGeom prst="rect">
            <a:avLst/>
          </a:prstGeom>
          <a:noFill/>
          <a:ln>
            <a:noFill/>
          </a:ln>
        </p:spPr>
      </p:sp>
      <p:sp>
        <p:nvSpPr>
          <p:cNvPr id="345" name="Google Shape;345;g2c157a2fb06_0_263"/>
          <p:cNvSpPr>
            <a:spLocks noGrp="1"/>
          </p:cNvSpPr>
          <p:nvPr>
            <p:ph type="pic" idx="14"/>
          </p:nvPr>
        </p:nvSpPr>
        <p:spPr>
          <a:xfrm>
            <a:off x="5086375" y="3207508"/>
            <a:ext cx="2668800" cy="1291500"/>
          </a:xfrm>
          <a:prstGeom prst="rect">
            <a:avLst/>
          </a:prstGeom>
          <a:noFill/>
          <a:ln>
            <a:noFill/>
          </a:ln>
        </p:spPr>
      </p:sp>
      <p:sp>
        <p:nvSpPr>
          <p:cNvPr id="346" name="Google Shape;346;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7" name="Google Shape;347;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8" name="Google Shape;348;g2c157a2fb06_0_263"/>
          <p:cNvGrpSpPr/>
          <p:nvPr/>
        </p:nvGrpSpPr>
        <p:grpSpPr>
          <a:xfrm>
            <a:off x="662575" y="6212475"/>
            <a:ext cx="586800" cy="571500"/>
            <a:chOff x="662575" y="6212475"/>
            <a:chExt cx="586800" cy="571500"/>
          </a:xfrm>
        </p:grpSpPr>
        <p:sp>
          <p:nvSpPr>
            <p:cNvPr id="349" name="Google Shape;349;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2" name="Google Shape;352;g2c157a2fb06_0_263"/>
          <p:cNvGrpSpPr/>
          <p:nvPr/>
        </p:nvGrpSpPr>
        <p:grpSpPr>
          <a:xfrm>
            <a:off x="7894350" y="6212475"/>
            <a:ext cx="586800" cy="571500"/>
            <a:chOff x="7894350" y="6212475"/>
            <a:chExt cx="586800" cy="571500"/>
          </a:xfrm>
        </p:grpSpPr>
        <p:sp>
          <p:nvSpPr>
            <p:cNvPr id="353" name="Google Shape;353;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6"/>
        <p:cNvGrpSpPr/>
        <p:nvPr/>
      </p:nvGrpSpPr>
      <p:grpSpPr>
        <a:xfrm>
          <a:off x="0" y="0"/>
          <a:ext cx="0" cy="0"/>
          <a:chOff x="0" y="0"/>
          <a:chExt cx="0" cy="0"/>
        </a:xfrm>
      </p:grpSpPr>
      <p:sp>
        <p:nvSpPr>
          <p:cNvPr id="357" name="Google Shape;357;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0" name="Google Shape;360;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1" name="Google Shape;361;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2" name="Google Shape;362;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5" name="Google Shape;36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6" name="Google Shape;36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8" name="Google Shape;368;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9" name="Google Shape;369;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2" name="Google Shape;372;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3" name="Google Shape;373;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4" name="Google Shape;374;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5" name="Google Shape;375;g2c157a2fb06_0_467"/>
          <p:cNvGrpSpPr/>
          <p:nvPr/>
        </p:nvGrpSpPr>
        <p:grpSpPr>
          <a:xfrm>
            <a:off x="662575" y="6212475"/>
            <a:ext cx="586800" cy="571500"/>
            <a:chOff x="662575" y="6212475"/>
            <a:chExt cx="586800" cy="571500"/>
          </a:xfrm>
        </p:grpSpPr>
        <p:sp>
          <p:nvSpPr>
            <p:cNvPr id="376" name="Google Shape;376;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9" name="Google Shape;379;g2c157a2fb06_0_467"/>
          <p:cNvGrpSpPr/>
          <p:nvPr/>
        </p:nvGrpSpPr>
        <p:grpSpPr>
          <a:xfrm>
            <a:off x="7894350" y="6212475"/>
            <a:ext cx="586800" cy="571500"/>
            <a:chOff x="7894350" y="6212475"/>
            <a:chExt cx="586800" cy="571500"/>
          </a:xfrm>
        </p:grpSpPr>
        <p:sp>
          <p:nvSpPr>
            <p:cNvPr id="380" name="Google Shape;380;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3"/>
        <p:cNvGrpSpPr/>
        <p:nvPr/>
      </p:nvGrpSpPr>
      <p:grpSpPr>
        <a:xfrm>
          <a:off x="0" y="0"/>
          <a:ext cx="0" cy="0"/>
          <a:chOff x="0" y="0"/>
          <a:chExt cx="0" cy="0"/>
        </a:xfrm>
      </p:grpSpPr>
      <p:sp>
        <p:nvSpPr>
          <p:cNvPr id="384" name="Google Shape;384;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7" name="Google Shape;387;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8" name="Google Shape;388;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9" name="Google Shape;389;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2" name="Google Shape;39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3" name="Google Shape;39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4" name="Google Shape;394;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5" name="Google Shape;395;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8" name="Google Shape;398;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399" name="Google Shape;399;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0" name="Google Shape;400;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1" name="Google Shape;401;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2" name="Google Shape;402;g2c157a2fb06_0_629"/>
          <p:cNvGrpSpPr/>
          <p:nvPr/>
        </p:nvGrpSpPr>
        <p:grpSpPr>
          <a:xfrm>
            <a:off x="662575" y="6212475"/>
            <a:ext cx="586800" cy="571500"/>
            <a:chOff x="662575" y="6212475"/>
            <a:chExt cx="586800" cy="571500"/>
          </a:xfrm>
        </p:grpSpPr>
        <p:sp>
          <p:nvSpPr>
            <p:cNvPr id="403" name="Google Shape;403;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6" name="Google Shape;406;g2c157a2fb06_0_629"/>
          <p:cNvGrpSpPr/>
          <p:nvPr/>
        </p:nvGrpSpPr>
        <p:grpSpPr>
          <a:xfrm>
            <a:off x="7894350" y="6212475"/>
            <a:ext cx="586800" cy="571500"/>
            <a:chOff x="7894350" y="6212475"/>
            <a:chExt cx="586800" cy="571500"/>
          </a:xfrm>
        </p:grpSpPr>
        <p:sp>
          <p:nvSpPr>
            <p:cNvPr id="407" name="Google Shape;407;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0"/>
        <p:cNvGrpSpPr/>
        <p:nvPr/>
      </p:nvGrpSpPr>
      <p:grpSpPr>
        <a:xfrm>
          <a:off x="0" y="0"/>
          <a:ext cx="0" cy="0"/>
          <a:chOff x="0" y="0"/>
          <a:chExt cx="0" cy="0"/>
        </a:xfrm>
      </p:grpSpPr>
      <p:sp>
        <p:nvSpPr>
          <p:cNvPr id="411" name="Google Shape;411;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4" name="Google Shape;414;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5" name="Google Shape;415;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6" name="Google Shape;416;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19" name="Google Shape;41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0" name="Google Shape;42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1" name="Google Shape;42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2" name="Google Shape;42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9" name="Google Shape;42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0" name="Google Shape;430;g2c157a2fb06_0_798"/>
          <p:cNvGrpSpPr/>
          <p:nvPr/>
        </p:nvGrpSpPr>
        <p:grpSpPr>
          <a:xfrm>
            <a:off x="662575" y="6212475"/>
            <a:ext cx="586800" cy="571500"/>
            <a:chOff x="662575" y="6212475"/>
            <a:chExt cx="586800" cy="571500"/>
          </a:xfrm>
        </p:grpSpPr>
        <p:sp>
          <p:nvSpPr>
            <p:cNvPr id="431" name="Google Shape;43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4" name="Google Shape;434;g2c157a2fb06_0_798"/>
          <p:cNvGrpSpPr/>
          <p:nvPr/>
        </p:nvGrpSpPr>
        <p:grpSpPr>
          <a:xfrm>
            <a:off x="7894350" y="6212475"/>
            <a:ext cx="586800" cy="571500"/>
            <a:chOff x="7894350" y="6212475"/>
            <a:chExt cx="586800" cy="571500"/>
          </a:xfrm>
        </p:grpSpPr>
        <p:sp>
          <p:nvSpPr>
            <p:cNvPr id="435" name="Google Shape;43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8"/>
        <p:cNvGrpSpPr/>
        <p:nvPr/>
      </p:nvGrpSpPr>
      <p:grpSpPr>
        <a:xfrm>
          <a:off x="0" y="0"/>
          <a:ext cx="0" cy="0"/>
          <a:chOff x="0" y="0"/>
          <a:chExt cx="0" cy="0"/>
        </a:xfrm>
      </p:grpSpPr>
      <p:sp>
        <p:nvSpPr>
          <p:cNvPr id="439" name="Google Shape;439;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0" name="Google Shape;440;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2" name="Google Shape;442;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3" name="Google Shape;443;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7" name="Google Shape;44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8" name="Google Shape;44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9" name="Google Shape;44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0" name="Google Shape;45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1" name="Google Shape;45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2" name="Google Shape;45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3" name="Google Shape;45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5" name="Google Shape;45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6" name="Google Shape;45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7" name="Google Shape;45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8" name="Google Shape;458;g2c157a2fb06_0_825"/>
          <p:cNvGrpSpPr/>
          <p:nvPr/>
        </p:nvGrpSpPr>
        <p:grpSpPr>
          <a:xfrm>
            <a:off x="662575" y="6212475"/>
            <a:ext cx="586800" cy="571500"/>
            <a:chOff x="662575" y="6212475"/>
            <a:chExt cx="586800" cy="571500"/>
          </a:xfrm>
        </p:grpSpPr>
        <p:sp>
          <p:nvSpPr>
            <p:cNvPr id="459" name="Google Shape;45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2" name="Google Shape;462;g2c157a2fb06_0_825"/>
          <p:cNvGrpSpPr/>
          <p:nvPr/>
        </p:nvGrpSpPr>
        <p:grpSpPr>
          <a:xfrm>
            <a:off x="7894350" y="6212475"/>
            <a:ext cx="586800" cy="571500"/>
            <a:chOff x="7894350" y="6212475"/>
            <a:chExt cx="586800" cy="571500"/>
          </a:xfrm>
        </p:grpSpPr>
        <p:sp>
          <p:nvSpPr>
            <p:cNvPr id="463" name="Google Shape;46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6"/>
        <p:cNvGrpSpPr/>
        <p:nvPr/>
      </p:nvGrpSpPr>
      <p:grpSpPr>
        <a:xfrm>
          <a:off x="0" y="0"/>
          <a:ext cx="0" cy="0"/>
          <a:chOff x="0" y="0"/>
          <a:chExt cx="0" cy="0"/>
        </a:xfrm>
      </p:grpSpPr>
      <p:sp>
        <p:nvSpPr>
          <p:cNvPr id="467" name="Google Shape;467;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0" name="Google Shape;470;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1" name="Google Shape;471;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79" name="Google Shape;479;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2" name="Google Shape;48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3" name="Google Shape;483;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8" name="Google Shape;48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0" name="Google Shape;49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1" name="Google Shape;491;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2" name="Google Shape;49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4" name="Google Shape;49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5" name="Google Shape;495;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7" name="Google Shape;49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0" name="Google Shape;510;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1" name="Google Shape;511;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6" name="Google Shape;51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19" name="Google Shape;51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0" name="Google Shape;52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7" name="Google Shape;52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8" name="Google Shape;52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29" name="Google Shape;52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0" name="Google Shape;53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8" name="Google Shape;538;g2c157a2fb06_0_932"/>
          <p:cNvGrpSpPr/>
          <p:nvPr/>
        </p:nvGrpSpPr>
        <p:grpSpPr>
          <a:xfrm>
            <a:off x="662575" y="6212475"/>
            <a:ext cx="586800" cy="571500"/>
            <a:chOff x="662575" y="6212475"/>
            <a:chExt cx="586800" cy="571500"/>
          </a:xfrm>
        </p:grpSpPr>
        <p:sp>
          <p:nvSpPr>
            <p:cNvPr id="539" name="Google Shape;53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2" name="Google Shape;542;g2c157a2fb06_0_932"/>
          <p:cNvGrpSpPr/>
          <p:nvPr/>
        </p:nvGrpSpPr>
        <p:grpSpPr>
          <a:xfrm>
            <a:off x="7894350" y="6212475"/>
            <a:ext cx="586800" cy="571500"/>
            <a:chOff x="7894350" y="6212475"/>
            <a:chExt cx="586800" cy="571500"/>
          </a:xfrm>
        </p:grpSpPr>
        <p:sp>
          <p:nvSpPr>
            <p:cNvPr id="543" name="Google Shape;54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6"/>
        <p:cNvGrpSpPr/>
        <p:nvPr/>
      </p:nvGrpSpPr>
      <p:grpSpPr>
        <a:xfrm>
          <a:off x="0" y="0"/>
          <a:ext cx="0" cy="0"/>
          <a:chOff x="0" y="0"/>
          <a:chExt cx="0" cy="0"/>
        </a:xfrm>
      </p:grpSpPr>
      <p:sp>
        <p:nvSpPr>
          <p:cNvPr id="547" name="Google Shape;547;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5" name="Google Shape;555;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6" name="Google Shape;556;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7" name="Google Shape;557;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0" name="Google Shape;570;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1" name="Google Shape;571;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2" name="Google Shape;572;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3" name="Google Shape;573;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4" name="Google Shape;574;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5" name="Google Shape;575;g2c157a2fb06_0_1045"/>
          <p:cNvGrpSpPr/>
          <p:nvPr/>
        </p:nvGrpSpPr>
        <p:grpSpPr>
          <a:xfrm>
            <a:off x="662575" y="6212475"/>
            <a:ext cx="586800" cy="571500"/>
            <a:chOff x="662575" y="6212475"/>
            <a:chExt cx="586800" cy="571500"/>
          </a:xfrm>
        </p:grpSpPr>
        <p:sp>
          <p:nvSpPr>
            <p:cNvPr id="576" name="Google Shape;576;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045"/>
          <p:cNvGrpSpPr/>
          <p:nvPr/>
        </p:nvGrpSpPr>
        <p:grpSpPr>
          <a:xfrm>
            <a:off x="7894350" y="6212475"/>
            <a:ext cx="586800" cy="571500"/>
            <a:chOff x="7894350" y="6212475"/>
            <a:chExt cx="586800" cy="571500"/>
          </a:xfrm>
        </p:grpSpPr>
        <p:sp>
          <p:nvSpPr>
            <p:cNvPr id="580" name="Google Shape;580;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3"/>
        <p:cNvGrpSpPr/>
        <p:nvPr/>
      </p:nvGrpSpPr>
      <p:grpSpPr>
        <a:xfrm>
          <a:off x="0" y="0"/>
          <a:ext cx="0" cy="0"/>
          <a:chOff x="0" y="0"/>
          <a:chExt cx="0" cy="0"/>
        </a:xfrm>
      </p:grpSpPr>
      <p:sp>
        <p:nvSpPr>
          <p:cNvPr id="584" name="Google Shape;584;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8" name="Google Shape;588;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6" name="Google Shape;59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7" name="Google Shape;597;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8" name="Google Shape;598;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1" name="Google Shape;601;g2c157a2fb06_0_1110"/>
          <p:cNvGrpSpPr/>
          <p:nvPr/>
        </p:nvGrpSpPr>
        <p:grpSpPr>
          <a:xfrm>
            <a:off x="5806200" y="1807463"/>
            <a:ext cx="756300" cy="146700"/>
            <a:chOff x="5806200" y="1807463"/>
            <a:chExt cx="756300" cy="146700"/>
          </a:xfrm>
        </p:grpSpPr>
        <p:sp>
          <p:nvSpPr>
            <p:cNvPr id="602" name="Google Shape;60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5" name="Google Shape;60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6" name="Google Shape;60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7" name="Google Shape;607;g2c157a2fb06_0_1110"/>
          <p:cNvGrpSpPr/>
          <p:nvPr/>
        </p:nvGrpSpPr>
        <p:grpSpPr>
          <a:xfrm>
            <a:off x="5806200" y="2842438"/>
            <a:ext cx="756300" cy="146700"/>
            <a:chOff x="5806200" y="1807463"/>
            <a:chExt cx="756300" cy="146700"/>
          </a:xfrm>
        </p:grpSpPr>
        <p:sp>
          <p:nvSpPr>
            <p:cNvPr id="608" name="Google Shape;608;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9" name="Google Shape;609;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1" name="Google Shape;611;g2c157a2fb06_0_1110"/>
          <p:cNvGrpSpPr/>
          <p:nvPr/>
        </p:nvGrpSpPr>
        <p:grpSpPr>
          <a:xfrm>
            <a:off x="5806200" y="3877413"/>
            <a:ext cx="756300" cy="146700"/>
            <a:chOff x="5806200" y="1807463"/>
            <a:chExt cx="756300" cy="146700"/>
          </a:xfrm>
        </p:grpSpPr>
        <p:sp>
          <p:nvSpPr>
            <p:cNvPr id="612" name="Google Shape;612;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5" name="Google Shape;615;g2c157a2fb06_0_1110"/>
          <p:cNvGrpSpPr/>
          <p:nvPr/>
        </p:nvGrpSpPr>
        <p:grpSpPr>
          <a:xfrm>
            <a:off x="662575" y="6212475"/>
            <a:ext cx="586800" cy="571500"/>
            <a:chOff x="662575" y="6212475"/>
            <a:chExt cx="586800" cy="571500"/>
          </a:xfrm>
        </p:grpSpPr>
        <p:sp>
          <p:nvSpPr>
            <p:cNvPr id="616" name="Google Shape;61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9" name="Google Shape;619;g2c157a2fb06_0_1110"/>
          <p:cNvGrpSpPr/>
          <p:nvPr/>
        </p:nvGrpSpPr>
        <p:grpSpPr>
          <a:xfrm>
            <a:off x="7894350" y="6212475"/>
            <a:ext cx="586800" cy="571500"/>
            <a:chOff x="7894350" y="6212475"/>
            <a:chExt cx="586800" cy="571500"/>
          </a:xfrm>
        </p:grpSpPr>
        <p:sp>
          <p:nvSpPr>
            <p:cNvPr id="620" name="Google Shape;62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3"/>
        <p:cNvGrpSpPr/>
        <p:nvPr/>
      </p:nvGrpSpPr>
      <p:grpSpPr>
        <a:xfrm>
          <a:off x="0" y="0"/>
          <a:ext cx="0" cy="0"/>
          <a:chOff x="0" y="0"/>
          <a:chExt cx="0" cy="0"/>
        </a:xfrm>
      </p:grpSpPr>
      <p:sp>
        <p:nvSpPr>
          <p:cNvPr id="624" name="Google Shape;62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8" name="Google Shape;62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7" name="Google Shape;637;p30"/>
          <p:cNvGrpSpPr/>
          <p:nvPr/>
        </p:nvGrpSpPr>
        <p:grpSpPr>
          <a:xfrm>
            <a:off x="6022940" y="5341706"/>
            <a:ext cx="594501" cy="305904"/>
            <a:chOff x="5672081" y="1914352"/>
            <a:chExt cx="792668" cy="305904"/>
          </a:xfrm>
        </p:grpSpPr>
        <p:sp>
          <p:nvSpPr>
            <p:cNvPr id="638" name="Google Shape;63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0" name="Google Shape;64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1" name="Google Shape;64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9" name="Google Shape;64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0" name="Google Shape;65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4" name="Google Shape;66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7" name="Google Shape;66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8" name="Google Shape;66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9"/>
        <p:cNvGrpSpPr/>
        <p:nvPr/>
      </p:nvGrpSpPr>
      <p:grpSpPr>
        <a:xfrm>
          <a:off x="0" y="0"/>
          <a:ext cx="0" cy="0"/>
          <a:chOff x="0" y="0"/>
          <a:chExt cx="0" cy="0"/>
        </a:xfrm>
      </p:grpSpPr>
      <p:sp>
        <p:nvSpPr>
          <p:cNvPr id="670" name="Google Shape;67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1" name="Google Shape;67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2" name="Google Shape;67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3"/>
        <p:cNvGrpSpPr/>
        <p:nvPr/>
      </p:nvGrpSpPr>
      <p:grpSpPr>
        <a:xfrm>
          <a:off x="0" y="0"/>
          <a:ext cx="0" cy="0"/>
          <a:chOff x="0" y="0"/>
          <a:chExt cx="0" cy="0"/>
        </a:xfrm>
      </p:grpSpPr>
      <p:sp>
        <p:nvSpPr>
          <p:cNvPr id="674" name="Google Shape;67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6" name="Google Shape;67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7.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7.png"/><Relationship Id="rId3" Type="http://schemas.openxmlformats.org/officeDocument/2006/relationships/image" Target="../media/image75.png"/><Relationship Id="rId21" Type="http://schemas.openxmlformats.org/officeDocument/2006/relationships/image" Target="../media/image92.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5.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2.png"/><Relationship Id="rId19" Type="http://schemas.openxmlformats.org/officeDocument/2006/relationships/image" Target="../media/image8.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Syllables</a:t>
            </a:r>
            <a:endParaRPr/>
          </a:p>
        </p:txBody>
      </p:sp>
      <p:sp>
        <p:nvSpPr>
          <p:cNvPr id="682" name="Google Shape;682;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62</a:t>
            </a:r>
            <a:endParaRPr/>
          </a:p>
        </p:txBody>
      </p:sp>
      <p:graphicFrame>
        <p:nvGraphicFramePr>
          <p:cNvPr id="683" name="Google Shape;683;p1"/>
          <p:cNvGraphicFramePr/>
          <p:nvPr/>
        </p:nvGraphicFramePr>
        <p:xfrm>
          <a:off x="4844200" y="1891197"/>
          <a:ext cx="3784950" cy="1678950"/>
        </p:xfrm>
        <a:graphic>
          <a:graphicData uri="http://schemas.openxmlformats.org/drawingml/2006/table">
            <a:tbl>
              <a:tblPr firstRow="1" bandRow="1">
                <a:noFill/>
                <a:tableStyleId>{7EACB05F-3C16-4660-A11C-0A708B6F769D}</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qu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sh</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ng</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igh</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r>
                        <a:rPr lang="en-US" sz="1500" u="none" strike="noStrike" cap="none">
                          <a:latin typeface="Poppins"/>
                          <a:ea typeface="Poppins"/>
                          <a:cs typeface="Poppins"/>
                          <a:sym typeface="Poppins"/>
                        </a:rPr>
                        <a:t>a</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ir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r>
                        <a:rPr lang="en-US" sz="1500" u="none" strike="noStrike" cap="none">
                          <a:latin typeface="Poppins"/>
                          <a:ea typeface="Poppins"/>
                          <a:cs typeface="Poppins"/>
                          <a:sym typeface="Poppins"/>
                        </a:rPr>
                        <a:t>a</a:t>
                      </a:r>
                      <a:r>
                        <a:rPr lang="en-US" sz="1800" u="none" strike="noStrike" cap="none">
                          <a:latin typeface="Jost"/>
                          <a:ea typeface="Jost"/>
                          <a:cs typeface="Jost"/>
                          <a:sym typeface="Jost"/>
                        </a:rPr>
                        <a:t>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or</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ure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84" name="Google Shape;684;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grpSp>
        <p:nvGrpSpPr>
          <p:cNvPr id="685" name="Google Shape;685;p1"/>
          <p:cNvGrpSpPr/>
          <p:nvPr/>
        </p:nvGrpSpPr>
        <p:grpSpPr>
          <a:xfrm>
            <a:off x="5264758" y="3743927"/>
            <a:ext cx="2893576" cy="2150199"/>
            <a:chOff x="5264758" y="3743927"/>
            <a:chExt cx="2893576" cy="2150199"/>
          </a:xfrm>
        </p:grpSpPr>
        <p:pic>
          <p:nvPicPr>
            <p:cNvPr id="686" name="Google Shape;686;p1"/>
            <p:cNvPicPr preferRelativeResize="0"/>
            <p:nvPr/>
          </p:nvPicPr>
          <p:blipFill rotWithShape="1">
            <a:blip r:embed="rId3">
              <a:alphaModFix/>
            </a:blip>
            <a:srcRect/>
            <a:stretch/>
          </p:blipFill>
          <p:spPr>
            <a:xfrm rot="-1197475">
              <a:off x="6798189" y="4442874"/>
              <a:ext cx="1175390" cy="1289372"/>
            </a:xfrm>
            <a:prstGeom prst="rect">
              <a:avLst/>
            </a:prstGeom>
            <a:noFill/>
            <a:ln>
              <a:noFill/>
            </a:ln>
          </p:spPr>
        </p:pic>
        <p:pic>
          <p:nvPicPr>
            <p:cNvPr id="687" name="Google Shape;687;p1"/>
            <p:cNvPicPr preferRelativeResize="0"/>
            <p:nvPr/>
          </p:nvPicPr>
          <p:blipFill rotWithShape="1">
            <a:blip r:embed="rId4">
              <a:alphaModFix/>
            </a:blip>
            <a:srcRect/>
            <a:stretch/>
          </p:blipFill>
          <p:spPr>
            <a:xfrm rot="1136557">
              <a:off x="5423983" y="3907520"/>
              <a:ext cx="1205098" cy="118203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syllables.</a:t>
            </a:r>
            <a:endParaRPr/>
          </a:p>
        </p:txBody>
      </p:sp>
      <p:sp>
        <p:nvSpPr>
          <p:cNvPr id="694" name="Google Shape;694;g2bee4f4af4b_0_204"/>
          <p:cNvSpPr txBox="1">
            <a:spLocks noGrp="1"/>
          </p:cNvSpPr>
          <p:nvPr>
            <p:ph type="body" idx="2"/>
          </p:nvPr>
        </p:nvSpPr>
        <p:spPr>
          <a:xfrm>
            <a:off x="3298550" y="21256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Phase 3 Common Exception Words </a:t>
            </a:r>
            <a:r>
              <a:rPr lang="en-US">
                <a:solidFill>
                  <a:srgbClr val="2356AF"/>
                </a:solidFill>
              </a:rPr>
              <a:t>push they me we be he she my by looked you are there here were all sure</a:t>
            </a:r>
            <a:r>
              <a:rPr lang="en-US"/>
              <a:t>.</a:t>
            </a:r>
            <a:endParaRPr/>
          </a:p>
        </p:txBody>
      </p:sp>
      <p:sp>
        <p:nvSpPr>
          <p:cNvPr id="695" name="Google Shape;695;g2bee4f4af4b_0_204"/>
          <p:cNvSpPr txBox="1"/>
          <p:nvPr/>
        </p:nvSpPr>
        <p:spPr>
          <a:xfrm>
            <a:off x="11286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6" name="Google Shape;696;g2bee4f4af4b_0_204"/>
          <p:cNvSpPr txBox="1"/>
          <p:nvPr/>
        </p:nvSpPr>
        <p:spPr>
          <a:xfrm>
            <a:off x="840851"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br>
              <a:rPr lang="en-US" sz="900" b="0" i="0" u="none" strike="noStrike" cap="none">
                <a:solidFill>
                  <a:srgbClr val="757070"/>
                </a:solidFill>
                <a:latin typeface="Poppins Medium"/>
                <a:ea typeface="Poppins Medium"/>
                <a:cs typeface="Poppins Medium"/>
                <a:sym typeface="Poppins Medium"/>
              </a:rPr>
            </a:br>
            <a:r>
              <a:rPr lang="en-US" sz="900" b="0" i="1" u="none" strike="noStrike" cap="none">
                <a:solidFill>
                  <a:srgbClr val="757070"/>
                </a:solidFill>
                <a:latin typeface="Poppins Medium"/>
                <a:ea typeface="Poppins Medium"/>
                <a:cs typeface="Poppins Medium"/>
                <a:sym typeface="Poppins Medium"/>
              </a:rPr>
              <a:t>Phase 2</a:t>
            </a:r>
            <a:endParaRPr sz="1400" b="0" i="0" u="none" strike="noStrike" cap="none">
              <a:solidFill>
                <a:srgbClr val="000000"/>
              </a:solidFill>
              <a:latin typeface="Poppins Medium"/>
              <a:ea typeface="Poppins Medium"/>
              <a:cs typeface="Poppins Medium"/>
              <a:sym typeface="Poppins Medium"/>
            </a:endParaRPr>
          </a:p>
        </p:txBody>
      </p:sp>
      <p:pic>
        <p:nvPicPr>
          <p:cNvPr id="697" name="Google Shape;697;g2bee4f4af4b_0_204"/>
          <p:cNvPicPr preferRelativeResize="0"/>
          <p:nvPr/>
        </p:nvPicPr>
        <p:blipFill rotWithShape="1">
          <a:blip r:embed="rId3">
            <a:alphaModFix/>
          </a:blip>
          <a:srcRect t="59" b="59"/>
          <a:stretch/>
        </p:blipFill>
        <p:spPr>
          <a:xfrm>
            <a:off x="1069429" y="4326104"/>
            <a:ext cx="931973" cy="665200"/>
          </a:xfrm>
          <a:prstGeom prst="rect">
            <a:avLst/>
          </a:prstGeom>
          <a:noFill/>
          <a:ln>
            <a:noFill/>
          </a:ln>
          <a:effectLst>
            <a:outerShdw blurRad="71438" dist="19050" dir="5220000" algn="bl" rotWithShape="0">
              <a:srgbClr val="D8D8D8"/>
            </a:outerShdw>
          </a:effectLst>
        </p:spPr>
      </p:pic>
      <p:sp>
        <p:nvSpPr>
          <p:cNvPr id="698" name="Google Shape;698;g2bee4f4af4b_0_204"/>
          <p:cNvSpPr txBox="1"/>
          <p:nvPr/>
        </p:nvSpPr>
        <p:spPr>
          <a:xfrm>
            <a:off x="252806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699" name="Google Shape;699;g2bee4f4af4b_0_204"/>
          <p:cNvSpPr txBox="1"/>
          <p:nvPr/>
        </p:nvSpPr>
        <p:spPr>
          <a:xfrm>
            <a:off x="2240212" y="5117929"/>
            <a:ext cx="1389300" cy="50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dirty="0">
                <a:solidFill>
                  <a:srgbClr val="757070"/>
                </a:solidFill>
                <a:latin typeface="Poppins Medium"/>
                <a:ea typeface="Poppins Medium"/>
                <a:cs typeface="Poppins Medium"/>
                <a:sym typeface="Poppins Medium"/>
              </a:rPr>
              <a:t>Common Exception Word Cards</a:t>
            </a:r>
            <a:br>
              <a:rPr lang="en-US" sz="900" b="0" i="0" u="none" strike="noStrike" cap="none" dirty="0">
                <a:solidFill>
                  <a:srgbClr val="757070"/>
                </a:solidFill>
                <a:latin typeface="Poppins Medium"/>
                <a:ea typeface="Poppins Medium"/>
                <a:cs typeface="Poppins Medium"/>
                <a:sym typeface="Poppins Medium"/>
              </a:rPr>
            </a:br>
            <a:r>
              <a:rPr lang="en-US" sz="900" b="0" i="1" u="none" strike="noStrike" cap="none" dirty="0">
                <a:solidFill>
                  <a:srgbClr val="757070"/>
                </a:solidFill>
                <a:latin typeface="Poppins Medium"/>
                <a:ea typeface="Poppins Medium"/>
                <a:cs typeface="Poppins Medium"/>
                <a:sym typeface="Poppins Medium"/>
              </a:rPr>
              <a:t>Phase 3</a:t>
            </a:r>
            <a:endParaRPr sz="1400" b="0" i="0" u="none" strike="noStrike" cap="none" dirty="0">
              <a:solidFill>
                <a:srgbClr val="000000"/>
              </a:solidFill>
              <a:latin typeface="Poppins Medium"/>
              <a:ea typeface="Poppins Medium"/>
              <a:cs typeface="Poppins Medium"/>
              <a:sym typeface="Poppins Medium"/>
            </a:endParaRPr>
          </a:p>
        </p:txBody>
      </p:sp>
      <p:pic>
        <p:nvPicPr>
          <p:cNvPr id="700" name="Google Shape;700;g2bee4f4af4b_0_204"/>
          <p:cNvPicPr preferRelativeResize="0"/>
          <p:nvPr/>
        </p:nvPicPr>
        <p:blipFill rotWithShape="1">
          <a:blip r:embed="rId4">
            <a:alphaModFix/>
          </a:blip>
          <a:srcRect t="89" b="79"/>
          <a:stretch/>
        </p:blipFill>
        <p:spPr>
          <a:xfrm>
            <a:off x="2468879" y="4326104"/>
            <a:ext cx="931974" cy="665199"/>
          </a:xfrm>
          <a:prstGeom prst="rect">
            <a:avLst/>
          </a:prstGeom>
          <a:noFill/>
          <a:ln>
            <a:noFill/>
          </a:ln>
          <a:effectLst>
            <a:outerShdw blurRad="71438" dist="19050" dir="5220000" algn="bl" rotWithShape="0">
              <a:srgbClr val="D8D8D8"/>
            </a:outerShdw>
          </a:effectLst>
        </p:spPr>
      </p:pic>
      <p:sp>
        <p:nvSpPr>
          <p:cNvPr id="701" name="Google Shape;701;g2bee4f4af4b_0_204"/>
          <p:cNvSpPr txBox="1"/>
          <p:nvPr/>
        </p:nvSpPr>
        <p:spPr>
          <a:xfrm>
            <a:off x="384699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363969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5">
            <a:alphaModFix/>
          </a:blip>
          <a:srcRect t="89" b="99"/>
          <a:stretch/>
        </p:blipFill>
        <p:spPr>
          <a:xfrm>
            <a:off x="3860371" y="4363493"/>
            <a:ext cx="786850" cy="590421"/>
          </a:xfrm>
          <a:prstGeom prst="rect">
            <a:avLst/>
          </a:prstGeom>
          <a:noFill/>
          <a:ln>
            <a:noFill/>
          </a:ln>
          <a:effectLst>
            <a:outerShdw blurRad="71438" dist="19050" dir="5220000" algn="bl" rotWithShape="0">
              <a:srgbClr val="D8D8D8"/>
            </a:outerShdw>
          </a:effectLst>
        </p:spPr>
      </p:pic>
      <p:sp>
        <p:nvSpPr>
          <p:cNvPr id="704" name="Google Shape;704;g2bee4f4af4b_0_204">
            <a:hlinkClick r:id="rId6" action="ppaction://hlinksldjump"/>
          </p:cNvPr>
          <p:cNvSpPr/>
          <p:nvPr/>
        </p:nvSpPr>
        <p:spPr>
          <a:xfrm>
            <a:off x="944453" y="376724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5" name="Google Shape;705;g2bee4f4af4b_0_204"/>
          <p:cNvSpPr/>
          <p:nvPr/>
        </p:nvSpPr>
        <p:spPr>
          <a:xfrm>
            <a:off x="232075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6" name="Google Shape;706;g2bee4f4af4b_0_204"/>
          <p:cNvSpPr/>
          <p:nvPr/>
        </p:nvSpPr>
        <p:spPr>
          <a:xfrm>
            <a:off x="3755650" y="4127750"/>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13" name="Google Shape;713;g26b641b03cd_0_165"/>
          <p:cNvGrpSpPr/>
          <p:nvPr/>
        </p:nvGrpSpPr>
        <p:grpSpPr>
          <a:xfrm>
            <a:off x="930400" y="2129444"/>
            <a:ext cx="7283200" cy="3724851"/>
            <a:chOff x="930400" y="2129444"/>
            <a:chExt cx="7283200" cy="3724851"/>
          </a:xfrm>
        </p:grpSpPr>
        <p:pic>
          <p:nvPicPr>
            <p:cNvPr id="714" name="Google Shape;71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15" name="Google Shape;71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16" name="Google Shape;71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7" name="Google Shape;71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18" name="Google Shape;71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19" name="Google Shape;71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0" name="Google Shape;72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21" name="Google Shape;72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2" name="Google Shape;72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23" name="Google Shape;72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43" name="Google Shape;743;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44" name="Google Shape;744;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5" name="Google Shape;745;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46" name="Google Shape;746;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47" name="Google Shape;747;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48" name="Google Shape;748;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49" name="Google Shape;749;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50" name="Google Shape;750;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51" name="Google Shape;751;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52" name="Google Shape;752;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53" name="Google Shape;753;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54" name="Google Shape;754;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5" name="Google Shape;755;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6" name="Google Shape;756;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57" name="Google Shape;757;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58" name="Google Shape;758;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59" name="Google Shape;759;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66" name="Google Shape;766;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78" name="Google Shape;778;g26b7edf6e71_0_109"/>
          <p:cNvGrpSpPr/>
          <p:nvPr/>
        </p:nvGrpSpPr>
        <p:grpSpPr>
          <a:xfrm>
            <a:off x="867357" y="2129450"/>
            <a:ext cx="7282807" cy="2686611"/>
            <a:chOff x="867357" y="2129450"/>
            <a:chExt cx="7282807" cy="2686611"/>
          </a:xfrm>
        </p:grpSpPr>
        <p:pic>
          <p:nvPicPr>
            <p:cNvPr id="779" name="Google Shape;77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0" name="Google Shape;78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1" name="Google Shape;78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2" name="Google Shape;78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3" name="Google Shape;78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4" name="Google Shape;78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6" name="Google Shape;78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87" name="Google Shape;78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88" name="Google Shape;78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89" name="Google Shape;78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0" name="Google Shape;79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1" name="Google Shape;79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2" name="Google Shape;79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2c610ea7438_0_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990"/>
              <a:buNone/>
            </a:pPr>
            <a:r>
              <a:rPr lang="en-US"/>
              <a:t>Review Phase 3 Common Exception Words </a:t>
            </a:r>
            <a:r>
              <a:rPr lang="en-US">
                <a:solidFill>
                  <a:srgbClr val="2356AF"/>
                </a:solidFill>
              </a:rPr>
              <a:t>push they me we be he she my by looked you are there here were all sure</a:t>
            </a:r>
            <a:r>
              <a:rPr lang="en-US"/>
              <a:t>.</a:t>
            </a:r>
            <a:endParaRPr/>
          </a:p>
        </p:txBody>
      </p:sp>
      <p:pic>
        <p:nvPicPr>
          <p:cNvPr id="799" name="Google Shape;799;g2c610ea7438_0_1"/>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00" name="Google Shape;800;g2c610ea7438_0_1"/>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01" name="Google Shape;801;g2c610ea7438_0_1"/>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02" name="Google Shape;802;g2c610ea7438_0_1"/>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03" name="Google Shape;803;g2c610ea7438_0_1"/>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04" name="Google Shape;804;g2c610ea7438_0_1"/>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05" name="Google Shape;805;g2c610ea7438_0_1"/>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06" name="Google Shape;806;g2c610ea7438_0_1"/>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07" name="Google Shape;807;g2c610ea7438_0_1"/>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08" name="Google Shape;808;g2c610ea7438_0_1"/>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09" name="Google Shape;809;g2c610ea7438_0_1"/>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0" name="Google Shape;810;g2c610ea7438_0_1"/>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c610ea7438_0_1"/>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12" name="Google Shape;812;g2c610ea7438_0_1"/>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3" name="Google Shape;813;g2c610ea7438_0_1"/>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4" name="Google Shape;814;g2c610ea7438_0_1"/>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15" name="Google Shape;815;g2c610ea7438_0_1"/>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6" name="Google Shape;816;g2c610ea7438_0_1"/>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7" name="Google Shape;817;g2c610ea7438_0_1"/>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c610ea7438_0_1"/>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19" name="Google Shape;819;g2c610ea7438_0_1"/>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20" name="Google Shape;820;g2c610ea7438_0_1"/>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c610ea7438_0_1"/>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2" name="Google Shape;822;g2c610ea7438_0_1"/>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23" name="Google Shape;823;g2c610ea7438_0_1"/>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c610ea7438_0_1"/>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5" name="Google Shape;825;g2c610ea7438_0_1"/>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26" name="Google Shape;826;g2c610ea7438_0_1"/>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33" name="Google Shape;833;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34" name="Google Shape;834;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5" name="Google Shape;835;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6" name="Google Shape;836;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7" name="Google Shape;837;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8" name="Google Shape;838;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9" name="Google Shape;839;g2c4fd7a3c22_2_0"/>
          <p:cNvGrpSpPr/>
          <p:nvPr/>
        </p:nvGrpSpPr>
        <p:grpSpPr>
          <a:xfrm>
            <a:off x="304250" y="6984600"/>
            <a:ext cx="8330829" cy="808600"/>
            <a:chOff x="-152950" y="7365600"/>
            <a:chExt cx="8330829" cy="808600"/>
          </a:xfrm>
        </p:grpSpPr>
        <p:sp>
          <p:nvSpPr>
            <p:cNvPr id="840" name="Google Shape;840;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41" name="Google Shape;841;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42" name="Google Shape;842;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43" name="Google Shape;843;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44" name="Google Shape;844;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5" name="Google Shape;845;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6" name="Google Shape;846;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7" name="Google Shape;847;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8" name="Google Shape;848;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0" name="Google Shape;850;g2c4fd7a3c22_2_0"/>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4fd7a3c22_2_0"/>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h</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irbrush singer powder</a:t>
            </a:r>
            <a:endParaRPr sz="9000" b="0" i="0" u="none" strike="noStrike" cap="none">
              <a:solidFill>
                <a:srgbClr val="262626"/>
              </a:solidFill>
              <a:latin typeface="Jost"/>
              <a:ea typeface="Jost"/>
              <a:cs typeface="Jost"/>
              <a:sym typeface="Jos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d0c6663820_0_45"/>
          <p:cNvSpPr txBox="1"/>
          <p:nvPr/>
        </p:nvSpPr>
        <p:spPr>
          <a:xfrm>
            <a:off x="1334250" y="885733"/>
            <a:ext cx="6475500" cy="4271700"/>
          </a:xfrm>
          <a:prstGeom prst="rect">
            <a:avLst/>
          </a:prstGeom>
          <a:noFill/>
          <a:ln>
            <a:noFill/>
          </a:ln>
        </p:spPr>
        <p:txBody>
          <a:bodyPr spcFirstLastPara="1" wrap="square" lIns="91425" tIns="45700" rIns="91425" bIns="45700" anchor="ctr" anchorCtr="0">
            <a:noAutofit/>
          </a:bodyPr>
          <a:lstStyle/>
          <a:p>
            <a:pPr marL="0" marR="0" lvl="0" indent="0" algn="ctr" rtl="0">
              <a:lnSpc>
                <a:spcPct val="110000"/>
              </a:lnSpc>
              <a:spcBef>
                <a:spcPts val="1000"/>
              </a:spcBef>
              <a:spcAft>
                <a:spcPts val="0"/>
              </a:spcAft>
              <a:buClr>
                <a:srgbClr val="000000"/>
              </a:buClr>
              <a:buSzPts val="9000"/>
              <a:buFont typeface="Arial"/>
              <a:buNone/>
            </a:pPr>
            <a:r>
              <a:rPr lang="en-US" sz="9000" b="0" i="0" u="none" strike="noStrike" cap="none">
                <a:solidFill>
                  <a:srgbClr val="262626"/>
                </a:solidFill>
                <a:latin typeface="Jost"/>
                <a:ea typeface="Jost"/>
                <a:cs typeface="Jost"/>
                <a:sym typeface="Jost"/>
              </a:rPr>
              <a:t>h</a:t>
            </a:r>
            <a:r>
              <a:rPr lang="en-US" sz="7600" b="0" i="0" u="none" strike="noStrike" cap="none">
                <a:solidFill>
                  <a:srgbClr val="262626"/>
                </a:solidFill>
                <a:latin typeface="Poppins"/>
                <a:ea typeface="Poppins"/>
                <a:cs typeface="Poppins"/>
                <a:sym typeface="Poppins"/>
              </a:rPr>
              <a:t>a</a:t>
            </a:r>
            <a:r>
              <a:rPr lang="en-US" sz="9000" b="0" i="0" u="none" strike="noStrike" cap="none">
                <a:solidFill>
                  <a:srgbClr val="262626"/>
                </a:solidFill>
                <a:latin typeface="Jost"/>
                <a:ea typeface="Jost"/>
                <a:cs typeface="Jost"/>
                <a:sym typeface="Jost"/>
              </a:rPr>
              <a:t>ir brush sing er</a:t>
            </a:r>
            <a:br>
              <a:rPr lang="en-US" sz="9000" b="0" i="0" u="none" strike="noStrike" cap="none">
                <a:solidFill>
                  <a:srgbClr val="262626"/>
                </a:solidFill>
                <a:latin typeface="Jost"/>
                <a:ea typeface="Jost"/>
                <a:cs typeface="Jost"/>
                <a:sym typeface="Jost"/>
              </a:rPr>
            </a:br>
            <a:r>
              <a:rPr lang="en-US" sz="9000" b="0" i="0" u="none" strike="noStrike" cap="none">
                <a:solidFill>
                  <a:srgbClr val="262626"/>
                </a:solidFill>
                <a:latin typeface="Jost"/>
                <a:ea typeface="Jost"/>
                <a:cs typeface="Jost"/>
                <a:sym typeface="Jost"/>
              </a:rPr>
              <a:t>pow der</a:t>
            </a:r>
            <a:endParaRPr sz="9000" b="0" i="0" u="none" strike="noStrike" cap="none">
              <a:solidFill>
                <a:srgbClr val="262626"/>
              </a:solidFill>
              <a:latin typeface="Jost"/>
              <a:ea typeface="Jost"/>
              <a:cs typeface="Jost"/>
              <a:sym typeface="Jost"/>
            </a:endParaRPr>
          </a:p>
        </p:txBody>
      </p:sp>
      <p:sp>
        <p:nvSpPr>
          <p:cNvPr id="858" name="Google Shape;858;g2d0c6663820_0_45"/>
          <p:cNvSpPr/>
          <p:nvPr/>
        </p:nvSpPr>
        <p:spPr>
          <a:xfrm>
            <a:off x="4189800" y="9144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9" name="Google Shape;859;g2d0c6663820_0_45"/>
          <p:cNvSpPr/>
          <p:nvPr/>
        </p:nvSpPr>
        <p:spPr>
          <a:xfrm>
            <a:off x="5061252" y="244437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d0c6663820_0_45"/>
          <p:cNvSpPr/>
          <p:nvPr/>
        </p:nvSpPr>
        <p:spPr>
          <a:xfrm>
            <a:off x="4771625" y="4003025"/>
            <a:ext cx="76800" cy="11544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d0c6663820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BODY PERCUSSION</a:t>
            </a:r>
            <a:endParaRPr/>
          </a:p>
        </p:txBody>
      </p:sp>
      <p:sp>
        <p:nvSpPr>
          <p:cNvPr id="862" name="Google Shape;862;g2d0c6663820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Hear Syllables</a:t>
            </a:r>
            <a:endParaRPr/>
          </a:p>
        </p:txBody>
      </p:sp>
      <p:sp>
        <p:nvSpPr>
          <p:cNvPr id="863" name="Google Shape;863;g2d0c6663820_0_45"/>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4" name="Google Shape;864;g2d0c6663820_0_45"/>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5" name="Google Shape;865;g2d0c6663820_0_45"/>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6" name="Google Shape;866;g2d0c6663820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7" name="Google Shape;867;g2d0c6663820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8" name="Google Shape;868;g2d0c6663820_0_45"/>
          <p:cNvGrpSpPr/>
          <p:nvPr/>
        </p:nvGrpSpPr>
        <p:grpSpPr>
          <a:xfrm>
            <a:off x="304250" y="6984600"/>
            <a:ext cx="8330829" cy="808600"/>
            <a:chOff x="-152950" y="7365600"/>
            <a:chExt cx="8330829" cy="808600"/>
          </a:xfrm>
        </p:grpSpPr>
        <p:sp>
          <p:nvSpPr>
            <p:cNvPr id="869" name="Google Shape;869;g2d0c6663820_0_45"/>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70" name="Google Shape;870;g2d0c6663820_0_45"/>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71" name="Google Shape;871;g2d0c6663820_0_45"/>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72" name="Google Shape;872;g2d0c6663820_0_45"/>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73" name="Google Shape;873;g2d0c6663820_0_45"/>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4" name="Google Shape;874;g2d0c6663820_0_45"/>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5" name="Google Shape;875;g2d0c6663820_0_45"/>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6" name="Google Shape;876;g2d0c6663820_0_45"/>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7" name="Google Shape;877;g2d0c6663820_0_45"/>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8" name="Google Shape;878;g2d0c6663820_0_45"/>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9" name="Google Shape;879;g2d0c6663820_0_45"/>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80" name="Google Shape;880;g2d0c6663820_0_45"/>
          <p:cNvGrpSpPr/>
          <p:nvPr/>
        </p:nvGrpSpPr>
        <p:grpSpPr>
          <a:xfrm>
            <a:off x="837045" y="2359753"/>
            <a:ext cx="1508899" cy="1508899"/>
            <a:chOff x="837045" y="2359753"/>
            <a:chExt cx="1508899" cy="1508899"/>
          </a:xfrm>
        </p:grpSpPr>
        <p:sp>
          <p:nvSpPr>
            <p:cNvPr id="881" name="Google Shape;881;g2d0c6663820_0_45"/>
            <p:cNvSpPr/>
            <p:nvPr/>
          </p:nvSpPr>
          <p:spPr>
            <a:xfrm>
              <a:off x="837045" y="2359753"/>
              <a:ext cx="1508899" cy="1508899"/>
            </a:xfrm>
            <a:prstGeom prst="ellipse">
              <a:avLst/>
            </a:prstGeom>
            <a:solidFill>
              <a:srgbClr val="FFFFFF"/>
            </a:solidFill>
            <a:ln>
              <a:noFill/>
            </a:ln>
            <a:effectLst>
              <a:outerShdw blurRad="100013" dist="9525" dir="5400000" algn="bl" rotWithShape="0">
                <a:srgbClr val="CFD9EF">
                  <a:alpha val="78431"/>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2" name="Google Shape;882;g2d0c6663820_0_45"/>
            <p:cNvPicPr preferRelativeResize="0"/>
            <p:nvPr/>
          </p:nvPicPr>
          <p:blipFill rotWithShape="1">
            <a:blip r:embed="rId3">
              <a:alphaModFix/>
            </a:blip>
            <a:srcRect/>
            <a:stretch/>
          </p:blipFill>
          <p:spPr>
            <a:xfrm rot="1136551">
              <a:off x="1101268" y="2593955"/>
              <a:ext cx="1093399" cy="1072466"/>
            </a:xfrm>
            <a:prstGeom prst="rect">
              <a:avLst/>
            </a:prstGeom>
            <a:noFill/>
            <a:ln>
              <a:noFill/>
            </a:ln>
          </p:spPr>
        </p:pic>
      </p:grpSp>
      <p:grpSp>
        <p:nvGrpSpPr>
          <p:cNvPr id="883" name="Google Shape;883;g2d0c6663820_0_45"/>
          <p:cNvGrpSpPr/>
          <p:nvPr/>
        </p:nvGrpSpPr>
        <p:grpSpPr>
          <a:xfrm>
            <a:off x="6732905" y="2355518"/>
            <a:ext cx="1508899" cy="1517376"/>
            <a:chOff x="6634525" y="2319629"/>
            <a:chExt cx="1677300" cy="1686724"/>
          </a:xfrm>
        </p:grpSpPr>
        <p:sp>
          <p:nvSpPr>
            <p:cNvPr id="884" name="Google Shape;884;g2d0c6663820_0_45"/>
            <p:cNvSpPr/>
            <p:nvPr/>
          </p:nvSpPr>
          <p:spPr>
            <a:xfrm>
              <a:off x="6634525" y="2319629"/>
              <a:ext cx="1677300" cy="1677300"/>
            </a:xfrm>
            <a:prstGeom prst="ellipse">
              <a:avLst/>
            </a:prstGeom>
            <a:solidFill>
              <a:srgbClr val="FFFFFF"/>
            </a:solidFill>
            <a:ln>
              <a:noFill/>
            </a:ln>
            <a:effectLst>
              <a:outerShdw blurRad="100013" dist="9525" dir="5400000" algn="bl" rotWithShape="0">
                <a:srgbClr val="CFD9EF">
                  <a:alpha val="78431"/>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pic>
          <p:nvPicPr>
            <p:cNvPr id="885" name="Google Shape;885;g2d0c6663820_0_45"/>
            <p:cNvPicPr preferRelativeResize="0"/>
            <p:nvPr/>
          </p:nvPicPr>
          <p:blipFill rotWithShape="1">
            <a:blip r:embed="rId4">
              <a:alphaModFix/>
            </a:blip>
            <a:srcRect/>
            <a:stretch/>
          </p:blipFill>
          <p:spPr>
            <a:xfrm rot="-1197469">
              <a:off x="6880442" y="2542666"/>
              <a:ext cx="1185466" cy="1300419"/>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92" name="Google Shape;892;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3" name="Google Shape;893;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g2d0c6663820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00" name="Google Shape;900;g2d0c6663820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01" name="Google Shape;901;g2d0c6663820_0_13"/>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d0c6663820_0_13"/>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3" name="Google Shape;903;g2d0c6663820_0_13"/>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4" name="Google Shape;904;g2d0c6663820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5" name="Google Shape;905;g2d0c6663820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6" name="Google Shape;906;g2d0c6663820_0_13"/>
          <p:cNvGrpSpPr/>
          <p:nvPr/>
        </p:nvGrpSpPr>
        <p:grpSpPr>
          <a:xfrm>
            <a:off x="304250" y="6984600"/>
            <a:ext cx="8330829" cy="808600"/>
            <a:chOff x="-152950" y="7365600"/>
            <a:chExt cx="8330829" cy="808600"/>
          </a:xfrm>
        </p:grpSpPr>
        <p:sp>
          <p:nvSpPr>
            <p:cNvPr id="907" name="Google Shape;907;g2d0c6663820_0_13"/>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8" name="Google Shape;908;g2d0c6663820_0_13"/>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9" name="Google Shape;909;g2d0c6663820_0_13"/>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0" name="Google Shape;910;g2d0c6663820_0_13"/>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1" name="Google Shape;911;g2d0c6663820_0_13"/>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2" name="Google Shape;912;g2d0c6663820_0_13"/>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3" name="Google Shape;913;g2d0c6663820_0_13"/>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4" name="Google Shape;914;g2d0c6663820_0_13"/>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15" name="Google Shape;915;g2d0c6663820_0_13"/>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6" name="Google Shape;916;g2d0c6663820_0_13"/>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7" name="Google Shape;917;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8" name="Google Shape;918;g2d0c6663820_0_13"/>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19" name="Google Shape;919;g2d0c6663820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0" name="Google Shape;920;g2d0c6663820_0_13"/>
          <p:cNvSpPr/>
          <p:nvPr/>
        </p:nvSpPr>
        <p:spPr>
          <a:xfrm>
            <a:off x="194438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d0c6663820_0_13"/>
          <p:cNvSpPr txBox="1"/>
          <p:nvPr/>
        </p:nvSpPr>
        <p:spPr>
          <a:xfrm>
            <a:off x="162953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h</a:t>
            </a:r>
            <a:endParaRPr sz="10000" b="0" i="0" u="none" strike="noStrike" cap="none">
              <a:solidFill>
                <a:srgbClr val="2356AF"/>
              </a:solidFill>
              <a:latin typeface="Jost"/>
              <a:ea typeface="Jost"/>
              <a:cs typeface="Jost"/>
              <a:sym typeface="Jost"/>
            </a:endParaRPr>
          </a:p>
        </p:txBody>
      </p:sp>
      <p:sp>
        <p:nvSpPr>
          <p:cNvPr id="922" name="Google Shape;922;g2d0c6663820_0_13"/>
          <p:cNvSpPr txBox="1"/>
          <p:nvPr/>
        </p:nvSpPr>
        <p:spPr>
          <a:xfrm>
            <a:off x="2388299" y="1308025"/>
            <a:ext cx="1743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8400" b="0" i="0" u="none" strike="noStrike" cap="none">
                <a:solidFill>
                  <a:srgbClr val="993FA2"/>
                </a:solidFill>
                <a:latin typeface="Poppins"/>
                <a:ea typeface="Poppins"/>
                <a:cs typeface="Poppins"/>
                <a:sym typeface="Poppins"/>
              </a:rPr>
              <a:t>a</a:t>
            </a:r>
            <a:r>
              <a:rPr lang="en-US" sz="10000" b="0" i="0" u="none" strike="noStrike" cap="none">
                <a:solidFill>
                  <a:srgbClr val="993FA2"/>
                </a:solidFill>
                <a:latin typeface="Jost"/>
                <a:ea typeface="Jost"/>
                <a:cs typeface="Jost"/>
                <a:sym typeface="Jost"/>
              </a:rPr>
              <a:t>ir</a:t>
            </a:r>
            <a:endParaRPr sz="10000" b="0" i="0" u="none" strike="noStrike" cap="none">
              <a:solidFill>
                <a:srgbClr val="993FA2"/>
              </a:solidFill>
              <a:latin typeface="Jost"/>
              <a:ea typeface="Jost"/>
              <a:cs typeface="Jost"/>
              <a:sym typeface="Jost"/>
            </a:endParaRPr>
          </a:p>
        </p:txBody>
      </p:sp>
      <p:sp>
        <p:nvSpPr>
          <p:cNvPr id="923" name="Google Shape;923;g2d0c6663820_0_13"/>
          <p:cNvSpPr/>
          <p:nvPr/>
        </p:nvSpPr>
        <p:spPr>
          <a:xfrm>
            <a:off x="426659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d0c6663820_0_13"/>
          <p:cNvSpPr txBox="1"/>
          <p:nvPr/>
        </p:nvSpPr>
        <p:spPr>
          <a:xfrm>
            <a:off x="3951743"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25" name="Google Shape;925;g2d0c6663820_0_13"/>
          <p:cNvSpPr/>
          <p:nvPr/>
        </p:nvSpPr>
        <p:spPr>
          <a:xfrm>
            <a:off x="491706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d0c6663820_0_13"/>
          <p:cNvSpPr txBox="1"/>
          <p:nvPr/>
        </p:nvSpPr>
        <p:spPr>
          <a:xfrm>
            <a:off x="460221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r</a:t>
            </a:r>
            <a:endParaRPr sz="10000" b="0" i="0" u="none" strike="noStrike" cap="none">
              <a:solidFill>
                <a:srgbClr val="2356AF"/>
              </a:solidFill>
              <a:latin typeface="Jost"/>
              <a:ea typeface="Jost"/>
              <a:cs typeface="Jost"/>
              <a:sym typeface="Jost"/>
            </a:endParaRPr>
          </a:p>
        </p:txBody>
      </p:sp>
      <p:sp>
        <p:nvSpPr>
          <p:cNvPr id="927" name="Google Shape;927;g2d0c6663820_0_13"/>
          <p:cNvSpPr/>
          <p:nvPr/>
        </p:nvSpPr>
        <p:spPr>
          <a:xfrm>
            <a:off x="5533939"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28" name="Google Shape;928;g2d0c6663820_0_13"/>
          <p:cNvSpPr txBox="1"/>
          <p:nvPr/>
        </p:nvSpPr>
        <p:spPr>
          <a:xfrm>
            <a:off x="521908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929" name="Google Shape;929;g2d0c6663820_0_13"/>
          <p:cNvSpPr txBox="1"/>
          <p:nvPr/>
        </p:nvSpPr>
        <p:spPr>
          <a:xfrm>
            <a:off x="5926862"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sh</a:t>
            </a:r>
            <a:endParaRPr sz="10000" b="0" i="0" u="none" strike="noStrike" cap="none">
              <a:solidFill>
                <a:srgbClr val="FFD400"/>
              </a:solidFill>
              <a:latin typeface="Jost"/>
              <a:ea typeface="Jost"/>
              <a:cs typeface="Jost"/>
              <a:sym typeface="Jost"/>
            </a:endParaRPr>
          </a:p>
        </p:txBody>
      </p:sp>
      <p:sp>
        <p:nvSpPr>
          <p:cNvPr id="930" name="Google Shape;930;g2d0c6663820_0_13"/>
          <p:cNvSpPr/>
          <p:nvPr/>
        </p:nvSpPr>
        <p:spPr>
          <a:xfrm>
            <a:off x="2564039" y="4056375"/>
            <a:ext cx="14079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d0c6663820_0_13"/>
          <p:cNvSpPr/>
          <p:nvPr/>
        </p:nvSpPr>
        <p:spPr>
          <a:xfrm>
            <a:off x="6181124"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d0c6663820_0_10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8" name="Google Shape;938;g2d0c6663820_0_10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9" name="Google Shape;939;g2d0c6663820_0_10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d0c6663820_0_10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c6663820_0_10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c6663820_0_10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c6663820_0_10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4" name="Google Shape;944;g2d0c6663820_0_102"/>
          <p:cNvGrpSpPr/>
          <p:nvPr/>
        </p:nvGrpSpPr>
        <p:grpSpPr>
          <a:xfrm>
            <a:off x="304250" y="6984600"/>
            <a:ext cx="8330829" cy="808600"/>
            <a:chOff x="-152950" y="7365600"/>
            <a:chExt cx="8330829" cy="808600"/>
          </a:xfrm>
        </p:grpSpPr>
        <p:sp>
          <p:nvSpPr>
            <p:cNvPr id="945" name="Google Shape;945;g2d0c6663820_0_10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d0c6663820_0_10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d0c6663820_0_10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d0c6663820_0_10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d0c6663820_0_10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d0c6663820_0_10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d0c6663820_0_10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d0c6663820_0_10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53" name="Google Shape;953;g2d0c6663820_0_10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c6663820_0_10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5" name="Google Shape;955;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6" name="Google Shape;956;g2d0c6663820_0_10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57" name="Google Shape;957;g2d0c6663820_0_10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8" name="Google Shape;958;g2d0c6663820_0_102"/>
          <p:cNvSpPr/>
          <p:nvPr/>
        </p:nvSpPr>
        <p:spPr>
          <a:xfrm>
            <a:off x="1906288"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9" name="Google Shape;959;g2d0c6663820_0_102"/>
          <p:cNvSpPr txBox="1"/>
          <p:nvPr/>
        </p:nvSpPr>
        <p:spPr>
          <a:xfrm>
            <a:off x="1591438"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h</a:t>
            </a:r>
            <a:endParaRPr sz="10000" b="0" i="0" u="none" strike="noStrike" cap="none">
              <a:solidFill>
                <a:srgbClr val="2356AF"/>
              </a:solidFill>
              <a:latin typeface="Jost"/>
              <a:ea typeface="Jost"/>
              <a:cs typeface="Jost"/>
              <a:sym typeface="Jost"/>
            </a:endParaRPr>
          </a:p>
        </p:txBody>
      </p:sp>
      <p:sp>
        <p:nvSpPr>
          <p:cNvPr id="960" name="Google Shape;960;g2d0c6663820_0_102"/>
          <p:cNvSpPr txBox="1"/>
          <p:nvPr/>
        </p:nvSpPr>
        <p:spPr>
          <a:xfrm>
            <a:off x="2350199" y="1308025"/>
            <a:ext cx="17433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8400" b="0" i="0" u="none" strike="noStrike" cap="none">
                <a:solidFill>
                  <a:srgbClr val="993FA2"/>
                </a:solidFill>
                <a:latin typeface="Poppins"/>
                <a:ea typeface="Poppins"/>
                <a:cs typeface="Poppins"/>
                <a:sym typeface="Poppins"/>
              </a:rPr>
              <a:t>a</a:t>
            </a:r>
            <a:r>
              <a:rPr lang="en-US" sz="10000" b="0" i="0" u="none" strike="noStrike" cap="none">
                <a:solidFill>
                  <a:srgbClr val="993FA2"/>
                </a:solidFill>
                <a:latin typeface="Jost"/>
                <a:ea typeface="Jost"/>
                <a:cs typeface="Jost"/>
                <a:sym typeface="Jost"/>
              </a:rPr>
              <a:t>ir</a:t>
            </a:r>
            <a:endParaRPr sz="10000" b="0" i="0" u="none" strike="noStrike" cap="none">
              <a:solidFill>
                <a:srgbClr val="993FA2"/>
              </a:solidFill>
              <a:latin typeface="Jost"/>
              <a:ea typeface="Jost"/>
              <a:cs typeface="Jost"/>
              <a:sym typeface="Jost"/>
            </a:endParaRPr>
          </a:p>
        </p:txBody>
      </p:sp>
      <p:sp>
        <p:nvSpPr>
          <p:cNvPr id="961" name="Google Shape;961;g2d0c6663820_0_102"/>
          <p:cNvSpPr/>
          <p:nvPr/>
        </p:nvSpPr>
        <p:spPr>
          <a:xfrm>
            <a:off x="4304693"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d0c6663820_0_102"/>
          <p:cNvSpPr txBox="1"/>
          <p:nvPr/>
        </p:nvSpPr>
        <p:spPr>
          <a:xfrm>
            <a:off x="3989843"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b</a:t>
            </a:r>
            <a:endParaRPr sz="10000" b="0" i="0" u="none" strike="noStrike" cap="none">
              <a:solidFill>
                <a:srgbClr val="2356AF"/>
              </a:solidFill>
              <a:latin typeface="Jost"/>
              <a:ea typeface="Jost"/>
              <a:cs typeface="Jost"/>
              <a:sym typeface="Jost"/>
            </a:endParaRPr>
          </a:p>
        </p:txBody>
      </p:sp>
      <p:sp>
        <p:nvSpPr>
          <p:cNvPr id="963" name="Google Shape;963;g2d0c6663820_0_102"/>
          <p:cNvSpPr/>
          <p:nvPr/>
        </p:nvSpPr>
        <p:spPr>
          <a:xfrm>
            <a:off x="4955164"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d0c6663820_0_102"/>
          <p:cNvSpPr txBox="1"/>
          <p:nvPr/>
        </p:nvSpPr>
        <p:spPr>
          <a:xfrm>
            <a:off x="4640314"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r</a:t>
            </a:r>
            <a:endParaRPr sz="10000" b="0" i="0" u="none" strike="noStrike" cap="none">
              <a:solidFill>
                <a:srgbClr val="2356AF"/>
              </a:solidFill>
              <a:latin typeface="Jost"/>
              <a:ea typeface="Jost"/>
              <a:cs typeface="Jost"/>
              <a:sym typeface="Jost"/>
            </a:endParaRPr>
          </a:p>
        </p:txBody>
      </p:sp>
      <p:sp>
        <p:nvSpPr>
          <p:cNvPr id="965" name="Google Shape;965;g2d0c6663820_0_102"/>
          <p:cNvSpPr/>
          <p:nvPr/>
        </p:nvSpPr>
        <p:spPr>
          <a:xfrm>
            <a:off x="5572039"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966" name="Google Shape;966;g2d0c6663820_0_102"/>
          <p:cNvSpPr txBox="1"/>
          <p:nvPr/>
        </p:nvSpPr>
        <p:spPr>
          <a:xfrm>
            <a:off x="5257189"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u</a:t>
            </a:r>
            <a:endParaRPr sz="10000" b="0" i="0" u="none" strike="noStrike" cap="none">
              <a:solidFill>
                <a:srgbClr val="ED1C24"/>
              </a:solidFill>
              <a:latin typeface="Jost"/>
              <a:ea typeface="Jost"/>
              <a:cs typeface="Jost"/>
              <a:sym typeface="Jost"/>
            </a:endParaRPr>
          </a:p>
        </p:txBody>
      </p:sp>
      <p:sp>
        <p:nvSpPr>
          <p:cNvPr id="967" name="Google Shape;967;g2d0c6663820_0_102"/>
          <p:cNvSpPr txBox="1"/>
          <p:nvPr/>
        </p:nvSpPr>
        <p:spPr>
          <a:xfrm>
            <a:off x="5964962" y="1308025"/>
            <a:ext cx="1587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sh</a:t>
            </a:r>
            <a:endParaRPr sz="10000" b="0" i="0" u="none" strike="noStrike" cap="none">
              <a:solidFill>
                <a:srgbClr val="FFD400"/>
              </a:solidFill>
              <a:latin typeface="Jost"/>
              <a:ea typeface="Jost"/>
              <a:cs typeface="Jost"/>
              <a:sym typeface="Jost"/>
            </a:endParaRPr>
          </a:p>
        </p:txBody>
      </p:sp>
      <p:sp>
        <p:nvSpPr>
          <p:cNvPr id="968" name="Google Shape;968;g2d0c6663820_0_102"/>
          <p:cNvSpPr/>
          <p:nvPr/>
        </p:nvSpPr>
        <p:spPr>
          <a:xfrm>
            <a:off x="2525939" y="4056375"/>
            <a:ext cx="14079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9" name="Google Shape;969;g2d0c6663820_0_102"/>
          <p:cNvSpPr/>
          <p:nvPr/>
        </p:nvSpPr>
        <p:spPr>
          <a:xfrm>
            <a:off x="6219224" y="4056375"/>
            <a:ext cx="109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0" name="Google Shape;970;g2d0c6663820_0_102"/>
          <p:cNvSpPr/>
          <p:nvPr/>
        </p:nvSpPr>
        <p:spPr>
          <a:xfrm>
            <a:off x="4056863"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g2d0c6663820_0_1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77" name="Google Shape;977;g2d0c6663820_0_1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78" name="Google Shape;978;g2d0c6663820_0_14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0c6663820_0_14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0" name="Google Shape;980;g2d0c6663820_0_14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1" name="Google Shape;981;g2d0c6663820_0_14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2" name="Google Shape;982;g2d0c6663820_0_14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3" name="Google Shape;983;g2d0c6663820_0_142"/>
          <p:cNvGrpSpPr/>
          <p:nvPr/>
        </p:nvGrpSpPr>
        <p:grpSpPr>
          <a:xfrm>
            <a:off x="304250" y="6984600"/>
            <a:ext cx="8330829" cy="808600"/>
            <a:chOff x="-152950" y="7365600"/>
            <a:chExt cx="8330829" cy="808600"/>
          </a:xfrm>
        </p:grpSpPr>
        <p:sp>
          <p:nvSpPr>
            <p:cNvPr id="984" name="Google Shape;984;g2d0c6663820_0_14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5" name="Google Shape;985;g2d0c6663820_0_14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6" name="Google Shape;986;g2d0c6663820_0_14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7" name="Google Shape;987;g2d0c6663820_0_14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8" name="Google Shape;988;g2d0c6663820_0_14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9" name="Google Shape;989;g2d0c6663820_0_14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90" name="Google Shape;990;g2d0c6663820_0_14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91" name="Google Shape;991;g2d0c6663820_0_14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992" name="Google Shape;992;g2d0c6663820_0_14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d0c6663820_0_14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4" name="Google Shape;994;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5" name="Google Shape;995;g2d0c6663820_0_142"/>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996" name="Google Shape;996;g2d0c6663820_0_14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7" name="Google Shape;997;g2d0c6663820_0_142"/>
          <p:cNvSpPr/>
          <p:nvPr/>
        </p:nvSpPr>
        <p:spPr>
          <a:xfrm>
            <a:off x="293820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d0c6663820_0_142"/>
          <p:cNvSpPr txBox="1"/>
          <p:nvPr/>
        </p:nvSpPr>
        <p:spPr>
          <a:xfrm>
            <a:off x="262335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s</a:t>
            </a:r>
            <a:endParaRPr sz="10000" b="0" i="0" u="none" strike="noStrike" cap="none">
              <a:solidFill>
                <a:srgbClr val="2356AF"/>
              </a:solidFill>
              <a:latin typeface="Jost"/>
              <a:ea typeface="Jost"/>
              <a:cs typeface="Jost"/>
              <a:sym typeface="Jost"/>
            </a:endParaRPr>
          </a:p>
        </p:txBody>
      </p:sp>
      <p:sp>
        <p:nvSpPr>
          <p:cNvPr id="999" name="Google Shape;999;g2d0c6663820_0_142"/>
          <p:cNvSpPr/>
          <p:nvPr/>
        </p:nvSpPr>
        <p:spPr>
          <a:xfrm>
            <a:off x="347169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00" name="Google Shape;1000;g2d0c6663820_0_142"/>
          <p:cNvSpPr txBox="1"/>
          <p:nvPr/>
        </p:nvSpPr>
        <p:spPr>
          <a:xfrm>
            <a:off x="312811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01" name="Google Shape;1001;g2d0c6663820_0_142"/>
          <p:cNvSpPr txBox="1"/>
          <p:nvPr/>
        </p:nvSpPr>
        <p:spPr>
          <a:xfrm>
            <a:off x="3723624"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ng</a:t>
            </a:r>
            <a:endParaRPr sz="10000" b="0" i="0" u="none" strike="noStrike" cap="none">
              <a:solidFill>
                <a:srgbClr val="FFD400"/>
              </a:solidFill>
              <a:latin typeface="Jost"/>
              <a:ea typeface="Jost"/>
              <a:cs typeface="Jost"/>
              <a:sym typeface="Jost"/>
            </a:endParaRPr>
          </a:p>
        </p:txBody>
      </p:sp>
      <p:sp>
        <p:nvSpPr>
          <p:cNvPr id="1002" name="Google Shape;1002;g2d0c6663820_0_142"/>
          <p:cNvSpPr txBox="1"/>
          <p:nvPr/>
        </p:nvSpPr>
        <p:spPr>
          <a:xfrm>
            <a:off x="5061749" y="1308025"/>
            <a:ext cx="145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993FA2"/>
                </a:solidFill>
                <a:latin typeface="Jost"/>
                <a:ea typeface="Jost"/>
                <a:cs typeface="Jost"/>
                <a:sym typeface="Jost"/>
              </a:rPr>
              <a:t>er</a:t>
            </a:r>
            <a:endParaRPr sz="10000" b="0" i="0" u="none" strike="noStrike" cap="none">
              <a:solidFill>
                <a:srgbClr val="993FA2"/>
              </a:solidFill>
              <a:latin typeface="Jost"/>
              <a:ea typeface="Jost"/>
              <a:cs typeface="Jost"/>
              <a:sym typeface="Jost"/>
            </a:endParaRPr>
          </a:p>
        </p:txBody>
      </p:sp>
      <p:sp>
        <p:nvSpPr>
          <p:cNvPr id="1003" name="Google Shape;1003;g2d0c6663820_0_142"/>
          <p:cNvSpPr/>
          <p:nvPr/>
        </p:nvSpPr>
        <p:spPr>
          <a:xfrm>
            <a:off x="3954824" y="4056375"/>
            <a:ext cx="1164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d0c6663820_0_142"/>
          <p:cNvSpPr/>
          <p:nvPr/>
        </p:nvSpPr>
        <p:spPr>
          <a:xfrm>
            <a:off x="5272424" y="4056375"/>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g2d0c6663820_0_18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11" name="Google Shape;1011;g2d0c6663820_0_18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12" name="Google Shape;1012;g2d0c6663820_0_181"/>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3" name="Google Shape;1013;g2d0c6663820_0_181"/>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4" name="Google Shape;1014;g2d0c6663820_0_181"/>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5" name="Google Shape;1015;g2d0c6663820_0_18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6" name="Google Shape;1016;g2d0c6663820_0_18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7" name="Google Shape;1017;g2d0c6663820_0_181"/>
          <p:cNvGrpSpPr/>
          <p:nvPr/>
        </p:nvGrpSpPr>
        <p:grpSpPr>
          <a:xfrm>
            <a:off x="304250" y="6984600"/>
            <a:ext cx="8330829" cy="808600"/>
            <a:chOff x="-152950" y="7365600"/>
            <a:chExt cx="8330829" cy="808600"/>
          </a:xfrm>
        </p:grpSpPr>
        <p:sp>
          <p:nvSpPr>
            <p:cNvPr id="1018" name="Google Shape;1018;g2d0c6663820_0_181"/>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9" name="Google Shape;1019;g2d0c6663820_0_181"/>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20" name="Google Shape;1020;g2d0c6663820_0_181"/>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21" name="Google Shape;1021;g2d0c6663820_0_181"/>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22" name="Google Shape;1022;g2d0c6663820_0_181"/>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23" name="Google Shape;1023;g2d0c6663820_0_181"/>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24" name="Google Shape;1024;g2d0c6663820_0_181"/>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25" name="Google Shape;1025;g2d0c6663820_0_181"/>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1026" name="Google Shape;1026;g2d0c6663820_0_181"/>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7" name="Google Shape;1027;g2d0c6663820_0_181"/>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28" name="Google Shape;1028;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29" name="Google Shape;1029;g2d0c6663820_0_181"/>
          <p:cNvSpPr/>
          <p:nvPr/>
        </p:nvSpPr>
        <p:spPr>
          <a:xfrm>
            <a:off x="5181146" y="7078200"/>
            <a:ext cx="818700" cy="180000"/>
          </a:xfrm>
          <a:prstGeom prst="rect">
            <a:avLst/>
          </a:prstGeom>
          <a:solidFill>
            <a:srgbClr val="6C40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1030" name="Google Shape;1030;g2d0c6663820_0_18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1" name="Google Shape;1031;g2d0c6663820_0_181"/>
          <p:cNvSpPr/>
          <p:nvPr/>
        </p:nvSpPr>
        <p:spPr>
          <a:xfrm>
            <a:off x="2862001" y="3951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2" name="Google Shape;1032;g2d0c6663820_0_181"/>
          <p:cNvSpPr txBox="1"/>
          <p:nvPr/>
        </p:nvSpPr>
        <p:spPr>
          <a:xfrm>
            <a:off x="254715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2356AF"/>
                </a:solidFill>
                <a:latin typeface="Jost"/>
                <a:ea typeface="Jost"/>
                <a:cs typeface="Jost"/>
                <a:sym typeface="Jost"/>
              </a:rPr>
              <a:t>s</a:t>
            </a:r>
            <a:endParaRPr sz="10000" b="0" i="0" u="none" strike="noStrike" cap="none">
              <a:solidFill>
                <a:srgbClr val="2356AF"/>
              </a:solidFill>
              <a:latin typeface="Jost"/>
              <a:ea typeface="Jost"/>
              <a:cs typeface="Jost"/>
              <a:sym typeface="Jost"/>
            </a:endParaRPr>
          </a:p>
        </p:txBody>
      </p:sp>
      <p:sp>
        <p:nvSpPr>
          <p:cNvPr id="1033" name="Google Shape;1033;g2d0c6663820_0_181"/>
          <p:cNvSpPr/>
          <p:nvPr/>
        </p:nvSpPr>
        <p:spPr>
          <a:xfrm>
            <a:off x="3395493" y="3951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ED1C24"/>
              </a:solidFill>
              <a:latin typeface="Poppins"/>
              <a:ea typeface="Poppins"/>
              <a:cs typeface="Poppins"/>
              <a:sym typeface="Poppins"/>
            </a:endParaRPr>
          </a:p>
        </p:txBody>
      </p:sp>
      <p:sp>
        <p:nvSpPr>
          <p:cNvPr id="1034" name="Google Shape;1034;g2d0c6663820_0_181"/>
          <p:cNvSpPr txBox="1"/>
          <p:nvPr/>
        </p:nvSpPr>
        <p:spPr>
          <a:xfrm>
            <a:off x="3051911" y="1308025"/>
            <a:ext cx="10197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ED1C24"/>
                </a:solidFill>
                <a:latin typeface="Jost"/>
                <a:ea typeface="Jost"/>
                <a:cs typeface="Jost"/>
                <a:sym typeface="Jost"/>
              </a:rPr>
              <a:t>i</a:t>
            </a:r>
            <a:endParaRPr sz="10000" b="0" i="0" u="none" strike="noStrike" cap="none">
              <a:solidFill>
                <a:srgbClr val="ED1C24"/>
              </a:solidFill>
              <a:latin typeface="Jost"/>
              <a:ea typeface="Jost"/>
              <a:cs typeface="Jost"/>
              <a:sym typeface="Jost"/>
            </a:endParaRPr>
          </a:p>
        </p:txBody>
      </p:sp>
      <p:sp>
        <p:nvSpPr>
          <p:cNvPr id="1035" name="Google Shape;1035;g2d0c6663820_0_181"/>
          <p:cNvSpPr txBox="1"/>
          <p:nvPr/>
        </p:nvSpPr>
        <p:spPr>
          <a:xfrm>
            <a:off x="3683339" y="1308025"/>
            <a:ext cx="16296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FFD400"/>
                </a:solidFill>
                <a:latin typeface="Jost"/>
                <a:ea typeface="Jost"/>
                <a:cs typeface="Jost"/>
                <a:sym typeface="Jost"/>
              </a:rPr>
              <a:t>ng</a:t>
            </a:r>
            <a:endParaRPr sz="10000" b="0" i="0" u="none" strike="noStrike" cap="none">
              <a:solidFill>
                <a:srgbClr val="FFD400"/>
              </a:solidFill>
              <a:latin typeface="Jost"/>
              <a:ea typeface="Jost"/>
              <a:cs typeface="Jost"/>
              <a:sym typeface="Jost"/>
            </a:endParaRPr>
          </a:p>
        </p:txBody>
      </p:sp>
      <p:sp>
        <p:nvSpPr>
          <p:cNvPr id="1036" name="Google Shape;1036;g2d0c6663820_0_181"/>
          <p:cNvSpPr txBox="1"/>
          <p:nvPr/>
        </p:nvSpPr>
        <p:spPr>
          <a:xfrm>
            <a:off x="5137949" y="1308025"/>
            <a:ext cx="14589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0000"/>
              <a:buFont typeface="Arial"/>
              <a:buNone/>
            </a:pPr>
            <a:r>
              <a:rPr lang="en-US" sz="10000" b="0" i="0" u="none" strike="noStrike" cap="none">
                <a:solidFill>
                  <a:srgbClr val="993FA2"/>
                </a:solidFill>
                <a:latin typeface="Jost"/>
                <a:ea typeface="Jost"/>
                <a:cs typeface="Jost"/>
                <a:sym typeface="Jost"/>
              </a:rPr>
              <a:t>er</a:t>
            </a:r>
            <a:endParaRPr sz="10000" b="0" i="0" u="none" strike="noStrike" cap="none">
              <a:solidFill>
                <a:srgbClr val="993FA2"/>
              </a:solidFill>
              <a:latin typeface="Jost"/>
              <a:ea typeface="Jost"/>
              <a:cs typeface="Jost"/>
              <a:sym typeface="Jost"/>
            </a:endParaRPr>
          </a:p>
        </p:txBody>
      </p:sp>
      <p:sp>
        <p:nvSpPr>
          <p:cNvPr id="1037" name="Google Shape;1037;g2d0c6663820_0_181"/>
          <p:cNvSpPr/>
          <p:nvPr/>
        </p:nvSpPr>
        <p:spPr>
          <a:xfrm>
            <a:off x="3878624" y="4056375"/>
            <a:ext cx="1164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8" name="Google Shape;1038;g2d0c6663820_0_181"/>
          <p:cNvSpPr/>
          <p:nvPr/>
        </p:nvSpPr>
        <p:spPr>
          <a:xfrm>
            <a:off x="5348624" y="4056375"/>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9" name="Google Shape;1039;g2d0c6663820_0_181"/>
          <p:cNvSpPr/>
          <p:nvPr/>
        </p:nvSpPr>
        <p:spPr>
          <a:xfrm>
            <a:off x="5133513" y="3914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1046" name="Google Shape;1046;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47" name="Google Shape;1047;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d0c6663820_0_23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54" name="Google Shape;1054;g2d0c6663820_0_231"/>
          <p:cNvSpPr txBox="1">
            <a:spLocks noGrp="1"/>
          </p:cNvSpPr>
          <p:nvPr>
            <p:ph type="title"/>
          </p:nvPr>
        </p:nvSpPr>
        <p:spPr>
          <a:xfrm>
            <a:off x="926525" y="5686700"/>
            <a:ext cx="7290900" cy="4548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Building Multi-Syllabic Words</a:t>
            </a:r>
            <a:endParaRPr/>
          </a:p>
        </p:txBody>
      </p:sp>
      <p:sp>
        <p:nvSpPr>
          <p:cNvPr id="1055" name="Google Shape;1055;g2d0c6663820_0_231"/>
          <p:cNvSpPr txBox="1"/>
          <p:nvPr/>
        </p:nvSpPr>
        <p:spPr>
          <a:xfrm>
            <a:off x="64323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993FA2"/>
                </a:solidFill>
                <a:latin typeface="Jost"/>
                <a:ea typeface="Jost"/>
                <a:cs typeface="Jost"/>
                <a:sym typeface="Jost"/>
              </a:rPr>
              <a:t>er</a:t>
            </a:r>
            <a:endParaRPr sz="8000" b="0" i="0" u="none" strike="noStrike" cap="none">
              <a:solidFill>
                <a:srgbClr val="993FA2"/>
              </a:solidFill>
              <a:latin typeface="Jost"/>
              <a:ea typeface="Jost"/>
              <a:cs typeface="Jost"/>
              <a:sym typeface="Jost"/>
            </a:endParaRPr>
          </a:p>
        </p:txBody>
      </p:sp>
      <p:sp>
        <p:nvSpPr>
          <p:cNvPr id="1056" name="Google Shape;1056;g2d0c6663820_0_231"/>
          <p:cNvSpPr txBox="1"/>
          <p:nvPr/>
        </p:nvSpPr>
        <p:spPr>
          <a:xfrm>
            <a:off x="14859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p</a:t>
            </a:r>
            <a:endParaRPr sz="8000" b="0" i="0" u="none" strike="noStrike" cap="none">
              <a:solidFill>
                <a:srgbClr val="2356AF"/>
              </a:solidFill>
              <a:latin typeface="Jost"/>
              <a:ea typeface="Jost"/>
              <a:cs typeface="Jost"/>
              <a:sym typeface="Jost"/>
            </a:endParaRPr>
          </a:p>
        </p:txBody>
      </p:sp>
      <p:sp>
        <p:nvSpPr>
          <p:cNvPr id="1057" name="Google Shape;1057;g2d0c6663820_0_231"/>
          <p:cNvSpPr txBox="1"/>
          <p:nvPr/>
        </p:nvSpPr>
        <p:spPr>
          <a:xfrm>
            <a:off x="4633100" y="1341050"/>
            <a:ext cx="14514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6800" b="0" i="0" u="none" strike="noStrike" cap="none">
                <a:solidFill>
                  <a:srgbClr val="815137"/>
                </a:solidFill>
                <a:latin typeface="Poppins"/>
                <a:ea typeface="Poppins"/>
                <a:cs typeface="Poppins"/>
                <a:sym typeface="Poppins"/>
              </a:rPr>
              <a:t>ow</a:t>
            </a:r>
            <a:endParaRPr sz="8000" b="0" i="0" u="none" strike="noStrike" cap="none">
              <a:solidFill>
                <a:srgbClr val="815137"/>
              </a:solidFill>
              <a:latin typeface="Jost"/>
              <a:ea typeface="Jost"/>
              <a:cs typeface="Jost"/>
              <a:sym typeface="Jost"/>
            </a:endParaRPr>
          </a:p>
        </p:txBody>
      </p:sp>
      <p:cxnSp>
        <p:nvCxnSpPr>
          <p:cNvPr id="1058" name="Google Shape;1058;g2d0c6663820_0_231"/>
          <p:cNvCxnSpPr/>
          <p:nvPr/>
        </p:nvCxnSpPr>
        <p:spPr>
          <a:xfrm>
            <a:off x="1181100" y="3191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59" name="Google Shape;1059;g2d0c6663820_0_231"/>
          <p:cNvSpPr/>
          <p:nvPr/>
        </p:nvSpPr>
        <p:spPr>
          <a:xfrm>
            <a:off x="1181100" y="3632792"/>
            <a:ext cx="67818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60" name="Google Shape;1060;g2d0c6663820_0_231"/>
          <p:cNvCxnSpPr/>
          <p:nvPr/>
        </p:nvCxnSpPr>
        <p:spPr>
          <a:xfrm>
            <a:off x="1181250" y="437121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1" name="Google Shape;1061;g2d0c6663820_0_231"/>
          <p:cNvCxnSpPr/>
          <p:nvPr/>
        </p:nvCxnSpPr>
        <p:spPr>
          <a:xfrm>
            <a:off x="1181250" y="4067367"/>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2" name="Google Shape;1062;g2d0c6663820_0_231"/>
          <p:cNvCxnSpPr/>
          <p:nvPr/>
        </p:nvCxnSpPr>
        <p:spPr>
          <a:xfrm>
            <a:off x="1181250" y="4974753"/>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63" name="Google Shape;1063;g2d0c6663820_0_231"/>
          <p:cNvCxnSpPr/>
          <p:nvPr/>
        </p:nvCxnSpPr>
        <p:spPr>
          <a:xfrm>
            <a:off x="1181250" y="5238092"/>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64" name="Google Shape;1064;g2d0c6663820_0_231"/>
          <p:cNvCxnSpPr/>
          <p:nvPr/>
        </p:nvCxnSpPr>
        <p:spPr>
          <a:xfrm rot="10800000">
            <a:off x="4576829" y="3617567"/>
            <a:ext cx="0" cy="1851900"/>
          </a:xfrm>
          <a:prstGeom prst="straightConnector1">
            <a:avLst/>
          </a:prstGeom>
          <a:noFill/>
          <a:ln w="76200" cap="flat" cmpd="sng">
            <a:solidFill>
              <a:srgbClr val="C2EDFF"/>
            </a:solidFill>
            <a:prstDash val="solid"/>
            <a:miter lim="800000"/>
            <a:headEnd type="none" w="sm" len="sm"/>
            <a:tailEnd type="none" w="sm" len="sm"/>
          </a:ln>
        </p:spPr>
      </p:cxnSp>
      <p:cxnSp>
        <p:nvCxnSpPr>
          <p:cNvPr id="1065" name="Google Shape;1065;g2d0c6663820_0_231"/>
          <p:cNvCxnSpPr/>
          <p:nvPr/>
        </p:nvCxnSpPr>
        <p:spPr>
          <a:xfrm rot="10800000">
            <a:off x="2883723" y="3617567"/>
            <a:ext cx="0" cy="1851900"/>
          </a:xfrm>
          <a:prstGeom prst="straightConnector1">
            <a:avLst/>
          </a:prstGeom>
          <a:noFill/>
          <a:ln w="28575" cap="flat" cmpd="sng">
            <a:solidFill>
              <a:srgbClr val="C2EDFF"/>
            </a:solidFill>
            <a:prstDash val="lgDash"/>
            <a:miter lim="800000"/>
            <a:headEnd type="none" w="sm" len="sm"/>
            <a:tailEnd type="none" w="sm" len="sm"/>
          </a:ln>
        </p:spPr>
      </p:cxnSp>
      <p:cxnSp>
        <p:nvCxnSpPr>
          <p:cNvPr id="1066" name="Google Shape;1066;g2d0c6663820_0_231"/>
          <p:cNvCxnSpPr/>
          <p:nvPr/>
        </p:nvCxnSpPr>
        <p:spPr>
          <a:xfrm rot="10800000">
            <a:off x="6269936" y="3617567"/>
            <a:ext cx="0" cy="1851900"/>
          </a:xfrm>
          <a:prstGeom prst="straightConnector1">
            <a:avLst/>
          </a:prstGeom>
          <a:noFill/>
          <a:ln w="28575" cap="flat" cmpd="sng">
            <a:solidFill>
              <a:srgbClr val="C2EDFF"/>
            </a:solidFill>
            <a:prstDash val="lgDash"/>
            <a:miter lim="800000"/>
            <a:headEnd type="none" w="sm" len="sm"/>
            <a:tailEnd type="none" w="sm" len="sm"/>
          </a:ln>
        </p:spPr>
      </p:cxnSp>
      <p:sp>
        <p:nvSpPr>
          <p:cNvPr id="1067" name="Google Shape;1067;g2d0c6663820_0_23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8" name="Google Shape;1068;g2d0c6663820_0_23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9" name="Google Shape;1069;g2d0c6663820_0_23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0" name="Google Shape;1070;g2d0c6663820_0_23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1" name="Google Shape;1071;g2d0c6663820_0_23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2" name="Google Shape;1072;g2d0c6663820_0_23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73" name="Google Shape;1073;g2d0c6663820_0_23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74" name="Google Shape;1074;g2d0c6663820_0_23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75" name="Google Shape;1075;g2d0c6663820_0_23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76" name="Google Shape;1076;g2d0c6663820_0_23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77" name="Google Shape;1077;g2d0c6663820_0_23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78" name="Google Shape;1078;g2d0c6663820_0_23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79" name="Google Shape;1079;g2d0c6663820_0_23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80" name="Google Shape;1080;g2d0c6663820_0_23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1" name="Google Shape;1081;g2d0c6663820_0_23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2" name="Google Shape;1082;g2d0c6663820_0_23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3" name="Google Shape;1083;g2d0c6663820_0_23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84" name="Google Shape;1084;g2d0c6663820_0_231"/>
          <p:cNvSpPr txBox="1"/>
          <p:nvPr/>
        </p:nvSpPr>
        <p:spPr>
          <a:xfrm>
            <a:off x="3059500" y="1341050"/>
            <a:ext cx="12258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000" b="0" i="0" u="none" strike="noStrike" cap="none">
                <a:solidFill>
                  <a:srgbClr val="2356AF"/>
                </a:solidFill>
                <a:latin typeface="Jost"/>
                <a:ea typeface="Jost"/>
                <a:cs typeface="Jost"/>
                <a:sym typeface="Jost"/>
              </a:rPr>
              <a:t>d</a:t>
            </a:r>
            <a:endParaRPr sz="8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385</Words>
  <Application>Microsoft Office PowerPoint</Application>
  <PresentationFormat>On-screen Show (4:3)</PresentationFormat>
  <Paragraphs>155</Paragraphs>
  <Slides>15</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Calibri</vt:lpstr>
      <vt:lpstr>Poppins SemiBold</vt:lpstr>
      <vt:lpstr>Mulish</vt:lpstr>
      <vt:lpstr>Nunito Black</vt:lpstr>
      <vt:lpstr>Poppins</vt:lpstr>
      <vt:lpstr>Arial</vt:lpstr>
      <vt:lpstr>Poppins Medium</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Hear Syllables</vt:lpstr>
      <vt:lpstr>Hear Syllables</vt:lpstr>
      <vt:lpstr>Explain Decoding</vt:lpstr>
      <vt:lpstr>Model Blending Phonemes</vt:lpstr>
      <vt:lpstr>Model Blending Phonemes</vt:lpstr>
      <vt:lpstr>Model Blending Phonemes</vt:lpstr>
      <vt:lpstr>Model Blending Phonemes</vt:lpstr>
      <vt:lpstr>Explain Encoding</vt:lpstr>
      <vt:lpstr>Practise Building Multi-Syllabic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2026-05-13T03:56:52Z</dcterms:modified>
</cp:coreProperties>
</file>