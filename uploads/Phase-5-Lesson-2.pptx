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6858000" type="screen4x3"/>
  <p:notesSz cx="6858000" cy="9144000"/>
  <p:embeddedFontLst>
    <p:embeddedFont>
      <p:font typeface="Jost" panose="020B0604020202020204" charset="0"/>
      <p:regular r:id="rId34"/>
      <p:bold r:id="rId35"/>
      <p:italic r:id="rId36"/>
      <p:boldItalic r:id="rId37"/>
    </p:embeddedFont>
    <p:embeddedFont>
      <p:font typeface="Nunito Black" pitchFamily="2" charset="0"/>
      <p:bold r:id="rId38"/>
      <p:boldItalic r:id="rId39"/>
    </p:embeddedFont>
    <p:embeddedFont>
      <p:font typeface="Poppins" panose="00000500000000000000" pitchFamily="2" charset="0"/>
      <p:regular r:id="rId40"/>
      <p:bold r:id="rId41"/>
      <p:italic r:id="rId42"/>
      <p:boldItalic r:id="rId43"/>
    </p:embeddedFont>
    <p:embeddedFont>
      <p:font typeface="Poppins Medium" panose="00000600000000000000" pitchFamily="2" charset="0"/>
      <p:regular r:id="rId44"/>
      <p:bold r:id="rId45"/>
      <p:italic r:id="rId46"/>
      <p:boldItalic r:id="rId47"/>
    </p:embeddedFont>
    <p:embeddedFont>
      <p:font typeface="Poppins SemiBold" panose="00000700000000000000"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j5SLqyEmHwH4bKe6CKdnXVStrEB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58D6CE-E827-4461-BFD5-8B1311D428A5}">
  <a:tblStyle styleId="{F958D6CE-E827-4461-BFD5-8B1311D428A5}"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8.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3" name="Google Shape;71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4" name="Google Shape;71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7" name="Google Shape;78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cecd681c9e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cecd681c9e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cecd681c9e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2cecd681c9e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6" name="Google Shape;966;g2cecd681c9e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7" name="Google Shape;967;g2cecd681c9e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5" name="Google Shape;1015;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6" name="Google Shape;1016;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3" name="Google Shape;1033;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4" name="Google Shape;1034;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2" name="Google Shape;1042;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3" name="Google Shape;1043;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2" name="Google Shape;105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g2cecd681c9e_0_9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0" name="Google Shape;1060;g2cecd681c9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1" name="Google Shape;1061;g2cecd681c9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2cecd681c9e_0_8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9" name="Google Shape;1069;g2cecd681c9e_0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0" name="Google Shape;1070;g2cecd681c9e_0_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2cecd681c9e_0_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8" name="Google Shape;1078;g2cecd681c9e_0_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9" name="Google Shape;1079;g2cecd681c9e_0_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g2cecd681c9e_0_7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7" name="Google Shape;1087;g2cecd681c9e_0_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8" name="Google Shape;1088;g2cecd681c9e_0_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6" name="Google Shape;1096;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7" name="Google Shape;1097;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5" name="Google Shape;1105;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6" name="Google Shape;1106;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4" name="Google Shape;111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5" name="Google Shape;111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g2cecd681c9e_0_1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0" name="Google Shape;1140;g2cecd681c9e_0_1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1" name="Google Shape;1141;g2cecd681c9e_0_1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0781"/>
            <a:ext cx="3882600" cy="84540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2434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'ou' (/ow/)</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809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1 - Tuesday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2</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22.xm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slide" Target="slide2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1.xml"/><Relationship Id="rId5" Type="http://schemas.openxmlformats.org/officeDocument/2006/relationships/image" Target="../media/image5.png"/><Relationship Id="rId10" Type="http://schemas.openxmlformats.org/officeDocument/2006/relationships/slide" Target="slide9.xml"/><Relationship Id="rId4" Type="http://schemas.openxmlformats.org/officeDocument/2006/relationships/image" Target="../media/image9.png"/><Relationship Id="rId9" Type="http://schemas.openxmlformats.org/officeDocument/2006/relationships/slide" Target="slide19.xml"/><Relationship Id="rId14" Type="http://schemas.openxmlformats.org/officeDocument/2006/relationships/slide" Target="slide28.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29"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28" Type="http://schemas.openxmlformats.org/officeDocument/2006/relationships/image" Target="../media/image59.png"/><Relationship Id="rId10" Type="http://schemas.openxmlformats.org/officeDocument/2006/relationships/image" Target="../media/image41.png"/><Relationship Id="rId19" Type="http://schemas.openxmlformats.org/officeDocument/2006/relationships/image" Target="../media/image50.png"/><Relationship Id="rId31" Type="http://schemas.openxmlformats.org/officeDocument/2006/relationships/image" Target="../media/image62.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png"/><Relationship Id="rId30" Type="http://schemas.openxmlformats.org/officeDocument/2006/relationships/image" Target="../media/image61.png"/></Relationships>
</file>

<file path=ppt/slides/_rels/slide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3" Type="http://schemas.openxmlformats.org/officeDocument/2006/relationships/image" Target="../media/image64.png"/><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notesSlide" Target="../notesSlides/notesSlide6.xml"/><Relationship Id="rId16" Type="http://schemas.openxmlformats.org/officeDocument/2006/relationships/image" Target="../media/image77.png"/><Relationship Id="rId1" Type="http://schemas.openxmlformats.org/officeDocument/2006/relationships/slideLayout" Target="../slideLayouts/slideLayout3.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7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s>
</file>

<file path=ppt/slides/_rels/slide7.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18" Type="http://schemas.openxmlformats.org/officeDocument/2006/relationships/image" Target="../media/image93.png"/><Relationship Id="rId26" Type="http://schemas.openxmlformats.org/officeDocument/2006/relationships/image" Target="../media/image101.png"/><Relationship Id="rId3" Type="http://schemas.openxmlformats.org/officeDocument/2006/relationships/image" Target="../media/image78.png"/><Relationship Id="rId21" Type="http://schemas.openxmlformats.org/officeDocument/2006/relationships/image" Target="../media/image96.png"/><Relationship Id="rId7" Type="http://schemas.openxmlformats.org/officeDocument/2006/relationships/image" Target="../media/image82.png"/><Relationship Id="rId12" Type="http://schemas.openxmlformats.org/officeDocument/2006/relationships/image" Target="../media/image87.png"/><Relationship Id="rId17" Type="http://schemas.openxmlformats.org/officeDocument/2006/relationships/image" Target="../media/image92.png"/><Relationship Id="rId25" Type="http://schemas.openxmlformats.org/officeDocument/2006/relationships/image" Target="../media/image100.png"/><Relationship Id="rId2" Type="http://schemas.openxmlformats.org/officeDocument/2006/relationships/notesSlide" Target="../notesSlides/notesSlide7.xml"/><Relationship Id="rId16" Type="http://schemas.openxmlformats.org/officeDocument/2006/relationships/image" Target="../media/image91.png"/><Relationship Id="rId20" Type="http://schemas.openxmlformats.org/officeDocument/2006/relationships/image" Target="../media/image95.png"/><Relationship Id="rId29" Type="http://schemas.openxmlformats.org/officeDocument/2006/relationships/image" Target="../media/image104.png"/><Relationship Id="rId1" Type="http://schemas.openxmlformats.org/officeDocument/2006/relationships/slideLayout" Target="../slideLayouts/slideLayout3.xml"/><Relationship Id="rId6" Type="http://schemas.openxmlformats.org/officeDocument/2006/relationships/image" Target="../media/image81.png"/><Relationship Id="rId11" Type="http://schemas.openxmlformats.org/officeDocument/2006/relationships/image" Target="../media/image86.png"/><Relationship Id="rId24" Type="http://schemas.openxmlformats.org/officeDocument/2006/relationships/image" Target="../media/image99.png"/><Relationship Id="rId5" Type="http://schemas.openxmlformats.org/officeDocument/2006/relationships/image" Target="../media/image80.png"/><Relationship Id="rId15" Type="http://schemas.openxmlformats.org/officeDocument/2006/relationships/image" Target="../media/image90.png"/><Relationship Id="rId23" Type="http://schemas.openxmlformats.org/officeDocument/2006/relationships/image" Target="../media/image98.png"/><Relationship Id="rId28" Type="http://schemas.openxmlformats.org/officeDocument/2006/relationships/image" Target="../media/image103.png"/><Relationship Id="rId10" Type="http://schemas.openxmlformats.org/officeDocument/2006/relationships/image" Target="../media/image85.png"/><Relationship Id="rId19" Type="http://schemas.openxmlformats.org/officeDocument/2006/relationships/image" Target="../media/image94.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89.png"/><Relationship Id="rId22" Type="http://schemas.openxmlformats.org/officeDocument/2006/relationships/image" Target="../media/image97.png"/><Relationship Id="rId27" Type="http://schemas.openxmlformats.org/officeDocument/2006/relationships/image" Target="../media/image102.png"/><Relationship Id="rId30" Type="http://schemas.openxmlformats.org/officeDocument/2006/relationships/image" Target="../media/image105.png"/></Relationships>
</file>

<file path=ppt/slides/_rels/slide8.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3" Type="http://schemas.openxmlformats.org/officeDocument/2006/relationships/image" Target="../media/image106.png"/><Relationship Id="rId7" Type="http://schemas.openxmlformats.org/officeDocument/2006/relationships/image" Target="../media/image110.png"/><Relationship Id="rId12" Type="http://schemas.openxmlformats.org/officeDocument/2006/relationships/image" Target="../media/image11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09.png"/><Relationship Id="rId11" Type="http://schemas.openxmlformats.org/officeDocument/2006/relationships/image" Target="../media/image114.png"/><Relationship Id="rId5" Type="http://schemas.openxmlformats.org/officeDocument/2006/relationships/image" Target="../media/image108.png"/><Relationship Id="rId15" Type="http://schemas.openxmlformats.org/officeDocument/2006/relationships/image" Target="../media/image118.png"/><Relationship Id="rId10" Type="http://schemas.openxmlformats.org/officeDocument/2006/relationships/image" Target="../media/image113.png"/><Relationship Id="rId4" Type="http://schemas.openxmlformats.org/officeDocument/2006/relationships/image" Target="../media/image107.png"/><Relationship Id="rId9" Type="http://schemas.openxmlformats.org/officeDocument/2006/relationships/image" Target="../media/image112.png"/><Relationship Id="rId14" Type="http://schemas.openxmlformats.org/officeDocument/2006/relationships/image" Target="../media/image11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651276"/>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Vowel Digraph 'ou' (/ow/)</a:t>
            </a:r>
            <a:endParaRPr/>
          </a:p>
        </p:txBody>
      </p:sp>
      <p:sp>
        <p:nvSpPr>
          <p:cNvPr id="668" name="Google Shape;668;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a:t>
            </a:r>
            <a:endParaRPr/>
          </a:p>
        </p:txBody>
      </p:sp>
      <p:sp>
        <p:nvSpPr>
          <p:cNvPr id="671" name="Google Shape;671;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72" name="Google Shape;672;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73" name="Google Shape;673;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74" name="Google Shape;674;p1"/>
          <p:cNvPicPr preferRelativeResize="0"/>
          <p:nvPr/>
        </p:nvPicPr>
        <p:blipFill rotWithShape="1">
          <a:blip r:embed="rId3">
            <a:alphaModFix/>
          </a:blip>
          <a:srcRect l="39" r="49"/>
          <a:stretch/>
        </p:blipFill>
        <p:spPr>
          <a:xfrm rot="-149497">
            <a:off x="3185766" y="4326235"/>
            <a:ext cx="2493519" cy="997851"/>
          </a:xfrm>
          <a:prstGeom prst="rect">
            <a:avLst/>
          </a:prstGeom>
          <a:noFill/>
          <a:ln>
            <a:noFill/>
          </a:ln>
          <a:effectLst>
            <a:outerShdw blurRad="71438" dist="38100" dir="5220000" algn="bl" rotWithShape="0">
              <a:srgbClr val="000000">
                <a:alpha val="21176"/>
              </a:srgbClr>
            </a:outerShdw>
          </a:effectLst>
        </p:spPr>
      </p:pic>
      <p:pic>
        <p:nvPicPr>
          <p:cNvPr id="675" name="Google Shape;675;p1"/>
          <p:cNvPicPr preferRelativeResize="0"/>
          <p:nvPr/>
        </p:nvPicPr>
        <p:blipFill rotWithShape="1">
          <a:blip r:embed="rId4">
            <a:alphaModFix/>
          </a:blip>
          <a:srcRect l="139" r="14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676" name="Google Shape;676;p1"/>
          <p:cNvPicPr preferRelativeResize="0"/>
          <p:nvPr/>
        </p:nvPicPr>
        <p:blipFill rotWithShape="1">
          <a:blip r:embed="rId5">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7" name="Google Shape;677;p1"/>
          <p:cNvPicPr preferRelativeResize="0"/>
          <p:nvPr/>
        </p:nvPicPr>
        <p:blipFill rotWithShape="1">
          <a:blip r:embed="rId6">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678" name="Google Shape;678;p1"/>
          <p:cNvGraphicFramePr/>
          <p:nvPr/>
        </p:nvGraphicFramePr>
        <p:xfrm>
          <a:off x="4844200" y="1891197"/>
          <a:ext cx="3785000" cy="1678950"/>
        </p:xfrm>
        <a:graphic>
          <a:graphicData uri="http://schemas.openxmlformats.org/drawingml/2006/table">
            <a:tbl>
              <a:tblPr firstRow="1" bandRow="1">
                <a:noFill/>
                <a:tableStyleId>{F958D6CE-E827-4461-BFD5-8B1311D428A5}</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ou</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endParaRPr sz="17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vowel digraph </a:t>
            </a:r>
            <a:r>
              <a:rPr lang="en-US">
                <a:solidFill>
                  <a:srgbClr val="8DC63F"/>
                </a:solidFill>
              </a:rPr>
              <a:t>ou</a:t>
            </a:r>
            <a:r>
              <a:rPr lang="en-US"/>
              <a:t> (</a:t>
            </a:r>
            <a:r>
              <a:rPr lang="en-US">
                <a:solidFill>
                  <a:srgbClr val="8DC63F"/>
                </a:solidFill>
              </a:rPr>
              <a:t>/ow/</a:t>
            </a:r>
            <a:r>
              <a:rPr lang="en-US"/>
              <a:t>).</a:t>
            </a:r>
            <a:endParaRPr/>
          </a:p>
        </p:txBody>
      </p:sp>
      <p:sp>
        <p:nvSpPr>
          <p:cNvPr id="685" name="Google Shape;685;g2bee4f4af4b_0_204"/>
          <p:cNvSpPr txBox="1">
            <a:spLocks noGrp="1"/>
          </p:cNvSpPr>
          <p:nvPr>
            <p:ph type="body" idx="2"/>
          </p:nvPr>
        </p:nvSpPr>
        <p:spPr>
          <a:xfrm>
            <a:off x="3298550" y="1707550"/>
            <a:ext cx="4850100" cy="15213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endParaRPr>
              <a:solidFill>
                <a:srgbClr val="2356AF"/>
              </a:solidFill>
            </a:endParaRPr>
          </a:p>
        </p:txBody>
      </p:sp>
      <p:sp>
        <p:nvSpPr>
          <p:cNvPr id="686" name="Google Shape;686;g2bee4f4af4b_0_204"/>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687" name="Google Shape;687;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8" name="Google Shape;688;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9" name="Google Shape;689;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690" name="Google Shape;690;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91" name="Google Shape;691;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92" name="Google Shape;692;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93" name="Google Shape;693;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94" name="Google Shape;694;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95" name="Google Shape;695;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696" name="Google Shape;696;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7" name="Google Shape;697;g2bee4f4af4b_0_204"/>
          <p:cNvSpPr txBox="1"/>
          <p:nvPr/>
        </p:nvSpPr>
        <p:spPr>
          <a:xfrm>
            <a:off x="5845102" y="5256525"/>
            <a:ext cx="144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98" name="Google Shape;698;g2bee4f4af4b_0_204"/>
          <p:cNvPicPr preferRelativeResize="0"/>
          <p:nvPr/>
        </p:nvPicPr>
        <p:blipFill rotWithShape="1">
          <a:blip r:embed="rId6">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
        <p:nvSpPr>
          <p:cNvPr id="699" name="Google Shape;699;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00" name="Google Shape;700;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01" name="Google Shape;701;g2bee4f4af4b_0_204"/>
          <p:cNvPicPr preferRelativeResize="0"/>
          <p:nvPr/>
        </p:nvPicPr>
        <p:blipFill rotWithShape="1">
          <a:blip r:embed="rId7">
            <a:alphaModFix/>
          </a:blip>
          <a:srcRect t="19" b="29"/>
          <a:stretch/>
        </p:blipFill>
        <p:spPr>
          <a:xfrm>
            <a:off x="7455246" y="4363493"/>
            <a:ext cx="786850" cy="590421"/>
          </a:xfrm>
          <a:prstGeom prst="rect">
            <a:avLst/>
          </a:prstGeom>
          <a:noFill/>
          <a:ln>
            <a:noFill/>
          </a:ln>
          <a:effectLst>
            <a:outerShdw blurRad="71438" dist="19050" dir="5220000" algn="bl" rotWithShape="0">
              <a:srgbClr val="D8D8D8"/>
            </a:outerShdw>
          </a:effectLst>
        </p:spPr>
      </p:pic>
      <p:sp>
        <p:nvSpPr>
          <p:cNvPr id="702" name="Google Shape;70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8">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05" name="Google Shape;705;g2bee4f4af4b_0_204">
            <a:hlinkClick r:id="rId9" action="ppaction://hlinksldjump"/>
          </p:cNvPr>
          <p:cNvSpPr/>
          <p:nvPr/>
        </p:nvSpPr>
        <p:spPr>
          <a:xfrm>
            <a:off x="3570799" y="379331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6" name="Google Shape;706;g2bee4f4af4b_0_204">
            <a:hlinkClick r:id="rId10" action="ppaction://hlinksldjump"/>
          </p:cNvPr>
          <p:cNvSpPr/>
          <p:nvPr/>
        </p:nvSpPr>
        <p:spPr>
          <a:xfrm>
            <a:off x="991849" y="3758937"/>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7" name="Google Shape;707;g2bee4f4af4b_0_204">
            <a:hlinkClick r:id="rId11" action="ppaction://hlinksldjump"/>
          </p:cNvPr>
          <p:cNvSpPr/>
          <p:nvPr/>
        </p:nvSpPr>
        <p:spPr>
          <a:xfrm>
            <a:off x="2429172" y="380515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8" name="Google Shape;708;g2bee4f4af4b_0_204">
            <a:hlinkClick r:id="rId12" action="ppaction://hlinksldjump"/>
          </p:cNvPr>
          <p:cNvSpPr/>
          <p:nvPr/>
        </p:nvSpPr>
        <p:spPr>
          <a:xfrm>
            <a:off x="4884745" y="379331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9" name="Google Shape;709;g2bee4f4af4b_0_204">
            <a:hlinkClick r:id="rId13" action="ppaction://hlinksldjump"/>
          </p:cNvPr>
          <p:cNvSpPr/>
          <p:nvPr/>
        </p:nvSpPr>
        <p:spPr>
          <a:xfrm>
            <a:off x="6006982" y="375893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0" name="Google Shape;710;g2bee4f4af4b_0_204">
            <a:hlinkClick r:id="rId14" action="ppaction://hlinksldjump"/>
          </p:cNvPr>
          <p:cNvSpPr/>
          <p:nvPr/>
        </p:nvSpPr>
        <p:spPr>
          <a:xfrm>
            <a:off x="7387149" y="378147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7" name="Google Shape;717;g26b641b03cd_0_165"/>
          <p:cNvGrpSpPr/>
          <p:nvPr/>
        </p:nvGrpSpPr>
        <p:grpSpPr>
          <a:xfrm>
            <a:off x="930400" y="2053244"/>
            <a:ext cx="7283200" cy="3724851"/>
            <a:chOff x="930400" y="2129444"/>
            <a:chExt cx="7283200" cy="3724851"/>
          </a:xfrm>
        </p:grpSpPr>
        <p:pic>
          <p:nvPicPr>
            <p:cNvPr id="718" name="Google Shape;71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6b7edf6e71_0_26"/>
          <p:cNvGrpSpPr/>
          <p:nvPr/>
        </p:nvGrpSpPr>
        <p:grpSpPr>
          <a:xfrm>
            <a:off x="930400" y="2053250"/>
            <a:ext cx="7283201" cy="2971674"/>
            <a:chOff x="930400" y="2129450"/>
            <a:chExt cx="7283201" cy="2971674"/>
          </a:xfrm>
        </p:grpSpPr>
        <p:pic>
          <p:nvPicPr>
            <p:cNvPr id="748" name="Google Shape;74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49" name="Google Shape;74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6" name="Google Shape;75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7" name="Google Shape;75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8" name="Google Shape;75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1" name="Google Shape;76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3" name="Google Shape;783;g2c298da1f27_0_417"/>
          <p:cNvPicPr preferRelativeResize="0"/>
          <p:nvPr/>
        </p:nvPicPr>
        <p:blipFill rotWithShape="1">
          <a:blip r:embed="rId3">
            <a:alphaModFix/>
          </a:blip>
          <a:srcRect l="79" r="79"/>
          <a:stretch/>
        </p:blipFill>
        <p:spPr>
          <a:xfrm>
            <a:off x="3486375" y="2305875"/>
            <a:ext cx="2171299" cy="307338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90" name="Google Shape;790;g26b7edf6e71_0_109"/>
          <p:cNvGrpSpPr/>
          <p:nvPr/>
        </p:nvGrpSpPr>
        <p:grpSpPr>
          <a:xfrm>
            <a:off x="865957" y="2059725"/>
            <a:ext cx="7282807" cy="2686611"/>
            <a:chOff x="867357" y="2129450"/>
            <a:chExt cx="7282807" cy="2686611"/>
          </a:xfrm>
        </p:grpSpPr>
        <p:pic>
          <p:nvPicPr>
            <p:cNvPr id="791" name="Google Shape;79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11" name="Google Shape;811;g2c298d33e0c_0_6"/>
          <p:cNvGrpSpPr/>
          <p:nvPr/>
        </p:nvGrpSpPr>
        <p:grpSpPr>
          <a:xfrm>
            <a:off x="866900" y="2079100"/>
            <a:ext cx="7281864" cy="2684601"/>
            <a:chOff x="868300" y="2129450"/>
            <a:chExt cx="7281864" cy="2684601"/>
          </a:xfrm>
        </p:grpSpPr>
        <p:pic>
          <p:nvPicPr>
            <p:cNvPr id="812" name="Google Shape;812;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13" name="Google Shape;813;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6" name="Google Shape;816;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46" name="Google Shape;846;g2c298da1f27_0_455"/>
          <p:cNvGrpSpPr/>
          <p:nvPr/>
        </p:nvGrpSpPr>
        <p:grpSpPr>
          <a:xfrm>
            <a:off x="868300" y="2053250"/>
            <a:ext cx="7281864" cy="2684601"/>
            <a:chOff x="868300" y="2053250"/>
            <a:chExt cx="7281864" cy="2684601"/>
          </a:xfrm>
        </p:grpSpPr>
        <p:pic>
          <p:nvPicPr>
            <p:cNvPr id="847" name="Google Shape;847;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48" name="Google Shape;848;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51" name="Google Shape;851;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52" name="Google Shape;852;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53" name="Google Shape;853;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54" name="Google Shape;854;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5" name="Google Shape;855;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56" name="Google Shape;856;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57" name="Google Shape;857;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58" name="Google Shape;858;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59" name="Google Shape;859;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66" name="Google Shape;866;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67" name="Google Shape;867;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68" name="Google Shape;868;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75" name="Google Shape;875;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76" name="Google Shape;876;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77" name="Google Shape;877;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84" name="Google Shape;88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85" name="Google Shape;885;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886" name="Google Shape;88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3" name="Google Shape;893;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94" name="Google Shape;894;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895" name="Google Shape;895;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02" name="Google Shape;90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03" name="Google Shape;90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0" name="Google Shape;910;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1" name="Google Shape;911;g2c4fb7f6616_1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4fb7f6616_1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4fb7f6616_1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5" name="Google Shape;91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6" name="Google Shape;916;g2c4fb7f6616_1_0"/>
          <p:cNvGrpSpPr/>
          <p:nvPr/>
        </p:nvGrpSpPr>
        <p:grpSpPr>
          <a:xfrm>
            <a:off x="304250" y="6984600"/>
            <a:ext cx="8330829" cy="808600"/>
            <a:chOff x="-152950" y="7365600"/>
            <a:chExt cx="8330829" cy="808600"/>
          </a:xfrm>
        </p:grpSpPr>
        <p:sp>
          <p:nvSpPr>
            <p:cNvPr id="917" name="Google Shape;917;g2c4fb7f6616_1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8" name="Google Shape;918;g2c4fb7f6616_1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9" name="Google Shape;919;g2c4fb7f6616_1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0" name="Google Shape;920;g2c4fb7f6616_1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1" name="Google Shape;921;g2c4fb7f6616_1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2" name="Google Shape;922;g2c4fb7f6616_1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3" name="Google Shape;923;g2c4fb7f6616_1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4" name="Google Shape;924;g2c4fb7f6616_1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25" name="Google Shape;925;g2c4fb7f6616_1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c4fb7f6616_1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c4fb7f6616_1_0"/>
          <p:cNvSpPr/>
          <p:nvPr/>
        </p:nvSpPr>
        <p:spPr>
          <a:xfrm>
            <a:off x="529486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8" name="Google Shape;928;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9" name="Google Shape;929;g2c4fb7f6616_1_0"/>
          <p:cNvSpPr txBox="1">
            <a:spLocks noGrp="1"/>
          </p:cNvSpPr>
          <p:nvPr>
            <p:ph type="subTitle" idx="4294967295"/>
          </p:nvPr>
        </p:nvSpPr>
        <p:spPr>
          <a:xfrm>
            <a:off x="472521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30" name="Google Shape;930;g2c4fb7f6616_1_0"/>
          <p:cNvSpPr txBox="1">
            <a:spLocks noGrp="1"/>
          </p:cNvSpPr>
          <p:nvPr>
            <p:ph type="subTitle" idx="4294967295"/>
          </p:nvPr>
        </p:nvSpPr>
        <p:spPr>
          <a:xfrm>
            <a:off x="2889388" y="1308025"/>
            <a:ext cx="2441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6C4029"/>
                </a:solidFill>
                <a:latin typeface="Jost"/>
                <a:ea typeface="Jost"/>
                <a:cs typeface="Jost"/>
                <a:sym typeface="Jost"/>
              </a:rPr>
              <a:t>ou</a:t>
            </a:r>
            <a:endParaRPr sz="15000" b="0" i="0" u="none" strike="noStrike" cap="none">
              <a:solidFill>
                <a:srgbClr val="6C4029"/>
              </a:solidFill>
              <a:latin typeface="Jost"/>
              <a:ea typeface="Jost"/>
              <a:cs typeface="Jost"/>
              <a:sym typeface="Jost"/>
            </a:endParaRPr>
          </a:p>
        </p:txBody>
      </p:sp>
      <p:sp>
        <p:nvSpPr>
          <p:cNvPr id="931" name="Google Shape;931;g2c4fb7f6616_1_0"/>
          <p:cNvSpPr/>
          <p:nvPr/>
        </p:nvSpPr>
        <p:spPr>
          <a:xfrm>
            <a:off x="3222388" y="4011900"/>
            <a:ext cx="1775100" cy="180000"/>
          </a:xfrm>
          <a:prstGeom prst="rect">
            <a:avLst/>
          </a:prstGeom>
          <a:solidFill>
            <a:srgbClr val="6C402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C4029"/>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cecd681c9e_0_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8" name="Google Shape;938;g2cecd681c9e_0_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9" name="Google Shape;939;g2cecd681c9e_0_1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cecd681c9e_0_1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cecd681c9e_0_1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cecd681c9e_0_1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cecd681c9e_0_1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4" name="Google Shape;944;g2cecd681c9e_0_10"/>
          <p:cNvGrpSpPr/>
          <p:nvPr/>
        </p:nvGrpSpPr>
        <p:grpSpPr>
          <a:xfrm>
            <a:off x="304250" y="6984600"/>
            <a:ext cx="8330829" cy="808600"/>
            <a:chOff x="-152950" y="7365600"/>
            <a:chExt cx="8330829" cy="808600"/>
          </a:xfrm>
        </p:grpSpPr>
        <p:sp>
          <p:nvSpPr>
            <p:cNvPr id="945" name="Google Shape;945;g2cecd681c9e_0_1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6" name="Google Shape;946;g2cecd681c9e_0_1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7" name="Google Shape;947;g2cecd681c9e_0_1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8" name="Google Shape;948;g2cecd681c9e_0_1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9" name="Google Shape;949;g2cecd681c9e_0_1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0" name="Google Shape;950;g2cecd681c9e_0_1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1" name="Google Shape;951;g2cecd681c9e_0_1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2" name="Google Shape;952;g2cecd681c9e_0_1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53" name="Google Shape;953;g2cecd681c9e_0_1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4" name="Google Shape;954;g2cecd681c9e_0_1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cecd681c9e_0_10"/>
          <p:cNvSpPr/>
          <p:nvPr/>
        </p:nvSpPr>
        <p:spPr>
          <a:xfrm>
            <a:off x="33873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6" name="Google Shape;956;g2cecd681c9e_0_10"/>
          <p:cNvSpPr/>
          <p:nvPr/>
        </p:nvSpPr>
        <p:spPr>
          <a:xfrm>
            <a:off x="62523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7" name="Google Shape;957;g2cecd681c9e_0_1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8" name="Google Shape;958;g2cecd681c9e_0_10"/>
          <p:cNvSpPr txBox="1">
            <a:spLocks noGrp="1"/>
          </p:cNvSpPr>
          <p:nvPr>
            <p:ph type="subTitle" idx="4294967295"/>
          </p:nvPr>
        </p:nvSpPr>
        <p:spPr>
          <a:xfrm>
            <a:off x="56827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59" name="Google Shape;959;g2cecd681c9e_0_10"/>
          <p:cNvSpPr txBox="1">
            <a:spLocks noGrp="1"/>
          </p:cNvSpPr>
          <p:nvPr>
            <p:ph type="subTitle" idx="4294967295"/>
          </p:nvPr>
        </p:nvSpPr>
        <p:spPr>
          <a:xfrm>
            <a:off x="28176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60" name="Google Shape;960;g2cecd681c9e_0_10"/>
          <p:cNvSpPr txBox="1">
            <a:spLocks noGrp="1"/>
          </p:cNvSpPr>
          <p:nvPr>
            <p:ph type="subTitle" idx="4294967295"/>
          </p:nvPr>
        </p:nvSpPr>
        <p:spPr>
          <a:xfrm>
            <a:off x="3831113" y="1308025"/>
            <a:ext cx="2441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6C4029"/>
                </a:solidFill>
                <a:latin typeface="Jost"/>
                <a:ea typeface="Jost"/>
                <a:cs typeface="Jost"/>
                <a:sym typeface="Jost"/>
              </a:rPr>
              <a:t>ou</a:t>
            </a:r>
            <a:endParaRPr sz="15000" b="0" i="0" u="none" strike="noStrike" cap="none">
              <a:solidFill>
                <a:srgbClr val="6C4029"/>
              </a:solidFill>
              <a:latin typeface="Jost"/>
              <a:ea typeface="Jost"/>
              <a:cs typeface="Jost"/>
              <a:sym typeface="Jost"/>
            </a:endParaRPr>
          </a:p>
        </p:txBody>
      </p:sp>
      <p:sp>
        <p:nvSpPr>
          <p:cNvPr id="961" name="Google Shape;961;g2cecd681c9e_0_10"/>
          <p:cNvSpPr/>
          <p:nvPr/>
        </p:nvSpPr>
        <p:spPr>
          <a:xfrm>
            <a:off x="25015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2" name="Google Shape;962;g2cecd681c9e_0_10"/>
          <p:cNvSpPr txBox="1">
            <a:spLocks noGrp="1"/>
          </p:cNvSpPr>
          <p:nvPr>
            <p:ph type="subTitle" idx="4294967295"/>
          </p:nvPr>
        </p:nvSpPr>
        <p:spPr>
          <a:xfrm>
            <a:off x="19318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63" name="Google Shape;963;g2cecd681c9e_0_10"/>
          <p:cNvSpPr/>
          <p:nvPr/>
        </p:nvSpPr>
        <p:spPr>
          <a:xfrm>
            <a:off x="4164113" y="4011900"/>
            <a:ext cx="1775100" cy="180000"/>
          </a:xfrm>
          <a:prstGeom prst="rect">
            <a:avLst/>
          </a:prstGeom>
          <a:solidFill>
            <a:srgbClr val="6C402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C4029"/>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g2cecd681c9e_0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0" name="Google Shape;970;g2cecd681c9e_0_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1" name="Google Shape;971;g2cecd681c9e_0_4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cecd681c9e_0_4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cecd681c9e_0_4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cecd681c9e_0_4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cecd681c9e_0_4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6" name="Google Shape;976;g2cecd681c9e_0_42"/>
          <p:cNvGrpSpPr/>
          <p:nvPr/>
        </p:nvGrpSpPr>
        <p:grpSpPr>
          <a:xfrm>
            <a:off x="304250" y="6984600"/>
            <a:ext cx="8330829" cy="808600"/>
            <a:chOff x="-152950" y="7365600"/>
            <a:chExt cx="8330829" cy="808600"/>
          </a:xfrm>
        </p:grpSpPr>
        <p:sp>
          <p:nvSpPr>
            <p:cNvPr id="977" name="Google Shape;977;g2cecd681c9e_0_4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8" name="Google Shape;978;g2cecd681c9e_0_4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9" name="Google Shape;979;g2cecd681c9e_0_4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0" name="Google Shape;980;g2cecd681c9e_0_4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1" name="Google Shape;981;g2cecd681c9e_0_4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2" name="Google Shape;982;g2cecd681c9e_0_4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3" name="Google Shape;983;g2cecd681c9e_0_4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4" name="Google Shape;984;g2cecd681c9e_0_4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85" name="Google Shape;985;g2cecd681c9e_0_4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6" name="Google Shape;986;g2cecd681c9e_0_4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cecd681c9e_0_42"/>
          <p:cNvSpPr/>
          <p:nvPr/>
        </p:nvSpPr>
        <p:spPr>
          <a:xfrm>
            <a:off x="336508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cecd681c9e_0_42"/>
          <p:cNvSpPr/>
          <p:nvPr/>
        </p:nvSpPr>
        <p:spPr>
          <a:xfrm>
            <a:off x="627468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9" name="Google Shape;989;g2cecd681c9e_0_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0" name="Google Shape;990;g2cecd681c9e_0_42"/>
          <p:cNvSpPr txBox="1">
            <a:spLocks noGrp="1"/>
          </p:cNvSpPr>
          <p:nvPr>
            <p:ph type="subTitle" idx="4294967295"/>
          </p:nvPr>
        </p:nvSpPr>
        <p:spPr>
          <a:xfrm>
            <a:off x="570503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91" name="Google Shape;991;g2cecd681c9e_0_42"/>
          <p:cNvSpPr txBox="1">
            <a:spLocks noGrp="1"/>
          </p:cNvSpPr>
          <p:nvPr>
            <p:ph type="subTitle" idx="4294967295"/>
          </p:nvPr>
        </p:nvSpPr>
        <p:spPr>
          <a:xfrm>
            <a:off x="279538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92" name="Google Shape;992;g2cecd681c9e_0_42"/>
          <p:cNvSpPr txBox="1">
            <a:spLocks noGrp="1"/>
          </p:cNvSpPr>
          <p:nvPr>
            <p:ph type="subTitle" idx="4294967295"/>
          </p:nvPr>
        </p:nvSpPr>
        <p:spPr>
          <a:xfrm>
            <a:off x="3701011" y="1308025"/>
            <a:ext cx="2441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6C4029"/>
                </a:solidFill>
                <a:latin typeface="Jost"/>
                <a:ea typeface="Jost"/>
                <a:cs typeface="Jost"/>
                <a:sym typeface="Jost"/>
              </a:rPr>
              <a:t>ou</a:t>
            </a:r>
            <a:endParaRPr sz="15000" b="0" i="0" u="none" strike="noStrike" cap="none">
              <a:solidFill>
                <a:srgbClr val="6C4029"/>
              </a:solidFill>
              <a:latin typeface="Jost"/>
              <a:ea typeface="Jost"/>
              <a:cs typeface="Jost"/>
              <a:sym typeface="Jost"/>
            </a:endParaRPr>
          </a:p>
        </p:txBody>
      </p:sp>
      <p:sp>
        <p:nvSpPr>
          <p:cNvPr id="993" name="Google Shape;993;g2cecd681c9e_0_42"/>
          <p:cNvSpPr/>
          <p:nvPr/>
        </p:nvSpPr>
        <p:spPr>
          <a:xfrm>
            <a:off x="247926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4" name="Google Shape;994;g2cecd681c9e_0_42"/>
          <p:cNvSpPr txBox="1">
            <a:spLocks noGrp="1"/>
          </p:cNvSpPr>
          <p:nvPr>
            <p:ph type="subTitle" idx="4294967295"/>
          </p:nvPr>
        </p:nvSpPr>
        <p:spPr>
          <a:xfrm>
            <a:off x="190956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95" name="Google Shape;995;g2cecd681c9e_0_42"/>
          <p:cNvSpPr/>
          <p:nvPr/>
        </p:nvSpPr>
        <p:spPr>
          <a:xfrm>
            <a:off x="4034011" y="4011900"/>
            <a:ext cx="1775100" cy="180000"/>
          </a:xfrm>
          <a:prstGeom prst="rect">
            <a:avLst/>
          </a:prstGeom>
          <a:solidFill>
            <a:srgbClr val="6C402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C4029"/>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02" name="Google Shape;1002;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3" name="Google Shape;1003;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0" name="Google Shape;1010;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1" name="Google Shape;1011;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2" name="Google Shape;1012;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9" name="Google Shape;1019;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0" name="Google Shape;1020;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21" name="Google Shape;1021;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8" name="Google Shape;1028;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9" name="Google Shape;1029;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0" name="Google Shape;103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7" name="Google Shape;1037;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8" name="Google Shape;1038;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9" name="Google Shape;1039;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g26b641b03cd_0_301"/>
          <p:cNvSpPr txBox="1">
            <a:spLocks noGrp="1"/>
          </p:cNvSpPr>
          <p:nvPr>
            <p:ph type="title"/>
          </p:nvPr>
        </p:nvSpPr>
        <p:spPr>
          <a:xfrm>
            <a:off x="863825" y="5568500"/>
            <a:ext cx="7416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46" name="Google Shape;1046;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7" name="Google Shape;1047;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8" name="Google Shape;1048;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5" name="Google Shape;1055;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6" name="Google Shape;1056;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57" name="Google Shape;1057;g26b641b03cd_0_308"/>
          <p:cNvSpPr txBox="1">
            <a:spLocks noGrp="1"/>
          </p:cNvSpPr>
          <p:nvPr>
            <p:ph type="title"/>
          </p:nvPr>
        </p:nvSpPr>
        <p:spPr>
          <a:xfrm>
            <a:off x="850900" y="5568500"/>
            <a:ext cx="7442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g2cecd681c9e_0_9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4" name="Google Shape;1064;g2cecd681c9e_0_97"/>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5" name="Google Shape;1065;g2cecd681c9e_0_9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66" name="Google Shape;1066;g2cecd681c9e_0_97"/>
          <p:cNvSpPr txBox="1">
            <a:spLocks noGrp="1"/>
          </p:cNvSpPr>
          <p:nvPr>
            <p:ph type="title"/>
          </p:nvPr>
        </p:nvSpPr>
        <p:spPr>
          <a:xfrm>
            <a:off x="850900" y="5568500"/>
            <a:ext cx="7442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g2cecd681c9e_0_8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3" name="Google Shape;1073;g2cecd681c9e_0_89"/>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4" name="Google Shape;1074;g2cecd681c9e_0_8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75" name="Google Shape;1075;g2cecd681c9e_0_89"/>
          <p:cNvSpPr txBox="1">
            <a:spLocks noGrp="1"/>
          </p:cNvSpPr>
          <p:nvPr>
            <p:ph type="title"/>
          </p:nvPr>
        </p:nvSpPr>
        <p:spPr>
          <a:xfrm>
            <a:off x="786425" y="5568500"/>
            <a:ext cx="757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g2cecd681c9e_0_8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82" name="Google Shape;1082;g2cecd681c9e_0_8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3" name="Google Shape;1083;g2cecd681c9e_0_8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84" name="Google Shape;1084;g2cecd681c9e_0_81"/>
          <p:cNvSpPr txBox="1">
            <a:spLocks noGrp="1"/>
          </p:cNvSpPr>
          <p:nvPr>
            <p:ph type="title"/>
          </p:nvPr>
        </p:nvSpPr>
        <p:spPr>
          <a:xfrm>
            <a:off x="786175" y="5568500"/>
            <a:ext cx="7571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89"/>
        <p:cNvGrpSpPr/>
        <p:nvPr/>
      </p:nvGrpSpPr>
      <p:grpSpPr>
        <a:xfrm>
          <a:off x="0" y="0"/>
          <a:ext cx="0" cy="0"/>
          <a:chOff x="0" y="0"/>
          <a:chExt cx="0" cy="0"/>
        </a:xfrm>
      </p:grpSpPr>
      <p:sp>
        <p:nvSpPr>
          <p:cNvPr id="1090" name="Google Shape;1090;g2cecd681c9e_0_7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91" name="Google Shape;1091;g2cecd681c9e_0_73"/>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92" name="Google Shape;1092;g2cecd681c9e_0_7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93" name="Google Shape;1093;g2cecd681c9e_0_73"/>
          <p:cNvSpPr txBox="1">
            <a:spLocks noGrp="1"/>
          </p:cNvSpPr>
          <p:nvPr>
            <p:ph type="title"/>
          </p:nvPr>
        </p:nvSpPr>
        <p:spPr>
          <a:xfrm>
            <a:off x="773500" y="5568500"/>
            <a:ext cx="7596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g26b641b03cd_0_315"/>
          <p:cNvSpPr txBox="1">
            <a:spLocks noGrp="1"/>
          </p:cNvSpPr>
          <p:nvPr>
            <p:ph type="title"/>
          </p:nvPr>
        </p:nvSpPr>
        <p:spPr>
          <a:xfrm>
            <a:off x="1232400" y="5568500"/>
            <a:ext cx="6679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1100" name="Google Shape;1100;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101" name="Google Shape;1101;g26b641b03cd_0_315"/>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02" name="Google Shape;1102;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g26b641b03cd_1_0"/>
          <p:cNvSpPr txBox="1">
            <a:spLocks noGrp="1"/>
          </p:cNvSpPr>
          <p:nvPr>
            <p:ph type="title"/>
          </p:nvPr>
        </p:nvSpPr>
        <p:spPr>
          <a:xfrm>
            <a:off x="888050" y="5568500"/>
            <a:ext cx="7367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1109" name="Google Shape;1109;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110" name="Google Shape;1110;g26b641b03cd_1_0"/>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11" name="Google Shape;1111;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16"/>
        <p:cNvGrpSpPr/>
        <p:nvPr/>
      </p:nvGrpSpPr>
      <p:grpSpPr>
        <a:xfrm>
          <a:off x="0" y="0"/>
          <a:ext cx="0" cy="0"/>
          <a:chOff x="0" y="0"/>
          <a:chExt cx="0" cy="0"/>
        </a:xfrm>
      </p:grpSpPr>
      <p:sp>
        <p:nvSpPr>
          <p:cNvPr id="1117" name="Google Shape;111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8" name="Google Shape;111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9" name="Google Shape;1119;g1f3daf8a844_0_64"/>
          <p:cNvGrpSpPr/>
          <p:nvPr/>
        </p:nvGrpSpPr>
        <p:grpSpPr>
          <a:xfrm>
            <a:off x="3024000" y="209875"/>
            <a:ext cx="3096000" cy="454800"/>
            <a:chOff x="3024000" y="209875"/>
            <a:chExt cx="3096000" cy="454800"/>
          </a:xfrm>
        </p:grpSpPr>
        <p:sp>
          <p:nvSpPr>
            <p:cNvPr id="1120" name="Google Shape;112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1" name="Google Shape;112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2" name="Google Shape;112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23" name="Google Shape;1123;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4" name="Google Shape;1124;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5" name="Google Shape;112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6" name="Google Shape;1126;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7" name="Google Shape;1127;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28" name="Google Shape;1128;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29" name="Google Shape;1129;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0" name="Google Shape;113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31" name="Google Shape;1131;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32" name="Google Shape;113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3" name="Google Shape;1133;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34" name="Google Shape;1134;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35" name="Google Shape;1135;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6" name="Google Shape;1136;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6C4028"/>
                </a:solidFill>
                <a:latin typeface="Jost"/>
                <a:ea typeface="Jost"/>
                <a:cs typeface="Jost"/>
                <a:sym typeface="Jost"/>
              </a:rPr>
              <a:t>ou</a:t>
            </a:r>
            <a:endParaRPr sz="5500" b="0" i="0" u="none" strike="noStrike" cap="none">
              <a:solidFill>
                <a:srgbClr val="6C4028"/>
              </a:solidFill>
              <a:latin typeface="Jost"/>
              <a:ea typeface="Jost"/>
              <a:cs typeface="Jost"/>
              <a:sym typeface="Jost"/>
            </a:endParaRPr>
          </a:p>
        </p:txBody>
      </p:sp>
      <p:cxnSp>
        <p:nvCxnSpPr>
          <p:cNvPr id="1137" name="Google Shape;1137;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g2cecd681c9e_0_1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4" name="Google Shape;1144;g2cecd681c9e_0_1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5" name="Google Shape;1145;g2cecd681c9e_0_110"/>
          <p:cNvGrpSpPr/>
          <p:nvPr/>
        </p:nvGrpSpPr>
        <p:grpSpPr>
          <a:xfrm>
            <a:off x="3024000" y="209875"/>
            <a:ext cx="3096000" cy="454800"/>
            <a:chOff x="3024000" y="209875"/>
            <a:chExt cx="3096000" cy="454800"/>
          </a:xfrm>
        </p:grpSpPr>
        <p:sp>
          <p:nvSpPr>
            <p:cNvPr id="1146" name="Google Shape;1146;g2cecd681c9e_0_11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7" name="Google Shape;1147;g2cecd681c9e_0_11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48" name="Google Shape;1148;g2cecd681c9e_0_11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9" name="Google Shape;1149;g2cecd681c9e_0_110"/>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50" name="Google Shape;1150;g2cecd681c9e_0_110"/>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1" name="Google Shape;1151;g2cecd681c9e_0_110"/>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2" name="Google Shape;1152;g2cecd681c9e_0_11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53" name="Google Shape;1153;g2cecd681c9e_0_110"/>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54" name="Google Shape;1154;g2cecd681c9e_0_110"/>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out scout cloud proud found round sprout</a:t>
            </a:r>
            <a:endParaRPr sz="1800" b="0" i="0" u="none" strike="noStrike" cap="none">
              <a:solidFill>
                <a:srgbClr val="B7B7B7"/>
              </a:solidFill>
              <a:latin typeface="Jost"/>
              <a:ea typeface="Jost"/>
              <a:cs typeface="Jost"/>
              <a:sym typeface="Jost"/>
            </a:endParaRPr>
          </a:p>
        </p:txBody>
      </p:sp>
      <p:sp>
        <p:nvSpPr>
          <p:cNvPr id="1155" name="Google Shape;1155;g2cecd681c9e_0_110"/>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56" name="Google Shape;1156;g2cecd681c9e_0_110"/>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57" name="Google Shape;1157;g2cecd681c9e_0_110"/>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8" name="Google Shape;1158;g2cecd681c9e_0_110"/>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59" name="Google Shape;1159;g2cecd681c9e_0_110"/>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cxnSp>
        <p:nvCxnSpPr>
          <p:cNvPr id="1160" name="Google Shape;1160;g2cecd681c9e_0_110"/>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61" name="Google Shape;1161;g2cecd681c9e_0_110"/>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62" name="Google Shape;1162;g2cecd681c9e_0_110"/>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63" name="Google Shape;1163;g2cecd681c9e_0_110"/>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64" name="Google Shape;1164;g2cecd681c9e_0_110"/>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65" name="Google Shape;1165;g2cecd681c9e_0_110"/>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6C4028"/>
                </a:solidFill>
                <a:latin typeface="Jost"/>
                <a:ea typeface="Jost"/>
                <a:cs typeface="Jost"/>
                <a:sym typeface="Jost"/>
              </a:rPr>
              <a:t>ou</a:t>
            </a:r>
            <a:endParaRPr sz="5500" b="0" i="0" u="none" strike="noStrike" cap="none">
              <a:solidFill>
                <a:srgbClr val="6C4028"/>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463</Words>
  <Application>Microsoft Office PowerPoint</Application>
  <PresentationFormat>On-screen Show (4:3)</PresentationFormat>
  <Paragraphs>192</Paragraphs>
  <Slides>31</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Calibri</vt:lpstr>
      <vt:lpstr>Jost</vt:lpstr>
      <vt:lpstr>Arial</vt:lpstr>
      <vt:lpstr>Poppins</vt:lpstr>
      <vt:lpstr>Nunito Black</vt:lpstr>
      <vt:lpstr>Poppins SemiBold</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2026-05-20T04:16:48Z</dcterms:modified>
</cp:coreProperties>
</file>