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FOv3DPCLTxbCUI871ySEfJYlO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ED32F2-072E-4CF4-BCE4-04FB15DF5B5E}">
  <a:tblStyle styleId="{FCED32F2-072E-4CF4-BCE4-04FB15DF5B5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cff027cf3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cff027cf3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cff027cf3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fcf8ebf76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fcf8ebf76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fcf8ebf76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cfcf8ebf76_0_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cfcf8ebf76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cfcf8ebf76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cfcf8ebf76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cfcf8ebf76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cfcf8ebf76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'ey'</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4 - Thursday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19</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 Type="http://schemas.openxmlformats.org/officeDocument/2006/relationships/notesSlide" Target="../notesSlides/notesSlide5.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6.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notesSlide" Target="../notesSlides/notesSlide6.xml"/><Relationship Id="rId16" Type="http://schemas.openxmlformats.org/officeDocument/2006/relationships/image" Target="../media/image91.pn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s>
</file>

<file path=ppt/slides/_rels/slide7.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18" Type="http://schemas.openxmlformats.org/officeDocument/2006/relationships/image" Target="../media/image107.png"/><Relationship Id="rId26" Type="http://schemas.openxmlformats.org/officeDocument/2006/relationships/image" Target="../media/image115.png"/><Relationship Id="rId3" Type="http://schemas.openxmlformats.org/officeDocument/2006/relationships/image" Target="../media/image92.png"/><Relationship Id="rId21" Type="http://schemas.openxmlformats.org/officeDocument/2006/relationships/image" Target="../media/image110.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6.png"/><Relationship Id="rId25" Type="http://schemas.openxmlformats.org/officeDocument/2006/relationships/image" Target="../media/image114.png"/><Relationship Id="rId2" Type="http://schemas.openxmlformats.org/officeDocument/2006/relationships/notesSlide" Target="../notesSlides/notesSlide7.xml"/><Relationship Id="rId16" Type="http://schemas.openxmlformats.org/officeDocument/2006/relationships/image" Target="../media/image105.png"/><Relationship Id="rId20" Type="http://schemas.openxmlformats.org/officeDocument/2006/relationships/image" Target="../media/image109.png"/><Relationship Id="rId29"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95.png"/><Relationship Id="rId11" Type="http://schemas.openxmlformats.org/officeDocument/2006/relationships/image" Target="../media/image100.png"/><Relationship Id="rId24" Type="http://schemas.openxmlformats.org/officeDocument/2006/relationships/image" Target="../media/image113.png"/><Relationship Id="rId5" Type="http://schemas.openxmlformats.org/officeDocument/2006/relationships/image" Target="../media/image94.png"/><Relationship Id="rId15" Type="http://schemas.openxmlformats.org/officeDocument/2006/relationships/image" Target="../media/image104.png"/><Relationship Id="rId23" Type="http://schemas.openxmlformats.org/officeDocument/2006/relationships/image" Target="../media/image112.png"/><Relationship Id="rId28" Type="http://schemas.openxmlformats.org/officeDocument/2006/relationships/image" Target="../media/image117.png"/><Relationship Id="rId10" Type="http://schemas.openxmlformats.org/officeDocument/2006/relationships/image" Target="../media/image99.png"/><Relationship Id="rId19" Type="http://schemas.openxmlformats.org/officeDocument/2006/relationships/image" Target="../media/image108.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 Id="rId22" Type="http://schemas.openxmlformats.org/officeDocument/2006/relationships/image" Target="../media/image111.png"/><Relationship Id="rId27" Type="http://schemas.openxmlformats.org/officeDocument/2006/relationships/image" Target="../media/image116.png"/><Relationship Id="rId30" Type="http://schemas.openxmlformats.org/officeDocument/2006/relationships/image" Target="../media/image119.png"/></Relationships>
</file>

<file path=ppt/slides/_rels/slide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9.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Digraph 'ey'</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19</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{FCED32F2-072E-4CF4-BCE4-04FB15DF5B5E}</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ey</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pic>
        <p:nvPicPr>
          <p:cNvPr id="678" name="Google Shape;678;g2bee4f4af4b_0_204"/>
          <p:cNvPicPr preferRelativeResize="0"/>
          <p:nvPr/>
        </p:nvPicPr>
        <p:blipFill rotWithShape="1">
          <a:blip r:embed="rId3">
            <a:alphaModFix/>
          </a:blip>
          <a:srcRect l="79" r="79"/>
          <a:stretch/>
        </p:blipFill>
        <p:spPr>
          <a:xfrm>
            <a:off x="2519622" y="4101803"/>
            <a:ext cx="786850" cy="1113748"/>
          </a:xfrm>
          <a:prstGeom prst="rect">
            <a:avLst/>
          </a:prstGeom>
          <a:noFill/>
          <a:ln>
            <a:noFill/>
          </a:ln>
          <a:effectLst>
            <a:outerShdw blurRad="71438" dist="19050" dir="5400000" algn="bl" rotWithShape="0">
              <a:srgbClr val="BFBFBF"/>
            </a:outerShdw>
          </a:effectLst>
        </p:spPr>
      </p:pic>
      <p:sp>
        <p:nvSpPr>
          <p:cNvPr id="679" name="Google Shape;67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ey</a:t>
            </a:r>
            <a:r>
              <a:rPr lang="en-US"/>
              <a:t>.</a:t>
            </a:r>
            <a:endParaRPr/>
          </a:p>
        </p:txBody>
      </p:sp>
      <p:sp>
        <p:nvSpPr>
          <p:cNvPr id="680" name="Google Shape;680;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solidFill>
                <a:srgbClr val="2356AF"/>
              </a:solidFill>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l="69" r="68"/>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t="89" b="98"/>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82263"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23225" y="375447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4880275" y="367191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3589613" y="375447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4"/>
              </a:srgbClr>
            </a:outerShdw>
          </a:effectLst>
        </p:spPr>
      </p:pic>
      <p:pic>
        <p:nvPicPr>
          <p:cNvPr id="769" name="Google Shape;769;g2c298da1f27_0_417"/>
          <p:cNvPicPr preferRelativeResize="0"/>
          <p:nvPr/>
        </p:nvPicPr>
        <p:blipFill rotWithShape="1">
          <a:blip r:embed="rId4">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8">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9">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10">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11">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12">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13">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14">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15">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16">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17">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9" name="Google Shape;789;g26b7edf6e71_0_109"/>
          <p:cNvGrpSpPr/>
          <p:nvPr/>
        </p:nvGrpSpPr>
        <p:grpSpPr>
          <a:xfrm>
            <a:off x="865957" y="2135925"/>
            <a:ext cx="7282807" cy="2686611"/>
            <a:chOff x="867357" y="2129450"/>
            <a:chExt cx="7282807" cy="2686611"/>
          </a:xfrm>
        </p:grpSpPr>
        <p:pic>
          <p:nvPicPr>
            <p:cNvPr id="790" name="Google Shape;79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0" name="Google Shape;810;g2c298d33e0c_0_6"/>
          <p:cNvGrpSpPr/>
          <p:nvPr/>
        </p:nvGrpSpPr>
        <p:grpSpPr>
          <a:xfrm>
            <a:off x="866900" y="2079100"/>
            <a:ext cx="7281864" cy="2684601"/>
            <a:chOff x="868300" y="2129450"/>
            <a:chExt cx="7281864" cy="2684601"/>
          </a:xfrm>
        </p:grpSpPr>
        <p:pic>
          <p:nvPicPr>
            <p:cNvPr id="811" name="Google Shape;81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5" name="Google Shape;81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5" name="Google Shape;845;g2c298da1f27_0_455"/>
          <p:cNvGrpSpPr/>
          <p:nvPr/>
        </p:nvGrpSpPr>
        <p:grpSpPr>
          <a:xfrm>
            <a:off x="868300" y="2129450"/>
            <a:ext cx="7281864" cy="2684601"/>
            <a:chOff x="868300" y="2053250"/>
            <a:chExt cx="7281864" cy="2684601"/>
          </a:xfrm>
        </p:grpSpPr>
        <p:pic>
          <p:nvPicPr>
            <p:cNvPr id="846" name="Google Shape;84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7" name="Google Shape;85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8" name="Google Shape;85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cff027cf31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865" name="Google Shape;865;g2cff027cf31_0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6" name="Google Shape;866;g2cff027cf31_0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7" name="Google Shape;867;g2cff027cf31_0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8" name="Google Shape;868;g2cff027cf31_0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9" name="Google Shape;869;g2cff027cf31_0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70" name="Google Shape;870;g2cff027cf31_0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71" name="Google Shape;871;g2cff027cf31_0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72" name="Google Shape;872;g2cff027cf31_0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873" name="Google Shape;873;g2cff027cf31_0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0" name="Google Shape;88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1" name="Google Shape;881;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2" name="Google Shape;88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9" name="Google Shape;88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0" name="Google Shape;89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1" name="Google Shape;89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8" name="Google Shape;89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9" name="Google Shape;89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00" name="Google Shape;90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7" name="Google Shape;90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8" name="Google Shape;908;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09" name="Google Shape;90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6" name="Google Shape;91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fcf8ebf76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3" name="Google Shape;923;g2cfcf8ebf76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4" name="Google Shape;924;g2cfcf8ebf76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fcf8ebf76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fcf8ebf76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fcf8ebf76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fcf8ebf76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fcf8ebf76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0" name="Google Shape;930;g2cfcf8ebf76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1" name="Google Shape;931;g2cfcf8ebf76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2" name="Google Shape;932;g2cfcf8ebf76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3" name="Google Shape;933;g2cfcf8ebf76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4" name="Google Shape;934;g2cfcf8ebf76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5" name="Google Shape;935;g2cfcf8ebf76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6" name="Google Shape;936;g2cfcf8ebf76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7" name="Google Shape;937;g2cfcf8ebf76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fcf8ebf76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fcf8ebf76_0_12"/>
          <p:cNvSpPr/>
          <p:nvPr/>
        </p:nvSpPr>
        <p:spPr>
          <a:xfrm>
            <a:off x="35537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0" name="Google Shape;940;g2cfcf8ebf76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1" name="Google Shape;941;g2cfcf8ebf76_0_12"/>
          <p:cNvSpPr txBox="1">
            <a:spLocks noGrp="1"/>
          </p:cNvSpPr>
          <p:nvPr>
            <p:ph type="subTitle" idx="4294967295"/>
          </p:nvPr>
        </p:nvSpPr>
        <p:spPr>
          <a:xfrm>
            <a:off x="2984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42" name="Google Shape;942;g2cfcf8ebf76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fcf8ebf76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4" name="Google Shape;944;g2cfcf8ebf76_0_12"/>
          <p:cNvSpPr txBox="1">
            <a:spLocks noGrp="1"/>
          </p:cNvSpPr>
          <p:nvPr>
            <p:ph type="subTitle" idx="4294967295"/>
          </p:nvPr>
        </p:nvSpPr>
        <p:spPr>
          <a:xfrm>
            <a:off x="3974700" y="1308025"/>
            <a:ext cx="2185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ey</a:t>
            </a:r>
            <a:endParaRPr sz="15000" b="0" i="0" u="none" strike="noStrike" cap="none">
              <a:solidFill>
                <a:srgbClr val="00904C"/>
              </a:solidFill>
              <a:latin typeface="Jost"/>
              <a:ea typeface="Jost"/>
              <a:cs typeface="Jost"/>
              <a:sym typeface="Jost"/>
            </a:endParaRPr>
          </a:p>
        </p:txBody>
      </p:sp>
      <p:sp>
        <p:nvSpPr>
          <p:cNvPr id="945" name="Google Shape;945;g2cfcf8ebf76_0_12"/>
          <p:cNvSpPr/>
          <p:nvPr/>
        </p:nvSpPr>
        <p:spPr>
          <a:xfrm>
            <a:off x="4328400" y="4011900"/>
            <a:ext cx="1477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2" name="Google Shape;95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3" name="Google Shape;95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9" name="Google Shape;959;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1" name="Google Shape;961;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2" name="Google Shape;962;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4" name="Google Shape;964;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6" name="Google Shape;96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4fb7f6616_1_0"/>
          <p:cNvSpPr/>
          <p:nvPr/>
        </p:nvSpPr>
        <p:spPr>
          <a:xfrm>
            <a:off x="32261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4fb7f6616_1_0"/>
          <p:cNvSpPr/>
          <p:nvPr/>
        </p:nvSpPr>
        <p:spPr>
          <a:xfrm>
            <a:off x="4163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4fb7f6616_1_0"/>
          <p:cNvSpPr/>
          <p:nvPr/>
        </p:nvSpPr>
        <p:spPr>
          <a:xfrm>
            <a:off x="5100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1" name="Google Shape;97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2" name="Google Shape;972;g2c4fb7f6616_1_0"/>
          <p:cNvSpPr txBox="1">
            <a:spLocks noGrp="1"/>
          </p:cNvSpPr>
          <p:nvPr>
            <p:ph type="subTitle" idx="4294967295"/>
          </p:nvPr>
        </p:nvSpPr>
        <p:spPr>
          <a:xfrm>
            <a:off x="4530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73" name="Google Shape;973;g2c4fb7f6616_1_0"/>
          <p:cNvSpPr txBox="1">
            <a:spLocks noGrp="1"/>
          </p:cNvSpPr>
          <p:nvPr>
            <p:ph type="subTitle" idx="4294967295"/>
          </p:nvPr>
        </p:nvSpPr>
        <p:spPr>
          <a:xfrm>
            <a:off x="2656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74" name="Google Shape;974;g2c4fb7f6616_1_0"/>
          <p:cNvSpPr txBox="1">
            <a:spLocks noGrp="1"/>
          </p:cNvSpPr>
          <p:nvPr>
            <p:ph type="subTitle" idx="4294967295"/>
          </p:nvPr>
        </p:nvSpPr>
        <p:spPr>
          <a:xfrm>
            <a:off x="3593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75" name="Google Shape;97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7" name="Google Shape;977;g2c4fb7f6616_1_0"/>
          <p:cNvSpPr txBox="1">
            <a:spLocks noGrp="1"/>
          </p:cNvSpPr>
          <p:nvPr>
            <p:ph type="subTitle" idx="4294967295"/>
          </p:nvPr>
        </p:nvSpPr>
        <p:spPr>
          <a:xfrm>
            <a:off x="5521525" y="1308025"/>
            <a:ext cx="2185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ey</a:t>
            </a:r>
            <a:endParaRPr sz="15000" b="0" i="0" u="none" strike="noStrike" cap="none">
              <a:solidFill>
                <a:srgbClr val="00904C"/>
              </a:solidFill>
              <a:latin typeface="Jost"/>
              <a:ea typeface="Jost"/>
              <a:cs typeface="Jost"/>
              <a:sym typeface="Jost"/>
            </a:endParaRPr>
          </a:p>
        </p:txBody>
      </p:sp>
      <p:sp>
        <p:nvSpPr>
          <p:cNvPr id="978" name="Google Shape;978;g2c4fb7f6616_1_0"/>
          <p:cNvSpPr/>
          <p:nvPr/>
        </p:nvSpPr>
        <p:spPr>
          <a:xfrm>
            <a:off x="2006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c4fb7f6616_1_0"/>
          <p:cNvSpPr txBox="1">
            <a:spLocks noGrp="1"/>
          </p:cNvSpPr>
          <p:nvPr>
            <p:ph type="subTitle" idx="4294967295"/>
          </p:nvPr>
        </p:nvSpPr>
        <p:spPr>
          <a:xfrm>
            <a:off x="1437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80" name="Google Shape;980;g2c4fb7f6616_1_0"/>
          <p:cNvSpPr/>
          <p:nvPr/>
        </p:nvSpPr>
        <p:spPr>
          <a:xfrm>
            <a:off x="5875225" y="4011900"/>
            <a:ext cx="1477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47645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cfcf8ebf76_0_4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8" name="Google Shape;988;g2cfcf8ebf76_0_4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9" name="Google Shape;989;g2cfcf8ebf76_0_4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cfcf8ebf76_0_4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fcf8ebf76_0_4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cfcf8ebf76_0_4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cfcf8ebf76_0_4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fcf8ebf76_0_4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5" name="Google Shape;995;g2cfcf8ebf76_0_4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6" name="Google Shape;996;g2cfcf8ebf76_0_4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7" name="Google Shape;997;g2cfcf8ebf76_0_4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8" name="Google Shape;998;g2cfcf8ebf76_0_4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9" name="Google Shape;999;g2cfcf8ebf76_0_46"/>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0" name="Google Shape;1000;g2cfcf8ebf76_0_4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1" name="Google Shape;1001;g2cfcf8ebf76_0_4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2" name="Google Shape;1002;g2cfcf8ebf76_0_4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cfcf8ebf76_0_46"/>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cfcf8ebf76_0_46"/>
          <p:cNvSpPr/>
          <p:nvPr/>
        </p:nvSpPr>
        <p:spPr>
          <a:xfrm>
            <a:off x="29975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5" name="Google Shape;1005;g2cfcf8ebf76_0_4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6" name="Google Shape;1006;g2cfcf8ebf76_0_46"/>
          <p:cNvSpPr txBox="1">
            <a:spLocks noGrp="1"/>
          </p:cNvSpPr>
          <p:nvPr>
            <p:ph type="subTitle" idx="4294967295"/>
          </p:nvPr>
        </p:nvSpPr>
        <p:spPr>
          <a:xfrm>
            <a:off x="3598175" y="1308025"/>
            <a:ext cx="2081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1007" name="Google Shape;1007;g2cfcf8ebf76_0_46"/>
          <p:cNvSpPr txBox="1">
            <a:spLocks noGrp="1"/>
          </p:cNvSpPr>
          <p:nvPr>
            <p:ph type="subTitle" idx="4294967295"/>
          </p:nvPr>
        </p:nvSpPr>
        <p:spPr>
          <a:xfrm>
            <a:off x="2427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1008" name="Google Shape;1008;g2cfcf8ebf76_0_4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fcf8ebf76_0_4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10" name="Google Shape;1010;g2cfcf8ebf76_0_46"/>
          <p:cNvSpPr txBox="1">
            <a:spLocks noGrp="1"/>
          </p:cNvSpPr>
          <p:nvPr>
            <p:ph type="subTitle" idx="4294967295"/>
          </p:nvPr>
        </p:nvSpPr>
        <p:spPr>
          <a:xfrm>
            <a:off x="5292925" y="1308025"/>
            <a:ext cx="2185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ey</a:t>
            </a:r>
            <a:endParaRPr sz="15000" b="0" i="0" u="none" strike="noStrike" cap="none">
              <a:solidFill>
                <a:srgbClr val="00904C"/>
              </a:solidFill>
              <a:latin typeface="Jost"/>
              <a:ea typeface="Jost"/>
              <a:cs typeface="Jost"/>
              <a:sym typeface="Jost"/>
            </a:endParaRPr>
          </a:p>
        </p:txBody>
      </p:sp>
      <p:sp>
        <p:nvSpPr>
          <p:cNvPr id="1011" name="Google Shape;1011;g2cfcf8ebf76_0_46"/>
          <p:cNvSpPr/>
          <p:nvPr/>
        </p:nvSpPr>
        <p:spPr>
          <a:xfrm>
            <a:off x="2235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cfcf8ebf76_0_46"/>
          <p:cNvSpPr txBox="1">
            <a:spLocks noGrp="1"/>
          </p:cNvSpPr>
          <p:nvPr>
            <p:ph type="subTitle" idx="4294967295"/>
          </p:nvPr>
        </p:nvSpPr>
        <p:spPr>
          <a:xfrm>
            <a:off x="1665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
        <p:nvSpPr>
          <p:cNvPr id="1013" name="Google Shape;1013;g2cfcf8ebf76_0_46"/>
          <p:cNvSpPr/>
          <p:nvPr/>
        </p:nvSpPr>
        <p:spPr>
          <a:xfrm>
            <a:off x="5646625" y="4011900"/>
            <a:ext cx="1477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fcf8ebf76_0_46"/>
          <p:cNvSpPr/>
          <p:nvPr/>
        </p:nvSpPr>
        <p:spPr>
          <a:xfrm>
            <a:off x="3920075" y="4011900"/>
            <a:ext cx="1437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fcf8ebf76_0_46"/>
          <p:cNvSpPr/>
          <p:nvPr/>
        </p:nvSpPr>
        <p:spPr>
          <a:xfrm>
            <a:off x="54396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2" name="Google Shape;102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9" name="Google Shape;102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0" name="Google Shape;1030;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1" name="Google Shape;103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8" name="Google Shape;103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9" name="Google Shape;1039;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0" name="Google Shape;104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7" name="Google Shape;104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8" name="Google Shape;1048;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9" name="Google Shape;104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6" name="Google Shape;105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7" name="Google Shape;1057;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8" name="Google Shape;105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5" name="Google Shape;106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6" name="Google Shape;1066;g1f3daf8a844_0_64"/>
          <p:cNvGrpSpPr/>
          <p:nvPr/>
        </p:nvGrpSpPr>
        <p:grpSpPr>
          <a:xfrm>
            <a:off x="3024000" y="209875"/>
            <a:ext cx="3096000" cy="454800"/>
            <a:chOff x="3024000" y="209875"/>
            <a:chExt cx="3096000" cy="454800"/>
          </a:xfrm>
        </p:grpSpPr>
        <p:sp>
          <p:nvSpPr>
            <p:cNvPr id="1067" name="Google Shape;106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8" name="Google Shape;106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9" name="Google Shape;106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0" name="Google Shape;107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1" name="Google Shape;107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2" name="Google Shape;107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3" name="Google Shape;107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4" name="Google Shape;107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77" name="Google Shape;107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78" name="Google Shape;107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80" name="Google Shape;1080;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81" name="Google Shape;1081;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082" name="Google Shape;1082;g1f3daf8a844_0_6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cxnSp>
        <p:nvCxnSpPr>
          <p:cNvPr id="1083" name="Google Shape;108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cfcf8ebf76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0" name="Google Shape;1090;g2cfcf8ebf76_0_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1" name="Google Shape;1091;g2cfcf8ebf76_0_82"/>
          <p:cNvGrpSpPr/>
          <p:nvPr/>
        </p:nvGrpSpPr>
        <p:grpSpPr>
          <a:xfrm>
            <a:off x="3024000" y="209875"/>
            <a:ext cx="3096000" cy="454800"/>
            <a:chOff x="3024000" y="209875"/>
            <a:chExt cx="3096000" cy="454800"/>
          </a:xfrm>
        </p:grpSpPr>
        <p:sp>
          <p:nvSpPr>
            <p:cNvPr id="1092" name="Google Shape;1092;g2cfcf8ebf76_0_8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3" name="Google Shape;1093;g2cfcf8ebf76_0_8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4" name="Google Shape;1094;g2cfcf8ebf76_0_8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5" name="Google Shape;1095;g2cfcf8ebf76_0_8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6" name="Google Shape;1096;g2cfcf8ebf76_0_8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7" name="Google Shape;1097;g2cfcf8ebf76_0_8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2cfcf8ebf76_0_8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9" name="Google Shape;1099;g2cfcf8ebf76_0_8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0" name="Google Shape;1100;g2cfcf8ebf76_0_8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key monkey jockey chimney</a:t>
            </a:r>
            <a:endParaRPr sz="1800" b="0" i="0" u="none" strike="noStrike" cap="none">
              <a:solidFill>
                <a:srgbClr val="B7B7B7"/>
              </a:solidFill>
              <a:latin typeface="Jost"/>
              <a:ea typeface="Jost"/>
              <a:cs typeface="Jost"/>
              <a:sym typeface="Jost"/>
            </a:endParaRPr>
          </a:p>
        </p:txBody>
      </p:sp>
      <p:sp>
        <p:nvSpPr>
          <p:cNvPr id="1101" name="Google Shape;1101;g2cfcf8ebf76_0_8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2" name="Google Shape;1102;g2cfcf8ebf76_0_8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103" name="Google Shape;1103;g2cfcf8ebf76_0_8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04" name="Google Shape;1104;g2cfcf8ebf76_0_8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5" name="Google Shape;1105;g2cfcf8ebf76_0_8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06" name="Google Shape;1106;g2cfcf8ebf76_0_8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7" name="Google Shape;1107;g2cfcf8ebf76_0_8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8" name="Google Shape;1108;g2cfcf8ebf76_0_82"/>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09" name="Google Shape;1109;g2cfcf8ebf76_0_82"/>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110" name="Google Shape;1110;g2cfcf8ebf76_0_8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394</Words>
  <Application>Microsoft Office PowerPoint</Application>
  <PresentationFormat>On-screen Show (4:3)</PresentationFormat>
  <Paragraphs>157</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vt:lpstr>
      <vt:lpstr>Calibri</vt:lpstr>
      <vt:lpstr>Poppins Medium</vt:lpstr>
      <vt:lpstr>Poppins SemiBold</vt:lpstr>
      <vt:lpstr>Nunito Black</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2026-05-20T06:28:29Z</dcterms:modified>
</cp:coreProperties>
</file>