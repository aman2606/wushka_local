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77"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9144000" cy="6858000" type="screen4x3"/>
  <p:notesSz cx="6858000" cy="9144000"/>
  <p:embeddedFontLst>
    <p:embeddedFont>
      <p:font typeface="Jost" panose="020B0604020202020204" charset="0"/>
      <p:regular r:id="rId23"/>
      <p:bold r:id="rId24"/>
      <p:italic r:id="rId25"/>
      <p:boldItalic r:id="rId26"/>
    </p:embeddedFont>
    <p:embeddedFont>
      <p:font typeface="Nunito Black" pitchFamily="2" charset="0"/>
      <p:bold r:id="rId27"/>
      <p:boldItalic r:id="rId28"/>
    </p:embeddedFont>
    <p:embeddedFont>
      <p:font typeface="Poppins" panose="00000500000000000000" pitchFamily="2" charset="0"/>
      <p:regular r:id="rId29"/>
      <p:bold r:id="rId30"/>
      <p:italic r:id="rId31"/>
      <p:boldItalic r:id="rId32"/>
    </p:embeddedFont>
    <p:embeddedFont>
      <p:font typeface="Poppins Medium" panose="00000600000000000000" pitchFamily="2" charset="0"/>
      <p:regular r:id="rId33"/>
      <p:bold r:id="rId34"/>
      <p:italic r:id="rId35"/>
      <p:boldItalic r:id="rId36"/>
    </p:embeddedFont>
    <p:embeddedFont>
      <p:font typeface="Poppins SemiBold" panose="00000700000000000000" pitchFamily="2"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jh09hDxYKacSSOzgTgZz46EMAEc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E7D303-CA1E-4E5C-9FD8-537C5A9D0A4E}" v="2" dt="2026-04-21T04:33:59.617"/>
  </p1510:revLst>
</p1510:revInfo>
</file>

<file path=ppt/tableStyles.xml><?xml version="1.0" encoding="utf-8"?>
<a:tblStyleLst xmlns:a="http://schemas.openxmlformats.org/drawingml/2006/main" def="{3AF3600C-3274-49B7-A789-FAE7E96D01F8}">
  <a:tblStyle styleId="{3AF3600C-3274-49B7-A789-FAE7E96D01F8}"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font" Target="fonts/font17.fntdata"/><Relationship Id="rId21" Type="http://schemas.openxmlformats.org/officeDocument/2006/relationships/slide" Target="slides/slide20.xml"/><Relationship Id="rId34" Type="http://schemas.openxmlformats.org/officeDocument/2006/relationships/font" Target="fonts/font12.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font" Target="fonts/font1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 Id="rId46" Type="http://customschemas.google.com/relationships/presentationmetadata" Target="meta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a:extLst>
            <a:ext uri="{FF2B5EF4-FFF2-40B4-BE49-F238E27FC236}">
              <a16:creationId xmlns:a16="http://schemas.microsoft.com/office/drawing/2014/main" id="{A91FDFAD-7C44-71AD-5797-B3F7A2C0D792}"/>
            </a:ext>
          </a:extLst>
        </p:cNvPr>
        <p:cNvGrpSpPr/>
        <p:nvPr/>
      </p:nvGrpSpPr>
      <p:grpSpPr>
        <a:xfrm>
          <a:off x="0" y="0"/>
          <a:ext cx="0" cy="0"/>
          <a:chOff x="0" y="0"/>
          <a:chExt cx="0" cy="0"/>
        </a:xfrm>
      </p:grpSpPr>
      <p:sp>
        <p:nvSpPr>
          <p:cNvPr id="657" name="Google Shape;657;g2bee4f4af4b_0_204:notes">
            <a:extLst>
              <a:ext uri="{FF2B5EF4-FFF2-40B4-BE49-F238E27FC236}">
                <a16:creationId xmlns:a16="http://schemas.microsoft.com/office/drawing/2014/main" id="{BC847F1A-C613-0E6F-EE05-2B3A94F154D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a:extLst>
              <a:ext uri="{FF2B5EF4-FFF2-40B4-BE49-F238E27FC236}">
                <a16:creationId xmlns:a16="http://schemas.microsoft.com/office/drawing/2014/main" id="{15E1168B-5358-F6B7-4F0D-72E94B318A7B}"/>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a:extLst>
              <a:ext uri="{FF2B5EF4-FFF2-40B4-BE49-F238E27FC236}">
                <a16:creationId xmlns:a16="http://schemas.microsoft.com/office/drawing/2014/main" id="{61B2FC1A-6556-3AAC-597A-E1A5D51FC7A4}"/>
              </a:ext>
            </a:extLst>
          </p:cNvPr>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extLst>
      <p:ext uri="{BB962C8B-B14F-4D97-AF65-F5344CB8AC3E}">
        <p14:creationId xmlns:p14="http://schemas.microsoft.com/office/powerpoint/2010/main" val="31691426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7" name="Google Shape;67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8" name="Google Shape;67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1"/>
        <p:cNvGrpSpPr/>
        <p:nvPr/>
      </p:nvGrpSpPr>
      <p:grpSpPr>
        <a:xfrm>
          <a:off x="0" y="0"/>
          <a:ext cx="0" cy="0"/>
          <a:chOff x="0" y="0"/>
          <a:chExt cx="0" cy="0"/>
        </a:xfrm>
      </p:grpSpPr>
      <p:sp>
        <p:nvSpPr>
          <p:cNvPr id="742" name="Google Shape;742;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3" name="Google Shape;743;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1" name="Google Shape;791;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2" name="Google Shape;792;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5" name="Google Shape;805;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5" name="Google Shape;825;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6" name="Google Shape;826;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c298da1f27_0_45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c298da1f27_0_45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c298da1f27_0_45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d286c76220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d286c76220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d286c76220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5"/>
        <p:cNvGrpSpPr/>
        <p:nvPr/>
      </p:nvGrpSpPr>
      <p:grpSpPr>
        <a:xfrm>
          <a:off x="0" y="0"/>
          <a:ext cx="0" cy="0"/>
          <a:chOff x="0" y="0"/>
          <a:chExt cx="0" cy="0"/>
        </a:xfrm>
      </p:grpSpPr>
      <p:sp>
        <p:nvSpPr>
          <p:cNvPr id="926" name="Google Shape;926;g2d286c76220_0_6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7" name="Google Shape;927;g2d286c76220_0_6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8" name="Google Shape;928;g2d286c76220_0_6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8"/>
        <p:cNvGrpSpPr/>
        <p:nvPr/>
      </p:nvGrpSpPr>
      <p:grpSpPr>
        <a:xfrm>
          <a:off x="0" y="0"/>
          <a:ext cx="0" cy="0"/>
          <a:chOff x="0" y="0"/>
          <a:chExt cx="0" cy="0"/>
        </a:xfrm>
      </p:grpSpPr>
      <p:sp>
        <p:nvSpPr>
          <p:cNvPr id="939" name="Google Shape;939;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0" name="Google Shape;940;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1" name="Google Shape;941;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9" name="Google Shape;949;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0" name="Google Shape;950;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6"/>
        <p:cNvGrpSpPr/>
        <p:nvPr/>
      </p:nvGrpSpPr>
      <p:grpSpPr>
        <a:xfrm>
          <a:off x="0" y="0"/>
          <a:ext cx="0" cy="0"/>
          <a:chOff x="0" y="0"/>
          <a:chExt cx="0" cy="0"/>
        </a:xfrm>
      </p:grpSpPr>
      <p:sp>
        <p:nvSpPr>
          <p:cNvPr id="957" name="Google Shape;957;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8" name="Google Shape;958;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9" name="Google Shape;959;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7" name="Google Shape;96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8" name="Google Shape;96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2d1eea302f1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6" name="Google Shape;976;g2d1eea302f1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7" name="Google Shape;977;g2d1eea302f1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d286c76220_0_68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d286c76220_0_68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d286c76220_0_68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8393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625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92278F"/>
                  </a:solidFill>
                  <a:latin typeface="Poppins SemiBold"/>
                  <a:ea typeface="Poppins SemiBold"/>
                  <a:cs typeface="Poppins SemiBold"/>
                  <a:sym typeface="Poppins SemiBold"/>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2</a:t>
              </a:r>
              <a:endParaRPr sz="150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4</a:t>
              </a:r>
              <a:endParaRPr sz="130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5</a:t>
              </a:r>
              <a:endParaRPr sz="130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FFFFFF"/>
                  </a:solidFill>
                  <a:latin typeface="Poppins SemiBold"/>
                  <a:ea typeface="Poppins SemiBold"/>
                  <a:cs typeface="Poppins SemiBold"/>
                  <a:sym typeface="Poppins SemiBold"/>
                </a:rPr>
                <a:t>Phase 5.5</a:t>
              </a:r>
              <a:endParaRPr sz="130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6</a:t>
              </a:r>
              <a:endParaRPr sz="130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163B7E"/>
                </a:solidFill>
                <a:latin typeface="Poppins SemiBold"/>
                <a:ea typeface="Poppins SemiBold"/>
                <a:cs typeface="Poppins SemiBold"/>
                <a:sym typeface="Poppins SemiBold"/>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i="0" u="none" strike="noStrike" cap="none">
                  <a:solidFill>
                    <a:srgbClr val="9FC5E8"/>
                  </a:solidFill>
                  <a:latin typeface="Poppins SemiBold"/>
                  <a:ea typeface="Poppins SemiBold"/>
                  <a:cs typeface="Poppins SemiBold"/>
                  <a:sym typeface="Poppins SemiBold"/>
                </a:rPr>
                <a:t>Phase 3</a:t>
              </a:r>
              <a:endParaRPr sz="130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i="0" u="none" strike="noStrike" cap="none">
                <a:solidFill>
                  <a:srgbClr val="000000"/>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Sound Family /oa/</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4 - Tuesday</a:t>
            </a:r>
            <a:endParaRPr sz="1800" b="0" i="0" u="none" strike="noStrike" cap="none">
              <a:solidFill>
                <a:srgbClr val="CB3D85"/>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17</a:t>
            </a:r>
            <a:endParaRPr sz="1800" b="0" i="0" u="none" strike="noStrike" cap="none">
              <a:solidFill>
                <a:srgbClr val="CB3D85"/>
              </a:solidFill>
              <a:latin typeface="Poppins Medium"/>
              <a:ea typeface="Poppins Medium"/>
              <a:cs typeface="Poppins Medium"/>
              <a:sym typeface="Poppins Medium"/>
            </a:endParaRPr>
          </a:p>
        </p:txBody>
      </p:sp>
      <p:sp>
        <p:nvSpPr>
          <p:cNvPr id="113" name="Google Shape;113;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6" name="Google Shape;126;g26b641b03cd_0_33"/>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1pPr>
            <a:lvl2pPr lvl="1"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2pPr>
            <a:lvl3pPr lvl="2"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3pPr>
            <a:lvl4pPr lvl="3"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4pPr>
            <a:lvl5pPr lvl="4"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5pPr>
            <a:lvl6pPr lvl="5"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6pPr>
            <a:lvl7pPr lvl="6"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7pPr>
            <a:lvl8pPr lvl="7"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8pPr>
            <a:lvl9pPr lvl="8" algn="ctr">
              <a:lnSpc>
                <a:spcPct val="90000"/>
              </a:lnSpc>
              <a:spcBef>
                <a:spcPts val="500"/>
              </a:spcBef>
              <a:spcAft>
                <a:spcPts val="0"/>
              </a:spcAft>
              <a:buClr>
                <a:srgbClr val="AEABAB"/>
              </a:buClr>
              <a:buSzPts val="1600"/>
              <a:buFont typeface="Poppins Medium"/>
              <a:buNone/>
              <a:defRPr sz="1600">
                <a:solidFill>
                  <a:srgbClr val="AEABAB"/>
                </a:solidFill>
                <a:latin typeface="Poppins Medium"/>
                <a:ea typeface="Poppins Medium"/>
                <a:cs typeface="Poppins Medium"/>
                <a:sym typeface="Poppins Medium"/>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5905920" y="8810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2</a:t>
              </a:r>
              <a:endParaRPr sz="1500" b="1"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4</a:t>
              </a:r>
              <a:endParaRPr sz="1300" b="1"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5</a:t>
              </a:r>
              <a:endParaRPr sz="1300" b="1"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FFFFFF"/>
                  </a:solidFill>
                  <a:latin typeface="Poppins SemiBold"/>
                  <a:ea typeface="Poppins SemiBold"/>
                  <a:cs typeface="Poppins SemiBold"/>
                  <a:sym typeface="Poppins SemiBold"/>
                </a:rPr>
                <a:t>Phase 5.5</a:t>
              </a:r>
              <a:endParaRPr sz="1300" b="1" i="0" u="none" strike="noStrike" cap="none">
                <a:solidFill>
                  <a:srgbClr val="FFFFFF"/>
                </a:solidFill>
                <a:latin typeface="Poppins SemiBold"/>
                <a:ea typeface="Poppins SemiBold"/>
                <a:cs typeface="Poppins SemiBold"/>
                <a:sym typeface="Poppins SemiBold"/>
              </a:endParaRPr>
            </a:p>
          </p:txBody>
        </p:sp>
        <p:sp>
          <p:nvSpPr>
            <p:cNvPr id="180" name="Google Shape;180;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6</a:t>
              </a:r>
              <a:endParaRPr sz="1300" b="1" i="0" u="none" strike="noStrike" cap="none">
                <a:solidFill>
                  <a:srgbClr val="9FC5E8"/>
                </a:solidFill>
                <a:latin typeface="Poppins SemiBold"/>
                <a:ea typeface="Poppins SemiBold"/>
                <a:cs typeface="Poppins SemiBold"/>
                <a:sym typeface="Poppins SemiBold"/>
              </a:endParaRPr>
            </a:p>
          </p:txBody>
        </p:sp>
        <p:sp>
          <p:nvSpPr>
            <p:cNvPr id="182" name="Google Shape;182;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1" i="0" u="none" strike="noStrike" cap="none">
                  <a:solidFill>
                    <a:srgbClr val="9FC5E8"/>
                  </a:solidFill>
                  <a:latin typeface="Poppins SemiBold"/>
                  <a:ea typeface="Poppins SemiBold"/>
                  <a:cs typeface="Poppins SemiBold"/>
                  <a:sym typeface="Poppins SemiBold"/>
                </a:rPr>
                <a:t>Phase 3</a:t>
              </a:r>
              <a:endParaRPr sz="1300" b="1"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00" name="Google Shape;200;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1" name="Google Shape;201;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02" name="Google Shape;202;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5" name="Google Shape;20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07" name="Google Shape;207;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08" name="Google Shape;208;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09" name="Google Shape;209;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9" name="Google Shape;229;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1" name="Google Shape;231;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2" name="Google Shape;232;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4" name="Google Shape;23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5" name="Google Shape;235;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36" name="Google Shape;236;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7" name="Google Shape;237;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8" name="Google Shape;238;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7" name="Google Shape;257;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9" name="Google Shape;259;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2" name="Google Shape;262;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3" name="Google Shape;263;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64" name="Google Shape;264;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6" name="Google Shape;266;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67" name="Google Shape;267;g2c157a2fb06_0_53"/>
          <p:cNvGrpSpPr/>
          <p:nvPr/>
        </p:nvGrpSpPr>
        <p:grpSpPr>
          <a:xfrm>
            <a:off x="662575" y="6212475"/>
            <a:ext cx="586800" cy="571500"/>
            <a:chOff x="662575" y="6212475"/>
            <a:chExt cx="586800" cy="571500"/>
          </a:xfrm>
        </p:grpSpPr>
        <p:sp>
          <p:nvSpPr>
            <p:cNvPr id="268" name="Google Shape;26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1" name="Google Shape;271;g2c157a2fb06_0_53"/>
          <p:cNvGrpSpPr/>
          <p:nvPr/>
        </p:nvGrpSpPr>
        <p:grpSpPr>
          <a:xfrm>
            <a:off x="7894350" y="6212475"/>
            <a:ext cx="586800" cy="571500"/>
            <a:chOff x="7894350" y="6212475"/>
            <a:chExt cx="586800" cy="571500"/>
          </a:xfrm>
        </p:grpSpPr>
        <p:sp>
          <p:nvSpPr>
            <p:cNvPr id="272" name="Google Shape;27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4" name="Google Shape;274;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285" name="Google Shape;285;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7" name="Google Shape;287;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8" name="Google Shape;288;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1" name="Google Shape;291;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292" name="Google Shape;292;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4" name="Google Shape;294;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295" name="Google Shape;295;g2c157a2fb06_0_158"/>
          <p:cNvGrpSpPr/>
          <p:nvPr/>
        </p:nvGrpSpPr>
        <p:grpSpPr>
          <a:xfrm>
            <a:off x="662575" y="6212475"/>
            <a:ext cx="586800" cy="571500"/>
            <a:chOff x="662575" y="6212475"/>
            <a:chExt cx="586800" cy="571500"/>
          </a:xfrm>
        </p:grpSpPr>
        <p:sp>
          <p:nvSpPr>
            <p:cNvPr id="296" name="Google Shape;29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9" name="Google Shape;299;g2c157a2fb06_0_158"/>
          <p:cNvGrpSpPr/>
          <p:nvPr/>
        </p:nvGrpSpPr>
        <p:grpSpPr>
          <a:xfrm>
            <a:off x="7894350" y="6212475"/>
            <a:ext cx="586800" cy="571500"/>
            <a:chOff x="7894350" y="6212475"/>
            <a:chExt cx="586800" cy="571500"/>
          </a:xfrm>
        </p:grpSpPr>
        <p:sp>
          <p:nvSpPr>
            <p:cNvPr id="300" name="Google Shape;30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16" name="Google Shape;316;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8" name="Google Shape;318;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9" name="Google Shape;319;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2" name="Google Shape;322;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23" name="Google Shape;323;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4" name="Google Shape;324;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5" name="Google Shape;325;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26" name="Google Shape;326;g2c157a2fb06_0_263"/>
          <p:cNvGrpSpPr/>
          <p:nvPr/>
        </p:nvGrpSpPr>
        <p:grpSpPr>
          <a:xfrm>
            <a:off x="662575" y="6212475"/>
            <a:ext cx="586800" cy="571500"/>
            <a:chOff x="662575" y="6212475"/>
            <a:chExt cx="586800" cy="571500"/>
          </a:xfrm>
        </p:grpSpPr>
        <p:sp>
          <p:nvSpPr>
            <p:cNvPr id="327" name="Google Shape;32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0" name="Google Shape;330;g2c157a2fb06_0_263"/>
          <p:cNvGrpSpPr/>
          <p:nvPr/>
        </p:nvGrpSpPr>
        <p:grpSpPr>
          <a:xfrm>
            <a:off x="7894350" y="6212475"/>
            <a:ext cx="586800" cy="571500"/>
            <a:chOff x="7894350" y="6212475"/>
            <a:chExt cx="586800" cy="571500"/>
          </a:xfrm>
        </p:grpSpPr>
        <p:sp>
          <p:nvSpPr>
            <p:cNvPr id="331" name="Google Shape;33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3" name="Google Shape;333;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2" name="Google Shape;342;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3" name="Google Shape;343;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4" name="Google Shape;344;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5" name="Google Shape;345;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8" name="Google Shape;348;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49" name="Google Shape;349;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0" name="Google Shape;350;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52" name="Google Shape;352;g2c157a2fb06_0_467"/>
          <p:cNvGrpSpPr/>
          <p:nvPr/>
        </p:nvGrpSpPr>
        <p:grpSpPr>
          <a:xfrm>
            <a:off x="662575" y="6212475"/>
            <a:ext cx="586800" cy="571500"/>
            <a:chOff x="662575" y="6212475"/>
            <a:chExt cx="586800" cy="571500"/>
          </a:xfrm>
        </p:grpSpPr>
        <p:sp>
          <p:nvSpPr>
            <p:cNvPr id="353" name="Google Shape;35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6" name="Google Shape;356;g2c157a2fb06_0_467"/>
          <p:cNvGrpSpPr/>
          <p:nvPr/>
        </p:nvGrpSpPr>
        <p:grpSpPr>
          <a:xfrm>
            <a:off x="7894350" y="6212475"/>
            <a:ext cx="586800" cy="571500"/>
            <a:chOff x="7894350" y="6212475"/>
            <a:chExt cx="586800" cy="571500"/>
          </a:xfrm>
        </p:grpSpPr>
        <p:sp>
          <p:nvSpPr>
            <p:cNvPr id="357" name="Google Shape;35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8" name="Google Shape;358;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8" name="Google Shape;368;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0" name="Google Shape;370;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1" name="Google Shape;371;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4" name="Google Shape;374;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375" name="Google Shape;375;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6" name="Google Shape;376;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378" name="Google Shape;378;g2c157a2fb06_0_629"/>
          <p:cNvGrpSpPr/>
          <p:nvPr/>
        </p:nvGrpSpPr>
        <p:grpSpPr>
          <a:xfrm>
            <a:off x="662575" y="6212475"/>
            <a:ext cx="586800" cy="571500"/>
            <a:chOff x="662575" y="6212475"/>
            <a:chExt cx="586800" cy="571500"/>
          </a:xfrm>
        </p:grpSpPr>
        <p:sp>
          <p:nvSpPr>
            <p:cNvPr id="379" name="Google Shape;37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2" name="Google Shape;382;g2c157a2fb06_0_629"/>
          <p:cNvGrpSpPr/>
          <p:nvPr/>
        </p:nvGrpSpPr>
        <p:grpSpPr>
          <a:xfrm>
            <a:off x="7894350" y="6212475"/>
            <a:ext cx="586800" cy="571500"/>
            <a:chOff x="7894350" y="6212475"/>
            <a:chExt cx="586800" cy="571500"/>
          </a:xfrm>
        </p:grpSpPr>
        <p:sp>
          <p:nvSpPr>
            <p:cNvPr id="383" name="Google Shape;38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4" name="Google Shape;384;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798"/>
          <p:cNvGrpSpPr/>
          <p:nvPr/>
        </p:nvGrpSpPr>
        <p:grpSpPr>
          <a:xfrm>
            <a:off x="662575" y="6212475"/>
            <a:ext cx="586800" cy="571500"/>
            <a:chOff x="662575" y="6212475"/>
            <a:chExt cx="586800" cy="571500"/>
          </a:xfrm>
        </p:grpSpPr>
        <p:sp>
          <p:nvSpPr>
            <p:cNvPr id="406" name="Google Shape;40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798"/>
          <p:cNvGrpSpPr/>
          <p:nvPr/>
        </p:nvGrpSpPr>
        <p:grpSpPr>
          <a:xfrm>
            <a:off x="7894350" y="6212475"/>
            <a:ext cx="586800" cy="571500"/>
            <a:chOff x="7894350" y="6212475"/>
            <a:chExt cx="586800" cy="571500"/>
          </a:xfrm>
        </p:grpSpPr>
        <p:sp>
          <p:nvSpPr>
            <p:cNvPr id="410" name="Google Shape;41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825"/>
          <p:cNvGrpSpPr/>
          <p:nvPr/>
        </p:nvGrpSpPr>
        <p:grpSpPr>
          <a:xfrm>
            <a:off x="662575" y="6212475"/>
            <a:ext cx="586800" cy="571500"/>
            <a:chOff x="662575" y="6212475"/>
            <a:chExt cx="586800" cy="571500"/>
          </a:xfrm>
        </p:grpSpPr>
        <p:sp>
          <p:nvSpPr>
            <p:cNvPr id="433" name="Google Shape;43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825"/>
          <p:cNvGrpSpPr/>
          <p:nvPr/>
        </p:nvGrpSpPr>
        <p:grpSpPr>
          <a:xfrm>
            <a:off x="7894350" y="6212475"/>
            <a:ext cx="586800" cy="571500"/>
            <a:chOff x="7894350" y="6212475"/>
            <a:chExt cx="586800" cy="571500"/>
          </a:xfrm>
        </p:grpSpPr>
        <p:sp>
          <p:nvSpPr>
            <p:cNvPr id="437" name="Google Shape;43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61" name="Google Shape;461;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63" name="Google Shape;463;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4" name="Google Shape;464;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7" name="Google Shape;467;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468" name="Google Shape;468;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69" name="Google Shape;469;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70" name="Google Shape;470;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471" name="Google Shape;471;g2c157a2fb06_0_700"/>
          <p:cNvGrpSpPr/>
          <p:nvPr/>
        </p:nvGrpSpPr>
        <p:grpSpPr>
          <a:xfrm>
            <a:off x="662575" y="6212475"/>
            <a:ext cx="586800" cy="571500"/>
            <a:chOff x="662575" y="6212475"/>
            <a:chExt cx="586800" cy="571500"/>
          </a:xfrm>
        </p:grpSpPr>
        <p:sp>
          <p:nvSpPr>
            <p:cNvPr id="472" name="Google Shape;47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5" name="Google Shape;475;g2c157a2fb06_0_700"/>
          <p:cNvGrpSpPr/>
          <p:nvPr/>
        </p:nvGrpSpPr>
        <p:grpSpPr>
          <a:xfrm>
            <a:off x="7894350" y="6212475"/>
            <a:ext cx="586800" cy="571500"/>
            <a:chOff x="7894350" y="6212475"/>
            <a:chExt cx="586800" cy="571500"/>
          </a:xfrm>
        </p:grpSpPr>
        <p:sp>
          <p:nvSpPr>
            <p:cNvPr id="476" name="Google Shape;47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02" name="Google Shape;502;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3" name="Google Shape;503;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6" name="Google Shape;506;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07" name="Google Shape;507;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08" name="Google Shape;508;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09" name="Google Shape;509;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10" name="Google Shape;510;g2c157a2fb06_0_932"/>
          <p:cNvGrpSpPr/>
          <p:nvPr/>
        </p:nvGrpSpPr>
        <p:grpSpPr>
          <a:xfrm>
            <a:off x="662575" y="6212475"/>
            <a:ext cx="586800" cy="571500"/>
            <a:chOff x="662575" y="6212475"/>
            <a:chExt cx="586800" cy="571500"/>
          </a:xfrm>
        </p:grpSpPr>
        <p:sp>
          <p:nvSpPr>
            <p:cNvPr id="511" name="Google Shape;51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14" name="Google Shape;514;g2c157a2fb06_0_932"/>
          <p:cNvGrpSpPr/>
          <p:nvPr/>
        </p:nvGrpSpPr>
        <p:grpSpPr>
          <a:xfrm>
            <a:off x="7894350" y="6212475"/>
            <a:ext cx="586800" cy="571500"/>
            <a:chOff x="7894350" y="6212475"/>
            <a:chExt cx="586800" cy="571500"/>
          </a:xfrm>
        </p:grpSpPr>
        <p:sp>
          <p:nvSpPr>
            <p:cNvPr id="515" name="Google Shape;51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6" name="Google Shape;516;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36" name="Google Shape;536;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7" name="Google Shape;537;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8" name="Google Shape;538;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9" name="Google Shape;539;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2" name="Google Shape;542;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43" name="Google Shape;543;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44" name="Google Shape;544;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45" name="Google Shape;545;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46" name="Google Shape;546;g2c157a2fb06_0_1045"/>
          <p:cNvGrpSpPr/>
          <p:nvPr/>
        </p:nvGrpSpPr>
        <p:grpSpPr>
          <a:xfrm>
            <a:off x="662575" y="6212475"/>
            <a:ext cx="586800" cy="571500"/>
            <a:chOff x="662575" y="6212475"/>
            <a:chExt cx="586800" cy="571500"/>
          </a:xfrm>
        </p:grpSpPr>
        <p:sp>
          <p:nvSpPr>
            <p:cNvPr id="547" name="Google Shape;54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0" name="Google Shape;550;g2c157a2fb06_0_1045"/>
          <p:cNvGrpSpPr/>
          <p:nvPr/>
        </p:nvGrpSpPr>
        <p:grpSpPr>
          <a:xfrm>
            <a:off x="7894350" y="6212475"/>
            <a:ext cx="586800" cy="571500"/>
            <a:chOff x="7894350" y="6212475"/>
            <a:chExt cx="586800" cy="571500"/>
          </a:xfrm>
        </p:grpSpPr>
        <p:sp>
          <p:nvSpPr>
            <p:cNvPr id="551" name="Google Shape;55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75" name="Google Shape;575;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7" name="Google Shape;577;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8" name="Google Shape;578;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1" name="Google Shape;581;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Insert Lesson Topic Here</a:t>
            </a:r>
            <a:endParaRPr sz="1800" b="1" i="0" u="none" strike="noStrike" cap="none">
              <a:solidFill>
                <a:srgbClr val="FFFFFF"/>
              </a:solidFill>
              <a:latin typeface="Poppins SemiBold"/>
              <a:ea typeface="Poppins SemiBold"/>
              <a:cs typeface="Poppins SemiBold"/>
              <a:sym typeface="Poppins SemiBold"/>
            </a:endParaRPr>
          </a:p>
        </p:txBody>
      </p:sp>
      <p:sp>
        <p:nvSpPr>
          <p:cNvPr id="582" name="Google Shape;582;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83" name="Google Shape;583;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a:solidFill>
                  <a:srgbClr val="FFFFFF"/>
                </a:solidFill>
                <a:latin typeface="Poppins SemiBold"/>
                <a:ea typeface="Poppins SemiBold"/>
                <a:cs typeface="Poppins SemiBold"/>
                <a:sym typeface="Poppins SemiBold"/>
              </a:rPr>
              <a:t>Phase 5.5 - Sound Families </a:t>
            </a:r>
            <a:endParaRPr sz="1800" b="1" i="0" u="none" strike="noStrike" cap="none">
              <a:solidFill>
                <a:srgbClr val="FFFFFF"/>
              </a:solidFill>
              <a:latin typeface="Poppins SemiBold"/>
              <a:ea typeface="Poppins SemiBold"/>
              <a:cs typeface="Poppins SemiBold"/>
              <a:sym typeface="Poppins SemiBold"/>
            </a:endParaRPr>
          </a:p>
        </p:txBody>
      </p:sp>
      <p:grpSp>
        <p:nvGrpSpPr>
          <p:cNvPr id="585" name="Google Shape;585;g2c157a2fb06_0_1110"/>
          <p:cNvGrpSpPr/>
          <p:nvPr/>
        </p:nvGrpSpPr>
        <p:grpSpPr>
          <a:xfrm>
            <a:off x="662575" y="6212475"/>
            <a:ext cx="586800" cy="571500"/>
            <a:chOff x="662575" y="6212475"/>
            <a:chExt cx="586800" cy="571500"/>
          </a:xfrm>
        </p:grpSpPr>
        <p:sp>
          <p:nvSpPr>
            <p:cNvPr id="586" name="Google Shape;58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9" name="Google Shape;589;g2c157a2fb06_0_1110"/>
          <p:cNvGrpSpPr/>
          <p:nvPr/>
        </p:nvGrpSpPr>
        <p:grpSpPr>
          <a:xfrm>
            <a:off x="7894350" y="6212475"/>
            <a:ext cx="586800" cy="571500"/>
            <a:chOff x="7894350" y="6212475"/>
            <a:chExt cx="586800" cy="571500"/>
          </a:xfrm>
        </p:grpSpPr>
        <p:sp>
          <p:nvSpPr>
            <p:cNvPr id="590" name="Google Shape;59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6.png"/><Relationship Id="rId7" Type="http://schemas.openxmlformats.org/officeDocument/2006/relationships/slide" Target="slide18.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slide" Target="slide16.xml"/><Relationship Id="rId3" Type="http://schemas.openxmlformats.org/officeDocument/2006/relationships/image" Target="../media/image6.png"/><Relationship Id="rId7" Type="http://schemas.openxmlformats.org/officeDocument/2006/relationships/slide" Target="slide18.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13.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4.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5.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5.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6.xml.rels><?xml version="1.0" encoding="UTF-8" standalone="yes"?>
<Relationships xmlns="http://schemas.openxmlformats.org/package/2006/relationships"><Relationship Id="rId13" Type="http://schemas.openxmlformats.org/officeDocument/2006/relationships/image" Target="../media/image70.png"/><Relationship Id="rId18" Type="http://schemas.openxmlformats.org/officeDocument/2006/relationships/image" Target="../media/image75.png"/><Relationship Id="rId26" Type="http://schemas.openxmlformats.org/officeDocument/2006/relationships/image" Target="../media/image83.png"/><Relationship Id="rId39" Type="http://schemas.openxmlformats.org/officeDocument/2006/relationships/image" Target="../media/image95.png"/><Relationship Id="rId21" Type="http://schemas.openxmlformats.org/officeDocument/2006/relationships/image" Target="../media/image78.png"/><Relationship Id="rId34" Type="http://schemas.openxmlformats.org/officeDocument/2006/relationships/image" Target="../media/image90.png"/><Relationship Id="rId42" Type="http://schemas.openxmlformats.org/officeDocument/2006/relationships/image" Target="../media/image98.png"/><Relationship Id="rId7" Type="http://schemas.openxmlformats.org/officeDocument/2006/relationships/image" Target="../media/image64.png"/><Relationship Id="rId2" Type="http://schemas.openxmlformats.org/officeDocument/2006/relationships/notesSlide" Target="../notesSlides/notesSlide6.xml"/><Relationship Id="rId16" Type="http://schemas.openxmlformats.org/officeDocument/2006/relationships/image" Target="../media/image73.png"/><Relationship Id="rId20" Type="http://schemas.openxmlformats.org/officeDocument/2006/relationships/image" Target="../media/image77.png"/><Relationship Id="rId29" Type="http://schemas.openxmlformats.org/officeDocument/2006/relationships/image" Target="../media/image86.png"/><Relationship Id="rId41"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5.png"/><Relationship Id="rId11" Type="http://schemas.openxmlformats.org/officeDocument/2006/relationships/image" Target="../media/image68.png"/><Relationship Id="rId24" Type="http://schemas.openxmlformats.org/officeDocument/2006/relationships/image" Target="../media/image81.png"/><Relationship Id="rId32" Type="http://schemas.openxmlformats.org/officeDocument/2006/relationships/image" Target="../media/image89.png"/><Relationship Id="rId37" Type="http://schemas.openxmlformats.org/officeDocument/2006/relationships/image" Target="../media/image93.png"/><Relationship Id="rId40" Type="http://schemas.openxmlformats.org/officeDocument/2006/relationships/image" Target="../media/image96.png"/><Relationship Id="rId5" Type="http://schemas.openxmlformats.org/officeDocument/2006/relationships/image" Target="../media/image63.png"/><Relationship Id="rId15" Type="http://schemas.openxmlformats.org/officeDocument/2006/relationships/image" Target="../media/image72.png"/><Relationship Id="rId23" Type="http://schemas.openxmlformats.org/officeDocument/2006/relationships/image" Target="../media/image80.png"/><Relationship Id="rId28" Type="http://schemas.openxmlformats.org/officeDocument/2006/relationships/image" Target="../media/image85.png"/><Relationship Id="rId36" Type="http://schemas.openxmlformats.org/officeDocument/2006/relationships/image" Target="../media/image92.png"/><Relationship Id="rId10" Type="http://schemas.openxmlformats.org/officeDocument/2006/relationships/image" Target="../media/image67.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62.png"/><Relationship Id="rId9" Type="http://schemas.openxmlformats.org/officeDocument/2006/relationships/image" Target="../media/image66.png"/><Relationship Id="rId14" Type="http://schemas.openxmlformats.org/officeDocument/2006/relationships/image" Target="../media/image71.png"/><Relationship Id="rId22" Type="http://schemas.openxmlformats.org/officeDocument/2006/relationships/image" Target="../media/image79.png"/><Relationship Id="rId27" Type="http://schemas.openxmlformats.org/officeDocument/2006/relationships/image" Target="../media/image84.png"/><Relationship Id="rId30" Type="http://schemas.openxmlformats.org/officeDocument/2006/relationships/image" Target="../media/image87.png"/><Relationship Id="rId35" Type="http://schemas.openxmlformats.org/officeDocument/2006/relationships/image" Target="../media/image91.png"/><Relationship Id="rId43" Type="http://schemas.openxmlformats.org/officeDocument/2006/relationships/image" Target="../media/image99.png"/><Relationship Id="rId8" Type="http://schemas.openxmlformats.org/officeDocument/2006/relationships/image" Target="../media/image65.png"/><Relationship Id="rId3" Type="http://schemas.openxmlformats.org/officeDocument/2006/relationships/image" Target="../media/image61.png"/><Relationship Id="rId12" Type="http://schemas.openxmlformats.org/officeDocument/2006/relationships/image" Target="../media/image69.png"/><Relationship Id="rId17" Type="http://schemas.openxmlformats.org/officeDocument/2006/relationships/image" Target="../media/image74.png"/><Relationship Id="rId25" Type="http://schemas.openxmlformats.org/officeDocument/2006/relationships/image" Target="../media/image82.png"/><Relationship Id="rId33" Type="http://schemas.openxmlformats.org/officeDocument/2006/relationships/image" Target="../media/image6.png"/><Relationship Id="rId38" Type="http://schemas.openxmlformats.org/officeDocument/2006/relationships/image" Target="../media/image94.png"/></Relationships>
</file>

<file path=ppt/slides/_rels/slide7.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 Id="rId9" Type="http://schemas.openxmlformats.org/officeDocument/2006/relationships/image" Target="../media/image106.png"/></Relationships>
</file>

<file path=ppt/slides/_rels/slide8.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107.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notesSlide" Target="../notesSlides/notesSlide8.xml"/><Relationship Id="rId16" Type="http://schemas.openxmlformats.org/officeDocument/2006/relationships/image" Target="../media/image120.png"/><Relationship Id="rId1" Type="http://schemas.openxmlformats.org/officeDocument/2006/relationships/slideLayout" Target="../slideLayouts/slideLayout3.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5" Type="http://schemas.openxmlformats.org/officeDocument/2006/relationships/image" Target="../media/image119.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s>
</file>

<file path=ppt/slides/_rels/slide9.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18" Type="http://schemas.openxmlformats.org/officeDocument/2006/relationships/image" Target="../media/image136.png"/><Relationship Id="rId26" Type="http://schemas.openxmlformats.org/officeDocument/2006/relationships/image" Target="../media/image144.png"/><Relationship Id="rId3" Type="http://schemas.openxmlformats.org/officeDocument/2006/relationships/image" Target="../media/image121.png"/><Relationship Id="rId21" Type="http://schemas.openxmlformats.org/officeDocument/2006/relationships/image" Target="../media/image139.png"/><Relationship Id="rId7" Type="http://schemas.openxmlformats.org/officeDocument/2006/relationships/image" Target="../media/image125.png"/><Relationship Id="rId12" Type="http://schemas.openxmlformats.org/officeDocument/2006/relationships/image" Target="../media/image130.png"/><Relationship Id="rId17" Type="http://schemas.openxmlformats.org/officeDocument/2006/relationships/image" Target="../media/image135.png"/><Relationship Id="rId25" Type="http://schemas.openxmlformats.org/officeDocument/2006/relationships/image" Target="../media/image143.png"/><Relationship Id="rId2" Type="http://schemas.openxmlformats.org/officeDocument/2006/relationships/notesSlide" Target="../notesSlides/notesSlide9.xml"/><Relationship Id="rId16" Type="http://schemas.openxmlformats.org/officeDocument/2006/relationships/image" Target="../media/image134.png"/><Relationship Id="rId20" Type="http://schemas.openxmlformats.org/officeDocument/2006/relationships/image" Target="../media/image138.png"/><Relationship Id="rId29" Type="http://schemas.openxmlformats.org/officeDocument/2006/relationships/image" Target="../media/image147.png"/><Relationship Id="rId1" Type="http://schemas.openxmlformats.org/officeDocument/2006/relationships/slideLayout" Target="../slideLayouts/slideLayout3.xml"/><Relationship Id="rId6" Type="http://schemas.openxmlformats.org/officeDocument/2006/relationships/image" Target="../media/image124.png"/><Relationship Id="rId11" Type="http://schemas.openxmlformats.org/officeDocument/2006/relationships/image" Target="../media/image129.png"/><Relationship Id="rId24" Type="http://schemas.openxmlformats.org/officeDocument/2006/relationships/image" Target="../media/image142.png"/><Relationship Id="rId5" Type="http://schemas.openxmlformats.org/officeDocument/2006/relationships/image" Target="../media/image123.png"/><Relationship Id="rId15" Type="http://schemas.openxmlformats.org/officeDocument/2006/relationships/image" Target="../media/image133.png"/><Relationship Id="rId23" Type="http://schemas.openxmlformats.org/officeDocument/2006/relationships/image" Target="../media/image141.png"/><Relationship Id="rId28" Type="http://schemas.openxmlformats.org/officeDocument/2006/relationships/image" Target="../media/image146.png"/><Relationship Id="rId10" Type="http://schemas.openxmlformats.org/officeDocument/2006/relationships/image" Target="../media/image128.png"/><Relationship Id="rId19" Type="http://schemas.openxmlformats.org/officeDocument/2006/relationships/image" Target="../media/image137.png"/><Relationship Id="rId4" Type="http://schemas.openxmlformats.org/officeDocument/2006/relationships/image" Target="../media/image122.png"/><Relationship Id="rId9" Type="http://schemas.openxmlformats.org/officeDocument/2006/relationships/image" Target="../media/image127.png"/><Relationship Id="rId14" Type="http://schemas.openxmlformats.org/officeDocument/2006/relationships/image" Target="../media/image132.png"/><Relationship Id="rId22" Type="http://schemas.openxmlformats.org/officeDocument/2006/relationships/image" Target="../media/image140.png"/><Relationship Id="rId27" Type="http://schemas.openxmlformats.org/officeDocument/2006/relationships/image" Target="../media/image145.png"/><Relationship Id="rId30" Type="http://schemas.openxmlformats.org/officeDocument/2006/relationships/image" Target="../media/image148.png"/></Relationships>
</file>

<file path=ppt/slides/_rels/slide10.xml.rels><?xml version="1.0" encoding="UTF-8" standalone="yes"?>
<Relationships xmlns="http://schemas.openxmlformats.org/package/2006/relationships"><Relationship Id="rId8" Type="http://schemas.openxmlformats.org/officeDocument/2006/relationships/image" Target="../media/image154.png"/><Relationship Id="rId13" Type="http://schemas.openxmlformats.org/officeDocument/2006/relationships/image" Target="../media/image159.png"/><Relationship Id="rId3" Type="http://schemas.openxmlformats.org/officeDocument/2006/relationships/image" Target="../media/image149.png"/><Relationship Id="rId7" Type="http://schemas.openxmlformats.org/officeDocument/2006/relationships/image" Target="../media/image153.png"/><Relationship Id="rId12" Type="http://schemas.openxmlformats.org/officeDocument/2006/relationships/image" Target="../media/image158.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152.png"/><Relationship Id="rId11" Type="http://schemas.openxmlformats.org/officeDocument/2006/relationships/image" Target="../media/image157.png"/><Relationship Id="rId5" Type="http://schemas.openxmlformats.org/officeDocument/2006/relationships/image" Target="../media/image151.png"/><Relationship Id="rId15" Type="http://schemas.openxmlformats.org/officeDocument/2006/relationships/image" Target="../media/image161.png"/><Relationship Id="rId10" Type="http://schemas.openxmlformats.org/officeDocument/2006/relationships/image" Target="../media/image156.png"/><Relationship Id="rId4" Type="http://schemas.openxmlformats.org/officeDocument/2006/relationships/image" Target="../media/image150.png"/><Relationship Id="rId9" Type="http://schemas.openxmlformats.org/officeDocument/2006/relationships/image" Target="../media/image155.png"/><Relationship Id="rId14" Type="http://schemas.openxmlformats.org/officeDocument/2006/relationships/image" Target="../media/image160.png"/></Relationships>
</file>

<file path=ppt/slides/_rels/slide11.xml.rels><?xml version="1.0" encoding="UTF-8" standalone="yes"?>
<Relationships xmlns="http://schemas.openxmlformats.org/package/2006/relationships"><Relationship Id="rId8" Type="http://schemas.openxmlformats.org/officeDocument/2006/relationships/image" Target="../media/image167.png"/><Relationship Id="rId13" Type="http://schemas.openxmlformats.org/officeDocument/2006/relationships/image" Target="../media/image172.png"/><Relationship Id="rId3" Type="http://schemas.openxmlformats.org/officeDocument/2006/relationships/image" Target="../media/image162.png"/><Relationship Id="rId7" Type="http://schemas.openxmlformats.org/officeDocument/2006/relationships/image" Target="../media/image166.png"/><Relationship Id="rId12" Type="http://schemas.openxmlformats.org/officeDocument/2006/relationships/image" Target="../media/image171.png"/><Relationship Id="rId2" Type="http://schemas.openxmlformats.org/officeDocument/2006/relationships/notesSlide" Target="../notesSlides/notesSlide11.xml"/><Relationship Id="rId16" Type="http://schemas.openxmlformats.org/officeDocument/2006/relationships/image" Target="../media/image175.png"/><Relationship Id="rId1" Type="http://schemas.openxmlformats.org/officeDocument/2006/relationships/slideLayout" Target="../slideLayouts/slideLayout3.xml"/><Relationship Id="rId6" Type="http://schemas.openxmlformats.org/officeDocument/2006/relationships/image" Target="../media/image165.png"/><Relationship Id="rId11" Type="http://schemas.openxmlformats.org/officeDocument/2006/relationships/image" Target="../media/image170.png"/><Relationship Id="rId5" Type="http://schemas.openxmlformats.org/officeDocument/2006/relationships/image" Target="../media/image164.png"/><Relationship Id="rId15" Type="http://schemas.openxmlformats.org/officeDocument/2006/relationships/image" Target="../media/image174.png"/><Relationship Id="rId10" Type="http://schemas.openxmlformats.org/officeDocument/2006/relationships/image" Target="../media/image169.png"/><Relationship Id="rId4" Type="http://schemas.openxmlformats.org/officeDocument/2006/relationships/image" Target="../media/image163.png"/><Relationship Id="rId9" Type="http://schemas.openxmlformats.org/officeDocument/2006/relationships/image" Target="../media/image168.png"/><Relationship Id="rId14" Type="http://schemas.openxmlformats.org/officeDocument/2006/relationships/image" Target="../media/image173.png"/></Relationships>
</file>

<file path=ppt/slides/_rels/slide12.xml.rels><?xml version="1.0" encoding="UTF-8" standalone="yes"?>
<Relationships xmlns="http://schemas.openxmlformats.org/package/2006/relationships"><Relationship Id="rId8" Type="http://schemas.openxmlformats.org/officeDocument/2006/relationships/image" Target="../media/image181.png"/><Relationship Id="rId3" Type="http://schemas.openxmlformats.org/officeDocument/2006/relationships/image" Target="../media/image176.png"/><Relationship Id="rId7" Type="http://schemas.openxmlformats.org/officeDocument/2006/relationships/image" Target="../media/image180.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79.png"/><Relationship Id="rId5" Type="http://schemas.openxmlformats.org/officeDocument/2006/relationships/image" Target="../media/image178.png"/><Relationship Id="rId4" Type="http://schemas.openxmlformats.org/officeDocument/2006/relationships/image" Target="../media/image177.png"/><Relationship Id="rId9" Type="http://schemas.openxmlformats.org/officeDocument/2006/relationships/image" Target="../media/image182.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100" y="2716650"/>
            <a:ext cx="39987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dirty="0"/>
              <a:t>Sound Family /</a:t>
            </a:r>
            <a:r>
              <a:rPr lang="en-US" sz="3000" dirty="0" err="1"/>
              <a:t>oa</a:t>
            </a:r>
            <a:r>
              <a:rPr lang="en-US" sz="3000" dirty="0"/>
              <a:t>/;</a:t>
            </a:r>
            <a:br>
              <a:rPr lang="en-US" sz="3000" dirty="0"/>
            </a:br>
            <a:r>
              <a:rPr lang="en-US" sz="3000" dirty="0" err="1"/>
              <a:t>oe</a:t>
            </a:r>
            <a:r>
              <a:rPr lang="en-US" sz="3000" dirty="0"/>
              <a:t> o-e</a:t>
            </a:r>
            <a:endParaRPr sz="3000" dirty="0"/>
          </a:p>
        </p:txBody>
      </p:sp>
      <p:sp>
        <p:nvSpPr>
          <p:cNvPr id="652" name="Google Shape;652;p1"/>
          <p:cNvSpPr txBox="1">
            <a:spLocks noGrp="1"/>
          </p:cNvSpPr>
          <p:nvPr>
            <p:ph type="subTitle" idx="2"/>
          </p:nvPr>
        </p:nvSpPr>
        <p:spPr>
          <a:xfrm>
            <a:off x="884092" y="3693158"/>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dirty="0"/>
              <a:t>Lesson 17</a:t>
            </a:r>
            <a:endParaRPr dirty="0"/>
          </a:p>
        </p:txBody>
      </p:sp>
      <p:pic>
        <p:nvPicPr>
          <p:cNvPr id="653" name="Google Shape;653;p1"/>
          <p:cNvPicPr preferRelativeResize="0"/>
          <p:nvPr/>
        </p:nvPicPr>
        <p:blipFill rotWithShape="1">
          <a:blip r:embed="rId3">
            <a:alphaModFix/>
          </a:blip>
          <a:srcRect l="79" r="69"/>
          <a:stretch/>
        </p:blipFill>
        <p:spPr>
          <a:xfrm rot="540305">
            <a:off x="6695728" y="3950203"/>
            <a:ext cx="1208040" cy="1709827"/>
          </a:xfrm>
          <a:prstGeom prst="rect">
            <a:avLst/>
          </a:prstGeom>
          <a:noFill/>
          <a:ln>
            <a:noFill/>
          </a:ln>
          <a:effectLst>
            <a:outerShdw blurRad="71438" dist="38100" dir="5220000" algn="bl" rotWithShape="0">
              <a:srgbClr val="000000">
                <a:alpha val="20000"/>
              </a:srgbClr>
            </a:outerShdw>
          </a:effectLst>
        </p:spPr>
      </p:pic>
      <p:pic>
        <p:nvPicPr>
          <p:cNvPr id="654" name="Google Shape;654;p1"/>
          <p:cNvPicPr preferRelativeResize="0"/>
          <p:nvPr/>
        </p:nvPicPr>
        <p:blipFill rotWithShape="1">
          <a:blip r:embed="rId4">
            <a:alphaModFix/>
          </a:blip>
          <a:srcRect l="19" r="19"/>
          <a:stretch/>
        </p:blipFill>
        <p:spPr>
          <a:xfrm rot="-278018">
            <a:off x="5552278" y="3960008"/>
            <a:ext cx="1208038" cy="1709827"/>
          </a:xfrm>
          <a:prstGeom prst="rect">
            <a:avLst/>
          </a:prstGeom>
          <a:noFill/>
          <a:ln>
            <a:noFill/>
          </a:ln>
          <a:effectLst>
            <a:outerShdw blurRad="71438" dist="38100" dir="5220000" algn="bl" rotWithShape="0">
              <a:srgbClr val="000000">
                <a:alpha val="20000"/>
              </a:srgbClr>
            </a:outerShdw>
          </a:effectLst>
        </p:spPr>
      </p:pic>
      <p:graphicFrame>
        <p:nvGraphicFramePr>
          <p:cNvPr id="655" name="Google Shape;655;p1"/>
          <p:cNvGraphicFramePr/>
          <p:nvPr/>
        </p:nvGraphicFramePr>
        <p:xfrm>
          <a:off x="4844200" y="1646527"/>
          <a:ext cx="3784875" cy="2032200"/>
        </p:xfrm>
        <a:graphic>
          <a:graphicData uri="http://schemas.openxmlformats.org/drawingml/2006/table">
            <a:tbl>
              <a:tblPr firstRow="1" bandRow="1">
                <a:noFill/>
                <a:tableStyleId>{3AF3600C-3274-49B7-A789-FAE7E96D01F8}</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/o</a:t>
                      </a:r>
                      <a:r>
                        <a:rPr lang="en-US" sz="1350" u="none" strike="noStrike" cap="none">
                          <a:solidFill>
                            <a:srgbClr val="FFFFFF"/>
                          </a:solidFill>
                          <a:latin typeface="Poppins"/>
                          <a:ea typeface="Poppins"/>
                          <a:cs typeface="Poppins"/>
                          <a:sym typeface="Poppins"/>
                        </a:rPr>
                        <a:t>a</a:t>
                      </a:r>
                      <a:r>
                        <a:rPr lang="en-US" sz="1600" u="none" strike="noStrike" cap="none">
                          <a:solidFill>
                            <a:srgbClr val="FFFFFF"/>
                          </a:solidFill>
                          <a:latin typeface="Jost"/>
                          <a:ea typeface="Jost"/>
                          <a:cs typeface="Jost"/>
                          <a:sym typeface="Jost"/>
                        </a:rPr>
                        <a:t>/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dirty="0">
                          <a:solidFill>
                            <a:srgbClr val="D9D9D9"/>
                          </a:solidFill>
                          <a:latin typeface="Jost"/>
                          <a:ea typeface="Jost"/>
                          <a:cs typeface="Jost"/>
                          <a:sym typeface="Jost"/>
                        </a:rPr>
                        <a:t>/m/</a:t>
                      </a:r>
                      <a:endParaRPr sz="1600" u="none" strike="noStrike" cap="none" dirty="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dirty="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EEEB0248-82B2-20C0-5F6D-677E48A6D881}"/>
            </a:ext>
          </a:extLst>
        </p:cNvPr>
        <p:cNvGrpSpPr/>
        <p:nvPr/>
      </p:nvGrpSpPr>
      <p:grpSpPr>
        <a:xfrm>
          <a:off x="0" y="0"/>
          <a:ext cx="0" cy="0"/>
          <a:chOff x="0" y="0"/>
          <a:chExt cx="0" cy="0"/>
        </a:xfrm>
      </p:grpSpPr>
      <p:sp>
        <p:nvSpPr>
          <p:cNvPr id="661" name="Google Shape;661;g2bee4f4af4b_0_204">
            <a:extLst>
              <a:ext uri="{FF2B5EF4-FFF2-40B4-BE49-F238E27FC236}">
                <a16:creationId xmlns:a16="http://schemas.microsoft.com/office/drawing/2014/main" id="{CC5E95CF-4BF7-E452-D749-9791E4D478ED}"/>
              </a:ext>
            </a:extLst>
          </p:cNvPr>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/oa/</a:t>
            </a:r>
            <a:r>
              <a:rPr lang="en-US"/>
              <a:t> sound family spelling patterns.</a:t>
            </a:r>
            <a:endParaRPr/>
          </a:p>
        </p:txBody>
      </p:sp>
      <p:sp>
        <p:nvSpPr>
          <p:cNvPr id="662" name="Google Shape;662;g2bee4f4af4b_0_204">
            <a:extLst>
              <a:ext uri="{FF2B5EF4-FFF2-40B4-BE49-F238E27FC236}">
                <a16:creationId xmlns:a16="http://schemas.microsoft.com/office/drawing/2014/main" id="{FFD3F288-DD88-E721-3214-959C222E66CA}"/>
              </a:ext>
            </a:extLst>
          </p:cNvPr>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dirty="0"/>
              <a:t>Recall all GPCs learned so far using flashcards.</a:t>
            </a:r>
            <a:endParaRPr dirty="0"/>
          </a:p>
        </p:txBody>
      </p:sp>
      <p:sp>
        <p:nvSpPr>
          <p:cNvPr id="663" name="Google Shape;663;g2bee4f4af4b_0_204">
            <a:extLst>
              <a:ext uri="{FF2B5EF4-FFF2-40B4-BE49-F238E27FC236}">
                <a16:creationId xmlns:a16="http://schemas.microsoft.com/office/drawing/2014/main" id="{F1E744AF-92F3-32B7-EBB2-3E2C91F1CC08}"/>
              </a:ext>
            </a:extLst>
          </p:cNvPr>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a:extLst>
              <a:ext uri="{FF2B5EF4-FFF2-40B4-BE49-F238E27FC236}">
                <a16:creationId xmlns:a16="http://schemas.microsoft.com/office/drawing/2014/main" id="{91E502F3-C2B3-CECB-4CE7-F0FD7E5103DF}"/>
              </a:ext>
            </a:extLst>
          </p:cNvPr>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a:extLst>
              <a:ext uri="{FF2B5EF4-FFF2-40B4-BE49-F238E27FC236}">
                <a16:creationId xmlns:a16="http://schemas.microsoft.com/office/drawing/2014/main" id="{1DB7E6F2-F1DC-B83C-C8EF-A04D71DB82D3}"/>
              </a:ext>
            </a:extLst>
          </p:cNvPr>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a:extLst>
              <a:ext uri="{FF2B5EF4-FFF2-40B4-BE49-F238E27FC236}">
                <a16:creationId xmlns:a16="http://schemas.microsoft.com/office/drawing/2014/main" id="{6BA88B3D-E7AA-F0BD-F0AB-661C3BCE43A1}"/>
              </a:ext>
            </a:extLst>
          </p:cNvPr>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a:extLst>
              <a:ext uri="{FF2B5EF4-FFF2-40B4-BE49-F238E27FC236}">
                <a16:creationId xmlns:a16="http://schemas.microsoft.com/office/drawing/2014/main" id="{63C9F2DB-CDE8-69AB-2434-A029F0B4E332}"/>
              </a:ext>
            </a:extLst>
          </p:cNvPr>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a:extLst>
              <a:ext uri="{FF2B5EF4-FFF2-40B4-BE49-F238E27FC236}">
                <a16:creationId xmlns:a16="http://schemas.microsoft.com/office/drawing/2014/main" id="{71EEE495-E7A7-3EF4-D1D4-A8DE49EA75FB}"/>
              </a:ext>
            </a:extLst>
          </p:cNvPr>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a:extLst>
              <a:ext uri="{FF2B5EF4-FFF2-40B4-BE49-F238E27FC236}">
                <a16:creationId xmlns:a16="http://schemas.microsoft.com/office/drawing/2014/main" id="{FE470E81-F0BC-24FE-8519-D180FC524EFA}"/>
              </a:ext>
            </a:extLst>
          </p:cNvPr>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a:extLst>
              <a:ext uri="{FF2B5EF4-FFF2-40B4-BE49-F238E27FC236}">
                <a16:creationId xmlns:a16="http://schemas.microsoft.com/office/drawing/2014/main" id="{95B633F9-2C6E-CA53-E706-D368AFDAD944}"/>
              </a:ext>
            </a:extLst>
          </p:cNvPr>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a:extLst>
              <a:ext uri="{FF2B5EF4-FFF2-40B4-BE49-F238E27FC236}">
                <a16:creationId xmlns:a16="http://schemas.microsoft.com/office/drawing/2014/main" id="{6BFC62A3-B906-59E1-7B6D-9AAD34D00A74}"/>
              </a:ext>
            </a:extLst>
          </p:cNvPr>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a:extLst>
              <a:ext uri="{FF2B5EF4-FFF2-40B4-BE49-F238E27FC236}">
                <a16:creationId xmlns:a16="http://schemas.microsoft.com/office/drawing/2014/main" id="{5BFEB907-577B-14BE-7046-E5B463026442}"/>
              </a:ext>
            </a:extLst>
          </p:cNvPr>
          <p:cNvSpPr/>
          <p:nvPr/>
        </p:nvSpPr>
        <p:spPr>
          <a:xfrm>
            <a:off x="851606" y="3737113"/>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a:extLst>
              <a:ext uri="{FF2B5EF4-FFF2-40B4-BE49-F238E27FC236}">
                <a16:creationId xmlns:a16="http://schemas.microsoft.com/office/drawing/2014/main" id="{21578185-B8AD-4802-A3FF-01F7959DB130}"/>
              </a:ext>
            </a:extLst>
          </p:cNvPr>
          <p:cNvSpPr/>
          <p:nvPr/>
        </p:nvSpPr>
        <p:spPr>
          <a:xfrm>
            <a:off x="3364677" y="380141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a:extLst>
              <a:ext uri="{FF2B5EF4-FFF2-40B4-BE49-F238E27FC236}">
                <a16:creationId xmlns:a16="http://schemas.microsoft.com/office/drawing/2014/main" id="{2976CA08-22E2-93AF-BAC5-E401359712CF}"/>
              </a:ext>
            </a:extLst>
          </p:cNvPr>
          <p:cNvSpPr/>
          <p:nvPr/>
        </p:nvSpPr>
        <p:spPr>
          <a:xfrm>
            <a:off x="2165693" y="3817429"/>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extLst>
      <p:ext uri="{BB962C8B-B14F-4D97-AF65-F5344CB8AC3E}">
        <p14:creationId xmlns:p14="http://schemas.microsoft.com/office/powerpoint/2010/main" val="136671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Learn and practise </a:t>
            </a:r>
            <a:r>
              <a:rPr lang="en-US">
                <a:solidFill>
                  <a:srgbClr val="8DC63F"/>
                </a:solidFill>
              </a:rPr>
              <a:t>/oa/</a:t>
            </a:r>
            <a:r>
              <a:rPr lang="en-US"/>
              <a:t> sound family spelling patterns.</a:t>
            </a:r>
            <a:endParaRPr/>
          </a:p>
        </p:txBody>
      </p:sp>
      <p:sp>
        <p:nvSpPr>
          <p:cNvPr id="662" name="Google Shape;662;g2bee4f4af4b_0_204"/>
          <p:cNvSpPr txBox="1">
            <a:spLocks noGrp="1"/>
          </p:cNvSpPr>
          <p:nvPr>
            <p:ph type="body" idx="2"/>
          </p:nvPr>
        </p:nvSpPr>
        <p:spPr>
          <a:xfrm>
            <a:off x="3298550" y="21977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0"/>
              </a:spcBef>
              <a:spcAft>
                <a:spcPts val="0"/>
              </a:spcAft>
              <a:buSzPts val="1600"/>
              <a:buChar char="•"/>
            </a:pPr>
            <a:r>
              <a:rPr lang="en-US"/>
              <a:t>Recall all GPCs learned so far using flashcards.</a:t>
            </a:r>
            <a:endParaRPr/>
          </a:p>
        </p:txBody>
      </p:sp>
      <p:sp>
        <p:nvSpPr>
          <p:cNvPr id="663" name="Google Shape;663;g2bee4f4af4b_0_204"/>
          <p:cNvSpPr txBox="1"/>
          <p:nvPr/>
        </p:nvSpPr>
        <p:spPr>
          <a:xfrm>
            <a:off x="982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664" name="Google Shape;664;g2bee4f4af4b_0_204"/>
          <p:cNvSpPr txBox="1"/>
          <p:nvPr/>
        </p:nvSpPr>
        <p:spPr>
          <a:xfrm>
            <a:off x="774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665" name="Google Shape;665;g2bee4f4af4b_0_204"/>
          <p:cNvPicPr preferRelativeResize="0"/>
          <p:nvPr/>
        </p:nvPicPr>
        <p:blipFill rotWithShape="1">
          <a:blip r:embed="rId3">
            <a:alphaModFix/>
          </a:blip>
          <a:srcRect l="19" r="19"/>
          <a:stretch/>
        </p:blipFill>
        <p:spPr>
          <a:xfrm>
            <a:off x="995626" y="4101860"/>
            <a:ext cx="786850" cy="1113688"/>
          </a:xfrm>
          <a:prstGeom prst="rect">
            <a:avLst/>
          </a:prstGeom>
          <a:noFill/>
          <a:ln>
            <a:noFill/>
          </a:ln>
          <a:effectLst>
            <a:outerShdw blurRad="71438" dist="19050" dir="5220000" algn="bl" rotWithShape="0">
              <a:srgbClr val="D8D8D8"/>
            </a:outerShdw>
          </a:effectLst>
        </p:spPr>
      </p:pic>
      <p:sp>
        <p:nvSpPr>
          <p:cNvPr id="666" name="Google Shape;666;g2bee4f4af4b_0_204"/>
          <p:cNvSpPr txBox="1"/>
          <p:nvPr/>
        </p:nvSpPr>
        <p:spPr>
          <a:xfrm>
            <a:off x="2262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667" name="Google Shape;667;g2bee4f4af4b_0_204"/>
          <p:cNvSpPr txBox="1"/>
          <p:nvPr/>
        </p:nvSpPr>
        <p:spPr>
          <a:xfrm>
            <a:off x="2055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668" name="Google Shape;668;g2bee4f4af4b_0_204"/>
          <p:cNvPicPr preferRelativeResize="0"/>
          <p:nvPr/>
        </p:nvPicPr>
        <p:blipFill rotWithShape="1">
          <a:blip r:embed="rId4">
            <a:alphaModFix/>
          </a:blip>
          <a:srcRect/>
          <a:stretch/>
        </p:blipFill>
        <p:spPr>
          <a:xfrm>
            <a:off x="2262506" y="4169988"/>
            <a:ext cx="813600" cy="977432"/>
          </a:xfrm>
          <a:prstGeom prst="rect">
            <a:avLst/>
          </a:prstGeom>
          <a:noFill/>
          <a:ln>
            <a:noFill/>
          </a:ln>
          <a:effectLst>
            <a:outerShdw blurRad="71438" dist="19050" dir="5220000" algn="bl" rotWithShape="0">
              <a:srgbClr val="D8D8D8"/>
            </a:outerShdw>
          </a:effectLst>
        </p:spPr>
      </p:pic>
      <p:sp>
        <p:nvSpPr>
          <p:cNvPr id="669" name="Google Shape;669;g2bee4f4af4b_0_204"/>
          <p:cNvSpPr txBox="1"/>
          <p:nvPr/>
        </p:nvSpPr>
        <p:spPr>
          <a:xfrm>
            <a:off x="3450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670" name="Google Shape;670;g2bee4f4af4b_0_204"/>
          <p:cNvSpPr txBox="1"/>
          <p:nvPr/>
        </p:nvSpPr>
        <p:spPr>
          <a:xfrm>
            <a:off x="3335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671" name="Google Shape;671;g2bee4f4af4b_0_204"/>
          <p:cNvPicPr preferRelativeResize="0"/>
          <p:nvPr/>
        </p:nvPicPr>
        <p:blipFill rotWithShape="1">
          <a:blip r:embed="rId5">
            <a:alphaModFix/>
          </a:blip>
          <a:srcRect/>
          <a:stretch/>
        </p:blipFill>
        <p:spPr>
          <a:xfrm>
            <a:off x="3549599" y="4232253"/>
            <a:ext cx="614525" cy="852902"/>
          </a:xfrm>
          <a:prstGeom prst="rect">
            <a:avLst/>
          </a:prstGeom>
          <a:noFill/>
          <a:ln>
            <a:noFill/>
          </a:ln>
          <a:effectLst>
            <a:outerShdw blurRad="71438" dist="19050" dir="5220000" algn="bl" rotWithShape="0">
              <a:srgbClr val="D8D8D8"/>
            </a:outerShdw>
          </a:effectLst>
        </p:spPr>
      </p:pic>
      <p:sp>
        <p:nvSpPr>
          <p:cNvPr id="672" name="Google Shape;672;g2bee4f4af4b_0_204">
            <a:hlinkClick r:id="rId6" action="ppaction://hlinksldjump"/>
          </p:cNvPr>
          <p:cNvSpPr/>
          <p:nvPr/>
        </p:nvSpPr>
        <p:spPr>
          <a:xfrm>
            <a:off x="944298" y="381742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3" name="Google Shape;673;g2bee4f4af4b_0_204">
            <a:hlinkClick r:id="rId7" action="ppaction://hlinksldjump"/>
          </p:cNvPr>
          <p:cNvSpPr/>
          <p:nvPr/>
        </p:nvSpPr>
        <p:spPr>
          <a:xfrm>
            <a:off x="3365749" y="3792266"/>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4" name="Google Shape;674;g2bee4f4af4b_0_204">
            <a:hlinkClick r:id="rId8" action="ppaction://hlinksldjump"/>
          </p:cNvPr>
          <p:cNvSpPr/>
          <p:nvPr/>
        </p:nvSpPr>
        <p:spPr>
          <a:xfrm>
            <a:off x="2070350" y="3792266"/>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81" name="Google Shape;681;g26b641b03cd_0_165"/>
          <p:cNvGrpSpPr/>
          <p:nvPr/>
        </p:nvGrpSpPr>
        <p:grpSpPr>
          <a:xfrm>
            <a:off x="930400" y="2053244"/>
            <a:ext cx="7283200" cy="3724851"/>
            <a:chOff x="930400" y="2129444"/>
            <a:chExt cx="7283200" cy="3724851"/>
          </a:xfrm>
        </p:grpSpPr>
        <p:pic>
          <p:nvPicPr>
            <p:cNvPr id="682" name="Google Shape;68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3" name="Google Shape;69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94" name="Google Shape;69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95" name="Google Shape;69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96" name="Google Shape;69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97" name="Google Shape;69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98" name="Google Shape;69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99" name="Google Shape;69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00" name="Google Shape;70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1" name="Google Shape;70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02" name="Google Shape;70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03" name="Google Shape;70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04" name="Google Shape;70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11" name="Google Shape;711;g26b7edf6e71_0_26"/>
          <p:cNvGrpSpPr/>
          <p:nvPr/>
        </p:nvGrpSpPr>
        <p:grpSpPr>
          <a:xfrm>
            <a:off x="930400" y="2053250"/>
            <a:ext cx="7283201" cy="2971674"/>
            <a:chOff x="930400" y="2129450"/>
            <a:chExt cx="7283201" cy="2971674"/>
          </a:xfrm>
        </p:grpSpPr>
        <p:pic>
          <p:nvPicPr>
            <p:cNvPr id="712" name="Google Shape;712;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13" name="Google Shape;713;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17" name="Google Shape;717;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18" name="Google Shape;718;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19" name="Google Shape;719;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20" name="Google Shape;720;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21" name="Google Shape;721;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22" name="Google Shape;722;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23" name="Google Shape;723;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4" name="Google Shape;724;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5" name="Google Shape;725;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26" name="Google Shape;726;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27" name="Google Shape;727;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28" name="Google Shape;728;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9" name="Google Shape;729;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0" name="Google Shape;730;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1" name="Google Shape;731;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32" name="Google Shape;732;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33" name="Google Shape;733;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34" name="Google Shape;734;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35" name="Google Shape;735;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36" name="Google Shape;736;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37" name="Google Shape;737;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38" name="Google Shape;738;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40" name="Google Shape;740;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47" name="Google Shape;747;g2c298da1f27_0_417"/>
          <p:cNvGrpSpPr/>
          <p:nvPr/>
        </p:nvGrpSpPr>
        <p:grpSpPr>
          <a:xfrm>
            <a:off x="930400" y="2053250"/>
            <a:ext cx="7283201" cy="2971674"/>
            <a:chOff x="930400" y="2053250"/>
            <a:chExt cx="7283201" cy="2971674"/>
          </a:xfrm>
        </p:grpSpPr>
        <p:pic>
          <p:nvPicPr>
            <p:cNvPr id="748" name="Google Shape;748;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49" name="Google Shape;749;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50" name="Google Shape;750;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51" name="Google Shape;751;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52" name="Google Shape;752;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60" name="Google Shape;760;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3" name="Google Shape;763;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4" name="Google Shape;764;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68" name="Google Shape;768;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69" name="Google Shape;769;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0" name="Google Shape;770;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71" name="Google Shape;771;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74" name="Google Shape;774;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77" name="Google Shape;777;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78" name="Google Shape;778;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79" name="Google Shape;779;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83" name="Google Shape;783;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87" name="Google Shape;787;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88" name="Google Shape;788;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95" name="Google Shape;795;g2cdbdd49f8e_0_0"/>
          <p:cNvPicPr preferRelativeResize="0"/>
          <p:nvPr/>
        </p:nvPicPr>
        <p:blipFill rotWithShape="1">
          <a:blip r:embed="rId3">
            <a:alphaModFix/>
          </a:blip>
          <a:srcRect l="79" r="79"/>
          <a:stretch/>
        </p:blipFill>
        <p:spPr>
          <a:xfrm>
            <a:off x="937709" y="2053250"/>
            <a:ext cx="935160" cy="1323673"/>
          </a:xfrm>
          <a:prstGeom prst="rect">
            <a:avLst/>
          </a:prstGeom>
          <a:noFill/>
          <a:ln>
            <a:noFill/>
          </a:ln>
          <a:effectLst>
            <a:outerShdw blurRad="71438" dist="28575" dir="5400000" algn="bl" rotWithShape="0">
              <a:srgbClr val="000000">
                <a:alpha val="14510"/>
              </a:srgbClr>
            </a:outerShdw>
          </a:effectLst>
        </p:spPr>
      </p:pic>
      <p:pic>
        <p:nvPicPr>
          <p:cNvPr id="796" name="Google Shape;796;g2cdbdd49f8e_0_0"/>
          <p:cNvPicPr preferRelativeResize="0"/>
          <p:nvPr/>
        </p:nvPicPr>
        <p:blipFill rotWithShape="1">
          <a:blip r:embed="rId4">
            <a:alphaModFix/>
          </a:blip>
          <a:srcRect l="79" r="79"/>
          <a:stretch/>
        </p:blipFill>
        <p:spPr>
          <a:xfrm>
            <a:off x="4085729" y="2053250"/>
            <a:ext cx="935160" cy="1323673"/>
          </a:xfrm>
          <a:prstGeom prst="rect">
            <a:avLst/>
          </a:prstGeom>
          <a:noFill/>
          <a:ln>
            <a:noFill/>
          </a:ln>
          <a:effectLst>
            <a:outerShdw blurRad="71438" dist="28575" dir="5400000" algn="bl" rotWithShape="0">
              <a:srgbClr val="000000">
                <a:alpha val="14510"/>
              </a:srgbClr>
            </a:outerShdw>
          </a:effectLst>
        </p:spPr>
      </p:pic>
      <p:pic>
        <p:nvPicPr>
          <p:cNvPr id="797" name="Google Shape;797;g2cdbdd49f8e_0_0"/>
          <p:cNvPicPr preferRelativeResize="0"/>
          <p:nvPr/>
        </p:nvPicPr>
        <p:blipFill rotWithShape="1">
          <a:blip r:embed="rId5">
            <a:alphaModFix/>
          </a:blip>
          <a:srcRect l="19" r="29"/>
          <a:stretch/>
        </p:blipFill>
        <p:spPr>
          <a:xfrm>
            <a:off x="1987048" y="2053250"/>
            <a:ext cx="935160" cy="1323674"/>
          </a:xfrm>
          <a:prstGeom prst="rect">
            <a:avLst/>
          </a:prstGeom>
          <a:noFill/>
          <a:ln>
            <a:noFill/>
          </a:ln>
          <a:effectLst>
            <a:outerShdw blurRad="71438" dist="28575" dir="5400000" algn="bl" rotWithShape="0">
              <a:srgbClr val="000000">
                <a:alpha val="14510"/>
              </a:srgbClr>
            </a:outerShdw>
          </a:effectLst>
        </p:spPr>
      </p:pic>
      <p:pic>
        <p:nvPicPr>
          <p:cNvPr id="798" name="Google Shape;798;g2cdbdd49f8e_0_0"/>
          <p:cNvPicPr preferRelativeResize="0"/>
          <p:nvPr/>
        </p:nvPicPr>
        <p:blipFill rotWithShape="1">
          <a:blip r:embed="rId6">
            <a:alphaModFix/>
          </a:blip>
          <a:srcRect l="19" r="29"/>
          <a:stretch/>
        </p:blipFill>
        <p:spPr>
          <a:xfrm>
            <a:off x="3036390" y="2053250"/>
            <a:ext cx="935160" cy="1323674"/>
          </a:xfrm>
          <a:prstGeom prst="rect">
            <a:avLst/>
          </a:prstGeom>
          <a:noFill/>
          <a:ln>
            <a:noFill/>
          </a:ln>
          <a:effectLst>
            <a:outerShdw blurRad="71438" dist="28575" dir="5400000" algn="bl" rotWithShape="0">
              <a:srgbClr val="000000">
                <a:alpha val="14510"/>
              </a:srgbClr>
            </a:outerShdw>
          </a:effectLst>
        </p:spPr>
      </p:pic>
      <p:pic>
        <p:nvPicPr>
          <p:cNvPr id="799" name="Google Shape;799;g2cdbdd49f8e_0_0"/>
          <p:cNvPicPr preferRelativeResize="0"/>
          <p:nvPr/>
        </p:nvPicPr>
        <p:blipFill rotWithShape="1">
          <a:blip r:embed="rId7">
            <a:alphaModFix/>
          </a:blip>
          <a:srcRect l="19" r="29"/>
          <a:stretch/>
        </p:blipFill>
        <p:spPr>
          <a:xfrm>
            <a:off x="5135068" y="2053250"/>
            <a:ext cx="935160" cy="1323674"/>
          </a:xfrm>
          <a:prstGeom prst="rect">
            <a:avLst/>
          </a:prstGeom>
          <a:noFill/>
          <a:ln>
            <a:noFill/>
          </a:ln>
          <a:effectLst>
            <a:outerShdw blurRad="71438" dist="28575" dir="5400000" algn="bl" rotWithShape="0">
              <a:srgbClr val="000000">
                <a:alpha val="14510"/>
              </a:srgbClr>
            </a:outerShdw>
          </a:effectLst>
        </p:spPr>
      </p:pic>
      <p:pic>
        <p:nvPicPr>
          <p:cNvPr id="800" name="Google Shape;800;g2cdbdd49f8e_0_0"/>
          <p:cNvPicPr preferRelativeResize="0"/>
          <p:nvPr/>
        </p:nvPicPr>
        <p:blipFill rotWithShape="1">
          <a:blip r:embed="rId8">
            <a:alphaModFix/>
          </a:blip>
          <a:srcRect l="79" r="79"/>
          <a:stretch/>
        </p:blipFill>
        <p:spPr>
          <a:xfrm>
            <a:off x="6184410" y="2053250"/>
            <a:ext cx="935160" cy="1323673"/>
          </a:xfrm>
          <a:prstGeom prst="rect">
            <a:avLst/>
          </a:prstGeom>
          <a:noFill/>
          <a:ln>
            <a:noFill/>
          </a:ln>
          <a:effectLst>
            <a:outerShdw blurRad="71438" dist="28575" dir="5400000" algn="bl" rotWithShape="0">
              <a:srgbClr val="000000">
                <a:alpha val="14510"/>
              </a:srgbClr>
            </a:outerShdw>
          </a:effectLst>
        </p:spPr>
      </p:pic>
      <p:pic>
        <p:nvPicPr>
          <p:cNvPr id="801" name="Google Shape;801;g2cdbdd49f8e_0_0"/>
          <p:cNvPicPr preferRelativeResize="0"/>
          <p:nvPr/>
        </p:nvPicPr>
        <p:blipFill rotWithShape="1">
          <a:blip r:embed="rId9">
            <a:alphaModFix/>
          </a:blip>
          <a:srcRect l="79" r="79"/>
          <a:stretch/>
        </p:blipFill>
        <p:spPr>
          <a:xfrm>
            <a:off x="7233749" y="2053250"/>
            <a:ext cx="935160" cy="1323673"/>
          </a:xfrm>
          <a:prstGeom prst="rect">
            <a:avLst/>
          </a:prstGeom>
          <a:noFill/>
          <a:ln>
            <a:noFill/>
          </a:ln>
          <a:effectLst>
            <a:outerShdw blurRad="71438" dist="28575" dir="5400000" algn="bl" rotWithShape="0">
              <a:srgbClr val="000000">
                <a:alpha val="1451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08" name="Google Shape;808;g26b7edf6e71_0_109"/>
          <p:cNvGrpSpPr/>
          <p:nvPr/>
        </p:nvGrpSpPr>
        <p:grpSpPr>
          <a:xfrm>
            <a:off x="865957" y="2135925"/>
            <a:ext cx="7282807" cy="2686611"/>
            <a:chOff x="867357" y="2129450"/>
            <a:chExt cx="7282807" cy="2686611"/>
          </a:xfrm>
        </p:grpSpPr>
        <p:pic>
          <p:nvPicPr>
            <p:cNvPr id="809" name="Google Shape;809;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0" name="Google Shape;810;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1" name="Google Shape;811;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12" name="Google Shape;812;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13" name="Google Shape;813;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14" name="Google Shape;814;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15" name="Google Shape;815;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16" name="Google Shape;816;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17" name="Google Shape;817;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29" name="Google Shape;829;g2c298d33e0c_0_6"/>
          <p:cNvGrpSpPr/>
          <p:nvPr/>
        </p:nvGrpSpPr>
        <p:grpSpPr>
          <a:xfrm>
            <a:off x="866900" y="2140884"/>
            <a:ext cx="7281864" cy="2684601"/>
            <a:chOff x="868300" y="2129450"/>
            <a:chExt cx="7281864" cy="2684601"/>
          </a:xfrm>
        </p:grpSpPr>
        <p:pic>
          <p:nvPicPr>
            <p:cNvPr id="830" name="Google Shape;830;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1" name="Google Shape;831;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32" name="Google Shape;832;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33" name="Google Shape;833;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34" name="Google Shape;834;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35" name="Google Shape;835;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36" name="Google Shape;836;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37" name="Google Shape;837;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38" name="Google Shape;838;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42" name="Google Shape;842;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c298da1f27_0_45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864" name="Google Shape;864;g2c298da1f27_0_455"/>
          <p:cNvGrpSpPr/>
          <p:nvPr/>
        </p:nvGrpSpPr>
        <p:grpSpPr>
          <a:xfrm>
            <a:off x="868300" y="2129450"/>
            <a:ext cx="7281864" cy="2684601"/>
            <a:chOff x="868300" y="2053250"/>
            <a:chExt cx="7281864" cy="2684601"/>
          </a:xfrm>
        </p:grpSpPr>
        <p:pic>
          <p:nvPicPr>
            <p:cNvPr id="865" name="Google Shape;865;g2c298da1f27_0_455"/>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866" name="Google Shape;866;g2c298da1f27_0_455"/>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867" name="Google Shape;867;g2c298da1f27_0_455"/>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868" name="Google Shape;868;g2c298da1f27_0_455"/>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869" name="Google Shape;869;g2c298da1f27_0_455"/>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870" name="Google Shape;870;g2c298da1f27_0_455"/>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871" name="Google Shape;871;g2c298da1f27_0_455"/>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872" name="Google Shape;872;g2c298da1f27_0_455"/>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873" name="Google Shape;873;g2c298da1f27_0_455"/>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874" name="Google Shape;874;g2c298da1f27_0_455"/>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875" name="Google Shape;875;g2c298da1f27_0_455"/>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876" name="Google Shape;876;g2c298da1f27_0_455"/>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877" name="Google Shape;877;g2c298da1f27_0_455"/>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884" name="Google Shape;884;g2c298da1f27_1_0"/>
          <p:cNvGrpSpPr/>
          <p:nvPr/>
        </p:nvGrpSpPr>
        <p:grpSpPr>
          <a:xfrm>
            <a:off x="868300" y="2129450"/>
            <a:ext cx="7281864" cy="2688001"/>
            <a:chOff x="868300" y="2129450"/>
            <a:chExt cx="7281864" cy="2688001"/>
          </a:xfrm>
        </p:grpSpPr>
        <p:pic>
          <p:nvPicPr>
            <p:cNvPr id="885" name="Google Shape;88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86" name="Google Shape;88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87" name="Google Shape;88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88" name="Google Shape;88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89" name="Google Shape;88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90" name="Google Shape;89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91" name="Google Shape;89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92" name="Google Shape;89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93" name="Google Shape;89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94" name="Google Shape;89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95" name="Google Shape;89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96" name="Google Shape;89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97" name="Google Shape;89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98" name="Google Shape;89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d286c76220_0_12"/>
          <p:cNvSpPr txBox="1"/>
          <p:nvPr/>
        </p:nvSpPr>
        <p:spPr>
          <a:xfrm>
            <a:off x="514450" y="582900"/>
            <a:ext cx="8115300" cy="1243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5.5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br>
              <a:rPr lang="en-US" sz="2400" b="0" i="0" u="none" strike="noStrike" cap="none">
                <a:solidFill>
                  <a:srgbClr val="000000"/>
                </a:solidFill>
                <a:latin typeface="Poppins"/>
                <a:ea typeface="Poppins"/>
                <a:cs typeface="Poppins"/>
                <a:sym typeface="Poppins"/>
              </a:rPr>
            </a:br>
            <a:r>
              <a:rPr lang="en-US" sz="2400" b="0" i="0" u="none" strike="noStrike" cap="none">
                <a:solidFill>
                  <a:srgbClr val="2356AF"/>
                </a:solidFill>
                <a:latin typeface="Poppins"/>
                <a:ea typeface="Poppins"/>
                <a:cs typeface="Poppins"/>
                <a:sym typeface="Poppins"/>
              </a:rPr>
              <a:t>people wild child mind kind behind eye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905" name="Google Shape;905;g2d286c76220_0_12"/>
          <p:cNvPicPr preferRelativeResize="0"/>
          <p:nvPr/>
        </p:nvPicPr>
        <p:blipFill rotWithShape="1">
          <a:blip r:embed="rId3">
            <a:alphaModFix/>
          </a:blip>
          <a:srcRect l="19" r="9"/>
          <a:stretch/>
        </p:blipFill>
        <p:spPr>
          <a:xfrm>
            <a:off x="4568761" y="3534600"/>
            <a:ext cx="1730688" cy="1239300"/>
          </a:xfrm>
          <a:prstGeom prst="rect">
            <a:avLst/>
          </a:prstGeom>
          <a:noFill/>
          <a:ln>
            <a:noFill/>
          </a:ln>
          <a:effectLst>
            <a:outerShdw blurRad="71438" dist="19050" dir="5400000" algn="bl" rotWithShape="0">
              <a:srgbClr val="000000">
                <a:alpha val="18040"/>
              </a:srgbClr>
            </a:outerShdw>
          </a:effectLst>
        </p:spPr>
      </p:pic>
      <p:pic>
        <p:nvPicPr>
          <p:cNvPr id="906" name="Google Shape;906;g2d286c76220_0_12"/>
          <p:cNvPicPr preferRelativeResize="0"/>
          <p:nvPr/>
        </p:nvPicPr>
        <p:blipFill rotWithShape="1">
          <a:blip r:embed="rId4">
            <a:alphaModFix/>
          </a:blip>
          <a:srcRect/>
          <a:stretch/>
        </p:blipFill>
        <p:spPr>
          <a:xfrm>
            <a:off x="868569" y="2129450"/>
            <a:ext cx="1729923" cy="1236255"/>
          </a:xfrm>
          <a:prstGeom prst="rect">
            <a:avLst/>
          </a:prstGeom>
          <a:noFill/>
          <a:ln>
            <a:noFill/>
          </a:ln>
          <a:effectLst>
            <a:outerShdw blurRad="71438" dist="19050" dir="5400000" algn="bl" rotWithShape="0">
              <a:srgbClr val="000000">
                <a:alpha val="18040"/>
              </a:srgbClr>
            </a:outerShdw>
          </a:effectLst>
        </p:spPr>
      </p:pic>
      <p:pic>
        <p:nvPicPr>
          <p:cNvPr id="907" name="Google Shape;907;g2d286c76220_0_12"/>
          <p:cNvPicPr preferRelativeResize="0"/>
          <p:nvPr/>
        </p:nvPicPr>
        <p:blipFill rotWithShape="1">
          <a:blip r:embed="rId5">
            <a:alphaModFix/>
          </a:blip>
          <a:srcRect l="189" r="179"/>
          <a:stretch/>
        </p:blipFill>
        <p:spPr>
          <a:xfrm>
            <a:off x="2718283" y="2129450"/>
            <a:ext cx="1730688" cy="1241397"/>
          </a:xfrm>
          <a:prstGeom prst="rect">
            <a:avLst/>
          </a:prstGeom>
          <a:noFill/>
          <a:ln>
            <a:noFill/>
          </a:ln>
          <a:effectLst>
            <a:outerShdw blurRad="71438" dist="19050" dir="5400000" algn="bl" rotWithShape="0">
              <a:srgbClr val="000000">
                <a:alpha val="18040"/>
              </a:srgbClr>
            </a:outerShdw>
          </a:effectLst>
        </p:spPr>
      </p:pic>
      <p:pic>
        <p:nvPicPr>
          <p:cNvPr id="908" name="Google Shape;908;g2d286c76220_0_12"/>
          <p:cNvPicPr preferRelativeResize="0"/>
          <p:nvPr/>
        </p:nvPicPr>
        <p:blipFill rotWithShape="1">
          <a:blip r:embed="rId6">
            <a:alphaModFix/>
          </a:blip>
          <a:srcRect l="99" r="99"/>
          <a:stretch/>
        </p:blipFill>
        <p:spPr>
          <a:xfrm>
            <a:off x="4568761" y="2129450"/>
            <a:ext cx="1730688" cy="1239299"/>
          </a:xfrm>
          <a:prstGeom prst="rect">
            <a:avLst/>
          </a:prstGeom>
          <a:noFill/>
          <a:ln>
            <a:noFill/>
          </a:ln>
          <a:effectLst>
            <a:outerShdw blurRad="71438" dist="19050" dir="5400000" algn="bl" rotWithShape="0">
              <a:srgbClr val="000000">
                <a:alpha val="18040"/>
              </a:srgbClr>
            </a:outerShdw>
          </a:effectLst>
        </p:spPr>
      </p:pic>
      <p:pic>
        <p:nvPicPr>
          <p:cNvPr id="909" name="Google Shape;909;g2d286c76220_0_12"/>
          <p:cNvPicPr preferRelativeResize="0"/>
          <p:nvPr/>
        </p:nvPicPr>
        <p:blipFill rotWithShape="1">
          <a:blip r:embed="rId7">
            <a:alphaModFix/>
          </a:blip>
          <a:srcRect l="19" r="9"/>
          <a:stretch/>
        </p:blipFill>
        <p:spPr>
          <a:xfrm>
            <a:off x="6419238" y="2129450"/>
            <a:ext cx="1730688" cy="1239300"/>
          </a:xfrm>
          <a:prstGeom prst="rect">
            <a:avLst/>
          </a:prstGeom>
          <a:noFill/>
          <a:ln>
            <a:noFill/>
          </a:ln>
          <a:effectLst>
            <a:outerShdw blurRad="71438" dist="19050" dir="5400000" algn="bl" rotWithShape="0">
              <a:srgbClr val="000000">
                <a:alpha val="18040"/>
              </a:srgbClr>
            </a:outerShdw>
          </a:effectLst>
        </p:spPr>
      </p:pic>
      <p:pic>
        <p:nvPicPr>
          <p:cNvPr id="910" name="Google Shape;910;g2d286c76220_0_12"/>
          <p:cNvPicPr preferRelativeResize="0"/>
          <p:nvPr/>
        </p:nvPicPr>
        <p:blipFill rotWithShape="1">
          <a:blip r:embed="rId8">
            <a:alphaModFix/>
          </a:blip>
          <a:srcRect l="99" r="99"/>
          <a:stretch/>
        </p:blipFill>
        <p:spPr>
          <a:xfrm>
            <a:off x="867776" y="3534600"/>
            <a:ext cx="1730688" cy="1239299"/>
          </a:xfrm>
          <a:prstGeom prst="rect">
            <a:avLst/>
          </a:prstGeom>
          <a:noFill/>
          <a:ln>
            <a:noFill/>
          </a:ln>
          <a:effectLst>
            <a:outerShdw blurRad="71438" dist="19050" dir="5400000" algn="bl" rotWithShape="0">
              <a:srgbClr val="000000">
                <a:alpha val="18040"/>
              </a:srgbClr>
            </a:outerShdw>
          </a:effectLst>
        </p:spPr>
      </p:pic>
      <p:pic>
        <p:nvPicPr>
          <p:cNvPr id="911" name="Google Shape;911;g2d286c76220_0_12"/>
          <p:cNvPicPr preferRelativeResize="0"/>
          <p:nvPr/>
        </p:nvPicPr>
        <p:blipFill rotWithShape="1">
          <a:blip r:embed="rId9">
            <a:alphaModFix/>
          </a:blip>
          <a:srcRect l="19" r="9"/>
          <a:stretch/>
        </p:blipFill>
        <p:spPr>
          <a:xfrm>
            <a:off x="2718254" y="3534600"/>
            <a:ext cx="1730688" cy="1239300"/>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18" name="Google Shape;918;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19" name="Google Shape;919;g2c186218c5a_0_25"/>
          <p:cNvPicPr preferRelativeResize="0"/>
          <p:nvPr/>
        </p:nvPicPr>
        <p:blipFill rotWithShape="1">
          <a:blip r:embed="rId3">
            <a:alphaModFix/>
          </a:blip>
          <a:srcRect l="19" r="29"/>
          <a:stretch/>
        </p:blipFill>
        <p:spPr>
          <a:xfrm>
            <a:off x="1360488" y="996300"/>
            <a:ext cx="2818850" cy="3989962"/>
          </a:xfrm>
          <a:prstGeom prst="rect">
            <a:avLst/>
          </a:prstGeom>
          <a:noFill/>
          <a:ln>
            <a:noFill/>
          </a:ln>
          <a:effectLst>
            <a:outerShdw blurRad="142875" dist="19050" dir="5400000" algn="bl" rotWithShape="0">
              <a:srgbClr val="000000">
                <a:alpha val="27058"/>
              </a:srgbClr>
            </a:outerShdw>
          </a:effectLst>
        </p:spPr>
      </p:pic>
      <p:sp>
        <p:nvSpPr>
          <p:cNvPr id="920" name="Google Shape;920;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FRONT</a:t>
            </a:r>
            <a:endParaRPr/>
          </a:p>
        </p:txBody>
      </p:sp>
      <p:sp>
        <p:nvSpPr>
          <p:cNvPr id="921" name="Google Shape;921;g2c186218c5a_0_25"/>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t</a:t>
            </a:r>
            <a:r>
              <a:rPr lang="en-US" sz="5800" b="0" i="0" u="none" strike="noStrike" cap="none">
                <a:solidFill>
                  <a:srgbClr val="00904C"/>
                </a:solidFill>
                <a:latin typeface="Jost"/>
                <a:ea typeface="Jost"/>
                <a:cs typeface="Jost"/>
                <a:sym typeface="Jost"/>
              </a:rPr>
              <a:t>oe</a:t>
            </a:r>
            <a:r>
              <a:rPr lang="en-US" sz="5800" b="0" i="0" u="none" strike="noStrike" cap="none">
                <a:solidFill>
                  <a:srgbClr val="2356AF"/>
                </a:solidFill>
                <a:latin typeface="Jost"/>
                <a:ea typeface="Jost"/>
                <a:cs typeface="Jost"/>
                <a:sym typeface="Jost"/>
              </a:rPr>
              <a:t>s</a:t>
            </a:r>
            <a:endParaRPr sz="5800" b="0" i="0" u="none" strike="noStrike" cap="none">
              <a:solidFill>
                <a:srgbClr val="2356AF"/>
              </a:solidFill>
              <a:latin typeface="Jost"/>
              <a:ea typeface="Jost"/>
              <a:cs typeface="Jost"/>
              <a:sym typeface="Jost"/>
            </a:endParaRPr>
          </a:p>
        </p:txBody>
      </p:sp>
      <p:sp>
        <p:nvSpPr>
          <p:cNvPr id="922" name="Google Shape;922;g2c186218c5a_0_25"/>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domin</a:t>
            </a:r>
            <a:r>
              <a:rPr lang="en-US" sz="5800" b="0" i="0" u="none" strike="noStrike" cap="none">
                <a:solidFill>
                  <a:srgbClr val="00904C"/>
                </a:solidFill>
                <a:latin typeface="Jost"/>
                <a:ea typeface="Jost"/>
                <a:cs typeface="Jost"/>
                <a:sym typeface="Jost"/>
              </a:rPr>
              <a:t>oe</a:t>
            </a:r>
            <a:r>
              <a:rPr lang="en-US" sz="5800" b="0" i="0" u="none" strike="noStrike" cap="none">
                <a:solidFill>
                  <a:srgbClr val="2356AF"/>
                </a:solidFill>
                <a:latin typeface="Jost"/>
                <a:ea typeface="Jost"/>
                <a:cs typeface="Jost"/>
                <a:sym typeface="Jost"/>
              </a:rPr>
              <a:t>s</a:t>
            </a:r>
            <a:endParaRPr sz="5800" b="0" i="0" u="none" strike="noStrike" cap="none">
              <a:solidFill>
                <a:srgbClr val="2356AF"/>
              </a:solidFill>
              <a:latin typeface="Jost"/>
              <a:ea typeface="Jost"/>
              <a:cs typeface="Jost"/>
              <a:sym typeface="Jost"/>
            </a:endParaRPr>
          </a:p>
        </p:txBody>
      </p:sp>
      <p:sp>
        <p:nvSpPr>
          <p:cNvPr id="923" name="Google Shape;923;g2c186218c5a_0_25"/>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d</a:t>
            </a:r>
            <a:r>
              <a:rPr lang="en-US" sz="5800" b="0" i="0" u="none" strike="noStrike" cap="none">
                <a:solidFill>
                  <a:srgbClr val="00904C"/>
                </a:solidFill>
                <a:latin typeface="Jost"/>
                <a:ea typeface="Jost"/>
                <a:cs typeface="Jost"/>
                <a:sym typeface="Jost"/>
              </a:rPr>
              <a:t>oe</a:t>
            </a:r>
            <a:endParaRPr sz="5800" b="0" i="0" u="none" strike="noStrike" cap="none">
              <a:solidFill>
                <a:srgbClr val="2356AF"/>
              </a:solidFill>
              <a:latin typeface="Jost"/>
              <a:ea typeface="Jost"/>
              <a:cs typeface="Jost"/>
              <a:sym typeface="Jost"/>
            </a:endParaRPr>
          </a:p>
        </p:txBody>
      </p:sp>
      <p:sp>
        <p:nvSpPr>
          <p:cNvPr id="924" name="Google Shape;924;g2c186218c5a_0_25"/>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lnSpc>
                <a:spcPct val="90000"/>
              </a:lnSpc>
              <a:spcBef>
                <a:spcPts val="1000"/>
              </a:spcBef>
              <a:spcAft>
                <a:spcPts val="0"/>
              </a:spcAft>
              <a:buSzPts val="1100"/>
              <a:buNone/>
            </a:pPr>
            <a:r>
              <a:rPr lang="en-US" dirty="0"/>
              <a:t>Phase 5, Lesson 14</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29"/>
        <p:cNvGrpSpPr/>
        <p:nvPr/>
      </p:nvGrpSpPr>
      <p:grpSpPr>
        <a:xfrm>
          <a:off x="0" y="0"/>
          <a:ext cx="0" cy="0"/>
          <a:chOff x="0" y="0"/>
          <a:chExt cx="0" cy="0"/>
        </a:xfrm>
      </p:grpSpPr>
      <p:sp>
        <p:nvSpPr>
          <p:cNvPr id="930" name="Google Shape;930;g2d286c76220_0_66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931" name="Google Shape;931;g2d286c76220_0_66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a:t>
            </a:r>
            <a:endParaRPr/>
          </a:p>
        </p:txBody>
      </p:sp>
      <p:pic>
        <p:nvPicPr>
          <p:cNvPr id="932" name="Google Shape;932;g2d286c76220_0_660"/>
          <p:cNvPicPr preferRelativeResize="0"/>
          <p:nvPr/>
        </p:nvPicPr>
        <p:blipFill rotWithShape="1">
          <a:blip r:embed="rId3">
            <a:alphaModFix/>
          </a:blip>
          <a:srcRect l="79" r="79"/>
          <a:stretch/>
        </p:blipFill>
        <p:spPr>
          <a:xfrm>
            <a:off x="1360488" y="996300"/>
            <a:ext cx="2818850" cy="3989961"/>
          </a:xfrm>
          <a:prstGeom prst="rect">
            <a:avLst/>
          </a:prstGeom>
          <a:noFill/>
          <a:ln>
            <a:noFill/>
          </a:ln>
          <a:effectLst>
            <a:outerShdw blurRad="142875" dist="19050" dir="5400000" algn="bl" rotWithShape="0">
              <a:srgbClr val="000000">
                <a:alpha val="27058"/>
              </a:srgbClr>
            </a:outerShdw>
          </a:effectLst>
        </p:spPr>
      </p:pic>
      <p:sp>
        <p:nvSpPr>
          <p:cNvPr id="933" name="Google Shape;933;g2d286c76220_0_66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FRONT</a:t>
            </a:r>
            <a:endParaRPr/>
          </a:p>
        </p:txBody>
      </p:sp>
      <p:sp>
        <p:nvSpPr>
          <p:cNvPr id="934" name="Google Shape;934;g2d286c76220_0_660"/>
          <p:cNvSpPr txBox="1"/>
          <p:nvPr/>
        </p:nvSpPr>
        <p:spPr>
          <a:xfrm>
            <a:off x="4510900" y="99630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rgbClr val="000000"/>
              </a:buClr>
              <a:buSzPts val="5800"/>
              <a:buFont typeface="Arial"/>
              <a:buNone/>
            </a:pPr>
            <a:r>
              <a:rPr lang="en-US" sz="5800" b="0" i="0" u="none" strike="noStrike" cap="none">
                <a:solidFill>
                  <a:srgbClr val="2356AF"/>
                </a:solidFill>
                <a:latin typeface="Jost"/>
                <a:ea typeface="Jost"/>
                <a:cs typeface="Jost"/>
                <a:sym typeface="Jost"/>
              </a:rPr>
              <a:t>b</a:t>
            </a:r>
            <a:r>
              <a:rPr lang="en-US" sz="5800" b="0" i="0" u="none" strike="noStrike" cap="none">
                <a:solidFill>
                  <a:srgbClr val="F7941D"/>
                </a:solidFill>
                <a:latin typeface="Jost"/>
                <a:ea typeface="Jost"/>
                <a:cs typeface="Jost"/>
                <a:sym typeface="Jost"/>
              </a:rPr>
              <a:t>o</a:t>
            </a:r>
            <a:r>
              <a:rPr lang="en-US" sz="5800" b="0" i="0" u="none" strike="noStrike" cap="none">
                <a:solidFill>
                  <a:srgbClr val="2356AF"/>
                </a:solidFill>
                <a:latin typeface="Jost"/>
                <a:ea typeface="Jost"/>
                <a:cs typeface="Jost"/>
                <a:sym typeface="Jost"/>
              </a:rPr>
              <a:t>n</a:t>
            </a:r>
            <a:r>
              <a:rPr lang="en-US" sz="5800" b="0" i="0" u="none" strike="noStrike" cap="none">
                <a:solidFill>
                  <a:srgbClr val="F7941D"/>
                </a:solidFill>
                <a:latin typeface="Jost"/>
                <a:ea typeface="Jost"/>
                <a:cs typeface="Jost"/>
                <a:sym typeface="Jost"/>
              </a:rPr>
              <a:t>e</a:t>
            </a:r>
            <a:endParaRPr sz="5800" b="0" i="0" u="none" strike="noStrike" cap="none">
              <a:solidFill>
                <a:srgbClr val="F7941D"/>
              </a:solidFill>
              <a:latin typeface="Jost"/>
              <a:ea typeface="Jost"/>
              <a:cs typeface="Jost"/>
              <a:sym typeface="Jost"/>
            </a:endParaRPr>
          </a:p>
        </p:txBody>
      </p:sp>
      <p:sp>
        <p:nvSpPr>
          <p:cNvPr id="935" name="Google Shape;935;g2d286c76220_0_660"/>
          <p:cNvSpPr txBox="1"/>
          <p:nvPr/>
        </p:nvSpPr>
        <p:spPr>
          <a:xfrm>
            <a:off x="4510900" y="3763450"/>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st</a:t>
            </a:r>
            <a:r>
              <a:rPr lang="en-US" sz="5800" b="0" i="0" u="none" strike="noStrike" cap="none">
                <a:solidFill>
                  <a:srgbClr val="F7941D"/>
                </a:solidFill>
                <a:latin typeface="Jost"/>
                <a:ea typeface="Jost"/>
                <a:cs typeface="Jost"/>
                <a:sym typeface="Jost"/>
              </a:rPr>
              <a:t>o</a:t>
            </a:r>
            <a:r>
              <a:rPr lang="en-US" sz="5800" b="0" i="0" u="none" strike="noStrike" cap="none">
                <a:solidFill>
                  <a:srgbClr val="2356AF"/>
                </a:solidFill>
                <a:latin typeface="Jost"/>
                <a:ea typeface="Jost"/>
                <a:cs typeface="Jost"/>
                <a:sym typeface="Jost"/>
              </a:rPr>
              <a:t>n</a:t>
            </a:r>
            <a:r>
              <a:rPr lang="en-US" sz="5800" b="0" i="0" u="none" strike="noStrike" cap="none">
                <a:solidFill>
                  <a:srgbClr val="F7941D"/>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36" name="Google Shape;936;g2d286c76220_0_660"/>
          <p:cNvSpPr txBox="1"/>
          <p:nvPr/>
        </p:nvSpPr>
        <p:spPr>
          <a:xfrm>
            <a:off x="4510900" y="2379875"/>
            <a:ext cx="3333600" cy="1222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1000"/>
              </a:spcBef>
              <a:spcAft>
                <a:spcPts val="0"/>
              </a:spcAft>
              <a:buClr>
                <a:schemeClr val="dk1"/>
              </a:buClr>
              <a:buSzPts val="5800"/>
              <a:buFont typeface="Arial"/>
              <a:buNone/>
            </a:pPr>
            <a:r>
              <a:rPr lang="en-US" sz="5800" b="0" i="0" u="none" strike="noStrike" cap="none">
                <a:solidFill>
                  <a:srgbClr val="2356AF"/>
                </a:solidFill>
                <a:latin typeface="Jost"/>
                <a:ea typeface="Jost"/>
                <a:cs typeface="Jost"/>
                <a:sym typeface="Jost"/>
              </a:rPr>
              <a:t>r</a:t>
            </a:r>
            <a:r>
              <a:rPr lang="en-US" sz="5800" b="0" i="0" u="none" strike="noStrike" cap="none">
                <a:solidFill>
                  <a:srgbClr val="F7941D"/>
                </a:solidFill>
                <a:latin typeface="Jost"/>
                <a:ea typeface="Jost"/>
                <a:cs typeface="Jost"/>
                <a:sym typeface="Jost"/>
              </a:rPr>
              <a:t>o</a:t>
            </a:r>
            <a:r>
              <a:rPr lang="en-US" sz="5800" b="0" i="0" u="none" strike="noStrike" cap="none">
                <a:solidFill>
                  <a:srgbClr val="2356AF"/>
                </a:solidFill>
                <a:latin typeface="Jost"/>
                <a:ea typeface="Jost"/>
                <a:cs typeface="Jost"/>
                <a:sym typeface="Jost"/>
              </a:rPr>
              <a:t>p</a:t>
            </a:r>
            <a:r>
              <a:rPr lang="en-US" sz="5800" b="0" i="0" u="none" strike="noStrike" cap="none">
                <a:solidFill>
                  <a:srgbClr val="F7941D"/>
                </a:solidFill>
                <a:latin typeface="Jost"/>
                <a:ea typeface="Jost"/>
                <a:cs typeface="Jost"/>
                <a:sym typeface="Jost"/>
              </a:rPr>
              <a:t>e</a:t>
            </a:r>
            <a:endParaRPr sz="5800" b="0" i="0" u="none" strike="noStrike" cap="none">
              <a:solidFill>
                <a:srgbClr val="2356AF"/>
              </a:solidFill>
              <a:latin typeface="Jost"/>
              <a:ea typeface="Jost"/>
              <a:cs typeface="Jost"/>
              <a:sym typeface="Jost"/>
            </a:endParaRPr>
          </a:p>
        </p:txBody>
      </p:sp>
      <p:sp>
        <p:nvSpPr>
          <p:cNvPr id="937" name="Google Shape;937;g2d286c76220_0_660"/>
          <p:cNvSpPr txBox="1">
            <a:spLocks noGrp="1"/>
          </p:cNvSpPr>
          <p:nvPr>
            <p:ph type="subTitle" idx="2"/>
          </p:nvPr>
        </p:nvSpPr>
        <p:spPr>
          <a:xfrm>
            <a:off x="1360500" y="5233050"/>
            <a:ext cx="6423000" cy="369300"/>
          </a:xfrm>
          <a:prstGeom prst="rect">
            <a:avLst/>
          </a:prstGeom>
          <a:noFill/>
          <a:ln>
            <a:noFill/>
          </a:ln>
        </p:spPr>
        <p:txBody>
          <a:bodyPr spcFirstLastPara="1" wrap="square" lIns="91425" tIns="45700" rIns="91425" bIns="45700" anchor="ctr" anchorCtr="0">
            <a:normAutofit fontScale="85000" lnSpcReduction="20000"/>
          </a:bodyPr>
          <a:lstStyle/>
          <a:p>
            <a:pPr marL="0" lvl="0" indent="0" algn="ctr" rtl="0">
              <a:lnSpc>
                <a:spcPct val="90000"/>
              </a:lnSpc>
              <a:spcBef>
                <a:spcPts val="1000"/>
              </a:spcBef>
              <a:spcAft>
                <a:spcPts val="0"/>
              </a:spcAft>
              <a:buSzPts val="1600"/>
              <a:buNone/>
            </a:pPr>
            <a:r>
              <a:rPr lang="en-US"/>
              <a:t>Phase 5, Lesson 26</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42"/>
        <p:cNvGrpSpPr/>
        <p:nvPr/>
      </p:nvGrpSpPr>
      <p:grpSpPr>
        <a:xfrm>
          <a:off x="0" y="0"/>
          <a:ext cx="0" cy="0"/>
          <a:chOff x="0" y="0"/>
          <a:chExt cx="0" cy="0"/>
        </a:xfrm>
      </p:grpSpPr>
      <p:sp>
        <p:nvSpPr>
          <p:cNvPr id="943" name="Google Shape;943;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44" name="Google Shape;944;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45" name="Google Shape;945;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46" name="Google Shape;946;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1"/>
        <p:cNvGrpSpPr/>
        <p:nvPr/>
      </p:nvGrpSpPr>
      <p:grpSpPr>
        <a:xfrm>
          <a:off x="0" y="0"/>
          <a:ext cx="0" cy="0"/>
          <a:chOff x="0" y="0"/>
          <a:chExt cx="0" cy="0"/>
        </a:xfrm>
      </p:grpSpPr>
      <p:sp>
        <p:nvSpPr>
          <p:cNvPr id="952" name="Google Shape;952;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53" name="Google Shape;953;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54" name="Google Shape;954;g2c186218c5a_0_48"/>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55" name="Google Shape;955;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60"/>
        <p:cNvGrpSpPr/>
        <p:nvPr/>
      </p:nvGrpSpPr>
      <p:grpSpPr>
        <a:xfrm>
          <a:off x="0" y="0"/>
          <a:ext cx="0" cy="0"/>
          <a:chOff x="0" y="0"/>
          <a:chExt cx="0" cy="0"/>
        </a:xfrm>
      </p:grpSpPr>
      <p:sp>
        <p:nvSpPr>
          <p:cNvPr id="961" name="Google Shape;961;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62" name="Google Shape;962;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63" name="Google Shape;963;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64" name="Google Shape;964;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971" name="Google Shape;97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72" name="Google Shape;972;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73" name="Google Shape;973;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g2d1eea302f1_0_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80" name="Google Shape;980;g2d1eea302f1_0_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81" name="Google Shape;981;g2d1eea302f1_0_6"/>
          <p:cNvGrpSpPr/>
          <p:nvPr/>
        </p:nvGrpSpPr>
        <p:grpSpPr>
          <a:xfrm>
            <a:off x="3024000" y="209875"/>
            <a:ext cx="3096000" cy="454800"/>
            <a:chOff x="3024000" y="209875"/>
            <a:chExt cx="3096000" cy="454800"/>
          </a:xfrm>
        </p:grpSpPr>
        <p:sp>
          <p:nvSpPr>
            <p:cNvPr id="982" name="Google Shape;982;g2d1eea302f1_0_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3" name="Google Shape;983;g2d1eea302f1_0_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84" name="Google Shape;984;g2d1eea302f1_0_6"/>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85" name="Google Shape;985;g2d1eea302f1_0_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6" name="Google Shape;986;g2d1eea302f1_0_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87" name="Google Shape;987;g2d1eea302f1_0_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88" name="Google Shape;988;g2d1eea302f1_0_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89" name="Google Shape;989;g2d1eea302f1_0_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990" name="Google Shape;990;g2d1eea302f1_0_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91" name="Google Shape;991;g2d1eea302f1_0_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992" name="Google Shape;992;g2d1eea302f1_0_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993" name="Google Shape;993;g2d1eea302f1_0_6"/>
          <p:cNvSpPr txBox="1"/>
          <p:nvPr/>
        </p:nvSpPr>
        <p:spPr>
          <a:xfrm>
            <a:off x="6816849" y="854925"/>
            <a:ext cx="1274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o-e</a:t>
            </a:r>
            <a:endParaRPr sz="5500" b="0" i="0" u="none" strike="noStrike" cap="none">
              <a:solidFill>
                <a:srgbClr val="F7941D"/>
              </a:solidFill>
              <a:latin typeface="Jost"/>
              <a:ea typeface="Jost"/>
              <a:cs typeface="Jost"/>
              <a:sym typeface="Jost"/>
            </a:endParaRPr>
          </a:p>
        </p:txBody>
      </p:sp>
      <p:sp>
        <p:nvSpPr>
          <p:cNvPr id="994" name="Google Shape;994;g2d1eea302f1_0_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995" name="Google Shape;995;g2d1eea302f1_0_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FFD403"/>
              </a:solidFill>
              <a:latin typeface="Jost"/>
              <a:ea typeface="Jost"/>
              <a:cs typeface="Jost"/>
              <a:sym typeface="Jost"/>
            </a:endParaRPr>
          </a:p>
        </p:txBody>
      </p:sp>
      <p:sp>
        <p:nvSpPr>
          <p:cNvPr id="996" name="Google Shape;996;g2d1eea302f1_0_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97" name="Google Shape;997;g2d1eea302f1_0_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998" name="Google Shape;998;g2d1eea302f1_0_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999" name="Google Shape;999;g2d1eea302f1_0_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00904D"/>
              </a:solidFill>
              <a:latin typeface="Jost"/>
              <a:ea typeface="Jost"/>
              <a:cs typeface="Jost"/>
              <a:sym typeface="Jost"/>
            </a:endParaRPr>
          </a:p>
        </p:txBody>
      </p:sp>
      <p:sp>
        <p:nvSpPr>
          <p:cNvPr id="1000" name="Google Shape;1000;g2d1eea302f1_0_6"/>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01" name="Google Shape;1001;g2d1eea302f1_0_6"/>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02" name="Google Shape;1002;g2d1eea302f1_0_6"/>
          <p:cNvSpPr txBox="1"/>
          <p:nvPr/>
        </p:nvSpPr>
        <p:spPr>
          <a:xfrm>
            <a:off x="5216052"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03" name="Google Shape;1003;g2d1eea302f1_0_6"/>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LAYOUT B</a:t>
            </a:r>
            <a:endParaRPr/>
          </a:p>
        </p:txBody>
      </p:sp>
      <p:sp>
        <p:nvSpPr>
          <p:cNvPr id="1004" name="Google Shape;1004;g2d1eea302f1_0_6"/>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oe</a:t>
            </a:r>
            <a:endParaRPr sz="5500" b="0" i="0" u="none" strike="noStrike" cap="none">
              <a:solidFill>
                <a:srgbClr val="00904C"/>
              </a:solidFill>
              <a:latin typeface="Jost"/>
              <a:ea typeface="Jost"/>
              <a:cs typeface="Jost"/>
              <a:sym typeface="Jost"/>
            </a:endParaRPr>
          </a:p>
        </p:txBody>
      </p:sp>
      <p:cxnSp>
        <p:nvCxnSpPr>
          <p:cNvPr id="1005" name="Google Shape;1005;g2d1eea302f1_0_6"/>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d286c76220_0_68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2" name="Google Shape;1012;g2d286c76220_0_68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3" name="Google Shape;1013;g2d286c76220_0_683"/>
          <p:cNvGrpSpPr/>
          <p:nvPr/>
        </p:nvGrpSpPr>
        <p:grpSpPr>
          <a:xfrm>
            <a:off x="3024000" y="209875"/>
            <a:ext cx="3096000" cy="454800"/>
            <a:chOff x="3024000" y="209875"/>
            <a:chExt cx="3096000" cy="454800"/>
          </a:xfrm>
        </p:grpSpPr>
        <p:sp>
          <p:nvSpPr>
            <p:cNvPr id="1014" name="Google Shape;1014;g2d286c76220_0_683"/>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5" name="Google Shape;1015;g2d286c76220_0_683"/>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6" name="Google Shape;1016;g2d286c76220_0_683"/>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7" name="Google Shape;1017;g2d286c76220_0_683"/>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18" name="Google Shape;1018;g2d286c76220_0_683"/>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9" name="Google Shape;1019;g2d286c76220_0_683"/>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20" name="Google Shape;1020;g2d286c76220_0_683"/>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21" name="Google Shape;1021;g2d286c76220_0_683"/>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22" name="Google Shape;1022;g2d286c76220_0_683"/>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023" name="Google Shape;1023;g2d286c76220_0_683"/>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024" name="Google Shape;1024;g2d286c76220_0_683"/>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25" name="Google Shape;1025;g2d286c76220_0_683"/>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026" name="Google Shape;1026;g2d286c76220_0_683"/>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27" name="Google Shape;1027;g2d286c76220_0_683"/>
          <p:cNvSpPr txBox="1"/>
          <p:nvPr/>
        </p:nvSpPr>
        <p:spPr>
          <a:xfrm>
            <a:off x="6816849" y="854925"/>
            <a:ext cx="1274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o-e</a:t>
            </a:r>
            <a:endParaRPr sz="5500" b="0" i="0" u="none" strike="noStrike" cap="none">
              <a:solidFill>
                <a:srgbClr val="F7941D"/>
              </a:solidFill>
              <a:latin typeface="Jost"/>
              <a:ea typeface="Jost"/>
              <a:cs typeface="Jost"/>
              <a:sym typeface="Jost"/>
            </a:endParaRPr>
          </a:p>
        </p:txBody>
      </p:sp>
      <p:sp>
        <p:nvSpPr>
          <p:cNvPr id="1028" name="Google Shape;1028;g2d286c76220_0_683"/>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029" name="Google Shape;1029;g2d286c76220_0_683"/>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FFD403"/>
              </a:solidFill>
              <a:latin typeface="Jost"/>
              <a:ea typeface="Jost"/>
              <a:cs typeface="Jost"/>
              <a:sym typeface="Jost"/>
            </a:endParaRPr>
          </a:p>
        </p:txBody>
      </p:sp>
      <p:sp>
        <p:nvSpPr>
          <p:cNvPr id="1030" name="Google Shape;1030;g2d286c76220_0_683"/>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31" name="Google Shape;1031;g2d286c76220_0_683"/>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1032" name="Google Shape;1032;g2d286c76220_0_683"/>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k</a:t>
            </a:r>
            <a:endParaRPr sz="5500" b="0" i="0" u="none" strike="noStrike" cap="none">
              <a:solidFill>
                <a:srgbClr val="2356AF"/>
              </a:solidFill>
              <a:latin typeface="Jost"/>
              <a:ea typeface="Jost"/>
              <a:cs typeface="Jost"/>
              <a:sym typeface="Jost"/>
            </a:endParaRPr>
          </a:p>
        </p:txBody>
      </p:sp>
      <p:sp>
        <p:nvSpPr>
          <p:cNvPr id="1033" name="Google Shape;1033;g2d286c76220_0_683"/>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00904D"/>
              </a:solidFill>
              <a:latin typeface="Jost"/>
              <a:ea typeface="Jost"/>
              <a:cs typeface="Jost"/>
              <a:sym typeface="Jost"/>
            </a:endParaRPr>
          </a:p>
        </p:txBody>
      </p:sp>
      <p:sp>
        <p:nvSpPr>
          <p:cNvPr id="1034" name="Google Shape;1034;g2d286c76220_0_683"/>
          <p:cNvSpPr txBox="1"/>
          <p:nvPr/>
        </p:nvSpPr>
        <p:spPr>
          <a:xfrm>
            <a:off x="40632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035" name="Google Shape;1035;g2d286c76220_0_683"/>
          <p:cNvSpPr txBox="1"/>
          <p:nvPr/>
        </p:nvSpPr>
        <p:spPr>
          <a:xfrm>
            <a:off x="2910349"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036" name="Google Shape;1036;g2d286c76220_0_683"/>
          <p:cNvSpPr txBox="1"/>
          <p:nvPr/>
        </p:nvSpPr>
        <p:spPr>
          <a:xfrm>
            <a:off x="5216052"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037" name="Google Shape;1037;g2d286c76220_0_683"/>
          <p:cNvSpPr txBox="1"/>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toe foe doe home hope joke smoke rope cone slope</a:t>
            </a:r>
            <a:endParaRPr sz="1800" b="0" i="0" u="none" strike="noStrike" cap="none">
              <a:solidFill>
                <a:srgbClr val="B7B7B7"/>
              </a:solidFill>
              <a:latin typeface="Jost"/>
              <a:ea typeface="Jost"/>
              <a:cs typeface="Jost"/>
              <a:sym typeface="Jost"/>
            </a:endParaRPr>
          </a:p>
        </p:txBody>
      </p:sp>
      <p:sp>
        <p:nvSpPr>
          <p:cNvPr id="1038" name="Google Shape;1038;g2d286c76220_0_68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a:t>LAYOUT B</a:t>
            </a:r>
            <a:endParaRPr/>
          </a:p>
        </p:txBody>
      </p:sp>
      <p:sp>
        <p:nvSpPr>
          <p:cNvPr id="1039" name="Google Shape;1039;g2d286c76220_0_683"/>
          <p:cNvSpPr txBox="1"/>
          <p:nvPr/>
        </p:nvSpPr>
        <p:spPr>
          <a:xfrm>
            <a:off x="2333952"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oe</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432</Words>
  <Application>Microsoft Office PowerPoint</Application>
  <PresentationFormat>On-screen Show (4:3)</PresentationFormat>
  <Paragraphs>136</Paragraphs>
  <Slides>20</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Poppins SemiBold</vt:lpstr>
      <vt:lpstr>Poppins</vt:lpstr>
      <vt:lpstr>Poppins Medium</vt:lpstr>
      <vt:lpstr>Nunito Black</vt:lpstr>
      <vt:lpstr>Calibri</vt:lpstr>
      <vt:lpstr>Jost</vt:lpstr>
      <vt:lpstr>Arial</vt:lpstr>
      <vt:lpstr>Office Theme</vt:lpstr>
      <vt:lpstr>PowerPoint Presentation</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PowerPoint Presentation</vt:lpstr>
      <vt:lpstr>Review Grapheme Caption</vt:lpstr>
      <vt:lpstr>Review Grapheme Caption</vt:lpstr>
      <vt:lpstr>Build a Decodable Word</vt:lpstr>
      <vt:lpstr>Build a Decodable Word</vt:lpstr>
      <vt:lpstr>Practise with Alien Words</vt:lpstr>
      <vt:lpstr>Practise with Alien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2</cp:revision>
  <dcterms:created xsi:type="dcterms:W3CDTF">2021-01-13T00:47:47Z</dcterms:created>
  <dcterms:modified xsi:type="dcterms:W3CDTF">2026-05-25T04:32:09Z</dcterms:modified>
</cp:coreProperties>
</file>